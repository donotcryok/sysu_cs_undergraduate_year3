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92" r:id="rId19"/>
    <p:sldId id="293" r:id="rId20"/>
    <p:sldId id="294" r:id="rId21"/>
    <p:sldId id="295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90" r:id="rId46"/>
    <p:sldId id="291" r:id="rId47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1"/>
    <p:restoredTop sz="94729"/>
  </p:normalViewPr>
  <p:slideViewPr>
    <p:cSldViewPr>
      <p:cViewPr varScale="1">
        <p:scale>
          <a:sx n="66" d="100"/>
          <a:sy n="66" d="100"/>
        </p:scale>
        <p:origin x="93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734E8-8530-EC46-9C76-8094AC3DA912}" type="datetimeFigureOut">
              <a:rPr lang="en-US" smtClean="0"/>
              <a:t>12/13/23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D0BAB-D1CE-3447-8C71-97D39DF23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3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pc="-10" dirty="0"/>
              <a:t>Some</a:t>
            </a:r>
            <a:r>
              <a:rPr lang="zh-CN" altLang="en-US" spc="-10" dirty="0"/>
              <a:t> </a:t>
            </a:r>
            <a:r>
              <a:rPr lang="en-US" spc="-10" dirty="0"/>
              <a:t>slide</a:t>
            </a:r>
            <a:r>
              <a:rPr lang="en-US" altLang="zh-CN" spc="-10" dirty="0"/>
              <a:t>s</a:t>
            </a:r>
            <a:r>
              <a:rPr lang="zh-CN" altLang="en-US" spc="-10" dirty="0"/>
              <a:t> </a:t>
            </a:r>
            <a:r>
              <a:rPr lang="en-US" altLang="zh-CN" spc="-10" dirty="0"/>
              <a:t>are</a:t>
            </a:r>
            <a:r>
              <a:rPr lang="en-US" spc="-80" dirty="0"/>
              <a:t> </a:t>
            </a:r>
            <a:r>
              <a:rPr lang="en-US" spc="-65" dirty="0"/>
              <a:t>from</a:t>
            </a:r>
            <a:r>
              <a:rPr lang="en-US" spc="-80" dirty="0"/>
              <a:t> </a:t>
            </a:r>
            <a:r>
              <a:rPr lang="en-US" spc="5" dirty="0"/>
              <a:t>Thomas</a:t>
            </a:r>
            <a:r>
              <a:rPr lang="en-US" spc="-75" dirty="0"/>
              <a:t> </a:t>
            </a:r>
            <a:r>
              <a:rPr lang="en-US" spc="-15" dirty="0" err="1"/>
              <a:t>Kipf</a:t>
            </a:r>
            <a:r>
              <a:rPr lang="en-US" spc="-15" dirty="0"/>
              <a:t>,</a:t>
            </a:r>
            <a:r>
              <a:rPr lang="en-US" spc="-80" dirty="0"/>
              <a:t> </a:t>
            </a:r>
            <a:r>
              <a:rPr lang="en-US" b="1" spc="-15" dirty="0">
                <a:latin typeface="Arial"/>
                <a:cs typeface="Arial"/>
              </a:rPr>
              <a:t>University</a:t>
            </a:r>
            <a:r>
              <a:rPr lang="en-US" b="1" spc="5" dirty="0">
                <a:latin typeface="Arial"/>
                <a:cs typeface="Arial"/>
              </a:rPr>
              <a:t> </a:t>
            </a:r>
            <a:r>
              <a:rPr lang="en-US" b="1" spc="10" dirty="0">
                <a:latin typeface="Arial"/>
                <a:cs typeface="Arial"/>
              </a:rPr>
              <a:t>of </a:t>
            </a:r>
            <a:r>
              <a:rPr lang="en-US" b="1" spc="15" dirty="0">
                <a:latin typeface="Arial"/>
                <a:cs typeface="Arial"/>
              </a:rPr>
              <a:t>Amsterdam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spc="15" dirty="0">
                <a:latin typeface="Arial"/>
                <a:cs typeface="Arial"/>
              </a:rPr>
              <a:t>https://</a:t>
            </a:r>
            <a:r>
              <a:rPr lang="en-US" b="1" spc="15" dirty="0" err="1">
                <a:latin typeface="Arial"/>
                <a:cs typeface="Arial"/>
              </a:rPr>
              <a:t>www.cs.ubc.ca</a:t>
            </a:r>
            <a:r>
              <a:rPr lang="en-US" b="1" spc="15" dirty="0">
                <a:latin typeface="Arial"/>
                <a:cs typeface="Arial"/>
              </a:rPr>
              <a:t>/~</a:t>
            </a:r>
            <a:r>
              <a:rPr lang="en-US" b="1" spc="15" dirty="0" err="1">
                <a:latin typeface="Arial"/>
                <a:cs typeface="Arial"/>
              </a:rPr>
              <a:t>lsigal</a:t>
            </a:r>
            <a:r>
              <a:rPr lang="en-US" b="1" spc="15" dirty="0">
                <a:latin typeface="Arial"/>
                <a:cs typeface="Arial"/>
              </a:rPr>
              <a:t>/</a:t>
            </a:r>
            <a:r>
              <a:rPr lang="en-US" b="1" spc="15" dirty="0" err="1">
                <a:latin typeface="Arial"/>
                <a:cs typeface="Arial"/>
              </a:rPr>
              <a:t>teaching.html</a:t>
            </a:r>
            <a:endParaRPr lang="en-US" b="1" spc="15" dirty="0"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spc="15" dirty="0">
                <a:latin typeface="Arial"/>
                <a:cs typeface="Arial"/>
              </a:rPr>
              <a:t>Some</a:t>
            </a:r>
            <a:r>
              <a:rPr lang="zh-CN" altLang="en-US" b="1" spc="15" dirty="0">
                <a:latin typeface="Arial"/>
                <a:cs typeface="Arial"/>
              </a:rPr>
              <a:t> </a:t>
            </a:r>
            <a:r>
              <a:rPr lang="en-US" altLang="zh-CN" b="1" spc="15" dirty="0">
                <a:latin typeface="Arial"/>
                <a:cs typeface="Arial"/>
              </a:rPr>
              <a:t>slides</a:t>
            </a:r>
            <a:r>
              <a:rPr lang="zh-CN" altLang="en-US" b="1" spc="15" dirty="0">
                <a:latin typeface="Arial"/>
                <a:cs typeface="Arial"/>
              </a:rPr>
              <a:t> </a:t>
            </a:r>
            <a:r>
              <a:rPr lang="en-US" altLang="zh-CN" b="1" spc="15" dirty="0">
                <a:latin typeface="Arial"/>
                <a:cs typeface="Arial"/>
              </a:rPr>
              <a:t>are</a:t>
            </a:r>
            <a:r>
              <a:rPr lang="zh-CN" altLang="en-US" b="1" spc="15" dirty="0">
                <a:latin typeface="Arial"/>
                <a:cs typeface="Arial"/>
              </a:rPr>
              <a:t> </a:t>
            </a:r>
            <a:r>
              <a:rPr lang="en-US" altLang="zh-CN" b="1" spc="15" dirty="0">
                <a:latin typeface="Arial"/>
                <a:cs typeface="Arial"/>
              </a:rPr>
              <a:t>from</a:t>
            </a:r>
            <a:r>
              <a:rPr lang="zh-CN" altLang="en-US" b="1" spc="15" dirty="0">
                <a:latin typeface="Arial"/>
                <a:cs typeface="Arial"/>
              </a:rPr>
              <a:t> </a:t>
            </a:r>
            <a:r>
              <a:rPr lang="en-US" altLang="zh-CN" b="1" spc="15" dirty="0">
                <a:latin typeface="Arial"/>
                <a:cs typeface="Arial"/>
              </a:rPr>
              <a:t>https://</a:t>
            </a:r>
            <a:r>
              <a:rPr lang="en-US" altLang="zh-CN" b="1" spc="15" dirty="0" err="1">
                <a:latin typeface="Arial"/>
                <a:cs typeface="Arial"/>
              </a:rPr>
              <a:t>disi.unitn.it</a:t>
            </a:r>
            <a:r>
              <a:rPr lang="en-US" altLang="zh-CN" b="1" spc="15" dirty="0">
                <a:latin typeface="Arial"/>
                <a:cs typeface="Arial"/>
              </a:rPr>
              <a:t>/~</a:t>
            </a:r>
            <a:r>
              <a:rPr lang="en-US" altLang="zh-CN" b="1" spc="15" dirty="0" err="1">
                <a:latin typeface="Arial"/>
                <a:cs typeface="Arial"/>
              </a:rPr>
              <a:t>passerini</a:t>
            </a:r>
            <a:r>
              <a:rPr lang="en-US" altLang="zh-CN" b="1" spc="15" dirty="0">
                <a:latin typeface="Arial"/>
                <a:cs typeface="Arial"/>
              </a:rPr>
              <a:t>/teaching/2021-2022/</a:t>
            </a:r>
            <a:r>
              <a:rPr lang="en-US" altLang="zh-CN" b="1" spc="15" dirty="0" err="1">
                <a:latin typeface="Arial"/>
                <a:cs typeface="Arial"/>
              </a:rPr>
              <a:t>AdvancedTopicsInMachineLearning</a:t>
            </a:r>
            <a:r>
              <a:rPr lang="en-US" altLang="zh-CN" b="1" spc="15" dirty="0">
                <a:latin typeface="Arial"/>
                <a:cs typeface="Arial"/>
              </a:rPr>
              <a:t>/slides/GNN/</a:t>
            </a:r>
            <a:r>
              <a:rPr lang="en-US" altLang="zh-CN" b="1" spc="15" dirty="0" err="1">
                <a:latin typeface="Arial"/>
                <a:cs typeface="Arial"/>
              </a:rPr>
              <a:t>talk.pdf</a:t>
            </a:r>
            <a:endParaRPr lang="en-US" b="1" spc="15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D0BAB-D1CE-3447-8C71-97D39DF230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91451" y="3463633"/>
            <a:ext cx="17721196" cy="2446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rgbClr val="39332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39332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rgbClr val="6A9BC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39332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rgbClr val="6A9BC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39332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rgbClr val="6A9BC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39332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39332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55914" y="0"/>
            <a:ext cx="3642360" cy="241300"/>
          </a:xfrm>
          <a:custGeom>
            <a:avLst/>
            <a:gdLst/>
            <a:ahLst/>
            <a:cxnLst/>
            <a:rect l="l" t="t" r="r" b="b"/>
            <a:pathLst>
              <a:path w="3642359" h="241300">
                <a:moveTo>
                  <a:pt x="3641773" y="0"/>
                </a:moveTo>
                <a:lnTo>
                  <a:pt x="178999" y="0"/>
                </a:lnTo>
                <a:lnTo>
                  <a:pt x="0" y="240830"/>
                </a:lnTo>
                <a:lnTo>
                  <a:pt x="3462774" y="240830"/>
                </a:lnTo>
                <a:lnTo>
                  <a:pt x="3641773" y="0"/>
                </a:lnTo>
                <a:close/>
              </a:path>
            </a:pathLst>
          </a:custGeom>
          <a:solidFill>
            <a:srgbClr val="7EF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911984" y="0"/>
            <a:ext cx="1882775" cy="241300"/>
          </a:xfrm>
          <a:custGeom>
            <a:avLst/>
            <a:gdLst/>
            <a:ahLst/>
            <a:cxnLst/>
            <a:rect l="l" t="t" r="r" b="b"/>
            <a:pathLst>
              <a:path w="1882775" h="241300">
                <a:moveTo>
                  <a:pt x="1882665" y="0"/>
                </a:moveTo>
                <a:lnTo>
                  <a:pt x="180936" y="0"/>
                </a:lnTo>
                <a:lnTo>
                  <a:pt x="0" y="240830"/>
                </a:lnTo>
                <a:lnTo>
                  <a:pt x="1701717" y="240830"/>
                </a:lnTo>
                <a:lnTo>
                  <a:pt x="1882665" y="0"/>
                </a:lnTo>
                <a:close/>
              </a:path>
            </a:pathLst>
          </a:custGeom>
          <a:solidFill>
            <a:srgbClr val="93E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958950" y="0"/>
            <a:ext cx="5939155" cy="241300"/>
          </a:xfrm>
          <a:custGeom>
            <a:avLst/>
            <a:gdLst/>
            <a:ahLst/>
            <a:cxnLst/>
            <a:rect l="l" t="t" r="r" b="b"/>
            <a:pathLst>
              <a:path w="5939155" h="241300">
                <a:moveTo>
                  <a:pt x="5939096" y="0"/>
                </a:moveTo>
                <a:lnTo>
                  <a:pt x="176654" y="0"/>
                </a:lnTo>
                <a:lnTo>
                  <a:pt x="0" y="240830"/>
                </a:lnTo>
                <a:lnTo>
                  <a:pt x="5762431" y="240830"/>
                </a:lnTo>
                <a:lnTo>
                  <a:pt x="5939096" y="0"/>
                </a:lnTo>
                <a:close/>
              </a:path>
            </a:pathLst>
          </a:custGeom>
          <a:solidFill>
            <a:srgbClr val="AAF9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686524" y="0"/>
            <a:ext cx="1411605" cy="241300"/>
          </a:xfrm>
          <a:custGeom>
            <a:avLst/>
            <a:gdLst/>
            <a:ahLst/>
            <a:cxnLst/>
            <a:rect l="l" t="t" r="r" b="b"/>
            <a:pathLst>
              <a:path w="1411605" h="241300">
                <a:moveTo>
                  <a:pt x="1411475" y="0"/>
                </a:moveTo>
                <a:lnTo>
                  <a:pt x="182696" y="0"/>
                </a:lnTo>
                <a:lnTo>
                  <a:pt x="0" y="240830"/>
                </a:lnTo>
                <a:lnTo>
                  <a:pt x="1228779" y="240830"/>
                </a:lnTo>
                <a:lnTo>
                  <a:pt x="1411475" y="0"/>
                </a:lnTo>
                <a:close/>
              </a:path>
            </a:pathLst>
          </a:custGeom>
          <a:solidFill>
            <a:srgbClr val="98B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869724" y="0"/>
            <a:ext cx="4018915" cy="241300"/>
          </a:xfrm>
          <a:custGeom>
            <a:avLst/>
            <a:gdLst/>
            <a:ahLst/>
            <a:cxnLst/>
            <a:rect l="l" t="t" r="r" b="b"/>
            <a:pathLst>
              <a:path w="4018915" h="241300">
                <a:moveTo>
                  <a:pt x="4018746" y="0"/>
                </a:moveTo>
                <a:lnTo>
                  <a:pt x="178717" y="0"/>
                </a:lnTo>
                <a:lnTo>
                  <a:pt x="0" y="240830"/>
                </a:lnTo>
                <a:lnTo>
                  <a:pt x="3840029" y="240830"/>
                </a:lnTo>
                <a:lnTo>
                  <a:pt x="4018746" y="0"/>
                </a:lnTo>
                <a:close/>
              </a:path>
            </a:pathLst>
          </a:custGeom>
          <a:solidFill>
            <a:srgbClr val="979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7649713" y="0"/>
            <a:ext cx="2454910" cy="241300"/>
          </a:xfrm>
          <a:custGeom>
            <a:avLst/>
            <a:gdLst/>
            <a:ahLst/>
            <a:cxnLst/>
            <a:rect l="l" t="t" r="r" b="b"/>
            <a:pathLst>
              <a:path w="2454909" h="241300">
                <a:moveTo>
                  <a:pt x="2454386" y="0"/>
                </a:moveTo>
                <a:lnTo>
                  <a:pt x="183711" y="0"/>
                </a:lnTo>
                <a:lnTo>
                  <a:pt x="0" y="240830"/>
                </a:lnTo>
                <a:lnTo>
                  <a:pt x="2454386" y="240830"/>
                </a:lnTo>
                <a:lnTo>
                  <a:pt x="2454386" y="0"/>
                </a:lnTo>
                <a:close/>
              </a:path>
            </a:pathLst>
          </a:custGeom>
          <a:solidFill>
            <a:srgbClr val="C9A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561" y="4584018"/>
            <a:ext cx="19570977" cy="2165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533421" y="10749674"/>
            <a:ext cx="7192009" cy="40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39332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slide" Target="slide40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40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slide" Target="slide40.xml"/><Relationship Id="rId5" Type="http://schemas.openxmlformats.org/officeDocument/2006/relationships/image" Target="../media/image37.png"/><Relationship Id="rId10" Type="http://schemas.openxmlformats.org/officeDocument/2006/relationships/image" Target="../media/image3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36.png"/><Relationship Id="rId18" Type="http://schemas.openxmlformats.org/officeDocument/2006/relationships/image" Target="../media/image53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30.png"/><Relationship Id="rId2" Type="http://schemas.openxmlformats.org/officeDocument/2006/relationships/image" Target="../media/image41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28.png"/><Relationship Id="rId10" Type="http://schemas.openxmlformats.org/officeDocument/2006/relationships/image" Target="../media/image49.png"/><Relationship Id="rId19" Type="http://schemas.openxmlformats.org/officeDocument/2006/relationships/slide" Target="slide1.xml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slide" Target="slide1.xml"/><Relationship Id="rId3" Type="http://schemas.openxmlformats.org/officeDocument/2006/relationships/image" Target="../media/image55.png"/><Relationship Id="rId7" Type="http://schemas.openxmlformats.org/officeDocument/2006/relationships/image" Target="../media/image26.png"/><Relationship Id="rId12" Type="http://schemas.openxmlformats.org/officeDocument/2006/relationships/image" Target="../media/image3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30.png"/><Relationship Id="rId5" Type="http://schemas.openxmlformats.org/officeDocument/2006/relationships/image" Target="../media/image57.png"/><Relationship Id="rId10" Type="http://schemas.openxmlformats.org/officeDocument/2006/relationships/image" Target="../media/image59.png"/><Relationship Id="rId4" Type="http://schemas.openxmlformats.org/officeDocument/2006/relationships/image" Target="../media/image56.png"/><Relationship Id="rId9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7.png"/><Relationship Id="rId7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60.pn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61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slide" Target="slide1.xml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0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28.png"/><Relationship Id="rId5" Type="http://schemas.openxmlformats.org/officeDocument/2006/relationships/image" Target="../media/image65.png"/><Relationship Id="rId10" Type="http://schemas.openxmlformats.org/officeDocument/2006/relationships/image" Target="../media/image32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146348"/>
            <a:ext cx="20104099" cy="3350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22314" y="6188075"/>
            <a:ext cx="845947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sz="3950" b="1" spc="10" dirty="0">
                <a:latin typeface="Arial"/>
                <a:cs typeface="Arial"/>
              </a:rPr>
              <a:t>Lectured</a:t>
            </a:r>
            <a:r>
              <a:rPr lang="zh-CN" altLang="en-US" sz="3950" b="1" spc="10" dirty="0">
                <a:latin typeface="Arial"/>
                <a:cs typeface="Arial"/>
              </a:rPr>
              <a:t> </a:t>
            </a:r>
            <a:r>
              <a:rPr lang="en-US" altLang="zh-CN" sz="3950" b="1" spc="10" dirty="0">
                <a:latin typeface="Arial"/>
                <a:cs typeface="Arial"/>
              </a:rPr>
              <a:t>by</a:t>
            </a:r>
            <a:r>
              <a:rPr lang="zh-CN" altLang="en-US" sz="3950" b="1" spc="10" dirty="0">
                <a:latin typeface="Arial"/>
                <a:cs typeface="Arial"/>
              </a:rPr>
              <a:t> </a:t>
            </a:r>
            <a:r>
              <a:rPr lang="en-US" altLang="zh-CN" sz="3950" b="1" spc="10" dirty="0">
                <a:latin typeface="Arial"/>
                <a:cs typeface="Arial"/>
              </a:rPr>
              <a:t>Shangsong</a:t>
            </a:r>
            <a:r>
              <a:rPr lang="zh-CN" altLang="en-US" sz="3950" b="1" spc="10" dirty="0">
                <a:latin typeface="Arial"/>
                <a:cs typeface="Arial"/>
              </a:rPr>
              <a:t> </a:t>
            </a:r>
            <a:r>
              <a:rPr lang="en-US" altLang="zh-CN" sz="3950" b="1" spc="10" dirty="0">
                <a:latin typeface="Arial"/>
                <a:cs typeface="Arial"/>
              </a:rPr>
              <a:t>Liang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561" y="4584018"/>
            <a:ext cx="19570977" cy="12304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15"/>
              </a:spcBef>
            </a:pPr>
            <a:r>
              <a:rPr lang="en-US" altLang="zh-CN" spc="-170" dirty="0"/>
              <a:t>Graph</a:t>
            </a:r>
            <a:r>
              <a:rPr lang="zh-CN" altLang="en-US" spc="-170" dirty="0"/>
              <a:t> </a:t>
            </a:r>
            <a:r>
              <a:rPr lang="en-US" altLang="zh-CN" spc="-170" dirty="0"/>
              <a:t>Neural</a:t>
            </a:r>
            <a:r>
              <a:rPr lang="zh-CN" altLang="en-US" spc="-170" dirty="0"/>
              <a:t> </a:t>
            </a:r>
            <a:r>
              <a:rPr lang="en-US" altLang="zh-CN" spc="-170" dirty="0"/>
              <a:t>Networks</a:t>
            </a:r>
            <a:endParaRPr spc="-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953389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-165" dirty="0">
                <a:solidFill>
                  <a:srgbClr val="393328"/>
                </a:solidFill>
                <a:latin typeface="Tahoma"/>
                <a:cs typeface="Tahoma"/>
              </a:rPr>
              <a:t>Traditional</a:t>
            </a:r>
            <a:r>
              <a:rPr sz="5900" b="0" spc="-229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35" dirty="0">
                <a:solidFill>
                  <a:srgbClr val="393328"/>
                </a:solidFill>
              </a:rPr>
              <a:t>Neural</a:t>
            </a:r>
            <a:r>
              <a:rPr sz="5900" spc="-2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652" y="1880078"/>
            <a:ext cx="17175896" cy="79681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251" y="249072"/>
            <a:ext cx="753745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-35" dirty="0">
                <a:solidFill>
                  <a:srgbClr val="393328"/>
                </a:solidFill>
                <a:latin typeface="Arial"/>
                <a:cs typeface="Arial"/>
              </a:rPr>
              <a:t>Graph</a:t>
            </a:r>
            <a:r>
              <a:rPr sz="5900" spc="-35" dirty="0">
                <a:solidFill>
                  <a:srgbClr val="393328"/>
                </a:solidFill>
                <a:latin typeface="Tahoma"/>
                <a:cs typeface="Tahoma"/>
              </a:rPr>
              <a:t>-structured</a:t>
            </a:r>
            <a:r>
              <a:rPr sz="5900" spc="-229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5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80" y="3333202"/>
            <a:ext cx="6842157" cy="41262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61092" y="1631228"/>
            <a:ext cx="1048004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35" dirty="0">
                <a:solidFill>
                  <a:srgbClr val="393328"/>
                </a:solidFill>
                <a:latin typeface="Tahoma"/>
                <a:cs typeface="Tahoma"/>
              </a:rPr>
              <a:t>A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lot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60" dirty="0">
                <a:solidFill>
                  <a:srgbClr val="393328"/>
                </a:solidFill>
                <a:latin typeface="Tahoma"/>
                <a:cs typeface="Tahoma"/>
              </a:rPr>
              <a:t>real-world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393328"/>
                </a:solidFill>
                <a:latin typeface="Tahoma"/>
                <a:cs typeface="Tahoma"/>
              </a:rPr>
              <a:t>does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5" dirty="0">
                <a:solidFill>
                  <a:srgbClr val="393328"/>
                </a:solidFill>
                <a:latin typeface="Tahoma"/>
                <a:cs typeface="Tahoma"/>
              </a:rPr>
              <a:t>not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25" dirty="0">
                <a:solidFill>
                  <a:srgbClr val="393328"/>
                </a:solidFill>
                <a:latin typeface="Tahoma"/>
                <a:cs typeface="Tahoma"/>
              </a:rPr>
              <a:t>“live”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5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251" y="249072"/>
            <a:ext cx="753745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-35" dirty="0">
                <a:solidFill>
                  <a:srgbClr val="393328"/>
                </a:solidFill>
                <a:latin typeface="Arial"/>
                <a:cs typeface="Arial"/>
              </a:rPr>
              <a:t>Graph</a:t>
            </a:r>
            <a:r>
              <a:rPr sz="5900" spc="-35" dirty="0">
                <a:solidFill>
                  <a:srgbClr val="393328"/>
                </a:solidFill>
                <a:latin typeface="Tahoma"/>
                <a:cs typeface="Tahoma"/>
              </a:rPr>
              <a:t>-structured</a:t>
            </a:r>
            <a:r>
              <a:rPr sz="5900" spc="-229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5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endParaRPr sz="59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1660" y="2963260"/>
            <a:ext cx="12973050" cy="6196330"/>
            <a:chOff x="481660" y="2963260"/>
            <a:chExt cx="12973050" cy="61963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5467" y="4785194"/>
              <a:ext cx="7328773" cy="43740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660" y="2963260"/>
              <a:ext cx="8031169" cy="501555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61092" y="1631228"/>
            <a:ext cx="1048004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35" dirty="0">
                <a:solidFill>
                  <a:srgbClr val="393328"/>
                </a:solidFill>
                <a:latin typeface="Tahoma"/>
                <a:cs typeface="Tahoma"/>
              </a:rPr>
              <a:t>A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lot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60" dirty="0">
                <a:solidFill>
                  <a:srgbClr val="393328"/>
                </a:solidFill>
                <a:latin typeface="Tahoma"/>
                <a:cs typeface="Tahoma"/>
              </a:rPr>
              <a:t>real-world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393328"/>
                </a:solidFill>
                <a:latin typeface="Tahoma"/>
                <a:cs typeface="Tahoma"/>
              </a:rPr>
              <a:t>does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5" dirty="0">
                <a:solidFill>
                  <a:srgbClr val="393328"/>
                </a:solidFill>
                <a:latin typeface="Tahoma"/>
                <a:cs typeface="Tahoma"/>
              </a:rPr>
              <a:t>not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25" dirty="0">
                <a:solidFill>
                  <a:srgbClr val="393328"/>
                </a:solidFill>
                <a:latin typeface="Tahoma"/>
                <a:cs typeface="Tahoma"/>
              </a:rPr>
              <a:t>“live”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5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4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251" y="249072"/>
            <a:ext cx="753745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-35" dirty="0">
                <a:solidFill>
                  <a:srgbClr val="393328"/>
                </a:solidFill>
                <a:latin typeface="Arial"/>
                <a:cs typeface="Arial"/>
              </a:rPr>
              <a:t>Graph</a:t>
            </a:r>
            <a:r>
              <a:rPr sz="5900" spc="-35" dirty="0">
                <a:solidFill>
                  <a:srgbClr val="393328"/>
                </a:solidFill>
                <a:latin typeface="Tahoma"/>
                <a:cs typeface="Tahoma"/>
              </a:rPr>
              <a:t>-structured</a:t>
            </a:r>
            <a:r>
              <a:rPr sz="5900" spc="-229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5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9134" y="1852996"/>
            <a:ext cx="6207387" cy="24161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61092" y="1631228"/>
            <a:ext cx="1048004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35" dirty="0">
                <a:solidFill>
                  <a:srgbClr val="393328"/>
                </a:solidFill>
                <a:latin typeface="Tahoma"/>
                <a:cs typeface="Tahoma"/>
              </a:rPr>
              <a:t>A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lot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60" dirty="0">
                <a:solidFill>
                  <a:srgbClr val="393328"/>
                </a:solidFill>
                <a:latin typeface="Tahoma"/>
                <a:cs typeface="Tahoma"/>
              </a:rPr>
              <a:t>real-world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393328"/>
                </a:solidFill>
                <a:latin typeface="Tahoma"/>
                <a:cs typeface="Tahoma"/>
              </a:rPr>
              <a:t>does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5" dirty="0">
                <a:solidFill>
                  <a:srgbClr val="393328"/>
                </a:solidFill>
                <a:latin typeface="Tahoma"/>
                <a:cs typeface="Tahoma"/>
              </a:rPr>
              <a:t>not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25" dirty="0">
                <a:solidFill>
                  <a:srgbClr val="393328"/>
                </a:solidFill>
                <a:latin typeface="Tahoma"/>
                <a:cs typeface="Tahoma"/>
              </a:rPr>
              <a:t>“live”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5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27355" y="223278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0" y="0"/>
                </a:moveTo>
                <a:lnTo>
                  <a:pt x="1047088" y="0"/>
                </a:lnTo>
                <a:lnTo>
                  <a:pt x="1047088" y="1047088"/>
                </a:lnTo>
                <a:lnTo>
                  <a:pt x="0" y="1047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350280" y="3333202"/>
            <a:ext cx="12701905" cy="5975985"/>
            <a:chOff x="1350280" y="3333202"/>
            <a:chExt cx="12701905" cy="59759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0280" y="3333202"/>
              <a:ext cx="6842157" cy="41262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5468" y="4785194"/>
              <a:ext cx="7926460" cy="45234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3590" y="1448371"/>
            <a:ext cx="18344515" cy="9319260"/>
            <a:chOff x="943590" y="1448371"/>
            <a:chExt cx="18344515" cy="9319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844" y="1664870"/>
              <a:ext cx="18214802" cy="89254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3584" y="1448377"/>
              <a:ext cx="9138285" cy="9319260"/>
            </a:xfrm>
            <a:custGeom>
              <a:avLst/>
              <a:gdLst/>
              <a:ahLst/>
              <a:cxnLst/>
              <a:rect l="l" t="t" r="r" b="b"/>
              <a:pathLst>
                <a:path w="9138285" h="9319260">
                  <a:moveTo>
                    <a:pt x="9138171" y="7800505"/>
                  </a:moveTo>
                  <a:lnTo>
                    <a:pt x="0" y="7800505"/>
                  </a:lnTo>
                  <a:lnTo>
                    <a:pt x="0" y="9319044"/>
                  </a:lnTo>
                  <a:lnTo>
                    <a:pt x="9138171" y="9319044"/>
                  </a:lnTo>
                  <a:lnTo>
                    <a:pt x="9138171" y="7800505"/>
                  </a:lnTo>
                  <a:close/>
                </a:path>
                <a:path w="9138285" h="9319260">
                  <a:moveTo>
                    <a:pt x="9138171" y="0"/>
                  </a:moveTo>
                  <a:lnTo>
                    <a:pt x="0" y="0"/>
                  </a:lnTo>
                  <a:lnTo>
                    <a:pt x="0" y="1518539"/>
                  </a:lnTo>
                  <a:lnTo>
                    <a:pt x="9138171" y="1518539"/>
                  </a:lnTo>
                  <a:lnTo>
                    <a:pt x="9138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911984" y="0"/>
            <a:ext cx="18192115" cy="241300"/>
            <a:chOff x="1911984" y="0"/>
            <a:chExt cx="18192115" cy="241300"/>
          </a:xfrm>
        </p:grpSpPr>
        <p:sp>
          <p:nvSpPr>
            <p:cNvPr id="7" name="object 7"/>
            <p:cNvSpPr/>
            <p:nvPr/>
          </p:nvSpPr>
          <p:spPr>
            <a:xfrm>
              <a:off x="3555914" y="0"/>
              <a:ext cx="3642360" cy="241300"/>
            </a:xfrm>
            <a:custGeom>
              <a:avLst/>
              <a:gdLst/>
              <a:ahLst/>
              <a:cxnLst/>
              <a:rect l="l" t="t" r="r" b="b"/>
              <a:pathLst>
                <a:path w="3642359" h="241300">
                  <a:moveTo>
                    <a:pt x="3641773" y="0"/>
                  </a:moveTo>
                  <a:lnTo>
                    <a:pt x="178999" y="0"/>
                  </a:lnTo>
                  <a:lnTo>
                    <a:pt x="0" y="240830"/>
                  </a:lnTo>
                  <a:lnTo>
                    <a:pt x="3462774" y="240830"/>
                  </a:lnTo>
                  <a:lnTo>
                    <a:pt x="3641773" y="0"/>
                  </a:lnTo>
                  <a:close/>
                </a:path>
              </a:pathLst>
            </a:custGeom>
            <a:solidFill>
              <a:srgbClr val="7EF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1984" y="0"/>
              <a:ext cx="1882775" cy="241300"/>
            </a:xfrm>
            <a:custGeom>
              <a:avLst/>
              <a:gdLst/>
              <a:ahLst/>
              <a:cxnLst/>
              <a:rect l="l" t="t" r="r" b="b"/>
              <a:pathLst>
                <a:path w="1882775" h="241300">
                  <a:moveTo>
                    <a:pt x="1882665" y="0"/>
                  </a:moveTo>
                  <a:lnTo>
                    <a:pt x="180936" y="0"/>
                  </a:lnTo>
                  <a:lnTo>
                    <a:pt x="0" y="240830"/>
                  </a:lnTo>
                  <a:lnTo>
                    <a:pt x="1701717" y="240830"/>
                  </a:lnTo>
                  <a:lnTo>
                    <a:pt x="1882665" y="0"/>
                  </a:lnTo>
                  <a:close/>
                </a:path>
              </a:pathLst>
            </a:custGeom>
            <a:solidFill>
              <a:srgbClr val="93E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58950" y="0"/>
              <a:ext cx="5939155" cy="241300"/>
            </a:xfrm>
            <a:custGeom>
              <a:avLst/>
              <a:gdLst/>
              <a:ahLst/>
              <a:cxnLst/>
              <a:rect l="l" t="t" r="r" b="b"/>
              <a:pathLst>
                <a:path w="5939155" h="241300">
                  <a:moveTo>
                    <a:pt x="5939096" y="0"/>
                  </a:moveTo>
                  <a:lnTo>
                    <a:pt x="176654" y="0"/>
                  </a:lnTo>
                  <a:lnTo>
                    <a:pt x="0" y="240830"/>
                  </a:lnTo>
                  <a:lnTo>
                    <a:pt x="5762431" y="240830"/>
                  </a:lnTo>
                  <a:lnTo>
                    <a:pt x="5939096" y="0"/>
                  </a:lnTo>
                  <a:close/>
                </a:path>
              </a:pathLst>
            </a:custGeom>
            <a:solidFill>
              <a:srgbClr val="A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86524" y="0"/>
              <a:ext cx="1411605" cy="241300"/>
            </a:xfrm>
            <a:custGeom>
              <a:avLst/>
              <a:gdLst/>
              <a:ahLst/>
              <a:cxnLst/>
              <a:rect l="l" t="t" r="r" b="b"/>
              <a:pathLst>
                <a:path w="1411605" h="241300">
                  <a:moveTo>
                    <a:pt x="1411475" y="0"/>
                  </a:moveTo>
                  <a:lnTo>
                    <a:pt x="182696" y="0"/>
                  </a:lnTo>
                  <a:lnTo>
                    <a:pt x="0" y="240830"/>
                  </a:lnTo>
                  <a:lnTo>
                    <a:pt x="1228779" y="240830"/>
                  </a:lnTo>
                  <a:lnTo>
                    <a:pt x="1411475" y="0"/>
                  </a:lnTo>
                  <a:close/>
                </a:path>
              </a:pathLst>
            </a:custGeom>
            <a:solidFill>
              <a:srgbClr val="98B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869724" y="0"/>
              <a:ext cx="4018915" cy="241300"/>
            </a:xfrm>
            <a:custGeom>
              <a:avLst/>
              <a:gdLst/>
              <a:ahLst/>
              <a:cxnLst/>
              <a:rect l="l" t="t" r="r" b="b"/>
              <a:pathLst>
                <a:path w="4018915" h="241300">
                  <a:moveTo>
                    <a:pt x="4018746" y="0"/>
                  </a:moveTo>
                  <a:lnTo>
                    <a:pt x="178717" y="0"/>
                  </a:lnTo>
                  <a:lnTo>
                    <a:pt x="0" y="240830"/>
                  </a:lnTo>
                  <a:lnTo>
                    <a:pt x="3840029" y="240830"/>
                  </a:lnTo>
                  <a:lnTo>
                    <a:pt x="4018746" y="0"/>
                  </a:lnTo>
                  <a:close/>
                </a:path>
              </a:pathLst>
            </a:custGeom>
            <a:solidFill>
              <a:srgbClr val="979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49713" y="0"/>
              <a:ext cx="2454910" cy="241300"/>
            </a:xfrm>
            <a:custGeom>
              <a:avLst/>
              <a:gdLst/>
              <a:ahLst/>
              <a:cxnLst/>
              <a:rect l="l" t="t" r="r" b="b"/>
              <a:pathLst>
                <a:path w="2454909" h="241300">
                  <a:moveTo>
                    <a:pt x="2454386" y="0"/>
                  </a:moveTo>
                  <a:lnTo>
                    <a:pt x="183711" y="0"/>
                  </a:lnTo>
                  <a:lnTo>
                    <a:pt x="0" y="240830"/>
                  </a:lnTo>
                  <a:lnTo>
                    <a:pt x="2454386" y="240830"/>
                  </a:lnTo>
                  <a:lnTo>
                    <a:pt x="2454386" y="0"/>
                  </a:lnTo>
                  <a:close/>
                </a:path>
              </a:pathLst>
            </a:custGeom>
            <a:solidFill>
              <a:srgbClr val="C9A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4251" y="249072"/>
            <a:ext cx="753745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-35" dirty="0">
                <a:solidFill>
                  <a:srgbClr val="393328"/>
                </a:solidFill>
                <a:latin typeface="Arial"/>
                <a:cs typeface="Arial"/>
              </a:rPr>
              <a:t>Graph</a:t>
            </a:r>
            <a:r>
              <a:rPr sz="5900" spc="-35" dirty="0">
                <a:solidFill>
                  <a:srgbClr val="393328"/>
                </a:solidFill>
                <a:latin typeface="Tahoma"/>
                <a:cs typeface="Tahoma"/>
              </a:rPr>
              <a:t>-structured</a:t>
            </a:r>
            <a:r>
              <a:rPr sz="5900" spc="-229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5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endParaRPr sz="5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1092" y="1631228"/>
            <a:ext cx="1048004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35" dirty="0">
                <a:solidFill>
                  <a:srgbClr val="393328"/>
                </a:solidFill>
                <a:latin typeface="Tahoma"/>
                <a:cs typeface="Tahoma"/>
              </a:rPr>
              <a:t>A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lot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60" dirty="0">
                <a:solidFill>
                  <a:srgbClr val="393328"/>
                </a:solidFill>
                <a:latin typeface="Tahoma"/>
                <a:cs typeface="Tahoma"/>
              </a:rPr>
              <a:t>real-world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393328"/>
                </a:solidFill>
                <a:latin typeface="Tahoma"/>
                <a:cs typeface="Tahoma"/>
              </a:rPr>
              <a:t>does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5" dirty="0">
                <a:solidFill>
                  <a:srgbClr val="393328"/>
                </a:solidFill>
                <a:latin typeface="Tahoma"/>
                <a:cs typeface="Tahoma"/>
              </a:rPr>
              <a:t>not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25" dirty="0">
                <a:solidFill>
                  <a:srgbClr val="393328"/>
                </a:solidFill>
                <a:latin typeface="Tahoma"/>
                <a:cs typeface="Tahoma"/>
              </a:rPr>
              <a:t>“live”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5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4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3590" y="1448371"/>
            <a:ext cx="18344515" cy="9142095"/>
            <a:chOff x="943590" y="1448371"/>
            <a:chExt cx="18344515" cy="9142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844" y="1664870"/>
              <a:ext cx="18214802" cy="89254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3584" y="1448377"/>
              <a:ext cx="9138285" cy="8045450"/>
            </a:xfrm>
            <a:custGeom>
              <a:avLst/>
              <a:gdLst/>
              <a:ahLst/>
              <a:cxnLst/>
              <a:rect l="l" t="t" r="r" b="b"/>
              <a:pathLst>
                <a:path w="9138285" h="8045450">
                  <a:moveTo>
                    <a:pt x="9138171" y="7800505"/>
                  </a:moveTo>
                  <a:lnTo>
                    <a:pt x="0" y="7800505"/>
                  </a:lnTo>
                  <a:lnTo>
                    <a:pt x="0" y="8044866"/>
                  </a:lnTo>
                  <a:lnTo>
                    <a:pt x="9138171" y="8044866"/>
                  </a:lnTo>
                  <a:lnTo>
                    <a:pt x="9138171" y="7800505"/>
                  </a:lnTo>
                  <a:close/>
                </a:path>
                <a:path w="9138285" h="8045450">
                  <a:moveTo>
                    <a:pt x="9138171" y="0"/>
                  </a:moveTo>
                  <a:lnTo>
                    <a:pt x="0" y="0"/>
                  </a:lnTo>
                  <a:lnTo>
                    <a:pt x="0" y="1518539"/>
                  </a:lnTo>
                  <a:lnTo>
                    <a:pt x="9138171" y="1518539"/>
                  </a:lnTo>
                  <a:lnTo>
                    <a:pt x="9138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911984" y="0"/>
            <a:ext cx="18192115" cy="241300"/>
            <a:chOff x="1911984" y="0"/>
            <a:chExt cx="18192115" cy="241300"/>
          </a:xfrm>
        </p:grpSpPr>
        <p:sp>
          <p:nvSpPr>
            <p:cNvPr id="7" name="object 7"/>
            <p:cNvSpPr/>
            <p:nvPr/>
          </p:nvSpPr>
          <p:spPr>
            <a:xfrm>
              <a:off x="3555914" y="0"/>
              <a:ext cx="3642360" cy="241300"/>
            </a:xfrm>
            <a:custGeom>
              <a:avLst/>
              <a:gdLst/>
              <a:ahLst/>
              <a:cxnLst/>
              <a:rect l="l" t="t" r="r" b="b"/>
              <a:pathLst>
                <a:path w="3642359" h="241300">
                  <a:moveTo>
                    <a:pt x="3641773" y="0"/>
                  </a:moveTo>
                  <a:lnTo>
                    <a:pt x="178999" y="0"/>
                  </a:lnTo>
                  <a:lnTo>
                    <a:pt x="0" y="240830"/>
                  </a:lnTo>
                  <a:lnTo>
                    <a:pt x="3462774" y="240830"/>
                  </a:lnTo>
                  <a:lnTo>
                    <a:pt x="3641773" y="0"/>
                  </a:lnTo>
                  <a:close/>
                </a:path>
              </a:pathLst>
            </a:custGeom>
            <a:solidFill>
              <a:srgbClr val="7EF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1984" y="0"/>
              <a:ext cx="1882775" cy="241300"/>
            </a:xfrm>
            <a:custGeom>
              <a:avLst/>
              <a:gdLst/>
              <a:ahLst/>
              <a:cxnLst/>
              <a:rect l="l" t="t" r="r" b="b"/>
              <a:pathLst>
                <a:path w="1882775" h="241300">
                  <a:moveTo>
                    <a:pt x="1882665" y="0"/>
                  </a:moveTo>
                  <a:lnTo>
                    <a:pt x="180936" y="0"/>
                  </a:lnTo>
                  <a:lnTo>
                    <a:pt x="0" y="240830"/>
                  </a:lnTo>
                  <a:lnTo>
                    <a:pt x="1701717" y="240830"/>
                  </a:lnTo>
                  <a:lnTo>
                    <a:pt x="1882665" y="0"/>
                  </a:lnTo>
                  <a:close/>
                </a:path>
              </a:pathLst>
            </a:custGeom>
            <a:solidFill>
              <a:srgbClr val="93E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58950" y="0"/>
              <a:ext cx="5939155" cy="241300"/>
            </a:xfrm>
            <a:custGeom>
              <a:avLst/>
              <a:gdLst/>
              <a:ahLst/>
              <a:cxnLst/>
              <a:rect l="l" t="t" r="r" b="b"/>
              <a:pathLst>
                <a:path w="5939155" h="241300">
                  <a:moveTo>
                    <a:pt x="5939096" y="0"/>
                  </a:moveTo>
                  <a:lnTo>
                    <a:pt x="176654" y="0"/>
                  </a:lnTo>
                  <a:lnTo>
                    <a:pt x="0" y="240830"/>
                  </a:lnTo>
                  <a:lnTo>
                    <a:pt x="5762431" y="240830"/>
                  </a:lnTo>
                  <a:lnTo>
                    <a:pt x="5939096" y="0"/>
                  </a:lnTo>
                  <a:close/>
                </a:path>
              </a:pathLst>
            </a:custGeom>
            <a:solidFill>
              <a:srgbClr val="A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86524" y="0"/>
              <a:ext cx="1411605" cy="241300"/>
            </a:xfrm>
            <a:custGeom>
              <a:avLst/>
              <a:gdLst/>
              <a:ahLst/>
              <a:cxnLst/>
              <a:rect l="l" t="t" r="r" b="b"/>
              <a:pathLst>
                <a:path w="1411605" h="241300">
                  <a:moveTo>
                    <a:pt x="1411475" y="0"/>
                  </a:moveTo>
                  <a:lnTo>
                    <a:pt x="182696" y="0"/>
                  </a:lnTo>
                  <a:lnTo>
                    <a:pt x="0" y="240830"/>
                  </a:lnTo>
                  <a:lnTo>
                    <a:pt x="1228779" y="240830"/>
                  </a:lnTo>
                  <a:lnTo>
                    <a:pt x="1411475" y="0"/>
                  </a:lnTo>
                  <a:close/>
                </a:path>
              </a:pathLst>
            </a:custGeom>
            <a:solidFill>
              <a:srgbClr val="98B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869724" y="0"/>
              <a:ext cx="4018915" cy="241300"/>
            </a:xfrm>
            <a:custGeom>
              <a:avLst/>
              <a:gdLst/>
              <a:ahLst/>
              <a:cxnLst/>
              <a:rect l="l" t="t" r="r" b="b"/>
              <a:pathLst>
                <a:path w="4018915" h="241300">
                  <a:moveTo>
                    <a:pt x="4018746" y="0"/>
                  </a:moveTo>
                  <a:lnTo>
                    <a:pt x="178717" y="0"/>
                  </a:lnTo>
                  <a:lnTo>
                    <a:pt x="0" y="240830"/>
                  </a:lnTo>
                  <a:lnTo>
                    <a:pt x="3840029" y="240830"/>
                  </a:lnTo>
                  <a:lnTo>
                    <a:pt x="4018746" y="0"/>
                  </a:lnTo>
                  <a:close/>
                </a:path>
              </a:pathLst>
            </a:custGeom>
            <a:solidFill>
              <a:srgbClr val="979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49713" y="0"/>
              <a:ext cx="2454910" cy="241300"/>
            </a:xfrm>
            <a:custGeom>
              <a:avLst/>
              <a:gdLst/>
              <a:ahLst/>
              <a:cxnLst/>
              <a:rect l="l" t="t" r="r" b="b"/>
              <a:pathLst>
                <a:path w="2454909" h="241300">
                  <a:moveTo>
                    <a:pt x="2454386" y="0"/>
                  </a:moveTo>
                  <a:lnTo>
                    <a:pt x="183711" y="0"/>
                  </a:lnTo>
                  <a:lnTo>
                    <a:pt x="0" y="240830"/>
                  </a:lnTo>
                  <a:lnTo>
                    <a:pt x="2454386" y="240830"/>
                  </a:lnTo>
                  <a:lnTo>
                    <a:pt x="2454386" y="0"/>
                  </a:lnTo>
                  <a:close/>
                </a:path>
              </a:pathLst>
            </a:custGeom>
            <a:solidFill>
              <a:srgbClr val="C9A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753745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35" dirty="0">
                <a:solidFill>
                  <a:srgbClr val="393328"/>
                </a:solidFill>
              </a:rPr>
              <a:t>Graph</a:t>
            </a:r>
            <a:r>
              <a:rPr sz="5900" b="0" spc="-35" dirty="0">
                <a:solidFill>
                  <a:srgbClr val="393328"/>
                </a:solidFill>
                <a:latin typeface="Tahoma"/>
                <a:cs typeface="Tahoma"/>
              </a:rPr>
              <a:t>-structured</a:t>
            </a:r>
            <a:r>
              <a:rPr sz="5900" b="0" spc="-229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endParaRPr sz="5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1092" y="1631228"/>
            <a:ext cx="1048004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135" dirty="0">
                <a:solidFill>
                  <a:srgbClr val="393328"/>
                </a:solidFill>
                <a:latin typeface="Tahoma"/>
                <a:cs typeface="Tahoma"/>
              </a:rPr>
              <a:t>A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lot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60" dirty="0">
                <a:solidFill>
                  <a:srgbClr val="393328"/>
                </a:solidFill>
                <a:latin typeface="Tahoma"/>
                <a:cs typeface="Tahoma"/>
              </a:rPr>
              <a:t>real-world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0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393328"/>
                </a:solidFill>
                <a:latin typeface="Tahoma"/>
                <a:cs typeface="Tahoma"/>
              </a:rPr>
              <a:t>does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5" dirty="0">
                <a:solidFill>
                  <a:srgbClr val="393328"/>
                </a:solidFill>
                <a:latin typeface="Tahoma"/>
                <a:cs typeface="Tahoma"/>
              </a:rPr>
              <a:t>not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25" dirty="0">
                <a:solidFill>
                  <a:srgbClr val="393328"/>
                </a:solidFill>
                <a:latin typeface="Tahoma"/>
                <a:cs typeface="Tahoma"/>
              </a:rPr>
              <a:t>“live”</a:t>
            </a:r>
            <a:r>
              <a:rPr sz="4100" spc="-15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5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4184" y="9493243"/>
            <a:ext cx="10404475" cy="13360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3970" rIns="0" bIns="0" rtlCol="0">
            <a:spAutoFit/>
          </a:bodyPr>
          <a:lstStyle/>
          <a:p>
            <a:pPr marL="3248025" marR="186690" indent="-3057525">
              <a:lnSpc>
                <a:spcPct val="102200"/>
              </a:lnSpc>
              <a:spcBef>
                <a:spcPts val="110"/>
              </a:spcBef>
            </a:pPr>
            <a:r>
              <a:rPr sz="4100" dirty="0">
                <a:solidFill>
                  <a:srgbClr val="FFFFFF"/>
                </a:solidFill>
                <a:latin typeface="Tahoma"/>
                <a:cs typeface="Tahoma"/>
              </a:rPr>
              <a:t>Standard</a:t>
            </a:r>
            <a:r>
              <a:rPr sz="4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b="1" spc="90" dirty="0">
                <a:solidFill>
                  <a:srgbClr val="FFFFFF"/>
                </a:solidFill>
                <a:latin typeface="Arial"/>
                <a:cs typeface="Arial"/>
              </a:rPr>
              <a:t>CNN</a:t>
            </a:r>
            <a:r>
              <a:rPr sz="41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100" spc="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4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b="1" spc="6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r>
              <a:rPr sz="41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100" spc="-45" dirty="0">
                <a:solidFill>
                  <a:srgbClr val="FFFFFF"/>
                </a:solidFill>
                <a:latin typeface="Tahoma"/>
                <a:cs typeface="Tahoma"/>
              </a:rPr>
              <a:t>architectures</a:t>
            </a:r>
            <a:r>
              <a:rPr sz="4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spc="25" dirty="0">
                <a:solidFill>
                  <a:srgbClr val="FFFFFF"/>
                </a:solidFill>
                <a:latin typeface="Tahoma"/>
                <a:cs typeface="Tahoma"/>
              </a:rPr>
              <a:t>don’t </a:t>
            </a:r>
            <a:r>
              <a:rPr sz="4100" spc="-1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spc="-25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4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spc="-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4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spc="-6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4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spc="-2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endParaRPr sz="4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102741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 </a:t>
            </a:r>
            <a:r>
              <a:rPr sz="5900" spc="35" dirty="0">
                <a:solidFill>
                  <a:srgbClr val="393328"/>
                </a:solidFill>
              </a:rPr>
              <a:t>Neural</a:t>
            </a:r>
            <a:r>
              <a:rPr sz="5900" spc="-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b="0" spc="-85" dirty="0">
                <a:solidFill>
                  <a:srgbClr val="393328"/>
                </a:solidFill>
                <a:latin typeface="Tahoma"/>
                <a:cs typeface="Tahoma"/>
              </a:rPr>
              <a:t>(GNNs)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2785" y="1982651"/>
            <a:ext cx="10623647" cy="54114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21811" y="7882347"/>
            <a:ext cx="16974820" cy="2548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b="1" spc="65" dirty="0">
                <a:solidFill>
                  <a:srgbClr val="393328"/>
                </a:solidFill>
                <a:latin typeface="Arial"/>
                <a:cs typeface="Arial"/>
              </a:rPr>
              <a:t>Main</a:t>
            </a:r>
            <a:r>
              <a:rPr sz="4100" b="1" spc="5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93328"/>
                </a:solidFill>
                <a:latin typeface="Arial"/>
                <a:cs typeface="Arial"/>
              </a:rPr>
              <a:t>Idea</a:t>
            </a:r>
            <a:r>
              <a:rPr sz="4100" spc="-10" dirty="0">
                <a:solidFill>
                  <a:srgbClr val="393328"/>
                </a:solidFill>
                <a:latin typeface="Tahoma"/>
                <a:cs typeface="Tahoma"/>
              </a:rPr>
              <a:t>: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155" dirty="0">
                <a:solidFill>
                  <a:srgbClr val="393328"/>
                </a:solidFill>
                <a:latin typeface="Tahoma"/>
                <a:cs typeface="Tahoma"/>
              </a:rPr>
              <a:t>Pass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50" dirty="0">
                <a:solidFill>
                  <a:srgbClr val="393328"/>
                </a:solidFill>
                <a:latin typeface="Tahoma"/>
                <a:cs typeface="Tahoma"/>
              </a:rPr>
              <a:t>massages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5" dirty="0">
                <a:solidFill>
                  <a:srgbClr val="393328"/>
                </a:solidFill>
                <a:latin typeface="Tahoma"/>
                <a:cs typeface="Tahoma"/>
              </a:rPr>
              <a:t>between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5" dirty="0">
                <a:solidFill>
                  <a:srgbClr val="393328"/>
                </a:solidFill>
                <a:latin typeface="Tahoma"/>
                <a:cs typeface="Tahoma"/>
              </a:rPr>
              <a:t>pairs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45" dirty="0">
                <a:solidFill>
                  <a:srgbClr val="393328"/>
                </a:solidFill>
                <a:latin typeface="Tahoma"/>
                <a:cs typeface="Tahoma"/>
              </a:rPr>
              <a:t>nodes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5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45" dirty="0">
                <a:solidFill>
                  <a:srgbClr val="393328"/>
                </a:solidFill>
                <a:latin typeface="Tahoma"/>
                <a:cs typeface="Tahoma"/>
              </a:rPr>
              <a:t>agglomerate</a:t>
            </a:r>
            <a:endParaRPr sz="4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150" dirty="0">
              <a:latin typeface="Tahoma"/>
              <a:cs typeface="Tahoma"/>
            </a:endParaRPr>
          </a:p>
          <a:p>
            <a:pPr marL="12700" marR="5080">
              <a:lnSpc>
                <a:spcPct val="100499"/>
              </a:lnSpc>
              <a:spcBef>
                <a:spcPts val="5"/>
              </a:spcBef>
            </a:pPr>
            <a:r>
              <a:rPr sz="4100" b="1" dirty="0">
                <a:solidFill>
                  <a:srgbClr val="393328"/>
                </a:solidFill>
                <a:latin typeface="Arial"/>
                <a:cs typeface="Arial"/>
              </a:rPr>
              <a:t>Alternative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dirty="0">
                <a:solidFill>
                  <a:srgbClr val="393328"/>
                </a:solidFill>
                <a:latin typeface="Arial"/>
                <a:cs typeface="Arial"/>
              </a:rPr>
              <a:t>Interpretation</a:t>
            </a:r>
            <a:r>
              <a:rPr sz="4100" dirty="0">
                <a:solidFill>
                  <a:srgbClr val="393328"/>
                </a:solidFill>
                <a:latin typeface="Tahoma"/>
                <a:cs typeface="Tahoma"/>
              </a:rPr>
              <a:t>: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155" dirty="0">
                <a:solidFill>
                  <a:srgbClr val="393328"/>
                </a:solidFill>
                <a:latin typeface="Tahoma"/>
                <a:cs typeface="Tahoma"/>
              </a:rPr>
              <a:t>Pass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50" dirty="0">
                <a:solidFill>
                  <a:srgbClr val="393328"/>
                </a:solidFill>
                <a:latin typeface="Tahoma"/>
                <a:cs typeface="Tahoma"/>
              </a:rPr>
              <a:t>massages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5" dirty="0">
                <a:solidFill>
                  <a:srgbClr val="393328"/>
                </a:solidFill>
                <a:latin typeface="Tahoma"/>
                <a:cs typeface="Tahoma"/>
              </a:rPr>
              <a:t>between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45" dirty="0">
                <a:solidFill>
                  <a:srgbClr val="393328"/>
                </a:solidFill>
                <a:latin typeface="Tahoma"/>
                <a:cs typeface="Tahoma"/>
              </a:rPr>
              <a:t>nodes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45" dirty="0">
                <a:solidFill>
                  <a:srgbClr val="393328"/>
                </a:solidFill>
                <a:latin typeface="Tahoma"/>
                <a:cs typeface="Tahoma"/>
              </a:rPr>
              <a:t>to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refine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15" dirty="0">
                <a:solidFill>
                  <a:srgbClr val="393328"/>
                </a:solidFill>
                <a:latin typeface="Tahoma"/>
                <a:cs typeface="Tahoma"/>
              </a:rPr>
              <a:t>node </a:t>
            </a:r>
            <a:r>
              <a:rPr sz="4100" spc="-126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(and </a:t>
            </a:r>
            <a:r>
              <a:rPr sz="4100" spc="10" dirty="0">
                <a:solidFill>
                  <a:srgbClr val="393328"/>
                </a:solidFill>
                <a:latin typeface="Tahoma"/>
                <a:cs typeface="Tahoma"/>
              </a:rPr>
              <a:t>possibly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00" dirty="0">
                <a:solidFill>
                  <a:srgbClr val="393328"/>
                </a:solidFill>
                <a:latin typeface="Tahoma"/>
                <a:cs typeface="Tahoma"/>
              </a:rPr>
              <a:t>edge)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0" dirty="0">
                <a:solidFill>
                  <a:srgbClr val="393328"/>
                </a:solidFill>
                <a:latin typeface="Tahoma"/>
                <a:cs typeface="Tahoma"/>
              </a:rPr>
              <a:t>representations</a:t>
            </a:r>
            <a:endParaRPr sz="4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102741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 </a:t>
            </a:r>
            <a:r>
              <a:rPr sz="5900" spc="35" dirty="0">
                <a:solidFill>
                  <a:srgbClr val="393328"/>
                </a:solidFill>
              </a:rPr>
              <a:t>Neural</a:t>
            </a:r>
            <a:r>
              <a:rPr sz="5900" spc="-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b="0" spc="-85" dirty="0">
                <a:solidFill>
                  <a:srgbClr val="393328"/>
                </a:solidFill>
                <a:latin typeface="Tahoma"/>
                <a:cs typeface="Tahoma"/>
              </a:rPr>
              <a:t>(GNNs)</a:t>
            </a:r>
            <a:endParaRPr sz="59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42785" y="1015675"/>
            <a:ext cx="13841094" cy="6378575"/>
            <a:chOff x="5142785" y="1015675"/>
            <a:chExt cx="13841094" cy="6378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2785" y="1982651"/>
              <a:ext cx="10623647" cy="54114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37305" y="1015675"/>
              <a:ext cx="6146409" cy="22512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21811" y="7882347"/>
            <a:ext cx="16974820" cy="2548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b="1" spc="65" dirty="0">
                <a:solidFill>
                  <a:srgbClr val="393328"/>
                </a:solidFill>
                <a:latin typeface="Arial"/>
                <a:cs typeface="Arial"/>
              </a:rPr>
              <a:t>Main</a:t>
            </a:r>
            <a:r>
              <a:rPr sz="4100" b="1" spc="5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93328"/>
                </a:solidFill>
                <a:latin typeface="Arial"/>
                <a:cs typeface="Arial"/>
              </a:rPr>
              <a:t>Idea</a:t>
            </a:r>
            <a:r>
              <a:rPr sz="4100" spc="-10" dirty="0">
                <a:solidFill>
                  <a:srgbClr val="393328"/>
                </a:solidFill>
                <a:latin typeface="Tahoma"/>
                <a:cs typeface="Tahoma"/>
              </a:rPr>
              <a:t>: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155" dirty="0">
                <a:solidFill>
                  <a:srgbClr val="393328"/>
                </a:solidFill>
                <a:latin typeface="Tahoma"/>
                <a:cs typeface="Tahoma"/>
              </a:rPr>
              <a:t>Pass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50" dirty="0">
                <a:solidFill>
                  <a:srgbClr val="393328"/>
                </a:solidFill>
                <a:latin typeface="Tahoma"/>
                <a:cs typeface="Tahoma"/>
              </a:rPr>
              <a:t>massages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5" dirty="0">
                <a:solidFill>
                  <a:srgbClr val="393328"/>
                </a:solidFill>
                <a:latin typeface="Tahoma"/>
                <a:cs typeface="Tahoma"/>
              </a:rPr>
              <a:t>between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5" dirty="0">
                <a:solidFill>
                  <a:srgbClr val="393328"/>
                </a:solidFill>
                <a:latin typeface="Tahoma"/>
                <a:cs typeface="Tahoma"/>
              </a:rPr>
              <a:t>pairs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45" dirty="0">
                <a:solidFill>
                  <a:srgbClr val="393328"/>
                </a:solidFill>
                <a:latin typeface="Tahoma"/>
                <a:cs typeface="Tahoma"/>
              </a:rPr>
              <a:t>nodes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5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45" dirty="0">
                <a:solidFill>
                  <a:srgbClr val="393328"/>
                </a:solidFill>
                <a:latin typeface="Tahoma"/>
                <a:cs typeface="Tahoma"/>
              </a:rPr>
              <a:t>agglomerate</a:t>
            </a:r>
            <a:endParaRPr sz="4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150">
              <a:latin typeface="Tahoma"/>
              <a:cs typeface="Tahoma"/>
            </a:endParaRPr>
          </a:p>
          <a:p>
            <a:pPr marL="12700" marR="5080">
              <a:lnSpc>
                <a:spcPct val="100499"/>
              </a:lnSpc>
              <a:spcBef>
                <a:spcPts val="5"/>
              </a:spcBef>
            </a:pPr>
            <a:r>
              <a:rPr sz="4100" b="1" dirty="0">
                <a:solidFill>
                  <a:srgbClr val="393328"/>
                </a:solidFill>
                <a:latin typeface="Arial"/>
                <a:cs typeface="Arial"/>
              </a:rPr>
              <a:t>Alternative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dirty="0">
                <a:solidFill>
                  <a:srgbClr val="393328"/>
                </a:solidFill>
                <a:latin typeface="Arial"/>
                <a:cs typeface="Arial"/>
              </a:rPr>
              <a:t>Interpretation</a:t>
            </a:r>
            <a:r>
              <a:rPr sz="4100" dirty="0">
                <a:solidFill>
                  <a:srgbClr val="393328"/>
                </a:solidFill>
                <a:latin typeface="Tahoma"/>
                <a:cs typeface="Tahoma"/>
              </a:rPr>
              <a:t>: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155" dirty="0">
                <a:solidFill>
                  <a:srgbClr val="393328"/>
                </a:solidFill>
                <a:latin typeface="Tahoma"/>
                <a:cs typeface="Tahoma"/>
              </a:rPr>
              <a:t>Pass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50" dirty="0">
                <a:solidFill>
                  <a:srgbClr val="393328"/>
                </a:solidFill>
                <a:latin typeface="Tahoma"/>
                <a:cs typeface="Tahoma"/>
              </a:rPr>
              <a:t>massages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5" dirty="0">
                <a:solidFill>
                  <a:srgbClr val="393328"/>
                </a:solidFill>
                <a:latin typeface="Tahoma"/>
                <a:cs typeface="Tahoma"/>
              </a:rPr>
              <a:t>between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45" dirty="0">
                <a:solidFill>
                  <a:srgbClr val="393328"/>
                </a:solidFill>
                <a:latin typeface="Tahoma"/>
                <a:cs typeface="Tahoma"/>
              </a:rPr>
              <a:t>nodes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45" dirty="0">
                <a:solidFill>
                  <a:srgbClr val="393328"/>
                </a:solidFill>
                <a:latin typeface="Tahoma"/>
                <a:cs typeface="Tahoma"/>
              </a:rPr>
              <a:t>to</a:t>
            </a:r>
            <a:r>
              <a:rPr sz="4100" spc="-130" dirty="0">
                <a:solidFill>
                  <a:srgbClr val="393328"/>
                </a:solidFill>
                <a:latin typeface="Tahoma"/>
                <a:cs typeface="Tahoma"/>
              </a:rPr>
              <a:t> refine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15" dirty="0">
                <a:solidFill>
                  <a:srgbClr val="393328"/>
                </a:solidFill>
                <a:latin typeface="Tahoma"/>
                <a:cs typeface="Tahoma"/>
              </a:rPr>
              <a:t>node </a:t>
            </a:r>
            <a:r>
              <a:rPr sz="4100" spc="-126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45" dirty="0">
                <a:solidFill>
                  <a:srgbClr val="393328"/>
                </a:solidFill>
                <a:latin typeface="Tahoma"/>
                <a:cs typeface="Tahoma"/>
              </a:rPr>
              <a:t>(and </a:t>
            </a:r>
            <a:r>
              <a:rPr sz="4100" spc="10" dirty="0">
                <a:solidFill>
                  <a:srgbClr val="393328"/>
                </a:solidFill>
                <a:latin typeface="Tahoma"/>
                <a:cs typeface="Tahoma"/>
              </a:rPr>
              <a:t>possibly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00" dirty="0">
                <a:solidFill>
                  <a:srgbClr val="393328"/>
                </a:solidFill>
                <a:latin typeface="Tahoma"/>
                <a:cs typeface="Tahoma"/>
              </a:rPr>
              <a:t>edge)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50" dirty="0">
                <a:solidFill>
                  <a:srgbClr val="393328"/>
                </a:solidFill>
                <a:latin typeface="Tahoma"/>
                <a:cs typeface="Tahoma"/>
              </a:rPr>
              <a:t>representations</a:t>
            </a:r>
            <a:endParaRPr sz="4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24926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15" dirty="0">
                <a:solidFill>
                  <a:srgbClr val="393328"/>
                </a:solidFill>
              </a:rPr>
              <a:t>Recap: </a:t>
            </a:r>
            <a:r>
              <a:rPr sz="5900" b="0" spc="-45" dirty="0">
                <a:solidFill>
                  <a:srgbClr val="393328"/>
                </a:solidFill>
                <a:latin typeface="Tahoma"/>
                <a:cs typeface="Tahoma"/>
              </a:rPr>
              <a:t>Convolutional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5" dirty="0">
                <a:solidFill>
                  <a:srgbClr val="393328"/>
                </a:solidFill>
                <a:latin typeface="Tahoma"/>
                <a:cs typeface="Tahoma"/>
              </a:rPr>
              <a:t>(CNNs)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60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59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9551" y="1849378"/>
            <a:ext cx="14462760" cy="5953760"/>
            <a:chOff x="1529551" y="1849378"/>
            <a:chExt cx="14462760" cy="5953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9551" y="1849378"/>
              <a:ext cx="8983217" cy="54499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53927" y="6284101"/>
              <a:ext cx="9138285" cy="1518920"/>
            </a:xfrm>
            <a:custGeom>
              <a:avLst/>
              <a:gdLst/>
              <a:ahLst/>
              <a:cxnLst/>
              <a:rect l="l" t="t" r="r" b="b"/>
              <a:pathLst>
                <a:path w="9138285" h="1518920">
                  <a:moveTo>
                    <a:pt x="0" y="0"/>
                  </a:moveTo>
                  <a:lnTo>
                    <a:pt x="9138172" y="0"/>
                  </a:lnTo>
                  <a:lnTo>
                    <a:pt x="9138172" y="1518533"/>
                  </a:lnTo>
                  <a:lnTo>
                    <a:pt x="0" y="1518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24926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15" dirty="0">
                <a:solidFill>
                  <a:srgbClr val="393328"/>
                </a:solidFill>
              </a:rPr>
              <a:t>Recap: </a:t>
            </a:r>
            <a:r>
              <a:rPr sz="5900" b="0" spc="-45" dirty="0">
                <a:solidFill>
                  <a:srgbClr val="393328"/>
                </a:solidFill>
                <a:latin typeface="Tahoma"/>
                <a:cs typeface="Tahoma"/>
              </a:rPr>
              <a:t>Convolutional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5" dirty="0">
                <a:solidFill>
                  <a:srgbClr val="393328"/>
                </a:solidFill>
                <a:latin typeface="Tahoma"/>
                <a:cs typeface="Tahoma"/>
              </a:rPr>
              <a:t>(CNNs)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60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59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9584" y="1849378"/>
            <a:ext cx="18067020" cy="5450205"/>
            <a:chOff x="1529584" y="1849378"/>
            <a:chExt cx="18067020" cy="54502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9584" y="1849378"/>
              <a:ext cx="15653138" cy="54499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58336" y="2142388"/>
              <a:ext cx="9138285" cy="3115310"/>
            </a:xfrm>
            <a:custGeom>
              <a:avLst/>
              <a:gdLst/>
              <a:ahLst/>
              <a:cxnLst/>
              <a:rect l="l" t="t" r="r" b="b"/>
              <a:pathLst>
                <a:path w="9138285" h="3115310">
                  <a:moveTo>
                    <a:pt x="0" y="0"/>
                  </a:moveTo>
                  <a:lnTo>
                    <a:pt x="9138176" y="0"/>
                  </a:lnTo>
                  <a:lnTo>
                    <a:pt x="9138176" y="3114964"/>
                  </a:lnTo>
                  <a:lnTo>
                    <a:pt x="0" y="3114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24926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15" dirty="0">
                <a:solidFill>
                  <a:srgbClr val="393328"/>
                </a:solidFill>
              </a:rPr>
              <a:t>Recap: </a:t>
            </a:r>
            <a:r>
              <a:rPr sz="5900" b="0" spc="-45" dirty="0">
                <a:solidFill>
                  <a:srgbClr val="393328"/>
                </a:solidFill>
                <a:latin typeface="Tahoma"/>
                <a:cs typeface="Tahoma"/>
              </a:rPr>
              <a:t>Convolutional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5" dirty="0">
                <a:solidFill>
                  <a:srgbClr val="393328"/>
                </a:solidFill>
                <a:latin typeface="Tahoma"/>
                <a:cs typeface="Tahoma"/>
              </a:rPr>
              <a:t>(CNNs)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60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9538" y="1849378"/>
            <a:ext cx="17101017" cy="54499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24926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15" dirty="0">
                <a:solidFill>
                  <a:srgbClr val="393328"/>
                </a:solidFill>
              </a:rPr>
              <a:t>Recap: </a:t>
            </a:r>
            <a:r>
              <a:rPr sz="5900" b="0" spc="-45" dirty="0">
                <a:solidFill>
                  <a:srgbClr val="393328"/>
                </a:solidFill>
                <a:latin typeface="Tahoma"/>
                <a:cs typeface="Tahoma"/>
              </a:rPr>
              <a:t>Convolutional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5" dirty="0">
                <a:solidFill>
                  <a:srgbClr val="393328"/>
                </a:solidFill>
                <a:latin typeface="Tahoma"/>
                <a:cs typeface="Tahoma"/>
              </a:rPr>
              <a:t>(CNNs)</a:t>
            </a:r>
            <a:r>
              <a:rPr sz="5900" b="0" spc="-1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5900" b="0" spc="-1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60" dirty="0">
                <a:solidFill>
                  <a:srgbClr val="393328"/>
                </a:solidFill>
                <a:latin typeface="Tahoma"/>
                <a:cs typeface="Tahoma"/>
              </a:rPr>
              <a:t>Grids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9645" y="1849511"/>
            <a:ext cx="17104191" cy="76981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157" y="2655014"/>
            <a:ext cx="3943375" cy="38495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0" dirty="0">
                <a:solidFill>
                  <a:srgbClr val="393328"/>
                </a:solidFill>
                <a:latin typeface="Tahoma"/>
                <a:cs typeface="Tahoma"/>
              </a:rPr>
              <a:t>Kipf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393328"/>
                </a:solidFill>
                <a:latin typeface="Tahoma"/>
                <a:cs typeface="Tahoma"/>
              </a:rPr>
              <a:t>&amp;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Welling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related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previous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10" dirty="0">
                <a:solidFill>
                  <a:srgbClr val="393328"/>
                </a:solidFill>
                <a:latin typeface="Tahoma"/>
                <a:cs typeface="Tahoma"/>
              </a:rPr>
              <a:t>works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by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393328"/>
                </a:solidFill>
                <a:latin typeface="Tahoma"/>
                <a:cs typeface="Tahoma"/>
              </a:rPr>
              <a:t>Duvenaud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2015)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Li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2016)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466" y="2654836"/>
            <a:ext cx="9185617" cy="38690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0" dirty="0">
                <a:solidFill>
                  <a:srgbClr val="393328"/>
                </a:solidFill>
                <a:latin typeface="Tahoma"/>
                <a:cs typeface="Tahoma"/>
              </a:rPr>
              <a:t>Kipf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393328"/>
                </a:solidFill>
                <a:latin typeface="Tahoma"/>
                <a:cs typeface="Tahoma"/>
              </a:rPr>
              <a:t>&amp;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Welling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related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previous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10" dirty="0">
                <a:solidFill>
                  <a:srgbClr val="393328"/>
                </a:solidFill>
                <a:latin typeface="Tahoma"/>
                <a:cs typeface="Tahoma"/>
              </a:rPr>
              <a:t>works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by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393328"/>
                </a:solidFill>
                <a:latin typeface="Tahoma"/>
                <a:cs typeface="Tahoma"/>
              </a:rPr>
              <a:t>Duvenaud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2015)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Li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2016)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44784" y="1849340"/>
            <a:ext cx="18516600" cy="8256270"/>
            <a:chOff x="1544784" y="1849340"/>
            <a:chExt cx="18516600" cy="8256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4784" y="2548641"/>
              <a:ext cx="17014530" cy="75565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886947" y="1849340"/>
              <a:ext cx="8174355" cy="4922520"/>
            </a:xfrm>
            <a:custGeom>
              <a:avLst/>
              <a:gdLst/>
              <a:ahLst/>
              <a:cxnLst/>
              <a:rect l="l" t="t" r="r" b="b"/>
              <a:pathLst>
                <a:path w="8174355" h="4922520">
                  <a:moveTo>
                    <a:pt x="0" y="0"/>
                  </a:moveTo>
                  <a:lnTo>
                    <a:pt x="8174169" y="0"/>
                  </a:lnTo>
                  <a:lnTo>
                    <a:pt x="8174169" y="4922472"/>
                  </a:lnTo>
                  <a:lnTo>
                    <a:pt x="0" y="4922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0" dirty="0">
                <a:solidFill>
                  <a:srgbClr val="393328"/>
                </a:solidFill>
                <a:latin typeface="Tahoma"/>
                <a:cs typeface="Tahoma"/>
              </a:rPr>
              <a:t>Kipf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393328"/>
                </a:solidFill>
                <a:latin typeface="Tahoma"/>
                <a:cs typeface="Tahoma"/>
              </a:rPr>
              <a:t>&amp;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Welling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related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previous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10" dirty="0">
                <a:solidFill>
                  <a:srgbClr val="393328"/>
                </a:solidFill>
                <a:latin typeface="Tahoma"/>
                <a:cs typeface="Tahoma"/>
              </a:rPr>
              <a:t>works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by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393328"/>
                </a:solidFill>
                <a:latin typeface="Tahoma"/>
                <a:cs typeface="Tahoma"/>
              </a:rPr>
              <a:t>Duvenaud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2015)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Li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2016)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784" y="2548641"/>
            <a:ext cx="17014530" cy="7556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0" dirty="0">
                <a:solidFill>
                  <a:srgbClr val="393328"/>
                </a:solidFill>
                <a:latin typeface="Tahoma"/>
                <a:cs typeface="Tahoma"/>
              </a:rPr>
              <a:t>Kipf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393328"/>
                </a:solidFill>
                <a:latin typeface="Tahoma"/>
                <a:cs typeface="Tahoma"/>
              </a:rPr>
              <a:t>&amp;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Welling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related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previous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10" dirty="0">
                <a:solidFill>
                  <a:srgbClr val="393328"/>
                </a:solidFill>
                <a:latin typeface="Tahoma"/>
                <a:cs typeface="Tahoma"/>
              </a:rPr>
              <a:t>works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by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393328"/>
                </a:solidFill>
                <a:latin typeface="Tahoma"/>
                <a:cs typeface="Tahoma"/>
              </a:rPr>
              <a:t>Duvenaud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2015)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dirty="0">
                <a:solidFill>
                  <a:srgbClr val="393328"/>
                </a:solidFill>
                <a:latin typeface="Tahoma"/>
                <a:cs typeface="Tahoma"/>
              </a:rPr>
              <a:t>Li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2016)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 dirty="0">
              <a:latin typeface="Tahoma"/>
              <a:cs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7EB97-5EB1-0442-AE48-943A5583A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065" y="1206413"/>
            <a:ext cx="15939969" cy="973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50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 dirty="0">
              <a:latin typeface="Tahoma"/>
              <a:cs typeface="Tahom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41918-C120-104F-99E2-76BC2D79C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1468710"/>
            <a:ext cx="13576300" cy="95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49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 dirty="0">
              <a:latin typeface="Tahoma"/>
              <a:cs typeface="Tahom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326C0-B72E-2949-9A36-54D14C6E2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494" y="1520990"/>
            <a:ext cx="15239112" cy="953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36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7379315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5" dirty="0">
                <a:solidFill>
                  <a:srgbClr val="393328"/>
                </a:solidFill>
              </a:rPr>
              <a:t>Graph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25" dirty="0">
                <a:solidFill>
                  <a:srgbClr val="393328"/>
                </a:solidFill>
              </a:rPr>
              <a:t>Convolutional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spc="85" dirty="0">
                <a:solidFill>
                  <a:srgbClr val="393328"/>
                </a:solidFill>
              </a:rPr>
              <a:t>Networks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20" dirty="0">
                <a:solidFill>
                  <a:srgbClr val="393328"/>
                </a:solidFill>
                <a:latin typeface="Tahoma"/>
                <a:cs typeface="Tahoma"/>
              </a:rPr>
              <a:t>(GCNs)</a:t>
            </a:r>
            <a:endParaRPr sz="5900" dirty="0">
              <a:latin typeface="Tahoma"/>
              <a:cs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015ED-2A46-944D-8B8C-6A1A4EE3A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96" y="2227183"/>
            <a:ext cx="15373470" cy="790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8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2468225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290" dirty="0">
                <a:solidFill>
                  <a:srgbClr val="393328"/>
                </a:solidFill>
                <a:latin typeface="Tahoma"/>
                <a:cs typeface="Tahoma"/>
              </a:rPr>
              <a:t>GNNs</a:t>
            </a:r>
            <a:r>
              <a:rPr sz="5900" b="0" spc="-2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2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20" dirty="0">
                <a:solidFill>
                  <a:srgbClr val="393328"/>
                </a:solidFill>
              </a:rPr>
              <a:t>Edge</a:t>
            </a:r>
            <a:r>
              <a:rPr sz="5900" spc="-5" dirty="0">
                <a:solidFill>
                  <a:srgbClr val="393328"/>
                </a:solidFill>
              </a:rPr>
              <a:t> </a:t>
            </a:r>
            <a:r>
              <a:rPr sz="5900" b="0" spc="50" dirty="0">
                <a:solidFill>
                  <a:srgbClr val="393328"/>
                </a:solidFill>
                <a:latin typeface="Tahoma"/>
                <a:cs typeface="Tahoma"/>
              </a:rPr>
              <a:t>Embeddings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Battaglia</a:t>
            </a:r>
            <a:r>
              <a:rPr sz="2950" b="0" spc="-1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2016),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Gilmer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(ICML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0" dirty="0">
                <a:solidFill>
                  <a:srgbClr val="393328"/>
                </a:solidFill>
                <a:latin typeface="Tahoma"/>
                <a:cs typeface="Tahoma"/>
              </a:rPr>
              <a:t>Kipf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(ICML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2018)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470" y="2416147"/>
            <a:ext cx="10261245" cy="73383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2468225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290" dirty="0">
                <a:solidFill>
                  <a:srgbClr val="393328"/>
                </a:solidFill>
                <a:latin typeface="Tahoma"/>
                <a:cs typeface="Tahoma"/>
              </a:rPr>
              <a:t>GNNs</a:t>
            </a:r>
            <a:r>
              <a:rPr sz="5900" b="0" spc="-2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2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20" dirty="0">
                <a:solidFill>
                  <a:srgbClr val="393328"/>
                </a:solidFill>
              </a:rPr>
              <a:t>Edge</a:t>
            </a:r>
            <a:r>
              <a:rPr sz="5900" spc="-5" dirty="0">
                <a:solidFill>
                  <a:srgbClr val="393328"/>
                </a:solidFill>
              </a:rPr>
              <a:t> </a:t>
            </a:r>
            <a:r>
              <a:rPr sz="5900" b="0" spc="50" dirty="0">
                <a:solidFill>
                  <a:srgbClr val="393328"/>
                </a:solidFill>
                <a:latin typeface="Tahoma"/>
                <a:cs typeface="Tahoma"/>
              </a:rPr>
              <a:t>Embeddings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Battaglia</a:t>
            </a:r>
            <a:r>
              <a:rPr sz="2950" b="0" spc="-1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2016),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Gilmer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(ICML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0" dirty="0">
                <a:solidFill>
                  <a:srgbClr val="393328"/>
                </a:solidFill>
                <a:latin typeface="Tahoma"/>
                <a:cs typeface="Tahoma"/>
              </a:rPr>
              <a:t>Kipf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(ICML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2018)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1231" y="2348478"/>
            <a:ext cx="18760440" cy="8269605"/>
            <a:chOff x="971231" y="2348478"/>
            <a:chExt cx="18760440" cy="82696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231" y="2348478"/>
              <a:ext cx="17568784" cy="74060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557260" y="5695586"/>
              <a:ext cx="8174355" cy="4922520"/>
            </a:xfrm>
            <a:custGeom>
              <a:avLst/>
              <a:gdLst/>
              <a:ahLst/>
              <a:cxnLst/>
              <a:rect l="l" t="t" r="r" b="b"/>
              <a:pathLst>
                <a:path w="8174355" h="4922520">
                  <a:moveTo>
                    <a:pt x="0" y="0"/>
                  </a:moveTo>
                  <a:lnTo>
                    <a:pt x="8174180" y="0"/>
                  </a:lnTo>
                  <a:lnTo>
                    <a:pt x="8174180" y="4922472"/>
                  </a:lnTo>
                  <a:lnTo>
                    <a:pt x="0" y="4922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2468225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290" dirty="0">
                <a:solidFill>
                  <a:srgbClr val="393328"/>
                </a:solidFill>
                <a:latin typeface="Tahoma"/>
                <a:cs typeface="Tahoma"/>
              </a:rPr>
              <a:t>GNNs</a:t>
            </a:r>
            <a:r>
              <a:rPr sz="5900" b="0" spc="-2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2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20" dirty="0">
                <a:solidFill>
                  <a:srgbClr val="393328"/>
                </a:solidFill>
              </a:rPr>
              <a:t>Edge</a:t>
            </a:r>
            <a:r>
              <a:rPr sz="5900" spc="-5" dirty="0">
                <a:solidFill>
                  <a:srgbClr val="393328"/>
                </a:solidFill>
              </a:rPr>
              <a:t> </a:t>
            </a:r>
            <a:r>
              <a:rPr sz="5900" b="0" spc="50" dirty="0">
                <a:solidFill>
                  <a:srgbClr val="393328"/>
                </a:solidFill>
                <a:latin typeface="Tahoma"/>
                <a:cs typeface="Tahoma"/>
              </a:rPr>
              <a:t>Embeddings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Battaglia</a:t>
            </a:r>
            <a:r>
              <a:rPr sz="2950" b="0" spc="-1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2016),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30" dirty="0">
                <a:solidFill>
                  <a:srgbClr val="393328"/>
                </a:solidFill>
                <a:latin typeface="Tahoma"/>
                <a:cs typeface="Tahoma"/>
              </a:rPr>
              <a:t>Gilmer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(ICML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10" dirty="0">
                <a:solidFill>
                  <a:srgbClr val="393328"/>
                </a:solidFill>
                <a:latin typeface="Tahoma"/>
                <a:cs typeface="Tahoma"/>
              </a:rPr>
              <a:t>Kipf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(ICML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2018)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231" y="2348478"/>
            <a:ext cx="17568784" cy="74060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5260319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85" dirty="0">
                <a:solidFill>
                  <a:srgbClr val="393328"/>
                </a:solidFill>
                <a:latin typeface="Tahoma"/>
                <a:cs typeface="Tahoma"/>
              </a:rPr>
              <a:t>(GNNs)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5" dirty="0">
                <a:solidFill>
                  <a:srgbClr val="393328"/>
                </a:solidFill>
              </a:rPr>
              <a:t>Attention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Monti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55" dirty="0">
                <a:solidFill>
                  <a:srgbClr val="393328"/>
                </a:solidFill>
                <a:latin typeface="Tahoma"/>
                <a:cs typeface="Tahoma"/>
              </a:rPr>
              <a:t>(CVPR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20" dirty="0">
                <a:solidFill>
                  <a:srgbClr val="393328"/>
                </a:solidFill>
                <a:latin typeface="Tahoma"/>
                <a:cs typeface="Tahoma"/>
              </a:rPr>
              <a:t>Hoshen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Veli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č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kovi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ć</a:t>
            </a:r>
            <a:r>
              <a:rPr sz="2950" b="0" spc="-640" dirty="0">
                <a:solidFill>
                  <a:srgbClr val="393328"/>
                </a:solidFill>
                <a:latin typeface="MS Gothic"/>
                <a:cs typeface="MS Gothic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2018)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97384" y="2691845"/>
            <a:ext cx="15039340" cy="7402830"/>
            <a:chOff x="1297384" y="2691845"/>
            <a:chExt cx="15039340" cy="74028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7384" y="2691845"/>
              <a:ext cx="10262472" cy="72722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16897" y="8113227"/>
              <a:ext cx="7820025" cy="1981200"/>
            </a:xfrm>
            <a:custGeom>
              <a:avLst/>
              <a:gdLst/>
              <a:ahLst/>
              <a:cxnLst/>
              <a:rect l="l" t="t" r="r" b="b"/>
              <a:pathLst>
                <a:path w="7820025" h="1981200">
                  <a:moveTo>
                    <a:pt x="0" y="0"/>
                  </a:moveTo>
                  <a:lnTo>
                    <a:pt x="7819746" y="0"/>
                  </a:lnTo>
                  <a:lnTo>
                    <a:pt x="7819746" y="1981123"/>
                  </a:lnTo>
                  <a:lnTo>
                    <a:pt x="0" y="1981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5260319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85" dirty="0">
                <a:solidFill>
                  <a:srgbClr val="393328"/>
                </a:solidFill>
                <a:latin typeface="Tahoma"/>
                <a:cs typeface="Tahoma"/>
              </a:rPr>
              <a:t>(GNNs)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5" dirty="0">
                <a:solidFill>
                  <a:srgbClr val="393328"/>
                </a:solidFill>
              </a:rPr>
              <a:t>Attention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Monti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55" dirty="0">
                <a:solidFill>
                  <a:srgbClr val="393328"/>
                </a:solidFill>
                <a:latin typeface="Tahoma"/>
                <a:cs typeface="Tahoma"/>
              </a:rPr>
              <a:t>(CVPR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20" dirty="0">
                <a:solidFill>
                  <a:srgbClr val="393328"/>
                </a:solidFill>
                <a:latin typeface="Tahoma"/>
                <a:cs typeface="Tahoma"/>
              </a:rPr>
              <a:t>Hoshen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Veli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č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kovi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ć</a:t>
            </a:r>
            <a:r>
              <a:rPr sz="2950" b="0" spc="-640" dirty="0">
                <a:solidFill>
                  <a:srgbClr val="393328"/>
                </a:solidFill>
                <a:latin typeface="MS Gothic"/>
                <a:cs typeface="MS Gothic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2018)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97411" y="2069126"/>
            <a:ext cx="18525490" cy="7894955"/>
            <a:chOff x="1297411" y="2069126"/>
            <a:chExt cx="18525490" cy="7894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7411" y="2360662"/>
              <a:ext cx="16937238" cy="76033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703790" y="2069126"/>
              <a:ext cx="8119109" cy="5970905"/>
            </a:xfrm>
            <a:custGeom>
              <a:avLst/>
              <a:gdLst/>
              <a:ahLst/>
              <a:cxnLst/>
              <a:rect l="l" t="t" r="r" b="b"/>
              <a:pathLst>
                <a:path w="8119109" h="5970905">
                  <a:moveTo>
                    <a:pt x="0" y="0"/>
                  </a:moveTo>
                  <a:lnTo>
                    <a:pt x="8118799" y="0"/>
                  </a:lnTo>
                  <a:lnTo>
                    <a:pt x="8118799" y="5970888"/>
                  </a:lnTo>
                  <a:lnTo>
                    <a:pt x="0" y="5970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5260319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85" dirty="0">
                <a:solidFill>
                  <a:srgbClr val="393328"/>
                </a:solidFill>
                <a:latin typeface="Tahoma"/>
                <a:cs typeface="Tahoma"/>
              </a:rPr>
              <a:t>(GNNs)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5" dirty="0">
                <a:solidFill>
                  <a:srgbClr val="393328"/>
                </a:solidFill>
              </a:rPr>
              <a:t>Attention</a:t>
            </a:r>
            <a:endParaRPr sz="59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Monti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55" dirty="0">
                <a:solidFill>
                  <a:srgbClr val="393328"/>
                </a:solidFill>
                <a:latin typeface="Tahoma"/>
                <a:cs typeface="Tahoma"/>
              </a:rPr>
              <a:t>(CVPR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20" dirty="0">
                <a:solidFill>
                  <a:srgbClr val="393328"/>
                </a:solidFill>
                <a:latin typeface="Tahoma"/>
                <a:cs typeface="Tahoma"/>
              </a:rPr>
              <a:t>Hoshen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Veli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č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kovi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ć</a:t>
            </a:r>
            <a:r>
              <a:rPr sz="2950" b="0" spc="-640" dirty="0">
                <a:solidFill>
                  <a:srgbClr val="393328"/>
                </a:solidFill>
                <a:latin typeface="MS Gothic"/>
                <a:cs typeface="MS Gothic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2018)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97411" y="2360662"/>
            <a:ext cx="18525490" cy="7603490"/>
            <a:chOff x="1297411" y="2360662"/>
            <a:chExt cx="18525490" cy="7603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7411" y="2360662"/>
              <a:ext cx="16937238" cy="76033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703790" y="5768276"/>
              <a:ext cx="8119109" cy="2272030"/>
            </a:xfrm>
            <a:custGeom>
              <a:avLst/>
              <a:gdLst/>
              <a:ahLst/>
              <a:cxnLst/>
              <a:rect l="l" t="t" r="r" b="b"/>
              <a:pathLst>
                <a:path w="8119109" h="2272029">
                  <a:moveTo>
                    <a:pt x="0" y="0"/>
                  </a:moveTo>
                  <a:lnTo>
                    <a:pt x="8118799" y="0"/>
                  </a:lnTo>
                  <a:lnTo>
                    <a:pt x="8118799" y="2271738"/>
                  </a:lnTo>
                  <a:lnTo>
                    <a:pt x="0" y="2271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5260319" cy="1399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10" dirty="0">
                <a:solidFill>
                  <a:srgbClr val="393328"/>
                </a:solidFill>
                <a:latin typeface="Tahoma"/>
                <a:cs typeface="Tahoma"/>
              </a:rPr>
              <a:t>Networks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85" dirty="0">
                <a:solidFill>
                  <a:srgbClr val="393328"/>
                </a:solidFill>
                <a:latin typeface="Tahoma"/>
                <a:cs typeface="Tahoma"/>
              </a:rPr>
              <a:t>(GNNs)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5" dirty="0">
                <a:solidFill>
                  <a:srgbClr val="393328"/>
                </a:solidFill>
              </a:rPr>
              <a:t>Attention</a:t>
            </a:r>
            <a:endParaRPr sz="5900" dirty="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155"/>
              </a:spcBef>
            </a:pPr>
            <a:r>
              <a:rPr sz="2950" b="0" spc="-15" dirty="0">
                <a:solidFill>
                  <a:srgbClr val="393328"/>
                </a:solidFill>
                <a:latin typeface="Tahoma"/>
                <a:cs typeface="Tahoma"/>
              </a:rPr>
              <a:t>Monti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55" dirty="0">
                <a:solidFill>
                  <a:srgbClr val="393328"/>
                </a:solidFill>
                <a:latin typeface="Tahoma"/>
                <a:cs typeface="Tahoma"/>
              </a:rPr>
              <a:t>(CVPR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20" dirty="0">
                <a:solidFill>
                  <a:srgbClr val="393328"/>
                </a:solidFill>
                <a:latin typeface="Tahoma"/>
                <a:cs typeface="Tahoma"/>
              </a:rPr>
              <a:t>Hoshen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(NIPS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2017),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Veli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č</a:t>
            </a:r>
            <a:r>
              <a:rPr sz="2950" b="0" spc="-50" dirty="0">
                <a:solidFill>
                  <a:srgbClr val="393328"/>
                </a:solidFill>
                <a:latin typeface="Tahoma"/>
                <a:cs typeface="Tahoma"/>
              </a:rPr>
              <a:t>kovi</a:t>
            </a:r>
            <a:r>
              <a:rPr sz="2950" b="0" spc="-50" dirty="0">
                <a:solidFill>
                  <a:srgbClr val="393328"/>
                </a:solidFill>
                <a:latin typeface="MS Gothic"/>
                <a:cs typeface="MS Gothic"/>
              </a:rPr>
              <a:t>ć</a:t>
            </a:r>
            <a:r>
              <a:rPr sz="2950" b="0" spc="-640" dirty="0">
                <a:solidFill>
                  <a:srgbClr val="393328"/>
                </a:solidFill>
                <a:latin typeface="MS Gothic"/>
                <a:cs typeface="MS Gothic"/>
              </a:rPr>
              <a:t> </a:t>
            </a:r>
            <a:r>
              <a:rPr sz="2950" b="0" spc="-65" dirty="0">
                <a:solidFill>
                  <a:srgbClr val="393328"/>
                </a:solidFill>
                <a:latin typeface="Tahoma"/>
                <a:cs typeface="Tahoma"/>
              </a:rPr>
              <a:t>et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70" dirty="0">
                <a:solidFill>
                  <a:srgbClr val="393328"/>
                </a:solidFill>
                <a:latin typeface="Tahoma"/>
                <a:cs typeface="Tahoma"/>
              </a:rPr>
              <a:t>al.</a:t>
            </a:r>
            <a:r>
              <a:rPr sz="2950" b="0" spc="-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(ICLR</a:t>
            </a:r>
            <a:r>
              <a:rPr sz="2950" b="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b="0" spc="-55" dirty="0">
                <a:solidFill>
                  <a:srgbClr val="393328"/>
                </a:solidFill>
                <a:latin typeface="Tahoma"/>
                <a:cs typeface="Tahoma"/>
              </a:rPr>
              <a:t>2018)</a:t>
            </a:r>
            <a:endParaRPr sz="295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7411" y="2360662"/>
            <a:ext cx="16937238" cy="76033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529809" y="2471286"/>
            <a:ext cx="13203922" cy="3369979"/>
            <a:chOff x="309193" y="756233"/>
            <a:chExt cx="4040504" cy="1031240"/>
          </a:xfrm>
        </p:grpSpPr>
        <p:sp>
          <p:nvSpPr>
            <p:cNvPr id="5" name="object 5"/>
            <p:cNvSpPr/>
            <p:nvPr/>
          </p:nvSpPr>
          <p:spPr>
            <a:xfrm>
              <a:off x="309193" y="756233"/>
              <a:ext cx="3989704" cy="192405"/>
            </a:xfrm>
            <a:custGeom>
              <a:avLst/>
              <a:gdLst/>
              <a:ahLst/>
              <a:cxnLst/>
              <a:rect l="l" t="t" r="r" b="b"/>
              <a:pathLst>
                <a:path w="3989704" h="19240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391"/>
                  </a:lnTo>
                  <a:lnTo>
                    <a:pt x="3989652" y="19239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935977"/>
              <a:ext cx="3989651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685404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672704"/>
              <a:ext cx="3938802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800468"/>
              <a:ext cx="50751" cy="8849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193" y="980249"/>
              <a:ext cx="3989704" cy="756285"/>
            </a:xfrm>
            <a:custGeom>
              <a:avLst/>
              <a:gdLst/>
              <a:ahLst/>
              <a:cxnLst/>
              <a:rect l="l" t="t" r="r" b="b"/>
              <a:pathLst>
                <a:path w="3989704" h="756285">
                  <a:moveTo>
                    <a:pt x="3989652" y="0"/>
                  </a:moveTo>
                  <a:lnTo>
                    <a:pt x="0" y="0"/>
                  </a:lnTo>
                  <a:lnTo>
                    <a:pt x="0" y="705154"/>
                  </a:lnTo>
                  <a:lnTo>
                    <a:pt x="4008" y="724879"/>
                  </a:lnTo>
                  <a:lnTo>
                    <a:pt x="14922" y="741032"/>
                  </a:lnTo>
                  <a:lnTo>
                    <a:pt x="31075" y="751946"/>
                  </a:lnTo>
                  <a:lnTo>
                    <a:pt x="50800" y="755955"/>
                  </a:lnTo>
                  <a:lnTo>
                    <a:pt x="3938852" y="755955"/>
                  </a:lnTo>
                  <a:lnTo>
                    <a:pt x="3958576" y="751946"/>
                  </a:lnTo>
                  <a:lnTo>
                    <a:pt x="3974729" y="741032"/>
                  </a:lnTo>
                  <a:lnTo>
                    <a:pt x="3985644" y="724879"/>
                  </a:lnTo>
                  <a:lnTo>
                    <a:pt x="3989652" y="70515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838564"/>
              <a:ext cx="0" cy="866140"/>
            </a:xfrm>
            <a:custGeom>
              <a:avLst/>
              <a:gdLst/>
              <a:ahLst/>
              <a:cxnLst/>
              <a:rect l="l" t="t" r="r" b="b"/>
              <a:pathLst>
                <a:path h="866139">
                  <a:moveTo>
                    <a:pt x="0" y="8658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8258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8131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8004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007" y="1027430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007" y="1409535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3529809" y="6170173"/>
            <a:ext cx="13203922" cy="2764043"/>
            <a:chOff x="309193" y="1888121"/>
            <a:chExt cx="4040504" cy="845819"/>
          </a:xfrm>
        </p:grpSpPr>
        <p:sp>
          <p:nvSpPr>
            <p:cNvPr id="18" name="object 18"/>
            <p:cNvSpPr/>
            <p:nvPr/>
          </p:nvSpPr>
          <p:spPr>
            <a:xfrm>
              <a:off x="309193" y="1888121"/>
              <a:ext cx="3989704" cy="182880"/>
            </a:xfrm>
            <a:custGeom>
              <a:avLst/>
              <a:gdLst/>
              <a:ahLst/>
              <a:cxnLst/>
              <a:rect l="l" t="t" r="r" b="b"/>
              <a:pathLst>
                <a:path w="3989704" h="18288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483"/>
                  </a:lnTo>
                  <a:lnTo>
                    <a:pt x="3989652" y="182483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194" y="2057958"/>
              <a:ext cx="3989651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632265"/>
              <a:ext cx="101600" cy="1015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2619565"/>
              <a:ext cx="3938802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98846" y="1932368"/>
              <a:ext cx="50751" cy="69989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09193" y="2102236"/>
              <a:ext cx="3989704" cy="581025"/>
            </a:xfrm>
            <a:custGeom>
              <a:avLst/>
              <a:gdLst/>
              <a:ahLst/>
              <a:cxnLst/>
              <a:rect l="l" t="t" r="r" b="b"/>
              <a:pathLst>
                <a:path w="3989704" h="581025">
                  <a:moveTo>
                    <a:pt x="3989652" y="0"/>
                  </a:moveTo>
                  <a:lnTo>
                    <a:pt x="0" y="0"/>
                  </a:lnTo>
                  <a:lnTo>
                    <a:pt x="0" y="530029"/>
                  </a:lnTo>
                  <a:lnTo>
                    <a:pt x="4008" y="549754"/>
                  </a:lnTo>
                  <a:lnTo>
                    <a:pt x="14922" y="565906"/>
                  </a:lnTo>
                  <a:lnTo>
                    <a:pt x="31075" y="576821"/>
                  </a:lnTo>
                  <a:lnTo>
                    <a:pt x="50800" y="580829"/>
                  </a:lnTo>
                  <a:lnTo>
                    <a:pt x="3938852" y="580829"/>
                  </a:lnTo>
                  <a:lnTo>
                    <a:pt x="3958576" y="576821"/>
                  </a:lnTo>
                  <a:lnTo>
                    <a:pt x="3974729" y="565906"/>
                  </a:lnTo>
                  <a:lnTo>
                    <a:pt x="3985644" y="549754"/>
                  </a:lnTo>
                  <a:lnTo>
                    <a:pt x="3989652" y="53002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" name="object 24"/>
            <p:cNvSpPr/>
            <p:nvPr/>
          </p:nvSpPr>
          <p:spPr>
            <a:xfrm>
              <a:off x="4298846" y="1970458"/>
              <a:ext cx="0" cy="681355"/>
            </a:xfrm>
            <a:custGeom>
              <a:avLst/>
              <a:gdLst/>
              <a:ahLst/>
              <a:cxnLst/>
              <a:rect l="l" t="t" r="r" b="b"/>
              <a:pathLst>
                <a:path h="681355">
                  <a:moveTo>
                    <a:pt x="0" y="6808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5" name="object 25"/>
            <p:cNvSpPr/>
            <p:nvPr/>
          </p:nvSpPr>
          <p:spPr>
            <a:xfrm>
              <a:off x="4298846" y="195775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8846" y="194505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8846" y="193235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1007" y="2148306"/>
              <a:ext cx="76809" cy="768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1007" y="2358339"/>
              <a:ext cx="76809" cy="7680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654319" y="2278089"/>
            <a:ext cx="12766077" cy="6419392"/>
          </a:xfrm>
          <a:prstGeom prst="rect">
            <a:avLst/>
          </a:prstGeom>
        </p:spPr>
        <p:txBody>
          <a:bodyPr vert="horz" wrap="square" lIns="0" tIns="186760" rIns="0" bIns="0" rtlCol="0">
            <a:spAutoFit/>
          </a:bodyPr>
          <a:lstStyle/>
          <a:p>
            <a:pPr marL="41502">
              <a:spcBef>
                <a:spcPts val="1471"/>
              </a:spcBef>
            </a:pP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Basic</a:t>
            </a:r>
            <a:r>
              <a:rPr sz="3595" spc="-98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595" spc="-16" dirty="0">
                <a:solidFill>
                  <a:srgbClr val="FFFFFF"/>
                </a:solidFill>
                <a:latin typeface="Microsoft Sans Serif"/>
                <a:cs typeface="Microsoft Sans Serif"/>
              </a:rPr>
              <a:t>approaches</a:t>
            </a:r>
            <a:endParaRPr sz="3595">
              <a:latin typeface="Microsoft Sans Serif"/>
              <a:cs typeface="Microsoft Sans Serif"/>
            </a:endParaRPr>
          </a:p>
          <a:p>
            <a:pPr marL="946253" marR="16601">
              <a:lnSpc>
                <a:spcPct val="102600"/>
              </a:lnSpc>
              <a:spcBef>
                <a:spcPts val="1046"/>
              </a:spcBef>
            </a:pPr>
            <a:r>
              <a:rPr sz="3595" spc="-33" dirty="0">
                <a:latin typeface="Microsoft Sans Serif"/>
                <a:cs typeface="Microsoft Sans Serif"/>
              </a:rPr>
              <a:t>Apply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final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aggregation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147" dirty="0">
                <a:latin typeface="Microsoft Sans Serif"/>
                <a:cs typeface="Microsoft Sans Serif"/>
              </a:rPr>
              <a:t>(R</a:t>
            </a:r>
            <a:r>
              <a:rPr sz="2778" spc="147" dirty="0">
                <a:latin typeface="Microsoft Sans Serif"/>
                <a:cs typeface="Microsoft Sans Serif"/>
              </a:rPr>
              <a:t>EADOUT</a:t>
            </a:r>
            <a:r>
              <a:rPr sz="3595" spc="147" dirty="0">
                <a:latin typeface="Microsoft Sans Serif"/>
                <a:cs typeface="Microsoft Sans Serif"/>
              </a:rPr>
              <a:t>)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combine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all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nodes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 </a:t>
            </a:r>
            <a:r>
              <a:rPr sz="3595" spc="-89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single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representation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(mean,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sum).</a:t>
            </a:r>
            <a:endParaRPr sz="3595">
              <a:latin typeface="Microsoft Sans Serif"/>
              <a:cs typeface="Microsoft Sans Serif"/>
            </a:endParaRPr>
          </a:p>
          <a:p>
            <a:pPr marL="946253" marR="852873">
              <a:lnSpc>
                <a:spcPct val="102600"/>
              </a:lnSpc>
              <a:spcBef>
                <a:spcPts val="980"/>
              </a:spcBef>
            </a:pPr>
            <a:r>
              <a:rPr sz="3595" spc="-16" dirty="0">
                <a:latin typeface="Microsoft Sans Serif"/>
                <a:cs typeface="Microsoft Sans Serif"/>
              </a:rPr>
              <a:t>Introduce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“virtual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node”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connected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all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nodes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the </a:t>
            </a:r>
            <a:r>
              <a:rPr sz="3595" spc="-915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graph</a:t>
            </a:r>
            <a:endParaRPr sz="3595">
              <a:latin typeface="Microsoft Sans Serif"/>
              <a:cs typeface="Microsoft Sans Serif"/>
            </a:endParaRPr>
          </a:p>
          <a:p>
            <a:pPr>
              <a:spcBef>
                <a:spcPts val="82"/>
              </a:spcBef>
            </a:pPr>
            <a:endParaRPr sz="4412">
              <a:latin typeface="Microsoft Sans Serif"/>
              <a:cs typeface="Microsoft Sans Serif"/>
            </a:endParaRPr>
          </a:p>
          <a:p>
            <a:pPr marL="41502">
              <a:spcBef>
                <a:spcPts val="16"/>
              </a:spcBef>
            </a:pP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Problems</a:t>
            </a:r>
            <a:endParaRPr sz="3595">
              <a:latin typeface="Microsoft Sans Serif"/>
              <a:cs typeface="Microsoft Sans Serif"/>
            </a:endParaRPr>
          </a:p>
          <a:p>
            <a:pPr marL="946253">
              <a:spcBef>
                <a:spcPts val="866"/>
              </a:spcBef>
            </a:pPr>
            <a:r>
              <a:rPr sz="3595" spc="-33" dirty="0">
                <a:latin typeface="Microsoft Sans Serif"/>
                <a:cs typeface="Microsoft Sans Serif"/>
              </a:rPr>
              <a:t>No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hierarchical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structure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is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learned.</a:t>
            </a:r>
            <a:endParaRPr sz="3595">
              <a:latin typeface="Microsoft Sans Serif"/>
              <a:cs typeface="Microsoft Sans Serif"/>
            </a:endParaRPr>
          </a:p>
          <a:p>
            <a:pPr marL="946253" marR="608009">
              <a:lnSpc>
                <a:spcPct val="102600"/>
              </a:lnSpc>
              <a:spcBef>
                <a:spcPts val="980"/>
              </a:spcBef>
            </a:pPr>
            <a:r>
              <a:rPr sz="3595" spc="-49" dirty="0">
                <a:latin typeface="Microsoft Sans Serif"/>
                <a:cs typeface="Microsoft Sans Serif"/>
              </a:rPr>
              <a:t>Lack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of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“pooling”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operation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which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is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effective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CNNs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 </a:t>
            </a:r>
            <a:r>
              <a:rPr sz="3595" spc="-915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learn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complex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pattern.</a:t>
            </a:r>
            <a:endParaRPr sz="3595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32" name="object 32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3" name="object 33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2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2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2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37" name="object 2">
            <a:extLst>
              <a:ext uri="{FF2B5EF4-FFF2-40B4-BE49-F238E27FC236}">
                <a16:creationId xmlns:a16="http://schemas.microsoft.com/office/drawing/2014/main" id="{C14E417B-49CA-2749-8871-E71C2060FDCD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14317628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bject 98"/>
          <p:cNvSpPr txBox="1"/>
          <p:nvPr/>
        </p:nvSpPr>
        <p:spPr>
          <a:xfrm>
            <a:off x="5705477" y="4435782"/>
            <a:ext cx="271839" cy="368792"/>
          </a:xfrm>
          <a:prstGeom prst="rect">
            <a:avLst/>
          </a:prstGeom>
        </p:spPr>
        <p:txBody>
          <a:bodyPr vert="horz" wrap="square" lIns="0" tIns="41502" rIns="0" bIns="0" rtlCol="0">
            <a:spAutoFit/>
          </a:bodyPr>
          <a:lstStyle/>
          <a:p>
            <a:pPr marL="41502">
              <a:spcBef>
                <a:spcPts val="327"/>
              </a:spcBef>
            </a:pPr>
            <a:r>
              <a:rPr sz="2124" spc="163" dirty="0">
                <a:solidFill>
                  <a:srgbClr val="203864"/>
                </a:solidFill>
                <a:latin typeface="Cambria Math"/>
                <a:cs typeface="Cambria Math"/>
              </a:rPr>
              <a:t>𝑋</a:t>
            </a:r>
            <a:endParaRPr sz="2124">
              <a:latin typeface="Cambria Math"/>
              <a:cs typeface="Cambria Math"/>
            </a:endParaRPr>
          </a:p>
        </p:txBody>
      </p:sp>
      <p:grpSp>
        <p:nvGrpSpPr>
          <p:cNvPr id="332" name="object 332"/>
          <p:cNvGrpSpPr/>
          <p:nvPr/>
        </p:nvGrpSpPr>
        <p:grpSpPr>
          <a:xfrm>
            <a:off x="3529809" y="5260649"/>
            <a:ext cx="13203922" cy="2901004"/>
            <a:chOff x="309193" y="1609800"/>
            <a:chExt cx="4040504" cy="887730"/>
          </a:xfrm>
        </p:grpSpPr>
        <p:sp>
          <p:nvSpPr>
            <p:cNvPr id="333" name="object 333"/>
            <p:cNvSpPr/>
            <p:nvPr/>
          </p:nvSpPr>
          <p:spPr>
            <a:xfrm>
              <a:off x="309193" y="1609800"/>
              <a:ext cx="3989704" cy="182880"/>
            </a:xfrm>
            <a:custGeom>
              <a:avLst/>
              <a:gdLst/>
              <a:ahLst/>
              <a:cxnLst/>
              <a:rect l="l" t="t" r="r" b="b"/>
              <a:pathLst>
                <a:path w="3989704" h="18288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483"/>
                  </a:lnTo>
                  <a:lnTo>
                    <a:pt x="3989652" y="182483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334" name="object 3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779638"/>
              <a:ext cx="3989651" cy="50609"/>
            </a:xfrm>
            <a:prstGeom prst="rect">
              <a:avLst/>
            </a:prstGeom>
          </p:spPr>
        </p:pic>
        <p:pic>
          <p:nvPicPr>
            <p:cNvPr id="335" name="object 3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2395842"/>
              <a:ext cx="101600" cy="101600"/>
            </a:xfrm>
            <a:prstGeom prst="rect">
              <a:avLst/>
            </a:prstGeom>
          </p:spPr>
        </p:pic>
        <p:pic>
          <p:nvPicPr>
            <p:cNvPr id="336" name="object 3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2383142"/>
              <a:ext cx="3938802" cy="114300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1654035"/>
              <a:ext cx="50751" cy="741807"/>
            </a:xfrm>
            <a:prstGeom prst="rect">
              <a:avLst/>
            </a:prstGeom>
          </p:spPr>
        </p:pic>
        <p:sp>
          <p:nvSpPr>
            <p:cNvPr id="338" name="object 338"/>
            <p:cNvSpPr/>
            <p:nvPr/>
          </p:nvSpPr>
          <p:spPr>
            <a:xfrm>
              <a:off x="309193" y="1823904"/>
              <a:ext cx="3989704" cy="622935"/>
            </a:xfrm>
            <a:custGeom>
              <a:avLst/>
              <a:gdLst/>
              <a:ahLst/>
              <a:cxnLst/>
              <a:rect l="l" t="t" r="r" b="b"/>
              <a:pathLst>
                <a:path w="3989704" h="622935">
                  <a:moveTo>
                    <a:pt x="3989652" y="0"/>
                  </a:moveTo>
                  <a:lnTo>
                    <a:pt x="0" y="0"/>
                  </a:lnTo>
                  <a:lnTo>
                    <a:pt x="0" y="571937"/>
                  </a:lnTo>
                  <a:lnTo>
                    <a:pt x="4008" y="591662"/>
                  </a:lnTo>
                  <a:lnTo>
                    <a:pt x="14922" y="607815"/>
                  </a:lnTo>
                  <a:lnTo>
                    <a:pt x="31075" y="618729"/>
                  </a:lnTo>
                  <a:lnTo>
                    <a:pt x="50800" y="622737"/>
                  </a:lnTo>
                  <a:lnTo>
                    <a:pt x="3938852" y="622737"/>
                  </a:lnTo>
                  <a:lnTo>
                    <a:pt x="3958576" y="618729"/>
                  </a:lnTo>
                  <a:lnTo>
                    <a:pt x="3974729" y="607815"/>
                  </a:lnTo>
                  <a:lnTo>
                    <a:pt x="3985644" y="591662"/>
                  </a:lnTo>
                  <a:lnTo>
                    <a:pt x="3989652" y="57193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39" name="object 339"/>
            <p:cNvSpPr/>
            <p:nvPr/>
          </p:nvSpPr>
          <p:spPr>
            <a:xfrm>
              <a:off x="4298846" y="1692126"/>
              <a:ext cx="0" cy="723265"/>
            </a:xfrm>
            <a:custGeom>
              <a:avLst/>
              <a:gdLst/>
              <a:ahLst/>
              <a:cxnLst/>
              <a:rect l="l" t="t" r="r" b="b"/>
              <a:pathLst>
                <a:path h="723264">
                  <a:moveTo>
                    <a:pt x="0" y="7227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40" name="object 340"/>
            <p:cNvSpPr/>
            <p:nvPr/>
          </p:nvSpPr>
          <p:spPr>
            <a:xfrm>
              <a:off x="4298846" y="16794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41" name="object 341"/>
            <p:cNvSpPr/>
            <p:nvPr/>
          </p:nvSpPr>
          <p:spPr>
            <a:xfrm>
              <a:off x="4298846" y="16667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42" name="object 342"/>
            <p:cNvSpPr/>
            <p:nvPr/>
          </p:nvSpPr>
          <p:spPr>
            <a:xfrm>
              <a:off x="4298846" y="16540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343" name="object 3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007" y="1871992"/>
              <a:ext cx="76809" cy="76809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007" y="2082025"/>
              <a:ext cx="76809" cy="76809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007" y="2292057"/>
              <a:ext cx="76809" cy="76809"/>
            </a:xfrm>
            <a:prstGeom prst="rect">
              <a:avLst/>
            </a:prstGeom>
          </p:spPr>
        </p:pic>
      </p:grpSp>
      <p:grpSp>
        <p:nvGrpSpPr>
          <p:cNvPr id="346" name="object 346"/>
          <p:cNvGrpSpPr/>
          <p:nvPr/>
        </p:nvGrpSpPr>
        <p:grpSpPr>
          <a:xfrm>
            <a:off x="3529809" y="8485913"/>
            <a:ext cx="13203922" cy="1523131"/>
            <a:chOff x="309193" y="2596756"/>
            <a:chExt cx="4040504" cy="466090"/>
          </a:xfrm>
        </p:grpSpPr>
        <p:sp>
          <p:nvSpPr>
            <p:cNvPr id="347" name="object 347"/>
            <p:cNvSpPr/>
            <p:nvPr/>
          </p:nvSpPr>
          <p:spPr>
            <a:xfrm>
              <a:off x="309193" y="2596756"/>
              <a:ext cx="3989704" cy="182880"/>
            </a:xfrm>
            <a:custGeom>
              <a:avLst/>
              <a:gdLst/>
              <a:ahLst/>
              <a:cxnLst/>
              <a:rect l="l" t="t" r="r" b="b"/>
              <a:pathLst>
                <a:path w="3989704" h="18288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483"/>
                  </a:lnTo>
                  <a:lnTo>
                    <a:pt x="3989652" y="182483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348" name="object 3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2766580"/>
              <a:ext cx="3989651" cy="50609"/>
            </a:xfrm>
            <a:prstGeom prst="rect">
              <a:avLst/>
            </a:prstGeom>
          </p:spPr>
        </p:pic>
        <p:pic>
          <p:nvPicPr>
            <p:cNvPr id="349" name="object 3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960725"/>
              <a:ext cx="101600" cy="101600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2948025"/>
              <a:ext cx="3938802" cy="114300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8846" y="2640990"/>
              <a:ext cx="50751" cy="319735"/>
            </a:xfrm>
            <a:prstGeom prst="rect">
              <a:avLst/>
            </a:prstGeom>
          </p:spPr>
        </p:pic>
        <p:sp>
          <p:nvSpPr>
            <p:cNvPr id="352" name="object 352"/>
            <p:cNvSpPr/>
            <p:nvPr/>
          </p:nvSpPr>
          <p:spPr>
            <a:xfrm>
              <a:off x="309193" y="2810868"/>
              <a:ext cx="3989704" cy="200660"/>
            </a:xfrm>
            <a:custGeom>
              <a:avLst/>
              <a:gdLst/>
              <a:ahLst/>
              <a:cxnLst/>
              <a:rect l="l" t="t" r="r" b="b"/>
              <a:pathLst>
                <a:path w="3989704" h="200660">
                  <a:moveTo>
                    <a:pt x="3989652" y="0"/>
                  </a:moveTo>
                  <a:lnTo>
                    <a:pt x="0" y="0"/>
                  </a:lnTo>
                  <a:lnTo>
                    <a:pt x="0" y="149857"/>
                  </a:lnTo>
                  <a:lnTo>
                    <a:pt x="4008" y="169581"/>
                  </a:lnTo>
                  <a:lnTo>
                    <a:pt x="14922" y="185734"/>
                  </a:lnTo>
                  <a:lnTo>
                    <a:pt x="31075" y="196648"/>
                  </a:lnTo>
                  <a:lnTo>
                    <a:pt x="50800" y="200657"/>
                  </a:lnTo>
                  <a:lnTo>
                    <a:pt x="3938852" y="200657"/>
                  </a:lnTo>
                  <a:lnTo>
                    <a:pt x="3958576" y="196648"/>
                  </a:lnTo>
                  <a:lnTo>
                    <a:pt x="3974729" y="185734"/>
                  </a:lnTo>
                  <a:lnTo>
                    <a:pt x="3985644" y="169581"/>
                  </a:lnTo>
                  <a:lnTo>
                    <a:pt x="3989652" y="14985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53" name="object 353"/>
            <p:cNvSpPr/>
            <p:nvPr/>
          </p:nvSpPr>
          <p:spPr>
            <a:xfrm>
              <a:off x="4298846" y="2679090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h="300989">
                  <a:moveTo>
                    <a:pt x="0" y="3006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54" name="object 354"/>
            <p:cNvSpPr/>
            <p:nvPr/>
          </p:nvSpPr>
          <p:spPr>
            <a:xfrm>
              <a:off x="4298846" y="26663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55" name="object 355"/>
            <p:cNvSpPr/>
            <p:nvPr/>
          </p:nvSpPr>
          <p:spPr>
            <a:xfrm>
              <a:off x="4298846" y="26536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56" name="object 356"/>
            <p:cNvSpPr/>
            <p:nvPr/>
          </p:nvSpPr>
          <p:spPr>
            <a:xfrm>
              <a:off x="4298846" y="26409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357" name="object 357"/>
          <p:cNvSpPr txBox="1"/>
          <p:nvPr/>
        </p:nvSpPr>
        <p:spPr>
          <a:xfrm>
            <a:off x="3654319" y="5096877"/>
            <a:ext cx="12788900" cy="5660306"/>
          </a:xfrm>
          <a:prstGeom prst="rect">
            <a:avLst/>
          </a:prstGeom>
        </p:spPr>
        <p:txBody>
          <a:bodyPr vert="horz" wrap="square" lIns="0" tIns="157708" rIns="0" bIns="0" rtlCol="0">
            <a:spAutoFit/>
          </a:bodyPr>
          <a:lstStyle/>
          <a:p>
            <a:pPr marL="41502">
              <a:spcBef>
                <a:spcPts val="1242"/>
              </a:spcBef>
            </a:pP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Features</a:t>
            </a:r>
            <a:endParaRPr sz="3595" dirty="0">
              <a:latin typeface="Microsoft Sans Serif"/>
              <a:cs typeface="Microsoft Sans Serif"/>
            </a:endParaRPr>
          </a:p>
          <a:p>
            <a:pPr marL="946253" marR="1153765">
              <a:lnSpc>
                <a:spcPts val="5392"/>
              </a:lnSpc>
              <a:spcBef>
                <a:spcPts val="196"/>
              </a:spcBef>
            </a:pPr>
            <a:r>
              <a:rPr sz="3595" spc="-16" dirty="0">
                <a:latin typeface="Microsoft Sans Serif"/>
                <a:cs typeface="Microsoft Sans Serif"/>
              </a:rPr>
              <a:t>Alternate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convolutional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and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pooling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65" dirty="0">
                <a:latin typeface="Microsoft Sans Serif"/>
                <a:cs typeface="Microsoft Sans Serif"/>
              </a:rPr>
              <a:t>layers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as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CNN. </a:t>
            </a:r>
            <a:r>
              <a:rPr sz="3595" spc="-91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Progressively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reduce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number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of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nodes.</a:t>
            </a:r>
            <a:endParaRPr sz="3595" dirty="0">
              <a:latin typeface="Microsoft Sans Serif"/>
              <a:cs typeface="Microsoft Sans Serif"/>
            </a:endParaRPr>
          </a:p>
          <a:p>
            <a:pPr marL="946253">
              <a:spcBef>
                <a:spcPts val="748"/>
              </a:spcBef>
            </a:pPr>
            <a:r>
              <a:rPr sz="3595" spc="-65" dirty="0">
                <a:latin typeface="Microsoft Sans Serif"/>
                <a:cs typeface="Microsoft Sans Serif"/>
              </a:rPr>
              <a:t>Pool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all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nodes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last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65" dirty="0">
                <a:latin typeface="Microsoft Sans Serif"/>
                <a:cs typeface="Microsoft Sans Serif"/>
              </a:rPr>
              <a:t>layer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into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single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representation.</a:t>
            </a:r>
            <a:endParaRPr sz="3595" dirty="0">
              <a:latin typeface="Microsoft Sans Serif"/>
              <a:cs typeface="Microsoft Sans Serif"/>
            </a:endParaRPr>
          </a:p>
          <a:p>
            <a:pPr>
              <a:spcBef>
                <a:spcPts val="49"/>
              </a:spcBef>
            </a:pPr>
            <a:endParaRPr sz="4412" dirty="0">
              <a:latin typeface="Microsoft Sans Serif"/>
              <a:cs typeface="Microsoft Sans Serif"/>
            </a:endParaRPr>
          </a:p>
          <a:p>
            <a:pPr marL="41502"/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</a:t>
            </a:r>
            <a:endParaRPr sz="3595" dirty="0">
              <a:latin typeface="Microsoft Sans Serif"/>
              <a:cs typeface="Microsoft Sans Serif"/>
            </a:endParaRPr>
          </a:p>
          <a:p>
            <a:pPr marL="41502">
              <a:spcBef>
                <a:spcPts val="866"/>
              </a:spcBef>
            </a:pPr>
            <a:r>
              <a:rPr sz="3595" spc="-49" dirty="0">
                <a:latin typeface="Microsoft Sans Serif"/>
                <a:cs typeface="Microsoft Sans Serif"/>
              </a:rPr>
              <a:t>How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decide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which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nodes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pool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together</a:t>
            </a:r>
            <a:endParaRPr sz="3595" dirty="0">
              <a:latin typeface="Microsoft Sans Serif"/>
              <a:cs typeface="Microsoft Sans Serif"/>
            </a:endParaRPr>
          </a:p>
          <a:p>
            <a:pPr>
              <a:spcBef>
                <a:spcPts val="98"/>
              </a:spcBef>
            </a:pPr>
            <a:endParaRPr sz="3431" dirty="0">
              <a:latin typeface="Microsoft Sans Serif"/>
              <a:cs typeface="Microsoft Sans Serif"/>
            </a:endParaRPr>
          </a:p>
          <a:p>
            <a:pPr marL="8269339">
              <a:spcBef>
                <a:spcPts val="16"/>
              </a:spcBef>
            </a:pPr>
            <a:r>
              <a:rPr sz="2941" spc="-16" dirty="0">
                <a:latin typeface="Microsoft Sans Serif"/>
                <a:cs typeface="Microsoft Sans Serif"/>
              </a:rPr>
              <a:t>Image</a:t>
            </a:r>
            <a:r>
              <a:rPr sz="2941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from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65" dirty="0">
                <a:latin typeface="Microsoft Sans Serif"/>
                <a:cs typeface="Microsoft Sans Serif"/>
              </a:rPr>
              <a:t>Wu</a:t>
            </a:r>
            <a:r>
              <a:rPr sz="2941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et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al.,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2019</a:t>
            </a:r>
            <a:endParaRPr sz="2941" dirty="0">
              <a:latin typeface="Microsoft Sans Serif"/>
              <a:cs typeface="Microsoft Sans Serif"/>
            </a:endParaRPr>
          </a:p>
        </p:txBody>
      </p:sp>
      <p:grpSp>
        <p:nvGrpSpPr>
          <p:cNvPr id="358" name="object 358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359" name="object 359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60" name="object 360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361" name="object 361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364" name="object 2">
            <a:extLst>
              <a:ext uri="{FF2B5EF4-FFF2-40B4-BE49-F238E27FC236}">
                <a16:creationId xmlns:a16="http://schemas.microsoft.com/office/drawing/2014/main" id="{3BC2A3CD-4A48-6046-A9CA-12B3C56367A5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6D2C4D-0332-DB44-90E1-6CA200C22A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7261" y="1237077"/>
            <a:ext cx="10886266" cy="384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99945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4070101" y="1730411"/>
            <a:ext cx="9688689" cy="2886478"/>
            <a:chOff x="474526" y="529519"/>
            <a:chExt cx="2964815" cy="883285"/>
          </a:xfrm>
        </p:grpSpPr>
        <p:sp>
          <p:nvSpPr>
            <p:cNvPr id="5" name="object 5"/>
            <p:cNvSpPr/>
            <p:nvPr/>
          </p:nvSpPr>
          <p:spPr>
            <a:xfrm>
              <a:off x="840069" y="1129244"/>
              <a:ext cx="353060" cy="261620"/>
            </a:xfrm>
            <a:custGeom>
              <a:avLst/>
              <a:gdLst/>
              <a:ahLst/>
              <a:cxnLst/>
              <a:rect l="l" t="t" r="r" b="b"/>
              <a:pathLst>
                <a:path w="353059" h="261619">
                  <a:moveTo>
                    <a:pt x="263662" y="0"/>
                  </a:moveTo>
                  <a:lnTo>
                    <a:pt x="187669" y="10286"/>
                  </a:lnTo>
                  <a:lnTo>
                    <a:pt x="124575" y="30585"/>
                  </a:lnTo>
                  <a:lnTo>
                    <a:pt x="88558" y="43128"/>
                  </a:lnTo>
                  <a:lnTo>
                    <a:pt x="36673" y="63444"/>
                  </a:lnTo>
                  <a:lnTo>
                    <a:pt x="2893" y="102334"/>
                  </a:lnTo>
                  <a:lnTo>
                    <a:pt x="0" y="118338"/>
                  </a:lnTo>
                  <a:lnTo>
                    <a:pt x="3442" y="137851"/>
                  </a:lnTo>
                  <a:lnTo>
                    <a:pt x="26684" y="190824"/>
                  </a:lnTo>
                  <a:lnTo>
                    <a:pt x="67683" y="240054"/>
                  </a:lnTo>
                  <a:lnTo>
                    <a:pt x="139041" y="261621"/>
                  </a:lnTo>
                  <a:lnTo>
                    <a:pt x="177548" y="258248"/>
                  </a:lnTo>
                  <a:lnTo>
                    <a:pt x="329342" y="222540"/>
                  </a:lnTo>
                  <a:lnTo>
                    <a:pt x="329342" y="229127"/>
                  </a:lnTo>
                  <a:lnTo>
                    <a:pt x="348815" y="137032"/>
                  </a:lnTo>
                  <a:lnTo>
                    <a:pt x="352639" y="99267"/>
                  </a:lnTo>
                  <a:lnTo>
                    <a:pt x="348872" y="63550"/>
                  </a:lnTo>
                  <a:lnTo>
                    <a:pt x="338393" y="33906"/>
                  </a:lnTo>
                  <a:lnTo>
                    <a:pt x="322078" y="14358"/>
                  </a:lnTo>
                  <a:lnTo>
                    <a:pt x="297273" y="4164"/>
                  </a:lnTo>
                  <a:lnTo>
                    <a:pt x="263662" y="0"/>
                  </a:lnTo>
                  <a:close/>
                </a:path>
              </a:pathLst>
            </a:custGeom>
            <a:solidFill>
              <a:srgbClr val="27AAE1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" name="object 6"/>
            <p:cNvSpPr/>
            <p:nvPr/>
          </p:nvSpPr>
          <p:spPr>
            <a:xfrm>
              <a:off x="840069" y="1129244"/>
              <a:ext cx="353060" cy="261620"/>
            </a:xfrm>
            <a:custGeom>
              <a:avLst/>
              <a:gdLst/>
              <a:ahLst/>
              <a:cxnLst/>
              <a:rect l="l" t="t" r="r" b="b"/>
              <a:pathLst>
                <a:path w="353059" h="261619">
                  <a:moveTo>
                    <a:pt x="329342" y="229127"/>
                  </a:moveTo>
                  <a:lnTo>
                    <a:pt x="348815" y="137032"/>
                  </a:lnTo>
                  <a:lnTo>
                    <a:pt x="352639" y="99267"/>
                  </a:lnTo>
                  <a:lnTo>
                    <a:pt x="348872" y="63550"/>
                  </a:lnTo>
                  <a:lnTo>
                    <a:pt x="338393" y="33906"/>
                  </a:lnTo>
                  <a:lnTo>
                    <a:pt x="322078" y="14358"/>
                  </a:lnTo>
                  <a:lnTo>
                    <a:pt x="297273" y="4164"/>
                  </a:lnTo>
                  <a:lnTo>
                    <a:pt x="263662" y="0"/>
                  </a:lnTo>
                  <a:lnTo>
                    <a:pt x="225657" y="1996"/>
                  </a:lnTo>
                  <a:lnTo>
                    <a:pt x="187669" y="10286"/>
                  </a:lnTo>
                  <a:lnTo>
                    <a:pt x="124575" y="30585"/>
                  </a:lnTo>
                  <a:lnTo>
                    <a:pt x="88558" y="43128"/>
                  </a:lnTo>
                  <a:lnTo>
                    <a:pt x="36673" y="63444"/>
                  </a:lnTo>
                  <a:lnTo>
                    <a:pt x="2893" y="102334"/>
                  </a:lnTo>
                  <a:lnTo>
                    <a:pt x="0" y="118338"/>
                  </a:lnTo>
                  <a:lnTo>
                    <a:pt x="3442" y="137851"/>
                  </a:lnTo>
                  <a:lnTo>
                    <a:pt x="26684" y="190824"/>
                  </a:lnTo>
                  <a:lnTo>
                    <a:pt x="67683" y="240054"/>
                  </a:lnTo>
                  <a:lnTo>
                    <a:pt x="139041" y="261621"/>
                  </a:lnTo>
                  <a:lnTo>
                    <a:pt x="177548" y="258248"/>
                  </a:lnTo>
                  <a:lnTo>
                    <a:pt x="329342" y="222540"/>
                  </a:lnTo>
                </a:path>
              </a:pathLst>
            </a:custGeom>
            <a:ln w="3175">
              <a:solidFill>
                <a:srgbClr val="27AAE1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" name="object 7"/>
            <p:cNvSpPr/>
            <p:nvPr/>
          </p:nvSpPr>
          <p:spPr>
            <a:xfrm>
              <a:off x="1835238" y="671936"/>
              <a:ext cx="343535" cy="315595"/>
            </a:xfrm>
            <a:custGeom>
              <a:avLst/>
              <a:gdLst/>
              <a:ahLst/>
              <a:cxnLst/>
              <a:rect l="l" t="t" r="r" b="b"/>
              <a:pathLst>
                <a:path w="343535" h="315594">
                  <a:moveTo>
                    <a:pt x="165021" y="0"/>
                  </a:moveTo>
                  <a:lnTo>
                    <a:pt x="154435" y="0"/>
                  </a:lnTo>
                  <a:lnTo>
                    <a:pt x="67461" y="12171"/>
                  </a:lnTo>
                  <a:lnTo>
                    <a:pt x="35323" y="24037"/>
                  </a:lnTo>
                  <a:lnTo>
                    <a:pt x="12111" y="47340"/>
                  </a:lnTo>
                  <a:lnTo>
                    <a:pt x="0" y="78713"/>
                  </a:lnTo>
                  <a:lnTo>
                    <a:pt x="1166" y="114787"/>
                  </a:lnTo>
                  <a:lnTo>
                    <a:pt x="33349" y="255597"/>
                  </a:lnTo>
                  <a:lnTo>
                    <a:pt x="48018" y="287644"/>
                  </a:lnTo>
                  <a:lnTo>
                    <a:pt x="72684" y="308041"/>
                  </a:lnTo>
                  <a:lnTo>
                    <a:pt x="103905" y="315097"/>
                  </a:lnTo>
                  <a:lnTo>
                    <a:pt x="138237" y="307123"/>
                  </a:lnTo>
                  <a:lnTo>
                    <a:pt x="206128" y="275757"/>
                  </a:lnTo>
                  <a:lnTo>
                    <a:pt x="242232" y="254229"/>
                  </a:lnTo>
                  <a:lnTo>
                    <a:pt x="278276" y="224382"/>
                  </a:lnTo>
                  <a:lnTo>
                    <a:pt x="310081" y="190161"/>
                  </a:lnTo>
                  <a:lnTo>
                    <a:pt x="333468" y="155514"/>
                  </a:lnTo>
                  <a:lnTo>
                    <a:pt x="343302" y="121511"/>
                  </a:lnTo>
                  <a:lnTo>
                    <a:pt x="338206" y="89054"/>
                  </a:lnTo>
                  <a:lnTo>
                    <a:pt x="319637" y="61819"/>
                  </a:lnTo>
                  <a:lnTo>
                    <a:pt x="289049" y="43482"/>
                  </a:lnTo>
                  <a:lnTo>
                    <a:pt x="165021" y="0"/>
                  </a:lnTo>
                  <a:close/>
                </a:path>
              </a:pathLst>
            </a:custGeom>
            <a:solidFill>
              <a:srgbClr val="FBB04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" name="object 8"/>
            <p:cNvSpPr/>
            <p:nvPr/>
          </p:nvSpPr>
          <p:spPr>
            <a:xfrm>
              <a:off x="1835238" y="671936"/>
              <a:ext cx="343535" cy="315595"/>
            </a:xfrm>
            <a:custGeom>
              <a:avLst/>
              <a:gdLst/>
              <a:ahLst/>
              <a:cxnLst/>
              <a:rect l="l" t="t" r="r" b="b"/>
              <a:pathLst>
                <a:path w="343535" h="315594">
                  <a:moveTo>
                    <a:pt x="154435" y="0"/>
                  </a:moveTo>
                  <a:lnTo>
                    <a:pt x="147572" y="961"/>
                  </a:lnTo>
                  <a:lnTo>
                    <a:pt x="128886" y="3577"/>
                  </a:lnTo>
                  <a:lnTo>
                    <a:pt x="101231" y="7448"/>
                  </a:lnTo>
                  <a:lnTo>
                    <a:pt x="67461" y="12171"/>
                  </a:lnTo>
                  <a:lnTo>
                    <a:pt x="35323" y="24037"/>
                  </a:lnTo>
                  <a:lnTo>
                    <a:pt x="12111" y="47340"/>
                  </a:lnTo>
                  <a:lnTo>
                    <a:pt x="0" y="78713"/>
                  </a:lnTo>
                  <a:lnTo>
                    <a:pt x="1166" y="114787"/>
                  </a:lnTo>
                  <a:lnTo>
                    <a:pt x="33349" y="255597"/>
                  </a:lnTo>
                  <a:lnTo>
                    <a:pt x="48018" y="287644"/>
                  </a:lnTo>
                  <a:lnTo>
                    <a:pt x="72684" y="308041"/>
                  </a:lnTo>
                  <a:lnTo>
                    <a:pt x="103905" y="315097"/>
                  </a:lnTo>
                  <a:lnTo>
                    <a:pt x="138237" y="307123"/>
                  </a:lnTo>
                  <a:lnTo>
                    <a:pt x="206128" y="275757"/>
                  </a:lnTo>
                  <a:lnTo>
                    <a:pt x="242232" y="254229"/>
                  </a:lnTo>
                  <a:lnTo>
                    <a:pt x="278276" y="224382"/>
                  </a:lnTo>
                  <a:lnTo>
                    <a:pt x="310081" y="190161"/>
                  </a:lnTo>
                  <a:lnTo>
                    <a:pt x="333468" y="155514"/>
                  </a:lnTo>
                  <a:lnTo>
                    <a:pt x="343302" y="121511"/>
                  </a:lnTo>
                  <a:lnTo>
                    <a:pt x="338206" y="89054"/>
                  </a:lnTo>
                  <a:lnTo>
                    <a:pt x="319637" y="61819"/>
                  </a:lnTo>
                  <a:lnTo>
                    <a:pt x="289049" y="43482"/>
                  </a:lnTo>
                  <a:lnTo>
                    <a:pt x="165021" y="0"/>
                  </a:lnTo>
                </a:path>
              </a:pathLst>
            </a:custGeom>
            <a:ln w="9277">
              <a:solidFill>
                <a:srgbClr val="FBB04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" name="object 9"/>
            <p:cNvSpPr/>
            <p:nvPr/>
          </p:nvSpPr>
          <p:spPr>
            <a:xfrm>
              <a:off x="2036397" y="966689"/>
              <a:ext cx="291465" cy="282575"/>
            </a:xfrm>
            <a:custGeom>
              <a:avLst/>
              <a:gdLst/>
              <a:ahLst/>
              <a:cxnLst/>
              <a:rect l="l" t="t" r="r" b="b"/>
              <a:pathLst>
                <a:path w="291464" h="282575">
                  <a:moveTo>
                    <a:pt x="232960" y="0"/>
                  </a:moveTo>
                  <a:lnTo>
                    <a:pt x="172965" y="12842"/>
                  </a:lnTo>
                  <a:lnTo>
                    <a:pt x="139999" y="32020"/>
                  </a:lnTo>
                  <a:lnTo>
                    <a:pt x="110416" y="57203"/>
                  </a:lnTo>
                  <a:lnTo>
                    <a:pt x="35400" y="135039"/>
                  </a:lnTo>
                  <a:lnTo>
                    <a:pt x="1412" y="199369"/>
                  </a:lnTo>
                  <a:lnTo>
                    <a:pt x="0" y="232287"/>
                  </a:lnTo>
                  <a:lnTo>
                    <a:pt x="10083" y="260227"/>
                  </a:lnTo>
                  <a:lnTo>
                    <a:pt x="30403" y="277694"/>
                  </a:lnTo>
                  <a:lnTo>
                    <a:pt x="56853" y="282098"/>
                  </a:lnTo>
                  <a:lnTo>
                    <a:pt x="86007" y="273685"/>
                  </a:lnTo>
                  <a:lnTo>
                    <a:pt x="201083" y="165265"/>
                  </a:lnTo>
                  <a:lnTo>
                    <a:pt x="227147" y="136135"/>
                  </a:lnTo>
                  <a:lnTo>
                    <a:pt x="266701" y="77112"/>
                  </a:lnTo>
                  <a:lnTo>
                    <a:pt x="284253" y="9601"/>
                  </a:lnTo>
                  <a:lnTo>
                    <a:pt x="291128" y="9601"/>
                  </a:lnTo>
                  <a:lnTo>
                    <a:pt x="232960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" name="object 10"/>
            <p:cNvSpPr/>
            <p:nvPr/>
          </p:nvSpPr>
          <p:spPr>
            <a:xfrm>
              <a:off x="2036397" y="966689"/>
              <a:ext cx="291465" cy="282575"/>
            </a:xfrm>
            <a:custGeom>
              <a:avLst/>
              <a:gdLst/>
              <a:ahLst/>
              <a:cxnLst/>
              <a:rect l="l" t="t" r="r" b="b"/>
              <a:pathLst>
                <a:path w="291464" h="282575">
                  <a:moveTo>
                    <a:pt x="291128" y="9601"/>
                  </a:moveTo>
                  <a:lnTo>
                    <a:pt x="286539" y="8843"/>
                  </a:lnTo>
                  <a:lnTo>
                    <a:pt x="274043" y="6780"/>
                  </a:lnTo>
                  <a:lnTo>
                    <a:pt x="255547" y="3727"/>
                  </a:lnTo>
                  <a:lnTo>
                    <a:pt x="232960" y="0"/>
                  </a:lnTo>
                  <a:lnTo>
                    <a:pt x="205292" y="1543"/>
                  </a:lnTo>
                  <a:lnTo>
                    <a:pt x="139999" y="32020"/>
                  </a:lnTo>
                  <a:lnTo>
                    <a:pt x="110416" y="57203"/>
                  </a:lnTo>
                  <a:lnTo>
                    <a:pt x="35400" y="135039"/>
                  </a:lnTo>
                  <a:lnTo>
                    <a:pt x="1412" y="199369"/>
                  </a:lnTo>
                  <a:lnTo>
                    <a:pt x="0" y="232287"/>
                  </a:lnTo>
                  <a:lnTo>
                    <a:pt x="10083" y="260227"/>
                  </a:lnTo>
                  <a:lnTo>
                    <a:pt x="30403" y="277694"/>
                  </a:lnTo>
                  <a:lnTo>
                    <a:pt x="56853" y="282098"/>
                  </a:lnTo>
                  <a:lnTo>
                    <a:pt x="86007" y="273685"/>
                  </a:lnTo>
                  <a:lnTo>
                    <a:pt x="201083" y="165265"/>
                  </a:lnTo>
                  <a:lnTo>
                    <a:pt x="227147" y="136135"/>
                  </a:lnTo>
                  <a:lnTo>
                    <a:pt x="266701" y="77112"/>
                  </a:lnTo>
                  <a:lnTo>
                    <a:pt x="278790" y="37057"/>
                  </a:lnTo>
                  <a:lnTo>
                    <a:pt x="284253" y="9601"/>
                  </a:lnTo>
                </a:path>
              </a:pathLst>
            </a:custGeom>
            <a:ln w="9277">
              <a:solidFill>
                <a:srgbClr val="BCBEC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" name="object 11"/>
            <p:cNvSpPr/>
            <p:nvPr/>
          </p:nvSpPr>
          <p:spPr>
            <a:xfrm>
              <a:off x="940193" y="826084"/>
              <a:ext cx="1111885" cy="144145"/>
            </a:xfrm>
            <a:custGeom>
              <a:avLst/>
              <a:gdLst/>
              <a:ahLst/>
              <a:cxnLst/>
              <a:rect l="l" t="t" r="r" b="b"/>
              <a:pathLst>
                <a:path w="1111885" h="144144">
                  <a:moveTo>
                    <a:pt x="12509" y="142455"/>
                  </a:moveTo>
                  <a:lnTo>
                    <a:pt x="11899" y="137553"/>
                  </a:lnTo>
                  <a:lnTo>
                    <a:pt x="0" y="139039"/>
                  </a:lnTo>
                  <a:lnTo>
                    <a:pt x="609" y="143941"/>
                  </a:lnTo>
                  <a:lnTo>
                    <a:pt x="12509" y="142455"/>
                  </a:lnTo>
                  <a:close/>
                </a:path>
                <a:path w="1111885" h="144144">
                  <a:moveTo>
                    <a:pt x="30238" y="140233"/>
                  </a:moveTo>
                  <a:lnTo>
                    <a:pt x="29629" y="135331"/>
                  </a:lnTo>
                  <a:lnTo>
                    <a:pt x="17716" y="136829"/>
                  </a:lnTo>
                  <a:lnTo>
                    <a:pt x="18338" y="141719"/>
                  </a:lnTo>
                  <a:lnTo>
                    <a:pt x="30238" y="140233"/>
                  </a:lnTo>
                  <a:close/>
                </a:path>
                <a:path w="1111885" h="144144">
                  <a:moveTo>
                    <a:pt x="39839" y="24193"/>
                  </a:moveTo>
                  <a:lnTo>
                    <a:pt x="39674" y="19253"/>
                  </a:lnTo>
                  <a:lnTo>
                    <a:pt x="26670" y="19672"/>
                  </a:lnTo>
                  <a:lnTo>
                    <a:pt x="26822" y="24612"/>
                  </a:lnTo>
                  <a:lnTo>
                    <a:pt x="39839" y="24193"/>
                  </a:lnTo>
                  <a:close/>
                </a:path>
                <a:path w="1111885" h="144144">
                  <a:moveTo>
                    <a:pt x="47955" y="138023"/>
                  </a:moveTo>
                  <a:lnTo>
                    <a:pt x="47345" y="133108"/>
                  </a:lnTo>
                  <a:lnTo>
                    <a:pt x="35445" y="134607"/>
                  </a:lnTo>
                  <a:lnTo>
                    <a:pt x="36055" y="139509"/>
                  </a:lnTo>
                  <a:lnTo>
                    <a:pt x="47955" y="138023"/>
                  </a:lnTo>
                  <a:close/>
                </a:path>
                <a:path w="1111885" h="144144">
                  <a:moveTo>
                    <a:pt x="59194" y="23571"/>
                  </a:moveTo>
                  <a:lnTo>
                    <a:pt x="59042" y="18618"/>
                  </a:lnTo>
                  <a:lnTo>
                    <a:pt x="46037" y="19050"/>
                  </a:lnTo>
                  <a:lnTo>
                    <a:pt x="46202" y="23990"/>
                  </a:lnTo>
                  <a:lnTo>
                    <a:pt x="59194" y="23571"/>
                  </a:lnTo>
                  <a:close/>
                </a:path>
                <a:path w="1111885" h="144144">
                  <a:moveTo>
                    <a:pt x="65684" y="135801"/>
                  </a:moveTo>
                  <a:lnTo>
                    <a:pt x="65074" y="130898"/>
                  </a:lnTo>
                  <a:lnTo>
                    <a:pt x="53162" y="132384"/>
                  </a:lnTo>
                  <a:lnTo>
                    <a:pt x="53784" y="137287"/>
                  </a:lnTo>
                  <a:lnTo>
                    <a:pt x="65684" y="135801"/>
                  </a:lnTo>
                  <a:close/>
                </a:path>
                <a:path w="1111885" h="144144">
                  <a:moveTo>
                    <a:pt x="78562" y="22936"/>
                  </a:moveTo>
                  <a:lnTo>
                    <a:pt x="78409" y="17995"/>
                  </a:lnTo>
                  <a:lnTo>
                    <a:pt x="65405" y="18415"/>
                  </a:lnTo>
                  <a:lnTo>
                    <a:pt x="65570" y="23355"/>
                  </a:lnTo>
                  <a:lnTo>
                    <a:pt x="78562" y="22936"/>
                  </a:lnTo>
                  <a:close/>
                </a:path>
                <a:path w="1111885" h="144144">
                  <a:moveTo>
                    <a:pt x="83400" y="133578"/>
                  </a:moveTo>
                  <a:lnTo>
                    <a:pt x="82791" y="128676"/>
                  </a:lnTo>
                  <a:lnTo>
                    <a:pt x="70891" y="130162"/>
                  </a:lnTo>
                  <a:lnTo>
                    <a:pt x="71501" y="135077"/>
                  </a:lnTo>
                  <a:lnTo>
                    <a:pt x="83400" y="133578"/>
                  </a:lnTo>
                  <a:close/>
                </a:path>
                <a:path w="1111885" h="144144">
                  <a:moveTo>
                    <a:pt x="97929" y="22301"/>
                  </a:moveTo>
                  <a:lnTo>
                    <a:pt x="97777" y="17373"/>
                  </a:lnTo>
                  <a:lnTo>
                    <a:pt x="84785" y="17792"/>
                  </a:lnTo>
                  <a:lnTo>
                    <a:pt x="84937" y="22733"/>
                  </a:lnTo>
                  <a:lnTo>
                    <a:pt x="97929" y="22301"/>
                  </a:lnTo>
                  <a:close/>
                </a:path>
                <a:path w="1111885" h="144144">
                  <a:moveTo>
                    <a:pt x="101130" y="131356"/>
                  </a:moveTo>
                  <a:lnTo>
                    <a:pt x="100520" y="126466"/>
                  </a:lnTo>
                  <a:lnTo>
                    <a:pt x="88620" y="127952"/>
                  </a:lnTo>
                  <a:lnTo>
                    <a:pt x="89230" y="132854"/>
                  </a:lnTo>
                  <a:lnTo>
                    <a:pt x="101130" y="131356"/>
                  </a:lnTo>
                  <a:close/>
                </a:path>
                <a:path w="1111885" h="144144">
                  <a:moveTo>
                    <a:pt x="117309" y="21678"/>
                  </a:moveTo>
                  <a:lnTo>
                    <a:pt x="117144" y="16751"/>
                  </a:lnTo>
                  <a:lnTo>
                    <a:pt x="104140" y="17170"/>
                  </a:lnTo>
                  <a:lnTo>
                    <a:pt x="104305" y="22110"/>
                  </a:lnTo>
                  <a:lnTo>
                    <a:pt x="117309" y="21678"/>
                  </a:lnTo>
                  <a:close/>
                </a:path>
                <a:path w="1111885" h="144144">
                  <a:moveTo>
                    <a:pt x="118846" y="129146"/>
                  </a:moveTo>
                  <a:lnTo>
                    <a:pt x="118237" y="124244"/>
                  </a:lnTo>
                  <a:lnTo>
                    <a:pt x="106337" y="125730"/>
                  </a:lnTo>
                  <a:lnTo>
                    <a:pt x="106946" y="130632"/>
                  </a:lnTo>
                  <a:lnTo>
                    <a:pt x="118846" y="129146"/>
                  </a:lnTo>
                  <a:close/>
                </a:path>
                <a:path w="1111885" h="144144">
                  <a:moveTo>
                    <a:pt x="136575" y="126936"/>
                  </a:moveTo>
                  <a:lnTo>
                    <a:pt x="135966" y="122021"/>
                  </a:lnTo>
                  <a:lnTo>
                    <a:pt x="124066" y="123507"/>
                  </a:lnTo>
                  <a:lnTo>
                    <a:pt x="124675" y="128409"/>
                  </a:lnTo>
                  <a:lnTo>
                    <a:pt x="136575" y="126936"/>
                  </a:lnTo>
                  <a:close/>
                </a:path>
                <a:path w="1111885" h="144144">
                  <a:moveTo>
                    <a:pt x="136677" y="21056"/>
                  </a:moveTo>
                  <a:lnTo>
                    <a:pt x="136512" y="16116"/>
                  </a:lnTo>
                  <a:lnTo>
                    <a:pt x="123507" y="16535"/>
                  </a:lnTo>
                  <a:lnTo>
                    <a:pt x="123672" y="21488"/>
                  </a:lnTo>
                  <a:lnTo>
                    <a:pt x="136677" y="21056"/>
                  </a:lnTo>
                  <a:close/>
                </a:path>
                <a:path w="1111885" h="144144">
                  <a:moveTo>
                    <a:pt x="154292" y="124714"/>
                  </a:moveTo>
                  <a:lnTo>
                    <a:pt x="153682" y="119799"/>
                  </a:lnTo>
                  <a:lnTo>
                    <a:pt x="141782" y="121285"/>
                  </a:lnTo>
                  <a:lnTo>
                    <a:pt x="142392" y="126199"/>
                  </a:lnTo>
                  <a:lnTo>
                    <a:pt x="154292" y="124714"/>
                  </a:lnTo>
                  <a:close/>
                </a:path>
                <a:path w="1111885" h="144144">
                  <a:moveTo>
                    <a:pt x="156032" y="20434"/>
                  </a:moveTo>
                  <a:lnTo>
                    <a:pt x="155879" y="15494"/>
                  </a:lnTo>
                  <a:lnTo>
                    <a:pt x="142887" y="15913"/>
                  </a:lnTo>
                  <a:lnTo>
                    <a:pt x="143040" y="20853"/>
                  </a:lnTo>
                  <a:lnTo>
                    <a:pt x="156032" y="20434"/>
                  </a:lnTo>
                  <a:close/>
                </a:path>
                <a:path w="1111885" h="144144">
                  <a:moveTo>
                    <a:pt x="172021" y="122491"/>
                  </a:moveTo>
                  <a:lnTo>
                    <a:pt x="171411" y="117589"/>
                  </a:lnTo>
                  <a:lnTo>
                    <a:pt x="159499" y="119075"/>
                  </a:lnTo>
                  <a:lnTo>
                    <a:pt x="160121" y="123977"/>
                  </a:lnTo>
                  <a:lnTo>
                    <a:pt x="172021" y="122491"/>
                  </a:lnTo>
                  <a:close/>
                </a:path>
                <a:path w="1111885" h="144144">
                  <a:moveTo>
                    <a:pt x="175412" y="19812"/>
                  </a:moveTo>
                  <a:lnTo>
                    <a:pt x="175247" y="14859"/>
                  </a:lnTo>
                  <a:lnTo>
                    <a:pt x="162242" y="15290"/>
                  </a:lnTo>
                  <a:lnTo>
                    <a:pt x="162394" y="20218"/>
                  </a:lnTo>
                  <a:lnTo>
                    <a:pt x="175412" y="19812"/>
                  </a:lnTo>
                  <a:close/>
                </a:path>
                <a:path w="1111885" h="144144">
                  <a:moveTo>
                    <a:pt x="189738" y="120269"/>
                  </a:moveTo>
                  <a:lnTo>
                    <a:pt x="189128" y="115366"/>
                  </a:lnTo>
                  <a:lnTo>
                    <a:pt x="177228" y="116852"/>
                  </a:lnTo>
                  <a:lnTo>
                    <a:pt x="177838" y="121754"/>
                  </a:lnTo>
                  <a:lnTo>
                    <a:pt x="189738" y="120269"/>
                  </a:lnTo>
                  <a:close/>
                </a:path>
                <a:path w="1111885" h="144144">
                  <a:moveTo>
                    <a:pt x="207467" y="118046"/>
                  </a:moveTo>
                  <a:lnTo>
                    <a:pt x="206857" y="113144"/>
                  </a:lnTo>
                  <a:lnTo>
                    <a:pt x="194945" y="114642"/>
                  </a:lnTo>
                  <a:lnTo>
                    <a:pt x="195567" y="119532"/>
                  </a:lnTo>
                  <a:lnTo>
                    <a:pt x="207467" y="118046"/>
                  </a:lnTo>
                  <a:close/>
                </a:path>
                <a:path w="1111885" h="144144">
                  <a:moveTo>
                    <a:pt x="225196" y="115836"/>
                  </a:moveTo>
                  <a:lnTo>
                    <a:pt x="224574" y="110921"/>
                  </a:lnTo>
                  <a:lnTo>
                    <a:pt x="212674" y="112420"/>
                  </a:lnTo>
                  <a:lnTo>
                    <a:pt x="213283" y="117322"/>
                  </a:lnTo>
                  <a:lnTo>
                    <a:pt x="225196" y="115836"/>
                  </a:lnTo>
                  <a:close/>
                </a:path>
                <a:path w="1111885" h="144144">
                  <a:moveTo>
                    <a:pt x="242912" y="113614"/>
                  </a:moveTo>
                  <a:lnTo>
                    <a:pt x="242290" y="108712"/>
                  </a:lnTo>
                  <a:lnTo>
                    <a:pt x="230390" y="110197"/>
                  </a:lnTo>
                  <a:lnTo>
                    <a:pt x="231013" y="115100"/>
                  </a:lnTo>
                  <a:lnTo>
                    <a:pt x="242912" y="113614"/>
                  </a:lnTo>
                  <a:close/>
                </a:path>
                <a:path w="1111885" h="144144">
                  <a:moveTo>
                    <a:pt x="260642" y="111391"/>
                  </a:moveTo>
                  <a:lnTo>
                    <a:pt x="260019" y="106489"/>
                  </a:lnTo>
                  <a:lnTo>
                    <a:pt x="248119" y="107975"/>
                  </a:lnTo>
                  <a:lnTo>
                    <a:pt x="248729" y="112890"/>
                  </a:lnTo>
                  <a:lnTo>
                    <a:pt x="260642" y="111391"/>
                  </a:lnTo>
                  <a:close/>
                </a:path>
                <a:path w="1111885" h="144144">
                  <a:moveTo>
                    <a:pt x="278358" y="109169"/>
                  </a:moveTo>
                  <a:lnTo>
                    <a:pt x="277749" y="104279"/>
                  </a:lnTo>
                  <a:lnTo>
                    <a:pt x="265849" y="105752"/>
                  </a:lnTo>
                  <a:lnTo>
                    <a:pt x="266458" y="110667"/>
                  </a:lnTo>
                  <a:lnTo>
                    <a:pt x="278358" y="109169"/>
                  </a:lnTo>
                  <a:close/>
                </a:path>
                <a:path w="1111885" h="144144">
                  <a:moveTo>
                    <a:pt x="296075" y="106959"/>
                  </a:moveTo>
                  <a:lnTo>
                    <a:pt x="295465" y="102057"/>
                  </a:lnTo>
                  <a:lnTo>
                    <a:pt x="283565" y="103543"/>
                  </a:lnTo>
                  <a:lnTo>
                    <a:pt x="284175" y="108445"/>
                  </a:lnTo>
                  <a:lnTo>
                    <a:pt x="296075" y="106959"/>
                  </a:lnTo>
                  <a:close/>
                </a:path>
                <a:path w="1111885" h="144144">
                  <a:moveTo>
                    <a:pt x="313804" y="104736"/>
                  </a:moveTo>
                  <a:lnTo>
                    <a:pt x="313194" y="99834"/>
                  </a:lnTo>
                  <a:lnTo>
                    <a:pt x="301294" y="101320"/>
                  </a:lnTo>
                  <a:lnTo>
                    <a:pt x="301904" y="106222"/>
                  </a:lnTo>
                  <a:lnTo>
                    <a:pt x="313804" y="104736"/>
                  </a:lnTo>
                  <a:close/>
                </a:path>
                <a:path w="1111885" h="144144">
                  <a:moveTo>
                    <a:pt x="331520" y="102527"/>
                  </a:moveTo>
                  <a:lnTo>
                    <a:pt x="330911" y="97612"/>
                  </a:lnTo>
                  <a:lnTo>
                    <a:pt x="319011" y="99110"/>
                  </a:lnTo>
                  <a:lnTo>
                    <a:pt x="319620" y="104013"/>
                  </a:lnTo>
                  <a:lnTo>
                    <a:pt x="331520" y="102527"/>
                  </a:lnTo>
                  <a:close/>
                </a:path>
                <a:path w="1111885" h="144144">
                  <a:moveTo>
                    <a:pt x="349250" y="100304"/>
                  </a:moveTo>
                  <a:lnTo>
                    <a:pt x="348640" y="95389"/>
                  </a:lnTo>
                  <a:lnTo>
                    <a:pt x="336740" y="96888"/>
                  </a:lnTo>
                  <a:lnTo>
                    <a:pt x="337350" y="101790"/>
                  </a:lnTo>
                  <a:lnTo>
                    <a:pt x="349250" y="100304"/>
                  </a:lnTo>
                  <a:close/>
                </a:path>
                <a:path w="1111885" h="144144">
                  <a:moveTo>
                    <a:pt x="366966" y="98082"/>
                  </a:moveTo>
                  <a:lnTo>
                    <a:pt x="366356" y="93179"/>
                  </a:lnTo>
                  <a:lnTo>
                    <a:pt x="354457" y="94665"/>
                  </a:lnTo>
                  <a:lnTo>
                    <a:pt x="355066" y="99568"/>
                  </a:lnTo>
                  <a:lnTo>
                    <a:pt x="366966" y="98082"/>
                  </a:lnTo>
                  <a:close/>
                </a:path>
                <a:path w="1111885" h="144144">
                  <a:moveTo>
                    <a:pt x="384695" y="95859"/>
                  </a:moveTo>
                  <a:lnTo>
                    <a:pt x="384086" y="90957"/>
                  </a:lnTo>
                  <a:lnTo>
                    <a:pt x="372186" y="92456"/>
                  </a:lnTo>
                  <a:lnTo>
                    <a:pt x="372795" y="97358"/>
                  </a:lnTo>
                  <a:lnTo>
                    <a:pt x="384695" y="95859"/>
                  </a:lnTo>
                  <a:close/>
                </a:path>
                <a:path w="1111885" h="144144">
                  <a:moveTo>
                    <a:pt x="402412" y="93649"/>
                  </a:moveTo>
                  <a:lnTo>
                    <a:pt x="401802" y="88747"/>
                  </a:lnTo>
                  <a:lnTo>
                    <a:pt x="389902" y="90233"/>
                  </a:lnTo>
                  <a:lnTo>
                    <a:pt x="390512" y="95135"/>
                  </a:lnTo>
                  <a:lnTo>
                    <a:pt x="402412" y="93649"/>
                  </a:lnTo>
                  <a:close/>
                </a:path>
                <a:path w="1111885" h="144144">
                  <a:moveTo>
                    <a:pt x="420141" y="91427"/>
                  </a:moveTo>
                  <a:lnTo>
                    <a:pt x="419531" y="86525"/>
                  </a:lnTo>
                  <a:lnTo>
                    <a:pt x="407619" y="88011"/>
                  </a:lnTo>
                  <a:lnTo>
                    <a:pt x="408241" y="92913"/>
                  </a:lnTo>
                  <a:lnTo>
                    <a:pt x="420141" y="91427"/>
                  </a:lnTo>
                  <a:close/>
                </a:path>
                <a:path w="1111885" h="144144">
                  <a:moveTo>
                    <a:pt x="437857" y="89204"/>
                  </a:moveTo>
                  <a:lnTo>
                    <a:pt x="437248" y="84302"/>
                  </a:lnTo>
                  <a:lnTo>
                    <a:pt x="425348" y="85788"/>
                  </a:lnTo>
                  <a:lnTo>
                    <a:pt x="425958" y="90703"/>
                  </a:lnTo>
                  <a:lnTo>
                    <a:pt x="437857" y="89204"/>
                  </a:lnTo>
                  <a:close/>
                </a:path>
                <a:path w="1111885" h="144144">
                  <a:moveTo>
                    <a:pt x="455587" y="86995"/>
                  </a:moveTo>
                  <a:lnTo>
                    <a:pt x="454977" y="82092"/>
                  </a:lnTo>
                  <a:lnTo>
                    <a:pt x="443064" y="83566"/>
                  </a:lnTo>
                  <a:lnTo>
                    <a:pt x="443687" y="88480"/>
                  </a:lnTo>
                  <a:lnTo>
                    <a:pt x="455587" y="86995"/>
                  </a:lnTo>
                  <a:close/>
                </a:path>
                <a:path w="1111885" h="144144">
                  <a:moveTo>
                    <a:pt x="473316" y="84772"/>
                  </a:moveTo>
                  <a:lnTo>
                    <a:pt x="472694" y="79870"/>
                  </a:lnTo>
                  <a:lnTo>
                    <a:pt x="460794" y="81356"/>
                  </a:lnTo>
                  <a:lnTo>
                    <a:pt x="461403" y="86258"/>
                  </a:lnTo>
                  <a:lnTo>
                    <a:pt x="473316" y="84772"/>
                  </a:lnTo>
                  <a:close/>
                </a:path>
                <a:path w="1111885" h="144144">
                  <a:moveTo>
                    <a:pt x="491032" y="82550"/>
                  </a:moveTo>
                  <a:lnTo>
                    <a:pt x="490410" y="77647"/>
                  </a:lnTo>
                  <a:lnTo>
                    <a:pt x="478510" y="79146"/>
                  </a:lnTo>
                  <a:lnTo>
                    <a:pt x="479132" y="84035"/>
                  </a:lnTo>
                  <a:lnTo>
                    <a:pt x="491032" y="82550"/>
                  </a:lnTo>
                  <a:close/>
                </a:path>
                <a:path w="1111885" h="144144">
                  <a:moveTo>
                    <a:pt x="508762" y="80340"/>
                  </a:moveTo>
                  <a:lnTo>
                    <a:pt x="508139" y="75425"/>
                  </a:lnTo>
                  <a:lnTo>
                    <a:pt x="496239" y="76923"/>
                  </a:lnTo>
                  <a:lnTo>
                    <a:pt x="496849" y="81826"/>
                  </a:lnTo>
                  <a:lnTo>
                    <a:pt x="508762" y="80340"/>
                  </a:lnTo>
                  <a:close/>
                </a:path>
                <a:path w="1111885" h="144144">
                  <a:moveTo>
                    <a:pt x="526478" y="78117"/>
                  </a:moveTo>
                  <a:lnTo>
                    <a:pt x="525868" y="73202"/>
                  </a:lnTo>
                  <a:lnTo>
                    <a:pt x="513969" y="74701"/>
                  </a:lnTo>
                  <a:lnTo>
                    <a:pt x="514578" y="79603"/>
                  </a:lnTo>
                  <a:lnTo>
                    <a:pt x="526478" y="78117"/>
                  </a:lnTo>
                  <a:close/>
                </a:path>
                <a:path w="1111885" h="144144">
                  <a:moveTo>
                    <a:pt x="544195" y="75895"/>
                  </a:moveTo>
                  <a:lnTo>
                    <a:pt x="543585" y="70993"/>
                  </a:lnTo>
                  <a:lnTo>
                    <a:pt x="531685" y="72478"/>
                  </a:lnTo>
                  <a:lnTo>
                    <a:pt x="532295" y="77393"/>
                  </a:lnTo>
                  <a:lnTo>
                    <a:pt x="544195" y="75895"/>
                  </a:lnTo>
                  <a:close/>
                </a:path>
                <a:path w="1111885" h="144144">
                  <a:moveTo>
                    <a:pt x="561924" y="73672"/>
                  </a:moveTo>
                  <a:lnTo>
                    <a:pt x="561314" y="68783"/>
                  </a:lnTo>
                  <a:lnTo>
                    <a:pt x="549414" y="70256"/>
                  </a:lnTo>
                  <a:lnTo>
                    <a:pt x="550024" y="75171"/>
                  </a:lnTo>
                  <a:lnTo>
                    <a:pt x="561924" y="73672"/>
                  </a:lnTo>
                  <a:close/>
                </a:path>
                <a:path w="1111885" h="144144">
                  <a:moveTo>
                    <a:pt x="579640" y="71462"/>
                  </a:moveTo>
                  <a:lnTo>
                    <a:pt x="579031" y="66560"/>
                  </a:lnTo>
                  <a:lnTo>
                    <a:pt x="567131" y="68046"/>
                  </a:lnTo>
                  <a:lnTo>
                    <a:pt x="567740" y="72948"/>
                  </a:lnTo>
                  <a:lnTo>
                    <a:pt x="579640" y="71462"/>
                  </a:lnTo>
                  <a:close/>
                </a:path>
                <a:path w="1111885" h="144144">
                  <a:moveTo>
                    <a:pt x="597369" y="69240"/>
                  </a:moveTo>
                  <a:lnTo>
                    <a:pt x="596760" y="64338"/>
                  </a:lnTo>
                  <a:lnTo>
                    <a:pt x="584860" y="65824"/>
                  </a:lnTo>
                  <a:lnTo>
                    <a:pt x="585470" y="70726"/>
                  </a:lnTo>
                  <a:lnTo>
                    <a:pt x="597369" y="69240"/>
                  </a:lnTo>
                  <a:close/>
                </a:path>
                <a:path w="1111885" h="144144">
                  <a:moveTo>
                    <a:pt x="615099" y="67030"/>
                  </a:moveTo>
                  <a:lnTo>
                    <a:pt x="614476" y="62115"/>
                  </a:lnTo>
                  <a:lnTo>
                    <a:pt x="602576" y="63601"/>
                  </a:lnTo>
                  <a:lnTo>
                    <a:pt x="603186" y="68516"/>
                  </a:lnTo>
                  <a:lnTo>
                    <a:pt x="615099" y="67030"/>
                  </a:lnTo>
                  <a:close/>
                </a:path>
                <a:path w="1111885" h="144144">
                  <a:moveTo>
                    <a:pt x="632815" y="64808"/>
                  </a:moveTo>
                  <a:lnTo>
                    <a:pt x="632206" y="59893"/>
                  </a:lnTo>
                  <a:lnTo>
                    <a:pt x="620306" y="61379"/>
                  </a:lnTo>
                  <a:lnTo>
                    <a:pt x="620915" y="66294"/>
                  </a:lnTo>
                  <a:lnTo>
                    <a:pt x="632815" y="64808"/>
                  </a:lnTo>
                  <a:close/>
                </a:path>
                <a:path w="1111885" h="144144">
                  <a:moveTo>
                    <a:pt x="650544" y="62585"/>
                  </a:moveTo>
                  <a:lnTo>
                    <a:pt x="649922" y="57683"/>
                  </a:lnTo>
                  <a:lnTo>
                    <a:pt x="638022" y="59169"/>
                  </a:lnTo>
                  <a:lnTo>
                    <a:pt x="638632" y="64071"/>
                  </a:lnTo>
                  <a:lnTo>
                    <a:pt x="650544" y="62585"/>
                  </a:lnTo>
                  <a:close/>
                </a:path>
                <a:path w="1111885" h="144144">
                  <a:moveTo>
                    <a:pt x="668261" y="60363"/>
                  </a:moveTo>
                  <a:lnTo>
                    <a:pt x="667651" y="55460"/>
                  </a:lnTo>
                  <a:lnTo>
                    <a:pt x="655751" y="56959"/>
                  </a:lnTo>
                  <a:lnTo>
                    <a:pt x="656361" y="61849"/>
                  </a:lnTo>
                  <a:lnTo>
                    <a:pt x="668261" y="60363"/>
                  </a:lnTo>
                  <a:close/>
                </a:path>
                <a:path w="1111885" h="144144">
                  <a:moveTo>
                    <a:pt x="685990" y="58153"/>
                  </a:moveTo>
                  <a:lnTo>
                    <a:pt x="685368" y="53238"/>
                  </a:lnTo>
                  <a:lnTo>
                    <a:pt x="673468" y="54737"/>
                  </a:lnTo>
                  <a:lnTo>
                    <a:pt x="674077" y="59626"/>
                  </a:lnTo>
                  <a:lnTo>
                    <a:pt x="685990" y="58153"/>
                  </a:lnTo>
                  <a:close/>
                </a:path>
                <a:path w="1111885" h="144144">
                  <a:moveTo>
                    <a:pt x="703707" y="55930"/>
                  </a:moveTo>
                  <a:lnTo>
                    <a:pt x="703097" y="51028"/>
                  </a:lnTo>
                  <a:lnTo>
                    <a:pt x="691197" y="52514"/>
                  </a:lnTo>
                  <a:lnTo>
                    <a:pt x="691807" y="57416"/>
                  </a:lnTo>
                  <a:lnTo>
                    <a:pt x="703707" y="55930"/>
                  </a:lnTo>
                  <a:close/>
                </a:path>
                <a:path w="1111885" h="144144">
                  <a:moveTo>
                    <a:pt x="721436" y="53708"/>
                  </a:moveTo>
                  <a:lnTo>
                    <a:pt x="720813" y="48806"/>
                  </a:lnTo>
                  <a:lnTo>
                    <a:pt x="708914" y="50292"/>
                  </a:lnTo>
                  <a:lnTo>
                    <a:pt x="709523" y="55206"/>
                  </a:lnTo>
                  <a:lnTo>
                    <a:pt x="721436" y="53708"/>
                  </a:lnTo>
                  <a:close/>
                </a:path>
                <a:path w="1111885" h="144144">
                  <a:moveTo>
                    <a:pt x="739152" y="51485"/>
                  </a:moveTo>
                  <a:lnTo>
                    <a:pt x="738543" y="46596"/>
                  </a:lnTo>
                  <a:lnTo>
                    <a:pt x="726630" y="48069"/>
                  </a:lnTo>
                  <a:lnTo>
                    <a:pt x="727252" y="52984"/>
                  </a:lnTo>
                  <a:lnTo>
                    <a:pt x="739152" y="51485"/>
                  </a:lnTo>
                  <a:close/>
                </a:path>
                <a:path w="1111885" h="144144">
                  <a:moveTo>
                    <a:pt x="756881" y="49263"/>
                  </a:moveTo>
                  <a:lnTo>
                    <a:pt x="756272" y="44373"/>
                  </a:lnTo>
                  <a:lnTo>
                    <a:pt x="744359" y="45859"/>
                  </a:lnTo>
                  <a:lnTo>
                    <a:pt x="744982" y="50761"/>
                  </a:lnTo>
                  <a:lnTo>
                    <a:pt x="756881" y="49263"/>
                  </a:lnTo>
                  <a:close/>
                </a:path>
                <a:path w="1111885" h="144144">
                  <a:moveTo>
                    <a:pt x="774598" y="47053"/>
                  </a:moveTo>
                  <a:lnTo>
                    <a:pt x="773988" y="42151"/>
                  </a:lnTo>
                  <a:lnTo>
                    <a:pt x="762088" y="43637"/>
                  </a:lnTo>
                  <a:lnTo>
                    <a:pt x="762698" y="48539"/>
                  </a:lnTo>
                  <a:lnTo>
                    <a:pt x="774598" y="47053"/>
                  </a:lnTo>
                  <a:close/>
                </a:path>
                <a:path w="1111885" h="144144">
                  <a:moveTo>
                    <a:pt x="792327" y="44843"/>
                  </a:moveTo>
                  <a:lnTo>
                    <a:pt x="791705" y="39928"/>
                  </a:lnTo>
                  <a:lnTo>
                    <a:pt x="779805" y="41427"/>
                  </a:lnTo>
                  <a:lnTo>
                    <a:pt x="780415" y="46316"/>
                  </a:lnTo>
                  <a:lnTo>
                    <a:pt x="792327" y="44843"/>
                  </a:lnTo>
                  <a:close/>
                </a:path>
                <a:path w="1111885" h="144144">
                  <a:moveTo>
                    <a:pt x="810044" y="42621"/>
                  </a:moveTo>
                  <a:lnTo>
                    <a:pt x="809434" y="37706"/>
                  </a:lnTo>
                  <a:lnTo>
                    <a:pt x="797534" y="39204"/>
                  </a:lnTo>
                  <a:lnTo>
                    <a:pt x="798144" y="44107"/>
                  </a:lnTo>
                  <a:lnTo>
                    <a:pt x="810044" y="42621"/>
                  </a:lnTo>
                  <a:close/>
                </a:path>
                <a:path w="1111885" h="144144">
                  <a:moveTo>
                    <a:pt x="827773" y="40398"/>
                  </a:moveTo>
                  <a:lnTo>
                    <a:pt x="827151" y="35496"/>
                  </a:lnTo>
                  <a:lnTo>
                    <a:pt x="815251" y="36982"/>
                  </a:lnTo>
                  <a:lnTo>
                    <a:pt x="815860" y="41884"/>
                  </a:lnTo>
                  <a:lnTo>
                    <a:pt x="827773" y="40398"/>
                  </a:lnTo>
                  <a:close/>
                </a:path>
                <a:path w="1111885" h="144144">
                  <a:moveTo>
                    <a:pt x="845489" y="38176"/>
                  </a:moveTo>
                  <a:lnTo>
                    <a:pt x="844880" y="33274"/>
                  </a:lnTo>
                  <a:lnTo>
                    <a:pt x="832980" y="34772"/>
                  </a:lnTo>
                  <a:lnTo>
                    <a:pt x="833589" y="39662"/>
                  </a:lnTo>
                  <a:lnTo>
                    <a:pt x="845489" y="38176"/>
                  </a:lnTo>
                  <a:close/>
                </a:path>
                <a:path w="1111885" h="144144">
                  <a:moveTo>
                    <a:pt x="863219" y="35966"/>
                  </a:moveTo>
                  <a:lnTo>
                    <a:pt x="862596" y="31064"/>
                  </a:lnTo>
                  <a:lnTo>
                    <a:pt x="850696" y="32550"/>
                  </a:lnTo>
                  <a:lnTo>
                    <a:pt x="851306" y="37452"/>
                  </a:lnTo>
                  <a:lnTo>
                    <a:pt x="863219" y="35966"/>
                  </a:lnTo>
                  <a:close/>
                </a:path>
                <a:path w="1111885" h="144144">
                  <a:moveTo>
                    <a:pt x="880935" y="33743"/>
                  </a:moveTo>
                  <a:lnTo>
                    <a:pt x="880325" y="28841"/>
                  </a:lnTo>
                  <a:lnTo>
                    <a:pt x="868426" y="30327"/>
                  </a:lnTo>
                  <a:lnTo>
                    <a:pt x="869035" y="35229"/>
                  </a:lnTo>
                  <a:lnTo>
                    <a:pt x="880935" y="33743"/>
                  </a:lnTo>
                  <a:close/>
                </a:path>
                <a:path w="1111885" h="144144">
                  <a:moveTo>
                    <a:pt x="898664" y="31521"/>
                  </a:moveTo>
                  <a:lnTo>
                    <a:pt x="898055" y="26619"/>
                  </a:lnTo>
                  <a:lnTo>
                    <a:pt x="886142" y="28105"/>
                  </a:lnTo>
                  <a:lnTo>
                    <a:pt x="886764" y="33020"/>
                  </a:lnTo>
                  <a:lnTo>
                    <a:pt x="898664" y="31521"/>
                  </a:lnTo>
                  <a:close/>
                </a:path>
                <a:path w="1111885" h="144144">
                  <a:moveTo>
                    <a:pt x="916381" y="29298"/>
                  </a:moveTo>
                  <a:lnTo>
                    <a:pt x="915771" y="24396"/>
                  </a:lnTo>
                  <a:lnTo>
                    <a:pt x="903871" y="25882"/>
                  </a:lnTo>
                  <a:lnTo>
                    <a:pt x="904481" y="30797"/>
                  </a:lnTo>
                  <a:lnTo>
                    <a:pt x="916381" y="29298"/>
                  </a:lnTo>
                  <a:close/>
                </a:path>
                <a:path w="1111885" h="144144">
                  <a:moveTo>
                    <a:pt x="934110" y="27089"/>
                  </a:moveTo>
                  <a:lnTo>
                    <a:pt x="933500" y="22186"/>
                  </a:lnTo>
                  <a:lnTo>
                    <a:pt x="921588" y="23672"/>
                  </a:lnTo>
                  <a:lnTo>
                    <a:pt x="922210" y="28575"/>
                  </a:lnTo>
                  <a:lnTo>
                    <a:pt x="934110" y="27089"/>
                  </a:lnTo>
                  <a:close/>
                </a:path>
                <a:path w="1111885" h="144144">
                  <a:moveTo>
                    <a:pt x="951826" y="24866"/>
                  </a:moveTo>
                  <a:lnTo>
                    <a:pt x="951217" y="19964"/>
                  </a:lnTo>
                  <a:lnTo>
                    <a:pt x="939317" y="21450"/>
                  </a:lnTo>
                  <a:lnTo>
                    <a:pt x="939927" y="26352"/>
                  </a:lnTo>
                  <a:lnTo>
                    <a:pt x="951826" y="24866"/>
                  </a:lnTo>
                  <a:close/>
                </a:path>
                <a:path w="1111885" h="144144">
                  <a:moveTo>
                    <a:pt x="969556" y="22656"/>
                  </a:moveTo>
                  <a:lnTo>
                    <a:pt x="968946" y="17741"/>
                  </a:lnTo>
                  <a:lnTo>
                    <a:pt x="957033" y="19227"/>
                  </a:lnTo>
                  <a:lnTo>
                    <a:pt x="957656" y="24130"/>
                  </a:lnTo>
                  <a:lnTo>
                    <a:pt x="969556" y="22656"/>
                  </a:lnTo>
                  <a:close/>
                </a:path>
                <a:path w="1111885" h="144144">
                  <a:moveTo>
                    <a:pt x="987272" y="20434"/>
                  </a:moveTo>
                  <a:lnTo>
                    <a:pt x="986663" y="15519"/>
                  </a:lnTo>
                  <a:lnTo>
                    <a:pt x="974750" y="17018"/>
                  </a:lnTo>
                  <a:lnTo>
                    <a:pt x="975372" y="21920"/>
                  </a:lnTo>
                  <a:lnTo>
                    <a:pt x="987272" y="20434"/>
                  </a:lnTo>
                  <a:close/>
                </a:path>
                <a:path w="1111885" h="144144">
                  <a:moveTo>
                    <a:pt x="1005001" y="18211"/>
                  </a:moveTo>
                  <a:lnTo>
                    <a:pt x="1004392" y="13309"/>
                  </a:lnTo>
                  <a:lnTo>
                    <a:pt x="992492" y="14795"/>
                  </a:lnTo>
                  <a:lnTo>
                    <a:pt x="993101" y="19697"/>
                  </a:lnTo>
                  <a:lnTo>
                    <a:pt x="1005001" y="18211"/>
                  </a:lnTo>
                  <a:close/>
                </a:path>
                <a:path w="1111885" h="144144">
                  <a:moveTo>
                    <a:pt x="1022718" y="15989"/>
                  </a:moveTo>
                  <a:lnTo>
                    <a:pt x="1022108" y="11087"/>
                  </a:lnTo>
                  <a:lnTo>
                    <a:pt x="1010208" y="12573"/>
                  </a:lnTo>
                  <a:lnTo>
                    <a:pt x="1010818" y="17487"/>
                  </a:lnTo>
                  <a:lnTo>
                    <a:pt x="1022718" y="15989"/>
                  </a:lnTo>
                  <a:close/>
                </a:path>
                <a:path w="1111885" h="144144">
                  <a:moveTo>
                    <a:pt x="1040447" y="13766"/>
                  </a:moveTo>
                  <a:lnTo>
                    <a:pt x="1039825" y="8877"/>
                  </a:lnTo>
                  <a:lnTo>
                    <a:pt x="1027925" y="10363"/>
                  </a:lnTo>
                  <a:lnTo>
                    <a:pt x="1028534" y="15265"/>
                  </a:lnTo>
                  <a:lnTo>
                    <a:pt x="1040447" y="13766"/>
                  </a:lnTo>
                  <a:close/>
                </a:path>
                <a:path w="1111885" h="144144">
                  <a:moveTo>
                    <a:pt x="1058164" y="11557"/>
                  </a:moveTo>
                  <a:lnTo>
                    <a:pt x="1057554" y="6654"/>
                  </a:lnTo>
                  <a:lnTo>
                    <a:pt x="1045654" y="8140"/>
                  </a:lnTo>
                  <a:lnTo>
                    <a:pt x="1046264" y="13042"/>
                  </a:lnTo>
                  <a:lnTo>
                    <a:pt x="1058164" y="11557"/>
                  </a:lnTo>
                  <a:close/>
                </a:path>
                <a:path w="1111885" h="144144">
                  <a:moveTo>
                    <a:pt x="1075893" y="9334"/>
                  </a:moveTo>
                  <a:lnTo>
                    <a:pt x="1075283" y="4432"/>
                  </a:lnTo>
                  <a:lnTo>
                    <a:pt x="1063371" y="5918"/>
                  </a:lnTo>
                  <a:lnTo>
                    <a:pt x="1063980" y="10833"/>
                  </a:lnTo>
                  <a:lnTo>
                    <a:pt x="1075893" y="9334"/>
                  </a:lnTo>
                  <a:close/>
                </a:path>
                <a:path w="1111885" h="144144">
                  <a:moveTo>
                    <a:pt x="1093609" y="7124"/>
                  </a:moveTo>
                  <a:lnTo>
                    <a:pt x="1093000" y="2209"/>
                  </a:lnTo>
                  <a:lnTo>
                    <a:pt x="1081100" y="3695"/>
                  </a:lnTo>
                  <a:lnTo>
                    <a:pt x="1081709" y="8610"/>
                  </a:lnTo>
                  <a:lnTo>
                    <a:pt x="1093609" y="7124"/>
                  </a:lnTo>
                  <a:close/>
                </a:path>
                <a:path w="1111885" h="144144">
                  <a:moveTo>
                    <a:pt x="1111338" y="4902"/>
                  </a:moveTo>
                  <a:lnTo>
                    <a:pt x="1110729" y="0"/>
                  </a:lnTo>
                  <a:lnTo>
                    <a:pt x="1098816" y="1485"/>
                  </a:lnTo>
                  <a:lnTo>
                    <a:pt x="1099439" y="6388"/>
                  </a:lnTo>
                  <a:lnTo>
                    <a:pt x="1111338" y="4902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" name="object 12"/>
            <p:cNvSpPr/>
            <p:nvPr/>
          </p:nvSpPr>
          <p:spPr>
            <a:xfrm>
              <a:off x="1079093" y="755129"/>
              <a:ext cx="966469" cy="91440"/>
            </a:xfrm>
            <a:custGeom>
              <a:avLst/>
              <a:gdLst/>
              <a:ahLst/>
              <a:cxnLst/>
              <a:rect l="l" t="t" r="r" b="b"/>
              <a:pathLst>
                <a:path w="966469" h="91440">
                  <a:moveTo>
                    <a:pt x="13614" y="622"/>
                  </a:moveTo>
                  <a:lnTo>
                    <a:pt x="228" y="0"/>
                  </a:lnTo>
                  <a:lnTo>
                    <a:pt x="0" y="4953"/>
                  </a:lnTo>
                  <a:lnTo>
                    <a:pt x="13385" y="5549"/>
                  </a:lnTo>
                  <a:lnTo>
                    <a:pt x="13614" y="622"/>
                  </a:lnTo>
                  <a:close/>
                </a:path>
                <a:path w="966469" h="91440">
                  <a:moveTo>
                    <a:pt x="36512" y="90766"/>
                  </a:moveTo>
                  <a:lnTo>
                    <a:pt x="36347" y="85813"/>
                  </a:lnTo>
                  <a:lnTo>
                    <a:pt x="23342" y="86245"/>
                  </a:lnTo>
                  <a:lnTo>
                    <a:pt x="23495" y="91173"/>
                  </a:lnTo>
                  <a:lnTo>
                    <a:pt x="36512" y="90766"/>
                  </a:lnTo>
                  <a:close/>
                </a:path>
                <a:path w="966469" h="91440">
                  <a:moveTo>
                    <a:pt x="55880" y="90131"/>
                  </a:moveTo>
                  <a:lnTo>
                    <a:pt x="55714" y="85191"/>
                  </a:lnTo>
                  <a:lnTo>
                    <a:pt x="42710" y="85623"/>
                  </a:lnTo>
                  <a:lnTo>
                    <a:pt x="42875" y="90551"/>
                  </a:lnTo>
                  <a:lnTo>
                    <a:pt x="55880" y="90131"/>
                  </a:lnTo>
                  <a:close/>
                </a:path>
                <a:path w="966469" h="91440">
                  <a:moveTo>
                    <a:pt x="75247" y="89509"/>
                  </a:moveTo>
                  <a:lnTo>
                    <a:pt x="75082" y="84569"/>
                  </a:lnTo>
                  <a:lnTo>
                    <a:pt x="62077" y="84988"/>
                  </a:lnTo>
                  <a:lnTo>
                    <a:pt x="62230" y="89928"/>
                  </a:lnTo>
                  <a:lnTo>
                    <a:pt x="75247" y="89509"/>
                  </a:lnTo>
                  <a:close/>
                </a:path>
                <a:path w="966469" h="91440">
                  <a:moveTo>
                    <a:pt x="93395" y="4229"/>
                  </a:moveTo>
                  <a:lnTo>
                    <a:pt x="80010" y="3606"/>
                  </a:lnTo>
                  <a:lnTo>
                    <a:pt x="79768" y="8559"/>
                  </a:lnTo>
                  <a:lnTo>
                    <a:pt x="93167" y="9169"/>
                  </a:lnTo>
                  <a:lnTo>
                    <a:pt x="93395" y="4229"/>
                  </a:lnTo>
                  <a:close/>
                </a:path>
                <a:path w="966469" h="91440">
                  <a:moveTo>
                    <a:pt x="94615" y="88887"/>
                  </a:moveTo>
                  <a:lnTo>
                    <a:pt x="94449" y="83947"/>
                  </a:lnTo>
                  <a:lnTo>
                    <a:pt x="81445" y="84366"/>
                  </a:lnTo>
                  <a:lnTo>
                    <a:pt x="81610" y="89306"/>
                  </a:lnTo>
                  <a:lnTo>
                    <a:pt x="94615" y="88887"/>
                  </a:lnTo>
                  <a:close/>
                </a:path>
                <a:path w="966469" h="91440">
                  <a:moveTo>
                    <a:pt x="113347" y="5130"/>
                  </a:moveTo>
                  <a:lnTo>
                    <a:pt x="99961" y="4521"/>
                  </a:lnTo>
                  <a:lnTo>
                    <a:pt x="99720" y="9461"/>
                  </a:lnTo>
                  <a:lnTo>
                    <a:pt x="113118" y="10071"/>
                  </a:lnTo>
                  <a:lnTo>
                    <a:pt x="113347" y="5130"/>
                  </a:lnTo>
                  <a:close/>
                </a:path>
                <a:path w="966469" h="91440">
                  <a:moveTo>
                    <a:pt x="113982" y="88265"/>
                  </a:moveTo>
                  <a:lnTo>
                    <a:pt x="113817" y="83312"/>
                  </a:lnTo>
                  <a:lnTo>
                    <a:pt x="100812" y="83731"/>
                  </a:lnTo>
                  <a:lnTo>
                    <a:pt x="100965" y="88684"/>
                  </a:lnTo>
                  <a:lnTo>
                    <a:pt x="113982" y="88265"/>
                  </a:lnTo>
                  <a:close/>
                </a:path>
                <a:path w="966469" h="91440">
                  <a:moveTo>
                    <a:pt x="133286" y="6032"/>
                  </a:moveTo>
                  <a:lnTo>
                    <a:pt x="119900" y="5422"/>
                  </a:lnTo>
                  <a:lnTo>
                    <a:pt x="119672" y="10363"/>
                  </a:lnTo>
                  <a:lnTo>
                    <a:pt x="133057" y="10972"/>
                  </a:lnTo>
                  <a:lnTo>
                    <a:pt x="133286" y="6032"/>
                  </a:lnTo>
                  <a:close/>
                </a:path>
                <a:path w="966469" h="91440">
                  <a:moveTo>
                    <a:pt x="133350" y="87630"/>
                  </a:moveTo>
                  <a:lnTo>
                    <a:pt x="133184" y="82689"/>
                  </a:lnTo>
                  <a:lnTo>
                    <a:pt x="120180" y="83108"/>
                  </a:lnTo>
                  <a:lnTo>
                    <a:pt x="120345" y="88049"/>
                  </a:lnTo>
                  <a:lnTo>
                    <a:pt x="133350" y="87630"/>
                  </a:lnTo>
                  <a:close/>
                </a:path>
                <a:path w="966469" h="91440">
                  <a:moveTo>
                    <a:pt x="152704" y="87007"/>
                  </a:moveTo>
                  <a:lnTo>
                    <a:pt x="152552" y="82067"/>
                  </a:lnTo>
                  <a:lnTo>
                    <a:pt x="139547" y="82486"/>
                  </a:lnTo>
                  <a:lnTo>
                    <a:pt x="139712" y="87426"/>
                  </a:lnTo>
                  <a:lnTo>
                    <a:pt x="152704" y="87007"/>
                  </a:lnTo>
                  <a:close/>
                </a:path>
                <a:path w="966469" h="91440">
                  <a:moveTo>
                    <a:pt x="153225" y="6934"/>
                  </a:moveTo>
                  <a:lnTo>
                    <a:pt x="139839" y="6324"/>
                  </a:lnTo>
                  <a:lnTo>
                    <a:pt x="139623" y="11277"/>
                  </a:lnTo>
                  <a:lnTo>
                    <a:pt x="153009" y="11874"/>
                  </a:lnTo>
                  <a:lnTo>
                    <a:pt x="153225" y="6934"/>
                  </a:lnTo>
                  <a:close/>
                </a:path>
                <a:path w="966469" h="91440">
                  <a:moveTo>
                    <a:pt x="172085" y="86372"/>
                  </a:moveTo>
                  <a:lnTo>
                    <a:pt x="171919" y="81445"/>
                  </a:lnTo>
                  <a:lnTo>
                    <a:pt x="158915" y="81864"/>
                  </a:lnTo>
                  <a:lnTo>
                    <a:pt x="159080" y="86804"/>
                  </a:lnTo>
                  <a:lnTo>
                    <a:pt x="172085" y="86372"/>
                  </a:lnTo>
                  <a:close/>
                </a:path>
                <a:path w="966469" h="91440">
                  <a:moveTo>
                    <a:pt x="173177" y="7835"/>
                  </a:moveTo>
                  <a:lnTo>
                    <a:pt x="159791" y="7226"/>
                  </a:lnTo>
                  <a:lnTo>
                    <a:pt x="159562" y="12166"/>
                  </a:lnTo>
                  <a:lnTo>
                    <a:pt x="172948" y="12776"/>
                  </a:lnTo>
                  <a:lnTo>
                    <a:pt x="173177" y="7835"/>
                  </a:lnTo>
                  <a:close/>
                </a:path>
                <a:path w="966469" h="91440">
                  <a:moveTo>
                    <a:pt x="191452" y="85750"/>
                  </a:moveTo>
                  <a:lnTo>
                    <a:pt x="191287" y="80810"/>
                  </a:lnTo>
                  <a:lnTo>
                    <a:pt x="178282" y="81229"/>
                  </a:lnTo>
                  <a:lnTo>
                    <a:pt x="178435" y="86182"/>
                  </a:lnTo>
                  <a:lnTo>
                    <a:pt x="191452" y="85750"/>
                  </a:lnTo>
                  <a:close/>
                </a:path>
                <a:path w="966469" h="91440">
                  <a:moveTo>
                    <a:pt x="193116" y="8750"/>
                  </a:moveTo>
                  <a:lnTo>
                    <a:pt x="179730" y="8128"/>
                  </a:lnTo>
                  <a:lnTo>
                    <a:pt x="179514" y="13081"/>
                  </a:lnTo>
                  <a:lnTo>
                    <a:pt x="192900" y="13677"/>
                  </a:lnTo>
                  <a:lnTo>
                    <a:pt x="193116" y="8750"/>
                  </a:lnTo>
                  <a:close/>
                </a:path>
                <a:path w="966469" h="91440">
                  <a:moveTo>
                    <a:pt x="210807" y="85128"/>
                  </a:moveTo>
                  <a:lnTo>
                    <a:pt x="210654" y="80187"/>
                  </a:lnTo>
                  <a:lnTo>
                    <a:pt x="197650" y="80606"/>
                  </a:lnTo>
                  <a:lnTo>
                    <a:pt x="197802" y="85547"/>
                  </a:lnTo>
                  <a:lnTo>
                    <a:pt x="210807" y="85128"/>
                  </a:lnTo>
                  <a:close/>
                </a:path>
                <a:path w="966469" h="91440">
                  <a:moveTo>
                    <a:pt x="213067" y="9639"/>
                  </a:moveTo>
                  <a:lnTo>
                    <a:pt x="199682" y="9042"/>
                  </a:lnTo>
                  <a:lnTo>
                    <a:pt x="199453" y="13982"/>
                  </a:lnTo>
                  <a:lnTo>
                    <a:pt x="212839" y="14592"/>
                  </a:lnTo>
                  <a:lnTo>
                    <a:pt x="213067" y="9639"/>
                  </a:lnTo>
                  <a:close/>
                </a:path>
                <a:path w="966469" h="91440">
                  <a:moveTo>
                    <a:pt x="230187" y="84505"/>
                  </a:moveTo>
                  <a:lnTo>
                    <a:pt x="230022" y="79552"/>
                  </a:lnTo>
                  <a:lnTo>
                    <a:pt x="217017" y="79984"/>
                  </a:lnTo>
                  <a:lnTo>
                    <a:pt x="217182" y="84924"/>
                  </a:lnTo>
                  <a:lnTo>
                    <a:pt x="230187" y="84505"/>
                  </a:lnTo>
                  <a:close/>
                </a:path>
                <a:path w="966469" h="91440">
                  <a:moveTo>
                    <a:pt x="233006" y="10553"/>
                  </a:moveTo>
                  <a:lnTo>
                    <a:pt x="219621" y="9931"/>
                  </a:lnTo>
                  <a:lnTo>
                    <a:pt x="219405" y="14884"/>
                  </a:lnTo>
                  <a:lnTo>
                    <a:pt x="232791" y="15481"/>
                  </a:lnTo>
                  <a:lnTo>
                    <a:pt x="233006" y="10553"/>
                  </a:lnTo>
                  <a:close/>
                </a:path>
                <a:path w="966469" h="91440">
                  <a:moveTo>
                    <a:pt x="249555" y="83870"/>
                  </a:moveTo>
                  <a:lnTo>
                    <a:pt x="249389" y="78930"/>
                  </a:lnTo>
                  <a:lnTo>
                    <a:pt x="236385" y="79362"/>
                  </a:lnTo>
                  <a:lnTo>
                    <a:pt x="236537" y="84289"/>
                  </a:lnTo>
                  <a:lnTo>
                    <a:pt x="249555" y="83870"/>
                  </a:lnTo>
                  <a:close/>
                </a:path>
                <a:path w="966469" h="91440">
                  <a:moveTo>
                    <a:pt x="252958" y="11455"/>
                  </a:moveTo>
                  <a:lnTo>
                    <a:pt x="239572" y="10845"/>
                  </a:lnTo>
                  <a:lnTo>
                    <a:pt x="239344" y="15786"/>
                  </a:lnTo>
                  <a:lnTo>
                    <a:pt x="252742" y="16383"/>
                  </a:lnTo>
                  <a:lnTo>
                    <a:pt x="252958" y="11455"/>
                  </a:lnTo>
                  <a:close/>
                </a:path>
                <a:path w="966469" h="91440">
                  <a:moveTo>
                    <a:pt x="268922" y="83248"/>
                  </a:moveTo>
                  <a:lnTo>
                    <a:pt x="268757" y="78308"/>
                  </a:lnTo>
                  <a:lnTo>
                    <a:pt x="255752" y="78727"/>
                  </a:lnTo>
                  <a:lnTo>
                    <a:pt x="255917" y="83667"/>
                  </a:lnTo>
                  <a:lnTo>
                    <a:pt x="268922" y="83248"/>
                  </a:lnTo>
                  <a:close/>
                </a:path>
                <a:path w="966469" h="91440">
                  <a:moveTo>
                    <a:pt x="272897" y="12344"/>
                  </a:moveTo>
                  <a:lnTo>
                    <a:pt x="259511" y="11734"/>
                  </a:lnTo>
                  <a:lnTo>
                    <a:pt x="259295" y="16687"/>
                  </a:lnTo>
                  <a:lnTo>
                    <a:pt x="272681" y="17297"/>
                  </a:lnTo>
                  <a:lnTo>
                    <a:pt x="272897" y="12344"/>
                  </a:lnTo>
                  <a:close/>
                </a:path>
                <a:path w="966469" h="91440">
                  <a:moveTo>
                    <a:pt x="288290" y="82626"/>
                  </a:moveTo>
                  <a:lnTo>
                    <a:pt x="288112" y="77685"/>
                  </a:lnTo>
                  <a:lnTo>
                    <a:pt x="275120" y="78105"/>
                  </a:lnTo>
                  <a:lnTo>
                    <a:pt x="275285" y="83045"/>
                  </a:lnTo>
                  <a:lnTo>
                    <a:pt x="288290" y="82626"/>
                  </a:lnTo>
                  <a:close/>
                </a:path>
                <a:path w="966469" h="91440">
                  <a:moveTo>
                    <a:pt x="292849" y="13258"/>
                  </a:moveTo>
                  <a:lnTo>
                    <a:pt x="279463" y="12649"/>
                  </a:lnTo>
                  <a:lnTo>
                    <a:pt x="279234" y="17602"/>
                  </a:lnTo>
                  <a:lnTo>
                    <a:pt x="292633" y="18186"/>
                  </a:lnTo>
                  <a:lnTo>
                    <a:pt x="292849" y="13258"/>
                  </a:lnTo>
                  <a:close/>
                </a:path>
                <a:path w="966469" h="91440">
                  <a:moveTo>
                    <a:pt x="307657" y="82003"/>
                  </a:moveTo>
                  <a:lnTo>
                    <a:pt x="307492" y="77050"/>
                  </a:lnTo>
                  <a:lnTo>
                    <a:pt x="294487" y="77470"/>
                  </a:lnTo>
                  <a:lnTo>
                    <a:pt x="294652" y="82423"/>
                  </a:lnTo>
                  <a:lnTo>
                    <a:pt x="307657" y="82003"/>
                  </a:lnTo>
                  <a:close/>
                </a:path>
                <a:path w="966469" h="91440">
                  <a:moveTo>
                    <a:pt x="312801" y="14160"/>
                  </a:moveTo>
                  <a:lnTo>
                    <a:pt x="299402" y="13550"/>
                  </a:lnTo>
                  <a:lnTo>
                    <a:pt x="299173" y="18491"/>
                  </a:lnTo>
                  <a:lnTo>
                    <a:pt x="312572" y="19100"/>
                  </a:lnTo>
                  <a:lnTo>
                    <a:pt x="312801" y="14160"/>
                  </a:lnTo>
                  <a:close/>
                </a:path>
                <a:path w="966469" h="91440">
                  <a:moveTo>
                    <a:pt x="327025" y="81368"/>
                  </a:moveTo>
                  <a:lnTo>
                    <a:pt x="326859" y="76428"/>
                  </a:lnTo>
                  <a:lnTo>
                    <a:pt x="313855" y="76847"/>
                  </a:lnTo>
                  <a:lnTo>
                    <a:pt x="314020" y="81788"/>
                  </a:lnTo>
                  <a:lnTo>
                    <a:pt x="327025" y="81368"/>
                  </a:lnTo>
                  <a:close/>
                </a:path>
                <a:path w="966469" h="91440">
                  <a:moveTo>
                    <a:pt x="332740" y="15062"/>
                  </a:moveTo>
                  <a:lnTo>
                    <a:pt x="319354" y="14452"/>
                  </a:lnTo>
                  <a:lnTo>
                    <a:pt x="319125" y="19405"/>
                  </a:lnTo>
                  <a:lnTo>
                    <a:pt x="332511" y="20002"/>
                  </a:lnTo>
                  <a:lnTo>
                    <a:pt x="332740" y="15062"/>
                  </a:lnTo>
                  <a:close/>
                </a:path>
                <a:path w="966469" h="91440">
                  <a:moveTo>
                    <a:pt x="346392" y="80746"/>
                  </a:moveTo>
                  <a:lnTo>
                    <a:pt x="346227" y="75806"/>
                  </a:lnTo>
                  <a:lnTo>
                    <a:pt x="333222" y="76225"/>
                  </a:lnTo>
                  <a:lnTo>
                    <a:pt x="333387" y="81165"/>
                  </a:lnTo>
                  <a:lnTo>
                    <a:pt x="346392" y="80746"/>
                  </a:lnTo>
                  <a:close/>
                </a:path>
                <a:path w="966469" h="91440">
                  <a:moveTo>
                    <a:pt x="352691" y="15963"/>
                  </a:moveTo>
                  <a:lnTo>
                    <a:pt x="339293" y="15354"/>
                  </a:lnTo>
                  <a:lnTo>
                    <a:pt x="339077" y="20294"/>
                  </a:lnTo>
                  <a:lnTo>
                    <a:pt x="352463" y="20904"/>
                  </a:lnTo>
                  <a:lnTo>
                    <a:pt x="352691" y="15963"/>
                  </a:lnTo>
                  <a:close/>
                </a:path>
                <a:path w="966469" h="91440">
                  <a:moveTo>
                    <a:pt x="365760" y="80111"/>
                  </a:moveTo>
                  <a:lnTo>
                    <a:pt x="365594" y="75184"/>
                  </a:lnTo>
                  <a:lnTo>
                    <a:pt x="352602" y="75603"/>
                  </a:lnTo>
                  <a:lnTo>
                    <a:pt x="352755" y="80543"/>
                  </a:lnTo>
                  <a:lnTo>
                    <a:pt x="365760" y="80111"/>
                  </a:lnTo>
                  <a:close/>
                </a:path>
                <a:path w="966469" h="91440">
                  <a:moveTo>
                    <a:pt x="372630" y="16865"/>
                  </a:moveTo>
                  <a:lnTo>
                    <a:pt x="359244" y="16256"/>
                  </a:lnTo>
                  <a:lnTo>
                    <a:pt x="359016" y="21209"/>
                  </a:lnTo>
                  <a:lnTo>
                    <a:pt x="372402" y="21805"/>
                  </a:lnTo>
                  <a:lnTo>
                    <a:pt x="372630" y="16865"/>
                  </a:lnTo>
                  <a:close/>
                </a:path>
                <a:path w="966469" h="91440">
                  <a:moveTo>
                    <a:pt x="385127" y="79489"/>
                  </a:moveTo>
                  <a:lnTo>
                    <a:pt x="384962" y="74561"/>
                  </a:lnTo>
                  <a:lnTo>
                    <a:pt x="371957" y="74968"/>
                  </a:lnTo>
                  <a:lnTo>
                    <a:pt x="372122" y="79908"/>
                  </a:lnTo>
                  <a:lnTo>
                    <a:pt x="385127" y="79489"/>
                  </a:lnTo>
                  <a:close/>
                </a:path>
                <a:path w="966469" h="91440">
                  <a:moveTo>
                    <a:pt x="392569" y="17780"/>
                  </a:moveTo>
                  <a:lnTo>
                    <a:pt x="379183" y="17170"/>
                  </a:lnTo>
                  <a:lnTo>
                    <a:pt x="378968" y="22110"/>
                  </a:lnTo>
                  <a:lnTo>
                    <a:pt x="392353" y="22707"/>
                  </a:lnTo>
                  <a:lnTo>
                    <a:pt x="392569" y="17780"/>
                  </a:lnTo>
                  <a:close/>
                </a:path>
                <a:path w="966469" h="91440">
                  <a:moveTo>
                    <a:pt x="404495" y="78867"/>
                  </a:moveTo>
                  <a:lnTo>
                    <a:pt x="404329" y="73926"/>
                  </a:lnTo>
                  <a:lnTo>
                    <a:pt x="391325" y="74345"/>
                  </a:lnTo>
                  <a:lnTo>
                    <a:pt x="391490" y="79286"/>
                  </a:lnTo>
                  <a:lnTo>
                    <a:pt x="404495" y="78867"/>
                  </a:lnTo>
                  <a:close/>
                </a:path>
                <a:path w="966469" h="91440">
                  <a:moveTo>
                    <a:pt x="412521" y="18669"/>
                  </a:moveTo>
                  <a:lnTo>
                    <a:pt x="399135" y="18059"/>
                  </a:lnTo>
                  <a:lnTo>
                    <a:pt x="398907" y="23012"/>
                  </a:lnTo>
                  <a:lnTo>
                    <a:pt x="412292" y="23609"/>
                  </a:lnTo>
                  <a:lnTo>
                    <a:pt x="412521" y="18669"/>
                  </a:lnTo>
                  <a:close/>
                </a:path>
                <a:path w="966469" h="91440">
                  <a:moveTo>
                    <a:pt x="423849" y="78244"/>
                  </a:moveTo>
                  <a:lnTo>
                    <a:pt x="423697" y="73291"/>
                  </a:lnTo>
                  <a:lnTo>
                    <a:pt x="410692" y="73723"/>
                  </a:lnTo>
                  <a:lnTo>
                    <a:pt x="410857" y="78663"/>
                  </a:lnTo>
                  <a:lnTo>
                    <a:pt x="423849" y="78244"/>
                  </a:lnTo>
                  <a:close/>
                </a:path>
                <a:path w="966469" h="91440">
                  <a:moveTo>
                    <a:pt x="432460" y="19583"/>
                  </a:moveTo>
                  <a:lnTo>
                    <a:pt x="419074" y="18973"/>
                  </a:lnTo>
                  <a:lnTo>
                    <a:pt x="418858" y="23914"/>
                  </a:lnTo>
                  <a:lnTo>
                    <a:pt x="432244" y="24511"/>
                  </a:lnTo>
                  <a:lnTo>
                    <a:pt x="432460" y="19583"/>
                  </a:lnTo>
                  <a:close/>
                </a:path>
                <a:path w="966469" h="91440">
                  <a:moveTo>
                    <a:pt x="443230" y="77622"/>
                  </a:moveTo>
                  <a:lnTo>
                    <a:pt x="443064" y="72669"/>
                  </a:lnTo>
                  <a:lnTo>
                    <a:pt x="430060" y="73101"/>
                  </a:lnTo>
                  <a:lnTo>
                    <a:pt x="430225" y="78028"/>
                  </a:lnTo>
                  <a:lnTo>
                    <a:pt x="443230" y="77622"/>
                  </a:lnTo>
                  <a:close/>
                </a:path>
                <a:path w="966469" h="91440">
                  <a:moveTo>
                    <a:pt x="452412" y="20472"/>
                  </a:moveTo>
                  <a:lnTo>
                    <a:pt x="439026" y="19875"/>
                  </a:lnTo>
                  <a:lnTo>
                    <a:pt x="438797" y="24815"/>
                  </a:lnTo>
                  <a:lnTo>
                    <a:pt x="452183" y="25425"/>
                  </a:lnTo>
                  <a:lnTo>
                    <a:pt x="452412" y="20472"/>
                  </a:lnTo>
                  <a:close/>
                </a:path>
                <a:path w="966469" h="91440">
                  <a:moveTo>
                    <a:pt x="462597" y="76987"/>
                  </a:moveTo>
                  <a:lnTo>
                    <a:pt x="462432" y="72047"/>
                  </a:lnTo>
                  <a:lnTo>
                    <a:pt x="449427" y="72478"/>
                  </a:lnTo>
                  <a:lnTo>
                    <a:pt x="449592" y="77406"/>
                  </a:lnTo>
                  <a:lnTo>
                    <a:pt x="462597" y="76987"/>
                  </a:lnTo>
                  <a:close/>
                </a:path>
                <a:path w="966469" h="91440">
                  <a:moveTo>
                    <a:pt x="472351" y="21386"/>
                  </a:moveTo>
                  <a:lnTo>
                    <a:pt x="458965" y="20777"/>
                  </a:lnTo>
                  <a:lnTo>
                    <a:pt x="458736" y="25730"/>
                  </a:lnTo>
                  <a:lnTo>
                    <a:pt x="472135" y="26314"/>
                  </a:lnTo>
                  <a:lnTo>
                    <a:pt x="472351" y="21386"/>
                  </a:lnTo>
                  <a:close/>
                </a:path>
                <a:path w="966469" h="91440">
                  <a:moveTo>
                    <a:pt x="481965" y="76365"/>
                  </a:moveTo>
                  <a:lnTo>
                    <a:pt x="481799" y="71424"/>
                  </a:lnTo>
                  <a:lnTo>
                    <a:pt x="468795" y="71843"/>
                  </a:lnTo>
                  <a:lnTo>
                    <a:pt x="468947" y="76784"/>
                  </a:lnTo>
                  <a:lnTo>
                    <a:pt x="481965" y="76365"/>
                  </a:lnTo>
                  <a:close/>
                </a:path>
                <a:path w="966469" h="91440">
                  <a:moveTo>
                    <a:pt x="492302" y="22288"/>
                  </a:moveTo>
                  <a:lnTo>
                    <a:pt x="478917" y="21678"/>
                  </a:lnTo>
                  <a:lnTo>
                    <a:pt x="478688" y="26619"/>
                  </a:lnTo>
                  <a:lnTo>
                    <a:pt x="492074" y="27228"/>
                  </a:lnTo>
                  <a:lnTo>
                    <a:pt x="492302" y="22288"/>
                  </a:lnTo>
                  <a:close/>
                </a:path>
                <a:path w="966469" h="91440">
                  <a:moveTo>
                    <a:pt x="501332" y="75742"/>
                  </a:moveTo>
                  <a:lnTo>
                    <a:pt x="501167" y="70789"/>
                  </a:lnTo>
                  <a:lnTo>
                    <a:pt x="488162" y="71208"/>
                  </a:lnTo>
                  <a:lnTo>
                    <a:pt x="488327" y="76161"/>
                  </a:lnTo>
                  <a:lnTo>
                    <a:pt x="501332" y="75742"/>
                  </a:lnTo>
                  <a:close/>
                </a:path>
                <a:path w="966469" h="91440">
                  <a:moveTo>
                    <a:pt x="520700" y="75107"/>
                  </a:moveTo>
                  <a:lnTo>
                    <a:pt x="520534" y="70167"/>
                  </a:lnTo>
                  <a:lnTo>
                    <a:pt x="507530" y="70586"/>
                  </a:lnTo>
                  <a:lnTo>
                    <a:pt x="507682" y="75539"/>
                  </a:lnTo>
                  <a:lnTo>
                    <a:pt x="520700" y="75107"/>
                  </a:lnTo>
                  <a:close/>
                </a:path>
                <a:path w="966469" h="91440">
                  <a:moveTo>
                    <a:pt x="540067" y="74485"/>
                  </a:moveTo>
                  <a:lnTo>
                    <a:pt x="539902" y="69545"/>
                  </a:lnTo>
                  <a:lnTo>
                    <a:pt x="526897" y="69964"/>
                  </a:lnTo>
                  <a:lnTo>
                    <a:pt x="527062" y="74904"/>
                  </a:lnTo>
                  <a:lnTo>
                    <a:pt x="540067" y="74485"/>
                  </a:lnTo>
                  <a:close/>
                </a:path>
                <a:path w="966469" h="91440">
                  <a:moveTo>
                    <a:pt x="559422" y="73850"/>
                  </a:moveTo>
                  <a:lnTo>
                    <a:pt x="559269" y="68922"/>
                  </a:lnTo>
                  <a:lnTo>
                    <a:pt x="546265" y="69342"/>
                  </a:lnTo>
                  <a:lnTo>
                    <a:pt x="546430" y="74282"/>
                  </a:lnTo>
                  <a:lnTo>
                    <a:pt x="559422" y="73850"/>
                  </a:lnTo>
                  <a:close/>
                </a:path>
                <a:path w="966469" h="91440">
                  <a:moveTo>
                    <a:pt x="578802" y="73228"/>
                  </a:moveTo>
                  <a:lnTo>
                    <a:pt x="578637" y="68300"/>
                  </a:lnTo>
                  <a:lnTo>
                    <a:pt x="565632" y="68707"/>
                  </a:lnTo>
                  <a:lnTo>
                    <a:pt x="565797" y="73647"/>
                  </a:lnTo>
                  <a:lnTo>
                    <a:pt x="578802" y="73228"/>
                  </a:lnTo>
                  <a:close/>
                </a:path>
                <a:path w="966469" h="91440">
                  <a:moveTo>
                    <a:pt x="598170" y="72605"/>
                  </a:moveTo>
                  <a:lnTo>
                    <a:pt x="598004" y="67665"/>
                  </a:lnTo>
                  <a:lnTo>
                    <a:pt x="585000" y="68084"/>
                  </a:lnTo>
                  <a:lnTo>
                    <a:pt x="585165" y="73025"/>
                  </a:lnTo>
                  <a:lnTo>
                    <a:pt x="598170" y="72605"/>
                  </a:lnTo>
                  <a:close/>
                </a:path>
                <a:path w="966469" h="91440">
                  <a:moveTo>
                    <a:pt x="617524" y="71983"/>
                  </a:moveTo>
                  <a:lnTo>
                    <a:pt x="617372" y="67030"/>
                  </a:lnTo>
                  <a:lnTo>
                    <a:pt x="604367" y="67462"/>
                  </a:lnTo>
                  <a:lnTo>
                    <a:pt x="604520" y="72402"/>
                  </a:lnTo>
                  <a:lnTo>
                    <a:pt x="617524" y="71983"/>
                  </a:lnTo>
                  <a:close/>
                </a:path>
                <a:path w="966469" h="91440">
                  <a:moveTo>
                    <a:pt x="636905" y="71361"/>
                  </a:moveTo>
                  <a:lnTo>
                    <a:pt x="636739" y="66408"/>
                  </a:lnTo>
                  <a:lnTo>
                    <a:pt x="623747" y="66840"/>
                  </a:lnTo>
                  <a:lnTo>
                    <a:pt x="623900" y="71767"/>
                  </a:lnTo>
                  <a:lnTo>
                    <a:pt x="636905" y="71361"/>
                  </a:lnTo>
                  <a:close/>
                </a:path>
                <a:path w="966469" h="91440">
                  <a:moveTo>
                    <a:pt x="656272" y="70726"/>
                  </a:moveTo>
                  <a:lnTo>
                    <a:pt x="656107" y="65786"/>
                  </a:lnTo>
                  <a:lnTo>
                    <a:pt x="643102" y="66205"/>
                  </a:lnTo>
                  <a:lnTo>
                    <a:pt x="643267" y="71145"/>
                  </a:lnTo>
                  <a:lnTo>
                    <a:pt x="656272" y="70726"/>
                  </a:lnTo>
                  <a:close/>
                </a:path>
                <a:path w="966469" h="91440">
                  <a:moveTo>
                    <a:pt x="675640" y="70104"/>
                  </a:moveTo>
                  <a:lnTo>
                    <a:pt x="675474" y="65163"/>
                  </a:lnTo>
                  <a:lnTo>
                    <a:pt x="662482" y="65582"/>
                  </a:lnTo>
                  <a:lnTo>
                    <a:pt x="662635" y="70523"/>
                  </a:lnTo>
                  <a:lnTo>
                    <a:pt x="675640" y="70104"/>
                  </a:lnTo>
                  <a:close/>
                </a:path>
                <a:path w="966469" h="91440">
                  <a:moveTo>
                    <a:pt x="695007" y="69469"/>
                  </a:moveTo>
                  <a:lnTo>
                    <a:pt x="694842" y="64541"/>
                  </a:lnTo>
                  <a:lnTo>
                    <a:pt x="681837" y="64947"/>
                  </a:lnTo>
                  <a:lnTo>
                    <a:pt x="682002" y="69900"/>
                  </a:lnTo>
                  <a:lnTo>
                    <a:pt x="695007" y="69469"/>
                  </a:lnTo>
                  <a:close/>
                </a:path>
                <a:path w="966469" h="91440">
                  <a:moveTo>
                    <a:pt x="714375" y="68846"/>
                  </a:moveTo>
                  <a:lnTo>
                    <a:pt x="714209" y="63906"/>
                  </a:lnTo>
                  <a:lnTo>
                    <a:pt x="701205" y="64325"/>
                  </a:lnTo>
                  <a:lnTo>
                    <a:pt x="701370" y="69278"/>
                  </a:lnTo>
                  <a:lnTo>
                    <a:pt x="714375" y="68846"/>
                  </a:lnTo>
                  <a:close/>
                </a:path>
                <a:path w="966469" h="91440">
                  <a:moveTo>
                    <a:pt x="733742" y="68224"/>
                  </a:moveTo>
                  <a:lnTo>
                    <a:pt x="733577" y="63284"/>
                  </a:lnTo>
                  <a:lnTo>
                    <a:pt x="720572" y="63703"/>
                  </a:lnTo>
                  <a:lnTo>
                    <a:pt x="720737" y="68643"/>
                  </a:lnTo>
                  <a:lnTo>
                    <a:pt x="733742" y="68224"/>
                  </a:lnTo>
                  <a:close/>
                </a:path>
                <a:path w="966469" h="91440">
                  <a:moveTo>
                    <a:pt x="753110" y="67602"/>
                  </a:moveTo>
                  <a:lnTo>
                    <a:pt x="752944" y="62661"/>
                  </a:lnTo>
                  <a:lnTo>
                    <a:pt x="739940" y="63080"/>
                  </a:lnTo>
                  <a:lnTo>
                    <a:pt x="740105" y="68021"/>
                  </a:lnTo>
                  <a:lnTo>
                    <a:pt x="753110" y="67602"/>
                  </a:lnTo>
                  <a:close/>
                </a:path>
                <a:path w="966469" h="91440">
                  <a:moveTo>
                    <a:pt x="772477" y="66967"/>
                  </a:moveTo>
                  <a:lnTo>
                    <a:pt x="772312" y="62026"/>
                  </a:lnTo>
                  <a:lnTo>
                    <a:pt x="759320" y="62458"/>
                  </a:lnTo>
                  <a:lnTo>
                    <a:pt x="759472" y="67386"/>
                  </a:lnTo>
                  <a:lnTo>
                    <a:pt x="772477" y="66967"/>
                  </a:lnTo>
                  <a:close/>
                </a:path>
                <a:path w="966469" h="91440">
                  <a:moveTo>
                    <a:pt x="791845" y="66344"/>
                  </a:moveTo>
                  <a:lnTo>
                    <a:pt x="791679" y="61404"/>
                  </a:lnTo>
                  <a:lnTo>
                    <a:pt x="778675" y="61823"/>
                  </a:lnTo>
                  <a:lnTo>
                    <a:pt x="778840" y="66763"/>
                  </a:lnTo>
                  <a:lnTo>
                    <a:pt x="791845" y="66344"/>
                  </a:lnTo>
                  <a:close/>
                </a:path>
                <a:path w="966469" h="91440">
                  <a:moveTo>
                    <a:pt x="811212" y="65722"/>
                  </a:moveTo>
                  <a:lnTo>
                    <a:pt x="811060" y="60769"/>
                  </a:lnTo>
                  <a:lnTo>
                    <a:pt x="798042" y="61201"/>
                  </a:lnTo>
                  <a:lnTo>
                    <a:pt x="798207" y="66141"/>
                  </a:lnTo>
                  <a:lnTo>
                    <a:pt x="811212" y="65722"/>
                  </a:lnTo>
                  <a:close/>
                </a:path>
                <a:path w="966469" h="91440">
                  <a:moveTo>
                    <a:pt x="830567" y="65100"/>
                  </a:moveTo>
                  <a:lnTo>
                    <a:pt x="830414" y="60147"/>
                  </a:lnTo>
                  <a:lnTo>
                    <a:pt x="817422" y="60579"/>
                  </a:lnTo>
                  <a:lnTo>
                    <a:pt x="817575" y="65506"/>
                  </a:lnTo>
                  <a:lnTo>
                    <a:pt x="830567" y="65100"/>
                  </a:lnTo>
                  <a:close/>
                </a:path>
                <a:path w="966469" h="91440">
                  <a:moveTo>
                    <a:pt x="849947" y="64465"/>
                  </a:moveTo>
                  <a:lnTo>
                    <a:pt x="849782" y="59524"/>
                  </a:lnTo>
                  <a:lnTo>
                    <a:pt x="836777" y="59944"/>
                  </a:lnTo>
                  <a:lnTo>
                    <a:pt x="836942" y="64884"/>
                  </a:lnTo>
                  <a:lnTo>
                    <a:pt x="849947" y="64465"/>
                  </a:lnTo>
                  <a:close/>
                </a:path>
                <a:path w="966469" h="91440">
                  <a:moveTo>
                    <a:pt x="869315" y="63830"/>
                  </a:moveTo>
                  <a:lnTo>
                    <a:pt x="869149" y="58902"/>
                  </a:lnTo>
                  <a:lnTo>
                    <a:pt x="856145" y="59321"/>
                  </a:lnTo>
                  <a:lnTo>
                    <a:pt x="856310" y="64262"/>
                  </a:lnTo>
                  <a:lnTo>
                    <a:pt x="869315" y="63830"/>
                  </a:lnTo>
                  <a:close/>
                </a:path>
                <a:path w="966469" h="91440">
                  <a:moveTo>
                    <a:pt x="888682" y="63207"/>
                  </a:moveTo>
                  <a:lnTo>
                    <a:pt x="888517" y="58280"/>
                  </a:lnTo>
                  <a:lnTo>
                    <a:pt x="875512" y="58686"/>
                  </a:lnTo>
                  <a:lnTo>
                    <a:pt x="875677" y="63639"/>
                  </a:lnTo>
                  <a:lnTo>
                    <a:pt x="888682" y="63207"/>
                  </a:lnTo>
                  <a:close/>
                </a:path>
                <a:path w="966469" h="91440">
                  <a:moveTo>
                    <a:pt x="908050" y="62585"/>
                  </a:moveTo>
                  <a:lnTo>
                    <a:pt x="907884" y="57645"/>
                  </a:lnTo>
                  <a:lnTo>
                    <a:pt x="894880" y="58064"/>
                  </a:lnTo>
                  <a:lnTo>
                    <a:pt x="895045" y="63017"/>
                  </a:lnTo>
                  <a:lnTo>
                    <a:pt x="908050" y="62585"/>
                  </a:lnTo>
                  <a:close/>
                </a:path>
                <a:path w="966469" h="91440">
                  <a:moveTo>
                    <a:pt x="927417" y="61963"/>
                  </a:moveTo>
                  <a:lnTo>
                    <a:pt x="927252" y="57023"/>
                  </a:lnTo>
                  <a:lnTo>
                    <a:pt x="914247" y="57442"/>
                  </a:lnTo>
                  <a:lnTo>
                    <a:pt x="914400" y="62382"/>
                  </a:lnTo>
                  <a:lnTo>
                    <a:pt x="927417" y="61963"/>
                  </a:lnTo>
                  <a:close/>
                </a:path>
                <a:path w="966469" h="91440">
                  <a:moveTo>
                    <a:pt x="946785" y="61341"/>
                  </a:moveTo>
                  <a:lnTo>
                    <a:pt x="946619" y="56388"/>
                  </a:lnTo>
                  <a:lnTo>
                    <a:pt x="933615" y="56819"/>
                  </a:lnTo>
                  <a:lnTo>
                    <a:pt x="933780" y="61747"/>
                  </a:lnTo>
                  <a:lnTo>
                    <a:pt x="946785" y="61341"/>
                  </a:lnTo>
                  <a:close/>
                </a:path>
                <a:path w="966469" h="91440">
                  <a:moveTo>
                    <a:pt x="966152" y="60706"/>
                  </a:moveTo>
                  <a:lnTo>
                    <a:pt x="965974" y="55765"/>
                  </a:lnTo>
                  <a:lnTo>
                    <a:pt x="952982" y="56197"/>
                  </a:lnTo>
                  <a:lnTo>
                    <a:pt x="953135" y="61125"/>
                  </a:lnTo>
                  <a:lnTo>
                    <a:pt x="966152" y="60706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" name="object 13"/>
            <p:cNvSpPr/>
            <p:nvPr/>
          </p:nvSpPr>
          <p:spPr>
            <a:xfrm>
              <a:off x="950226" y="713003"/>
              <a:ext cx="1100455" cy="91440"/>
            </a:xfrm>
            <a:custGeom>
              <a:avLst/>
              <a:gdLst/>
              <a:ahLst/>
              <a:cxnLst/>
              <a:rect l="l" t="t" r="r" b="b"/>
              <a:pathLst>
                <a:path w="1100455" h="91440">
                  <a:moveTo>
                    <a:pt x="13652" y="1054"/>
                  </a:moveTo>
                  <a:lnTo>
                    <a:pt x="381" y="0"/>
                  </a:lnTo>
                  <a:lnTo>
                    <a:pt x="0" y="4953"/>
                  </a:lnTo>
                  <a:lnTo>
                    <a:pt x="13258" y="5981"/>
                  </a:lnTo>
                  <a:lnTo>
                    <a:pt x="13652" y="1054"/>
                  </a:lnTo>
                  <a:close/>
                </a:path>
                <a:path w="1100455" h="91440">
                  <a:moveTo>
                    <a:pt x="33401" y="2590"/>
                  </a:moveTo>
                  <a:lnTo>
                    <a:pt x="20142" y="1549"/>
                  </a:lnTo>
                  <a:lnTo>
                    <a:pt x="19761" y="6489"/>
                  </a:lnTo>
                  <a:lnTo>
                    <a:pt x="33007" y="7518"/>
                  </a:lnTo>
                  <a:lnTo>
                    <a:pt x="33401" y="2590"/>
                  </a:lnTo>
                  <a:close/>
                </a:path>
                <a:path w="1100455" h="91440">
                  <a:moveTo>
                    <a:pt x="53149" y="4127"/>
                  </a:moveTo>
                  <a:lnTo>
                    <a:pt x="39890" y="3086"/>
                  </a:lnTo>
                  <a:lnTo>
                    <a:pt x="39497" y="8026"/>
                  </a:lnTo>
                  <a:lnTo>
                    <a:pt x="52768" y="9055"/>
                  </a:lnTo>
                  <a:lnTo>
                    <a:pt x="53149" y="4127"/>
                  </a:lnTo>
                  <a:close/>
                </a:path>
                <a:path w="1100455" h="91440">
                  <a:moveTo>
                    <a:pt x="72910" y="5676"/>
                  </a:moveTo>
                  <a:lnTo>
                    <a:pt x="59639" y="4635"/>
                  </a:lnTo>
                  <a:lnTo>
                    <a:pt x="59258" y="9563"/>
                  </a:lnTo>
                  <a:lnTo>
                    <a:pt x="72517" y="10604"/>
                  </a:lnTo>
                  <a:lnTo>
                    <a:pt x="72910" y="5676"/>
                  </a:lnTo>
                  <a:close/>
                </a:path>
                <a:path w="1100455" h="91440">
                  <a:moveTo>
                    <a:pt x="92659" y="7226"/>
                  </a:moveTo>
                  <a:lnTo>
                    <a:pt x="79387" y="6172"/>
                  </a:lnTo>
                  <a:lnTo>
                    <a:pt x="79006" y="11112"/>
                  </a:lnTo>
                  <a:lnTo>
                    <a:pt x="92265" y="12141"/>
                  </a:lnTo>
                  <a:lnTo>
                    <a:pt x="92659" y="7226"/>
                  </a:lnTo>
                  <a:close/>
                </a:path>
                <a:path w="1100455" h="91440">
                  <a:moveTo>
                    <a:pt x="112420" y="8763"/>
                  </a:moveTo>
                  <a:lnTo>
                    <a:pt x="99148" y="7721"/>
                  </a:lnTo>
                  <a:lnTo>
                    <a:pt x="98755" y="12661"/>
                  </a:lnTo>
                  <a:lnTo>
                    <a:pt x="112026" y="13690"/>
                  </a:lnTo>
                  <a:lnTo>
                    <a:pt x="112420" y="8763"/>
                  </a:lnTo>
                  <a:close/>
                </a:path>
                <a:path w="1100455" h="91440">
                  <a:moveTo>
                    <a:pt x="132156" y="10299"/>
                  </a:moveTo>
                  <a:lnTo>
                    <a:pt x="118897" y="9258"/>
                  </a:lnTo>
                  <a:lnTo>
                    <a:pt x="118516" y="14198"/>
                  </a:lnTo>
                  <a:lnTo>
                    <a:pt x="131775" y="15227"/>
                  </a:lnTo>
                  <a:lnTo>
                    <a:pt x="132156" y="10299"/>
                  </a:lnTo>
                  <a:close/>
                </a:path>
                <a:path w="1100455" h="91440">
                  <a:moveTo>
                    <a:pt x="143598" y="10807"/>
                  </a:moveTo>
                  <a:lnTo>
                    <a:pt x="138264" y="10807"/>
                  </a:lnTo>
                  <a:lnTo>
                    <a:pt x="138264" y="16776"/>
                  </a:lnTo>
                  <a:lnTo>
                    <a:pt x="143598" y="16776"/>
                  </a:lnTo>
                  <a:lnTo>
                    <a:pt x="143598" y="10807"/>
                  </a:lnTo>
                  <a:close/>
                </a:path>
                <a:path w="1100455" h="91440">
                  <a:moveTo>
                    <a:pt x="211175" y="15430"/>
                  </a:moveTo>
                  <a:lnTo>
                    <a:pt x="203898" y="15430"/>
                  </a:lnTo>
                  <a:lnTo>
                    <a:pt x="203898" y="21399"/>
                  </a:lnTo>
                  <a:lnTo>
                    <a:pt x="211175" y="21399"/>
                  </a:lnTo>
                  <a:lnTo>
                    <a:pt x="211175" y="15430"/>
                  </a:lnTo>
                  <a:close/>
                </a:path>
                <a:path w="1100455" h="91440">
                  <a:moveTo>
                    <a:pt x="230924" y="18008"/>
                  </a:moveTo>
                  <a:lnTo>
                    <a:pt x="217652" y="16967"/>
                  </a:lnTo>
                  <a:lnTo>
                    <a:pt x="217271" y="21907"/>
                  </a:lnTo>
                  <a:lnTo>
                    <a:pt x="230530" y="22948"/>
                  </a:lnTo>
                  <a:lnTo>
                    <a:pt x="230924" y="18008"/>
                  </a:lnTo>
                  <a:close/>
                </a:path>
                <a:path w="1100455" h="91440">
                  <a:moveTo>
                    <a:pt x="250672" y="19558"/>
                  </a:moveTo>
                  <a:lnTo>
                    <a:pt x="237413" y="18516"/>
                  </a:lnTo>
                  <a:lnTo>
                    <a:pt x="237032" y="23444"/>
                  </a:lnTo>
                  <a:lnTo>
                    <a:pt x="250291" y="24485"/>
                  </a:lnTo>
                  <a:lnTo>
                    <a:pt x="250672" y="19558"/>
                  </a:lnTo>
                  <a:close/>
                </a:path>
                <a:path w="1100455" h="91440">
                  <a:moveTo>
                    <a:pt x="270421" y="21094"/>
                  </a:moveTo>
                  <a:lnTo>
                    <a:pt x="257149" y="20066"/>
                  </a:lnTo>
                  <a:lnTo>
                    <a:pt x="256781" y="24993"/>
                  </a:lnTo>
                  <a:lnTo>
                    <a:pt x="270027" y="26022"/>
                  </a:lnTo>
                  <a:lnTo>
                    <a:pt x="270421" y="21094"/>
                  </a:lnTo>
                  <a:close/>
                </a:path>
                <a:path w="1100455" h="91440">
                  <a:moveTo>
                    <a:pt x="290182" y="22644"/>
                  </a:moveTo>
                  <a:lnTo>
                    <a:pt x="276910" y="21602"/>
                  </a:lnTo>
                  <a:lnTo>
                    <a:pt x="276529" y="26543"/>
                  </a:lnTo>
                  <a:lnTo>
                    <a:pt x="289788" y="27571"/>
                  </a:lnTo>
                  <a:lnTo>
                    <a:pt x="290182" y="22644"/>
                  </a:lnTo>
                  <a:close/>
                </a:path>
                <a:path w="1100455" h="91440">
                  <a:moveTo>
                    <a:pt x="309930" y="24180"/>
                  </a:moveTo>
                  <a:lnTo>
                    <a:pt x="296659" y="23139"/>
                  </a:lnTo>
                  <a:lnTo>
                    <a:pt x="296278" y="28079"/>
                  </a:lnTo>
                  <a:lnTo>
                    <a:pt x="309537" y="29121"/>
                  </a:lnTo>
                  <a:lnTo>
                    <a:pt x="309930" y="24180"/>
                  </a:lnTo>
                  <a:close/>
                </a:path>
                <a:path w="1100455" h="91440">
                  <a:moveTo>
                    <a:pt x="329679" y="25730"/>
                  </a:moveTo>
                  <a:lnTo>
                    <a:pt x="316420" y="24688"/>
                  </a:lnTo>
                  <a:lnTo>
                    <a:pt x="316026" y="29629"/>
                  </a:lnTo>
                  <a:lnTo>
                    <a:pt x="329298" y="30657"/>
                  </a:lnTo>
                  <a:lnTo>
                    <a:pt x="329679" y="25730"/>
                  </a:lnTo>
                  <a:close/>
                </a:path>
                <a:path w="1100455" h="91440">
                  <a:moveTo>
                    <a:pt x="349427" y="27266"/>
                  </a:moveTo>
                  <a:lnTo>
                    <a:pt x="336169" y="26225"/>
                  </a:lnTo>
                  <a:lnTo>
                    <a:pt x="335788" y="31165"/>
                  </a:lnTo>
                  <a:lnTo>
                    <a:pt x="349046" y="32194"/>
                  </a:lnTo>
                  <a:lnTo>
                    <a:pt x="349427" y="27266"/>
                  </a:lnTo>
                  <a:close/>
                </a:path>
                <a:path w="1100455" h="91440">
                  <a:moveTo>
                    <a:pt x="369189" y="28816"/>
                  </a:moveTo>
                  <a:lnTo>
                    <a:pt x="355917" y="27774"/>
                  </a:lnTo>
                  <a:lnTo>
                    <a:pt x="355536" y="32702"/>
                  </a:lnTo>
                  <a:lnTo>
                    <a:pt x="368795" y="33731"/>
                  </a:lnTo>
                  <a:lnTo>
                    <a:pt x="369189" y="28816"/>
                  </a:lnTo>
                  <a:close/>
                </a:path>
                <a:path w="1100455" h="91440">
                  <a:moveTo>
                    <a:pt x="388937" y="30353"/>
                  </a:moveTo>
                  <a:lnTo>
                    <a:pt x="375678" y="29311"/>
                  </a:lnTo>
                  <a:lnTo>
                    <a:pt x="375297" y="34251"/>
                  </a:lnTo>
                  <a:lnTo>
                    <a:pt x="388543" y="35280"/>
                  </a:lnTo>
                  <a:lnTo>
                    <a:pt x="388937" y="30353"/>
                  </a:lnTo>
                  <a:close/>
                </a:path>
                <a:path w="1100455" h="91440">
                  <a:moveTo>
                    <a:pt x="408686" y="31902"/>
                  </a:moveTo>
                  <a:lnTo>
                    <a:pt x="395427" y="30848"/>
                  </a:lnTo>
                  <a:lnTo>
                    <a:pt x="395046" y="35788"/>
                  </a:lnTo>
                  <a:lnTo>
                    <a:pt x="408305" y="36830"/>
                  </a:lnTo>
                  <a:lnTo>
                    <a:pt x="408686" y="31902"/>
                  </a:lnTo>
                  <a:close/>
                </a:path>
                <a:path w="1100455" h="91440">
                  <a:moveTo>
                    <a:pt x="428447" y="33439"/>
                  </a:moveTo>
                  <a:lnTo>
                    <a:pt x="415175" y="32397"/>
                  </a:lnTo>
                  <a:lnTo>
                    <a:pt x="414782" y="37338"/>
                  </a:lnTo>
                  <a:lnTo>
                    <a:pt x="428053" y="38366"/>
                  </a:lnTo>
                  <a:lnTo>
                    <a:pt x="428447" y="33439"/>
                  </a:lnTo>
                  <a:close/>
                </a:path>
                <a:path w="1100455" h="91440">
                  <a:moveTo>
                    <a:pt x="448195" y="34975"/>
                  </a:moveTo>
                  <a:lnTo>
                    <a:pt x="434924" y="33947"/>
                  </a:lnTo>
                  <a:lnTo>
                    <a:pt x="434543" y="38874"/>
                  </a:lnTo>
                  <a:lnTo>
                    <a:pt x="447802" y="39903"/>
                  </a:lnTo>
                  <a:lnTo>
                    <a:pt x="448195" y="34975"/>
                  </a:lnTo>
                  <a:close/>
                </a:path>
                <a:path w="1100455" h="91440">
                  <a:moveTo>
                    <a:pt x="467944" y="36525"/>
                  </a:moveTo>
                  <a:lnTo>
                    <a:pt x="454672" y="35483"/>
                  </a:lnTo>
                  <a:lnTo>
                    <a:pt x="454291" y="40411"/>
                  </a:lnTo>
                  <a:lnTo>
                    <a:pt x="467550" y="41452"/>
                  </a:lnTo>
                  <a:lnTo>
                    <a:pt x="467944" y="36525"/>
                  </a:lnTo>
                  <a:close/>
                </a:path>
                <a:path w="1100455" h="91440">
                  <a:moveTo>
                    <a:pt x="487705" y="38074"/>
                  </a:moveTo>
                  <a:lnTo>
                    <a:pt x="474433" y="37020"/>
                  </a:lnTo>
                  <a:lnTo>
                    <a:pt x="474040" y="41960"/>
                  </a:lnTo>
                  <a:lnTo>
                    <a:pt x="487311" y="42989"/>
                  </a:lnTo>
                  <a:lnTo>
                    <a:pt x="487705" y="38074"/>
                  </a:lnTo>
                  <a:close/>
                </a:path>
                <a:path w="1100455" h="91440">
                  <a:moveTo>
                    <a:pt x="507453" y="39611"/>
                  </a:moveTo>
                  <a:lnTo>
                    <a:pt x="494182" y="38569"/>
                  </a:lnTo>
                  <a:lnTo>
                    <a:pt x="493788" y="43510"/>
                  </a:lnTo>
                  <a:lnTo>
                    <a:pt x="507060" y="44538"/>
                  </a:lnTo>
                  <a:lnTo>
                    <a:pt x="507453" y="39611"/>
                  </a:lnTo>
                  <a:close/>
                </a:path>
                <a:path w="1100455" h="91440">
                  <a:moveTo>
                    <a:pt x="527202" y="41148"/>
                  </a:moveTo>
                  <a:lnTo>
                    <a:pt x="513943" y="40106"/>
                  </a:lnTo>
                  <a:lnTo>
                    <a:pt x="513549" y="45046"/>
                  </a:lnTo>
                  <a:lnTo>
                    <a:pt x="526821" y="46075"/>
                  </a:lnTo>
                  <a:lnTo>
                    <a:pt x="527202" y="41148"/>
                  </a:lnTo>
                  <a:close/>
                </a:path>
                <a:path w="1100455" h="91440">
                  <a:moveTo>
                    <a:pt x="546950" y="42684"/>
                  </a:moveTo>
                  <a:lnTo>
                    <a:pt x="533679" y="41656"/>
                  </a:lnTo>
                  <a:lnTo>
                    <a:pt x="533298" y="46583"/>
                  </a:lnTo>
                  <a:lnTo>
                    <a:pt x="546557" y="47625"/>
                  </a:lnTo>
                  <a:lnTo>
                    <a:pt x="546950" y="42684"/>
                  </a:lnTo>
                  <a:close/>
                </a:path>
                <a:path w="1100455" h="91440">
                  <a:moveTo>
                    <a:pt x="566712" y="44234"/>
                  </a:moveTo>
                  <a:lnTo>
                    <a:pt x="553440" y="43192"/>
                  </a:lnTo>
                  <a:lnTo>
                    <a:pt x="553046" y="48120"/>
                  </a:lnTo>
                  <a:lnTo>
                    <a:pt x="566318" y="49161"/>
                  </a:lnTo>
                  <a:lnTo>
                    <a:pt x="566712" y="44234"/>
                  </a:lnTo>
                  <a:close/>
                </a:path>
                <a:path w="1100455" h="91440">
                  <a:moveTo>
                    <a:pt x="586460" y="45783"/>
                  </a:moveTo>
                  <a:lnTo>
                    <a:pt x="573189" y="44742"/>
                  </a:lnTo>
                  <a:lnTo>
                    <a:pt x="572808" y="49682"/>
                  </a:lnTo>
                  <a:lnTo>
                    <a:pt x="586066" y="50711"/>
                  </a:lnTo>
                  <a:lnTo>
                    <a:pt x="586460" y="45783"/>
                  </a:lnTo>
                  <a:close/>
                </a:path>
                <a:path w="1100455" h="91440">
                  <a:moveTo>
                    <a:pt x="606209" y="47320"/>
                  </a:moveTo>
                  <a:lnTo>
                    <a:pt x="592937" y="46278"/>
                  </a:lnTo>
                  <a:lnTo>
                    <a:pt x="592556" y="51219"/>
                  </a:lnTo>
                  <a:lnTo>
                    <a:pt x="605815" y="52247"/>
                  </a:lnTo>
                  <a:lnTo>
                    <a:pt x="606209" y="47320"/>
                  </a:lnTo>
                  <a:close/>
                </a:path>
                <a:path w="1100455" h="91440">
                  <a:moveTo>
                    <a:pt x="621169" y="64414"/>
                  </a:moveTo>
                  <a:lnTo>
                    <a:pt x="607783" y="63804"/>
                  </a:lnTo>
                  <a:lnTo>
                    <a:pt x="607555" y="68745"/>
                  </a:lnTo>
                  <a:lnTo>
                    <a:pt x="620941" y="69354"/>
                  </a:lnTo>
                  <a:lnTo>
                    <a:pt x="621169" y="64414"/>
                  </a:lnTo>
                  <a:close/>
                </a:path>
                <a:path w="1100455" h="91440">
                  <a:moveTo>
                    <a:pt x="625957" y="48856"/>
                  </a:moveTo>
                  <a:lnTo>
                    <a:pt x="612698" y="47815"/>
                  </a:lnTo>
                  <a:lnTo>
                    <a:pt x="612317" y="52755"/>
                  </a:lnTo>
                  <a:lnTo>
                    <a:pt x="625576" y="53797"/>
                  </a:lnTo>
                  <a:lnTo>
                    <a:pt x="625957" y="48856"/>
                  </a:lnTo>
                  <a:close/>
                </a:path>
                <a:path w="1100455" h="91440">
                  <a:moveTo>
                    <a:pt x="641108" y="65316"/>
                  </a:moveTo>
                  <a:lnTo>
                    <a:pt x="627722" y="64706"/>
                  </a:lnTo>
                  <a:lnTo>
                    <a:pt x="627494" y="69659"/>
                  </a:lnTo>
                  <a:lnTo>
                    <a:pt x="640892" y="70256"/>
                  </a:lnTo>
                  <a:lnTo>
                    <a:pt x="641108" y="65316"/>
                  </a:lnTo>
                  <a:close/>
                </a:path>
                <a:path w="1100455" h="91440">
                  <a:moveTo>
                    <a:pt x="645706" y="50406"/>
                  </a:moveTo>
                  <a:lnTo>
                    <a:pt x="632447" y="49364"/>
                  </a:lnTo>
                  <a:lnTo>
                    <a:pt x="632053" y="54305"/>
                  </a:lnTo>
                  <a:lnTo>
                    <a:pt x="645325" y="55333"/>
                  </a:lnTo>
                  <a:lnTo>
                    <a:pt x="645706" y="50406"/>
                  </a:lnTo>
                  <a:close/>
                </a:path>
                <a:path w="1100455" h="91440">
                  <a:moveTo>
                    <a:pt x="661060" y="66217"/>
                  </a:moveTo>
                  <a:lnTo>
                    <a:pt x="647674" y="65608"/>
                  </a:lnTo>
                  <a:lnTo>
                    <a:pt x="647446" y="70561"/>
                  </a:lnTo>
                  <a:lnTo>
                    <a:pt x="660831" y="71158"/>
                  </a:lnTo>
                  <a:lnTo>
                    <a:pt x="661060" y="66217"/>
                  </a:lnTo>
                  <a:close/>
                </a:path>
                <a:path w="1100455" h="91440">
                  <a:moveTo>
                    <a:pt x="665467" y="51943"/>
                  </a:moveTo>
                  <a:lnTo>
                    <a:pt x="652195" y="50914"/>
                  </a:lnTo>
                  <a:lnTo>
                    <a:pt x="651814" y="55841"/>
                  </a:lnTo>
                  <a:lnTo>
                    <a:pt x="665073" y="56870"/>
                  </a:lnTo>
                  <a:lnTo>
                    <a:pt x="665467" y="51943"/>
                  </a:lnTo>
                  <a:close/>
                </a:path>
                <a:path w="1100455" h="91440">
                  <a:moveTo>
                    <a:pt x="680999" y="67119"/>
                  </a:moveTo>
                  <a:lnTo>
                    <a:pt x="667613" y="66509"/>
                  </a:lnTo>
                  <a:lnTo>
                    <a:pt x="667385" y="71462"/>
                  </a:lnTo>
                  <a:lnTo>
                    <a:pt x="680783" y="72059"/>
                  </a:lnTo>
                  <a:lnTo>
                    <a:pt x="680999" y="67119"/>
                  </a:lnTo>
                  <a:close/>
                </a:path>
                <a:path w="1100455" h="91440">
                  <a:moveTo>
                    <a:pt x="685215" y="53492"/>
                  </a:moveTo>
                  <a:lnTo>
                    <a:pt x="671944" y="52451"/>
                  </a:lnTo>
                  <a:lnTo>
                    <a:pt x="671563" y="57391"/>
                  </a:lnTo>
                  <a:lnTo>
                    <a:pt x="684822" y="58420"/>
                  </a:lnTo>
                  <a:lnTo>
                    <a:pt x="685215" y="53492"/>
                  </a:lnTo>
                  <a:close/>
                </a:path>
                <a:path w="1100455" h="91440">
                  <a:moveTo>
                    <a:pt x="700951" y="68033"/>
                  </a:moveTo>
                  <a:lnTo>
                    <a:pt x="687565" y="67424"/>
                  </a:lnTo>
                  <a:lnTo>
                    <a:pt x="687336" y="72364"/>
                  </a:lnTo>
                  <a:lnTo>
                    <a:pt x="700722" y="72961"/>
                  </a:lnTo>
                  <a:lnTo>
                    <a:pt x="700951" y="68033"/>
                  </a:lnTo>
                  <a:close/>
                </a:path>
                <a:path w="1100455" h="91440">
                  <a:moveTo>
                    <a:pt x="704964" y="55029"/>
                  </a:moveTo>
                  <a:lnTo>
                    <a:pt x="691705" y="53987"/>
                  </a:lnTo>
                  <a:lnTo>
                    <a:pt x="691324" y="58928"/>
                  </a:lnTo>
                  <a:lnTo>
                    <a:pt x="704583" y="59969"/>
                  </a:lnTo>
                  <a:lnTo>
                    <a:pt x="704964" y="55029"/>
                  </a:lnTo>
                  <a:close/>
                </a:path>
                <a:path w="1100455" h="91440">
                  <a:moveTo>
                    <a:pt x="720890" y="68922"/>
                  </a:moveTo>
                  <a:lnTo>
                    <a:pt x="707504" y="68313"/>
                  </a:lnTo>
                  <a:lnTo>
                    <a:pt x="707288" y="73266"/>
                  </a:lnTo>
                  <a:lnTo>
                    <a:pt x="720674" y="73875"/>
                  </a:lnTo>
                  <a:lnTo>
                    <a:pt x="720890" y="68922"/>
                  </a:lnTo>
                  <a:close/>
                </a:path>
                <a:path w="1100455" h="91440">
                  <a:moveTo>
                    <a:pt x="724725" y="56578"/>
                  </a:moveTo>
                  <a:lnTo>
                    <a:pt x="711454" y="55537"/>
                  </a:lnTo>
                  <a:lnTo>
                    <a:pt x="711060" y="60464"/>
                  </a:lnTo>
                  <a:lnTo>
                    <a:pt x="724331" y="61506"/>
                  </a:lnTo>
                  <a:lnTo>
                    <a:pt x="724725" y="56578"/>
                  </a:lnTo>
                  <a:close/>
                </a:path>
                <a:path w="1100455" h="91440">
                  <a:moveTo>
                    <a:pt x="740841" y="69837"/>
                  </a:moveTo>
                  <a:lnTo>
                    <a:pt x="727456" y="69215"/>
                  </a:lnTo>
                  <a:lnTo>
                    <a:pt x="727227" y="74168"/>
                  </a:lnTo>
                  <a:lnTo>
                    <a:pt x="740613" y="74764"/>
                  </a:lnTo>
                  <a:lnTo>
                    <a:pt x="740841" y="69837"/>
                  </a:lnTo>
                  <a:close/>
                </a:path>
                <a:path w="1100455" h="91440">
                  <a:moveTo>
                    <a:pt x="744474" y="58115"/>
                  </a:moveTo>
                  <a:lnTo>
                    <a:pt x="731202" y="57086"/>
                  </a:lnTo>
                  <a:lnTo>
                    <a:pt x="730821" y="62014"/>
                  </a:lnTo>
                  <a:lnTo>
                    <a:pt x="744080" y="63042"/>
                  </a:lnTo>
                  <a:lnTo>
                    <a:pt x="744474" y="58115"/>
                  </a:lnTo>
                  <a:close/>
                </a:path>
                <a:path w="1100455" h="91440">
                  <a:moveTo>
                    <a:pt x="760780" y="70739"/>
                  </a:moveTo>
                  <a:lnTo>
                    <a:pt x="747395" y="70129"/>
                  </a:lnTo>
                  <a:lnTo>
                    <a:pt x="747179" y="75069"/>
                  </a:lnTo>
                  <a:lnTo>
                    <a:pt x="760564" y="75679"/>
                  </a:lnTo>
                  <a:lnTo>
                    <a:pt x="760780" y="70739"/>
                  </a:lnTo>
                  <a:close/>
                </a:path>
                <a:path w="1100455" h="91440">
                  <a:moveTo>
                    <a:pt x="764222" y="59664"/>
                  </a:moveTo>
                  <a:lnTo>
                    <a:pt x="750951" y="58623"/>
                  </a:lnTo>
                  <a:lnTo>
                    <a:pt x="750582" y="63550"/>
                  </a:lnTo>
                  <a:lnTo>
                    <a:pt x="763828" y="64579"/>
                  </a:lnTo>
                  <a:lnTo>
                    <a:pt x="764222" y="59664"/>
                  </a:lnTo>
                  <a:close/>
                </a:path>
                <a:path w="1100455" h="91440">
                  <a:moveTo>
                    <a:pt x="780732" y="71640"/>
                  </a:moveTo>
                  <a:lnTo>
                    <a:pt x="767346" y="71018"/>
                  </a:lnTo>
                  <a:lnTo>
                    <a:pt x="767118" y="75984"/>
                  </a:lnTo>
                  <a:lnTo>
                    <a:pt x="780503" y="76581"/>
                  </a:lnTo>
                  <a:lnTo>
                    <a:pt x="780732" y="71640"/>
                  </a:lnTo>
                  <a:close/>
                </a:path>
                <a:path w="1100455" h="91440">
                  <a:moveTo>
                    <a:pt x="783971" y="61201"/>
                  </a:moveTo>
                  <a:lnTo>
                    <a:pt x="770712" y="60159"/>
                  </a:lnTo>
                  <a:lnTo>
                    <a:pt x="770331" y="65100"/>
                  </a:lnTo>
                  <a:lnTo>
                    <a:pt x="783590" y="66128"/>
                  </a:lnTo>
                  <a:lnTo>
                    <a:pt x="783971" y="61201"/>
                  </a:lnTo>
                  <a:close/>
                </a:path>
                <a:path w="1100455" h="91440">
                  <a:moveTo>
                    <a:pt x="800684" y="72542"/>
                  </a:moveTo>
                  <a:lnTo>
                    <a:pt x="787298" y="71932"/>
                  </a:lnTo>
                  <a:lnTo>
                    <a:pt x="787057" y="76873"/>
                  </a:lnTo>
                  <a:lnTo>
                    <a:pt x="800455" y="77482"/>
                  </a:lnTo>
                  <a:lnTo>
                    <a:pt x="800684" y="72542"/>
                  </a:lnTo>
                  <a:close/>
                </a:path>
                <a:path w="1100455" h="91440">
                  <a:moveTo>
                    <a:pt x="803732" y="62750"/>
                  </a:moveTo>
                  <a:lnTo>
                    <a:pt x="790460" y="61696"/>
                  </a:lnTo>
                  <a:lnTo>
                    <a:pt x="790079" y="66649"/>
                  </a:lnTo>
                  <a:lnTo>
                    <a:pt x="803338" y="67678"/>
                  </a:lnTo>
                  <a:lnTo>
                    <a:pt x="803732" y="62750"/>
                  </a:lnTo>
                  <a:close/>
                </a:path>
                <a:path w="1100455" h="91440">
                  <a:moveTo>
                    <a:pt x="820623" y="73444"/>
                  </a:moveTo>
                  <a:lnTo>
                    <a:pt x="807237" y="72834"/>
                  </a:lnTo>
                  <a:lnTo>
                    <a:pt x="807008" y="77774"/>
                  </a:lnTo>
                  <a:lnTo>
                    <a:pt x="820394" y="78384"/>
                  </a:lnTo>
                  <a:lnTo>
                    <a:pt x="820623" y="73444"/>
                  </a:lnTo>
                  <a:close/>
                </a:path>
                <a:path w="1100455" h="91440">
                  <a:moveTo>
                    <a:pt x="823468" y="64287"/>
                  </a:moveTo>
                  <a:lnTo>
                    <a:pt x="810209" y="63246"/>
                  </a:lnTo>
                  <a:lnTo>
                    <a:pt x="809828" y="68186"/>
                  </a:lnTo>
                  <a:lnTo>
                    <a:pt x="823087" y="69215"/>
                  </a:lnTo>
                  <a:lnTo>
                    <a:pt x="823468" y="64287"/>
                  </a:lnTo>
                  <a:close/>
                </a:path>
                <a:path w="1100455" h="91440">
                  <a:moveTo>
                    <a:pt x="840574" y="74345"/>
                  </a:moveTo>
                  <a:lnTo>
                    <a:pt x="827176" y="73736"/>
                  </a:lnTo>
                  <a:lnTo>
                    <a:pt x="826947" y="78689"/>
                  </a:lnTo>
                  <a:lnTo>
                    <a:pt x="840346" y="79286"/>
                  </a:lnTo>
                  <a:lnTo>
                    <a:pt x="840574" y="74345"/>
                  </a:lnTo>
                  <a:close/>
                </a:path>
                <a:path w="1100455" h="91440">
                  <a:moveTo>
                    <a:pt x="843229" y="65824"/>
                  </a:moveTo>
                  <a:lnTo>
                    <a:pt x="829970" y="64795"/>
                  </a:lnTo>
                  <a:lnTo>
                    <a:pt x="829576" y="69723"/>
                  </a:lnTo>
                  <a:lnTo>
                    <a:pt x="842848" y="70751"/>
                  </a:lnTo>
                  <a:lnTo>
                    <a:pt x="843229" y="65824"/>
                  </a:lnTo>
                  <a:close/>
                </a:path>
                <a:path w="1100455" h="91440">
                  <a:moveTo>
                    <a:pt x="860513" y="75247"/>
                  </a:moveTo>
                  <a:lnTo>
                    <a:pt x="847115" y="74637"/>
                  </a:lnTo>
                  <a:lnTo>
                    <a:pt x="846899" y="79578"/>
                  </a:lnTo>
                  <a:lnTo>
                    <a:pt x="860298" y="80187"/>
                  </a:lnTo>
                  <a:lnTo>
                    <a:pt x="860513" y="75247"/>
                  </a:lnTo>
                  <a:close/>
                </a:path>
                <a:path w="1100455" h="91440">
                  <a:moveTo>
                    <a:pt x="862990" y="67373"/>
                  </a:moveTo>
                  <a:lnTo>
                    <a:pt x="849718" y="66332"/>
                  </a:lnTo>
                  <a:lnTo>
                    <a:pt x="849325" y="71259"/>
                  </a:lnTo>
                  <a:lnTo>
                    <a:pt x="862596" y="72301"/>
                  </a:lnTo>
                  <a:lnTo>
                    <a:pt x="862990" y="67373"/>
                  </a:lnTo>
                  <a:close/>
                </a:path>
                <a:path w="1100455" h="91440">
                  <a:moveTo>
                    <a:pt x="880452" y="76161"/>
                  </a:moveTo>
                  <a:lnTo>
                    <a:pt x="867067" y="75539"/>
                  </a:lnTo>
                  <a:lnTo>
                    <a:pt x="866851" y="80492"/>
                  </a:lnTo>
                  <a:lnTo>
                    <a:pt x="880237" y="81089"/>
                  </a:lnTo>
                  <a:lnTo>
                    <a:pt x="880452" y="76161"/>
                  </a:lnTo>
                  <a:close/>
                </a:path>
                <a:path w="1100455" h="91440">
                  <a:moveTo>
                    <a:pt x="882738" y="68922"/>
                  </a:moveTo>
                  <a:lnTo>
                    <a:pt x="869467" y="67868"/>
                  </a:lnTo>
                  <a:lnTo>
                    <a:pt x="869073" y="72809"/>
                  </a:lnTo>
                  <a:lnTo>
                    <a:pt x="882345" y="73837"/>
                  </a:lnTo>
                  <a:lnTo>
                    <a:pt x="882738" y="68922"/>
                  </a:lnTo>
                  <a:close/>
                </a:path>
                <a:path w="1100455" h="91440">
                  <a:moveTo>
                    <a:pt x="900404" y="77050"/>
                  </a:moveTo>
                  <a:lnTo>
                    <a:pt x="887018" y="76441"/>
                  </a:lnTo>
                  <a:lnTo>
                    <a:pt x="886790" y="81394"/>
                  </a:lnTo>
                  <a:lnTo>
                    <a:pt x="900176" y="82003"/>
                  </a:lnTo>
                  <a:lnTo>
                    <a:pt x="900404" y="77050"/>
                  </a:lnTo>
                  <a:close/>
                </a:path>
                <a:path w="1100455" h="91440">
                  <a:moveTo>
                    <a:pt x="902487" y="70459"/>
                  </a:moveTo>
                  <a:lnTo>
                    <a:pt x="889215" y="69418"/>
                  </a:lnTo>
                  <a:lnTo>
                    <a:pt x="888834" y="74358"/>
                  </a:lnTo>
                  <a:lnTo>
                    <a:pt x="902093" y="75387"/>
                  </a:lnTo>
                  <a:lnTo>
                    <a:pt x="902487" y="70459"/>
                  </a:lnTo>
                  <a:close/>
                </a:path>
                <a:path w="1100455" h="91440">
                  <a:moveTo>
                    <a:pt x="920343" y="77965"/>
                  </a:moveTo>
                  <a:lnTo>
                    <a:pt x="906957" y="77343"/>
                  </a:lnTo>
                  <a:lnTo>
                    <a:pt x="906741" y="82296"/>
                  </a:lnTo>
                  <a:lnTo>
                    <a:pt x="920127" y="82892"/>
                  </a:lnTo>
                  <a:lnTo>
                    <a:pt x="920343" y="77965"/>
                  </a:lnTo>
                  <a:close/>
                </a:path>
                <a:path w="1100455" h="91440">
                  <a:moveTo>
                    <a:pt x="922235" y="71996"/>
                  </a:moveTo>
                  <a:lnTo>
                    <a:pt x="908977" y="70954"/>
                  </a:lnTo>
                  <a:lnTo>
                    <a:pt x="908583" y="75895"/>
                  </a:lnTo>
                  <a:lnTo>
                    <a:pt x="921854" y="76923"/>
                  </a:lnTo>
                  <a:lnTo>
                    <a:pt x="922235" y="71996"/>
                  </a:lnTo>
                  <a:close/>
                </a:path>
                <a:path w="1100455" h="91440">
                  <a:moveTo>
                    <a:pt x="940295" y="78867"/>
                  </a:moveTo>
                  <a:lnTo>
                    <a:pt x="926909" y="78257"/>
                  </a:lnTo>
                  <a:lnTo>
                    <a:pt x="926680" y="83197"/>
                  </a:lnTo>
                  <a:lnTo>
                    <a:pt x="940079" y="83807"/>
                  </a:lnTo>
                  <a:lnTo>
                    <a:pt x="940295" y="78867"/>
                  </a:lnTo>
                  <a:close/>
                </a:path>
                <a:path w="1100455" h="91440">
                  <a:moveTo>
                    <a:pt x="941984" y="73545"/>
                  </a:moveTo>
                  <a:lnTo>
                    <a:pt x="928725" y="72504"/>
                  </a:lnTo>
                  <a:lnTo>
                    <a:pt x="928344" y="77431"/>
                  </a:lnTo>
                  <a:lnTo>
                    <a:pt x="941603" y="78473"/>
                  </a:lnTo>
                  <a:lnTo>
                    <a:pt x="941984" y="73545"/>
                  </a:lnTo>
                  <a:close/>
                </a:path>
                <a:path w="1100455" h="91440">
                  <a:moveTo>
                    <a:pt x="960234" y="79756"/>
                  </a:moveTo>
                  <a:lnTo>
                    <a:pt x="946848" y="79146"/>
                  </a:lnTo>
                  <a:lnTo>
                    <a:pt x="946632" y="84099"/>
                  </a:lnTo>
                  <a:lnTo>
                    <a:pt x="960018" y="84709"/>
                  </a:lnTo>
                  <a:lnTo>
                    <a:pt x="960234" y="79756"/>
                  </a:lnTo>
                  <a:close/>
                </a:path>
                <a:path w="1100455" h="91440">
                  <a:moveTo>
                    <a:pt x="980186" y="80670"/>
                  </a:moveTo>
                  <a:lnTo>
                    <a:pt x="966800" y="80060"/>
                  </a:lnTo>
                  <a:lnTo>
                    <a:pt x="966571" y="85001"/>
                  </a:lnTo>
                  <a:lnTo>
                    <a:pt x="979970" y="85598"/>
                  </a:lnTo>
                  <a:lnTo>
                    <a:pt x="980186" y="80670"/>
                  </a:lnTo>
                  <a:close/>
                </a:path>
                <a:path w="1100455" h="91440">
                  <a:moveTo>
                    <a:pt x="1000137" y="81572"/>
                  </a:moveTo>
                  <a:lnTo>
                    <a:pt x="986751" y="80962"/>
                  </a:lnTo>
                  <a:lnTo>
                    <a:pt x="986510" y="85902"/>
                  </a:lnTo>
                  <a:lnTo>
                    <a:pt x="999909" y="86512"/>
                  </a:lnTo>
                  <a:lnTo>
                    <a:pt x="1000137" y="81572"/>
                  </a:lnTo>
                  <a:close/>
                </a:path>
                <a:path w="1100455" h="91440">
                  <a:moveTo>
                    <a:pt x="1020076" y="82473"/>
                  </a:moveTo>
                  <a:lnTo>
                    <a:pt x="1006690" y="81864"/>
                  </a:lnTo>
                  <a:lnTo>
                    <a:pt x="1006462" y="86817"/>
                  </a:lnTo>
                  <a:lnTo>
                    <a:pt x="1019848" y="87414"/>
                  </a:lnTo>
                  <a:lnTo>
                    <a:pt x="1020076" y="82473"/>
                  </a:lnTo>
                  <a:close/>
                </a:path>
                <a:path w="1100455" h="91440">
                  <a:moveTo>
                    <a:pt x="1040028" y="83375"/>
                  </a:moveTo>
                  <a:lnTo>
                    <a:pt x="1026642" y="82765"/>
                  </a:lnTo>
                  <a:lnTo>
                    <a:pt x="1026414" y="87706"/>
                  </a:lnTo>
                  <a:lnTo>
                    <a:pt x="1039799" y="88315"/>
                  </a:lnTo>
                  <a:lnTo>
                    <a:pt x="1040028" y="83375"/>
                  </a:lnTo>
                  <a:close/>
                </a:path>
                <a:path w="1100455" h="91440">
                  <a:moveTo>
                    <a:pt x="1059967" y="84289"/>
                  </a:moveTo>
                  <a:lnTo>
                    <a:pt x="1046581" y="83667"/>
                  </a:lnTo>
                  <a:lnTo>
                    <a:pt x="1046353" y="88620"/>
                  </a:lnTo>
                  <a:lnTo>
                    <a:pt x="1059751" y="89217"/>
                  </a:lnTo>
                  <a:lnTo>
                    <a:pt x="1059967" y="84289"/>
                  </a:lnTo>
                  <a:close/>
                </a:path>
                <a:path w="1100455" h="91440">
                  <a:moveTo>
                    <a:pt x="1079919" y="85178"/>
                  </a:moveTo>
                  <a:lnTo>
                    <a:pt x="1066520" y="84569"/>
                  </a:lnTo>
                  <a:lnTo>
                    <a:pt x="1066304" y="89522"/>
                  </a:lnTo>
                  <a:lnTo>
                    <a:pt x="1079690" y="90119"/>
                  </a:lnTo>
                  <a:lnTo>
                    <a:pt x="1079919" y="85178"/>
                  </a:lnTo>
                  <a:close/>
                </a:path>
                <a:path w="1100455" h="91440">
                  <a:moveTo>
                    <a:pt x="1099858" y="86080"/>
                  </a:moveTo>
                  <a:lnTo>
                    <a:pt x="1086472" y="85471"/>
                  </a:lnTo>
                  <a:lnTo>
                    <a:pt x="1086243" y="90424"/>
                  </a:lnTo>
                  <a:lnTo>
                    <a:pt x="1099629" y="91020"/>
                  </a:lnTo>
                  <a:lnTo>
                    <a:pt x="1099858" y="86080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" name="object 14"/>
            <p:cNvSpPr/>
            <p:nvPr/>
          </p:nvSpPr>
          <p:spPr>
            <a:xfrm>
              <a:off x="1878571" y="785507"/>
              <a:ext cx="172085" cy="18415"/>
            </a:xfrm>
            <a:custGeom>
              <a:avLst/>
              <a:gdLst/>
              <a:ahLst/>
              <a:cxnLst/>
              <a:rect l="l" t="t" r="r" b="b"/>
              <a:pathLst>
                <a:path w="172085" h="18415">
                  <a:moveTo>
                    <a:pt x="13639" y="1041"/>
                  </a:moveTo>
                  <a:lnTo>
                    <a:pt x="381" y="0"/>
                  </a:lnTo>
                  <a:lnTo>
                    <a:pt x="0" y="4927"/>
                  </a:lnTo>
                  <a:lnTo>
                    <a:pt x="13258" y="5969"/>
                  </a:lnTo>
                  <a:lnTo>
                    <a:pt x="13639" y="1041"/>
                  </a:lnTo>
                  <a:close/>
                </a:path>
                <a:path w="172085" h="18415">
                  <a:moveTo>
                    <a:pt x="33401" y="2578"/>
                  </a:moveTo>
                  <a:lnTo>
                    <a:pt x="20129" y="1536"/>
                  </a:lnTo>
                  <a:lnTo>
                    <a:pt x="19748" y="6477"/>
                  </a:lnTo>
                  <a:lnTo>
                    <a:pt x="33007" y="7505"/>
                  </a:lnTo>
                  <a:lnTo>
                    <a:pt x="33401" y="2578"/>
                  </a:lnTo>
                  <a:close/>
                </a:path>
                <a:path w="172085" h="18415">
                  <a:moveTo>
                    <a:pt x="53149" y="4127"/>
                  </a:moveTo>
                  <a:lnTo>
                    <a:pt x="39890" y="3086"/>
                  </a:lnTo>
                  <a:lnTo>
                    <a:pt x="39497" y="8026"/>
                  </a:lnTo>
                  <a:lnTo>
                    <a:pt x="52755" y="9055"/>
                  </a:lnTo>
                  <a:lnTo>
                    <a:pt x="53149" y="4127"/>
                  </a:lnTo>
                  <a:close/>
                </a:path>
                <a:path w="172085" h="18415">
                  <a:moveTo>
                    <a:pt x="72898" y="5664"/>
                  </a:moveTo>
                  <a:lnTo>
                    <a:pt x="59639" y="4622"/>
                  </a:lnTo>
                  <a:lnTo>
                    <a:pt x="59245" y="9563"/>
                  </a:lnTo>
                  <a:lnTo>
                    <a:pt x="72517" y="10591"/>
                  </a:lnTo>
                  <a:lnTo>
                    <a:pt x="72898" y="5664"/>
                  </a:lnTo>
                  <a:close/>
                </a:path>
                <a:path w="172085" h="18415">
                  <a:moveTo>
                    <a:pt x="92646" y="7200"/>
                  </a:moveTo>
                  <a:lnTo>
                    <a:pt x="79387" y="6159"/>
                  </a:lnTo>
                  <a:lnTo>
                    <a:pt x="78994" y="11099"/>
                  </a:lnTo>
                  <a:lnTo>
                    <a:pt x="92265" y="12141"/>
                  </a:lnTo>
                  <a:lnTo>
                    <a:pt x="92646" y="7200"/>
                  </a:lnTo>
                  <a:close/>
                </a:path>
                <a:path w="172085" h="18415">
                  <a:moveTo>
                    <a:pt x="112407" y="8750"/>
                  </a:moveTo>
                  <a:lnTo>
                    <a:pt x="99136" y="7708"/>
                  </a:lnTo>
                  <a:lnTo>
                    <a:pt x="98755" y="12636"/>
                  </a:lnTo>
                  <a:lnTo>
                    <a:pt x="112014" y="13677"/>
                  </a:lnTo>
                  <a:lnTo>
                    <a:pt x="112407" y="8750"/>
                  </a:lnTo>
                  <a:close/>
                </a:path>
                <a:path w="172085" h="18415">
                  <a:moveTo>
                    <a:pt x="132156" y="10299"/>
                  </a:moveTo>
                  <a:lnTo>
                    <a:pt x="118884" y="9258"/>
                  </a:lnTo>
                  <a:lnTo>
                    <a:pt x="118503" y="14185"/>
                  </a:lnTo>
                  <a:lnTo>
                    <a:pt x="131762" y="15214"/>
                  </a:lnTo>
                  <a:lnTo>
                    <a:pt x="132156" y="10299"/>
                  </a:lnTo>
                  <a:close/>
                </a:path>
                <a:path w="172085" h="18415">
                  <a:moveTo>
                    <a:pt x="151917" y="11836"/>
                  </a:moveTo>
                  <a:lnTo>
                    <a:pt x="138645" y="10795"/>
                  </a:lnTo>
                  <a:lnTo>
                    <a:pt x="138252" y="15735"/>
                  </a:lnTo>
                  <a:lnTo>
                    <a:pt x="151523" y="16764"/>
                  </a:lnTo>
                  <a:lnTo>
                    <a:pt x="151917" y="11836"/>
                  </a:lnTo>
                  <a:close/>
                </a:path>
                <a:path w="172085" h="18415">
                  <a:moveTo>
                    <a:pt x="171653" y="13373"/>
                  </a:moveTo>
                  <a:lnTo>
                    <a:pt x="158394" y="12331"/>
                  </a:lnTo>
                  <a:lnTo>
                    <a:pt x="158013" y="17272"/>
                  </a:lnTo>
                  <a:lnTo>
                    <a:pt x="171272" y="18313"/>
                  </a:lnTo>
                  <a:lnTo>
                    <a:pt x="171653" y="13373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59308" y="584339"/>
              <a:ext cx="1310640" cy="144145"/>
            </a:xfrm>
            <a:custGeom>
              <a:avLst/>
              <a:gdLst/>
              <a:ahLst/>
              <a:cxnLst/>
              <a:rect l="l" t="t" r="r" b="b"/>
              <a:pathLst>
                <a:path w="1310639" h="144145">
                  <a:moveTo>
                    <a:pt x="12814" y="92303"/>
                  </a:moveTo>
                  <a:lnTo>
                    <a:pt x="241" y="91643"/>
                  </a:lnTo>
                  <a:lnTo>
                    <a:pt x="0" y="96583"/>
                  </a:lnTo>
                  <a:lnTo>
                    <a:pt x="12560" y="97231"/>
                  </a:lnTo>
                  <a:lnTo>
                    <a:pt x="12814" y="92303"/>
                  </a:lnTo>
                  <a:close/>
                </a:path>
                <a:path w="1310639" h="144145">
                  <a:moveTo>
                    <a:pt x="31534" y="93256"/>
                  </a:moveTo>
                  <a:lnTo>
                    <a:pt x="18973" y="92608"/>
                  </a:lnTo>
                  <a:lnTo>
                    <a:pt x="18719" y="97548"/>
                  </a:lnTo>
                  <a:lnTo>
                    <a:pt x="31292" y="98209"/>
                  </a:lnTo>
                  <a:lnTo>
                    <a:pt x="31534" y="93256"/>
                  </a:lnTo>
                  <a:close/>
                </a:path>
                <a:path w="1310639" h="144145">
                  <a:moveTo>
                    <a:pt x="50266" y="94221"/>
                  </a:moveTo>
                  <a:lnTo>
                    <a:pt x="37693" y="93573"/>
                  </a:lnTo>
                  <a:lnTo>
                    <a:pt x="37439" y="98526"/>
                  </a:lnTo>
                  <a:lnTo>
                    <a:pt x="49999" y="99161"/>
                  </a:lnTo>
                  <a:lnTo>
                    <a:pt x="50266" y="94221"/>
                  </a:lnTo>
                  <a:close/>
                </a:path>
                <a:path w="1310639" h="144145">
                  <a:moveTo>
                    <a:pt x="68986" y="95199"/>
                  </a:moveTo>
                  <a:lnTo>
                    <a:pt x="56413" y="94538"/>
                  </a:lnTo>
                  <a:lnTo>
                    <a:pt x="56172" y="99479"/>
                  </a:lnTo>
                  <a:lnTo>
                    <a:pt x="68732" y="100126"/>
                  </a:lnTo>
                  <a:lnTo>
                    <a:pt x="68986" y="95199"/>
                  </a:lnTo>
                  <a:close/>
                </a:path>
                <a:path w="1310639" h="144145">
                  <a:moveTo>
                    <a:pt x="87706" y="96164"/>
                  </a:moveTo>
                  <a:lnTo>
                    <a:pt x="75133" y="95504"/>
                  </a:lnTo>
                  <a:lnTo>
                    <a:pt x="74879" y="100457"/>
                  </a:lnTo>
                  <a:lnTo>
                    <a:pt x="87452" y="101104"/>
                  </a:lnTo>
                  <a:lnTo>
                    <a:pt x="87706" y="96164"/>
                  </a:lnTo>
                  <a:close/>
                </a:path>
                <a:path w="1310639" h="144145">
                  <a:moveTo>
                    <a:pt x="106426" y="97129"/>
                  </a:moveTo>
                  <a:lnTo>
                    <a:pt x="93865" y="96481"/>
                  </a:lnTo>
                  <a:lnTo>
                    <a:pt x="93611" y="101422"/>
                  </a:lnTo>
                  <a:lnTo>
                    <a:pt x="106172" y="102069"/>
                  </a:lnTo>
                  <a:lnTo>
                    <a:pt x="106426" y="97129"/>
                  </a:lnTo>
                  <a:close/>
                </a:path>
                <a:path w="1310639" h="144145">
                  <a:moveTo>
                    <a:pt x="125145" y="98094"/>
                  </a:moveTo>
                  <a:lnTo>
                    <a:pt x="112585" y="97447"/>
                  </a:lnTo>
                  <a:lnTo>
                    <a:pt x="112331" y="102387"/>
                  </a:lnTo>
                  <a:lnTo>
                    <a:pt x="124891" y="103035"/>
                  </a:lnTo>
                  <a:lnTo>
                    <a:pt x="125145" y="98094"/>
                  </a:lnTo>
                  <a:close/>
                </a:path>
                <a:path w="1310639" h="144145">
                  <a:moveTo>
                    <a:pt x="139903" y="1485"/>
                  </a:moveTo>
                  <a:lnTo>
                    <a:pt x="127228" y="0"/>
                  </a:lnTo>
                  <a:lnTo>
                    <a:pt x="126644" y="4902"/>
                  </a:lnTo>
                  <a:lnTo>
                    <a:pt x="139319" y="6400"/>
                  </a:lnTo>
                  <a:lnTo>
                    <a:pt x="139903" y="1485"/>
                  </a:lnTo>
                  <a:close/>
                </a:path>
                <a:path w="1310639" h="144145">
                  <a:moveTo>
                    <a:pt x="143865" y="99060"/>
                  </a:moveTo>
                  <a:lnTo>
                    <a:pt x="131292" y="98412"/>
                  </a:lnTo>
                  <a:lnTo>
                    <a:pt x="131051" y="103365"/>
                  </a:lnTo>
                  <a:lnTo>
                    <a:pt x="143611" y="104000"/>
                  </a:lnTo>
                  <a:lnTo>
                    <a:pt x="143865" y="99060"/>
                  </a:lnTo>
                  <a:close/>
                </a:path>
                <a:path w="1310639" h="144145">
                  <a:moveTo>
                    <a:pt x="158775" y="3695"/>
                  </a:moveTo>
                  <a:lnTo>
                    <a:pt x="146100" y="2222"/>
                  </a:lnTo>
                  <a:lnTo>
                    <a:pt x="145516" y="7124"/>
                  </a:lnTo>
                  <a:lnTo>
                    <a:pt x="158203" y="8610"/>
                  </a:lnTo>
                  <a:lnTo>
                    <a:pt x="158775" y="3695"/>
                  </a:lnTo>
                  <a:close/>
                </a:path>
                <a:path w="1310639" h="144145">
                  <a:moveTo>
                    <a:pt x="177660" y="5918"/>
                  </a:moveTo>
                  <a:lnTo>
                    <a:pt x="164973" y="4432"/>
                  </a:lnTo>
                  <a:lnTo>
                    <a:pt x="164401" y="9347"/>
                  </a:lnTo>
                  <a:lnTo>
                    <a:pt x="177088" y="10833"/>
                  </a:lnTo>
                  <a:lnTo>
                    <a:pt x="177660" y="5918"/>
                  </a:lnTo>
                  <a:close/>
                </a:path>
                <a:path w="1310639" h="144145">
                  <a:moveTo>
                    <a:pt x="196545" y="8128"/>
                  </a:moveTo>
                  <a:lnTo>
                    <a:pt x="183870" y="6642"/>
                  </a:lnTo>
                  <a:lnTo>
                    <a:pt x="183286" y="11557"/>
                  </a:lnTo>
                  <a:lnTo>
                    <a:pt x="195961" y="13042"/>
                  </a:lnTo>
                  <a:lnTo>
                    <a:pt x="196545" y="8128"/>
                  </a:lnTo>
                  <a:close/>
                </a:path>
                <a:path w="1310639" h="144145">
                  <a:moveTo>
                    <a:pt x="215417" y="10350"/>
                  </a:moveTo>
                  <a:lnTo>
                    <a:pt x="202742" y="8864"/>
                  </a:lnTo>
                  <a:lnTo>
                    <a:pt x="202171" y="13779"/>
                  </a:lnTo>
                  <a:lnTo>
                    <a:pt x="214845" y="15265"/>
                  </a:lnTo>
                  <a:lnTo>
                    <a:pt x="215417" y="10350"/>
                  </a:lnTo>
                  <a:close/>
                </a:path>
                <a:path w="1310639" h="144145">
                  <a:moveTo>
                    <a:pt x="234302" y="12560"/>
                  </a:moveTo>
                  <a:lnTo>
                    <a:pt x="221627" y="11074"/>
                  </a:lnTo>
                  <a:lnTo>
                    <a:pt x="221056" y="15989"/>
                  </a:lnTo>
                  <a:lnTo>
                    <a:pt x="233730" y="17475"/>
                  </a:lnTo>
                  <a:lnTo>
                    <a:pt x="234302" y="12560"/>
                  </a:lnTo>
                  <a:close/>
                </a:path>
                <a:path w="1310639" h="144145">
                  <a:moveTo>
                    <a:pt x="253174" y="14782"/>
                  </a:moveTo>
                  <a:lnTo>
                    <a:pt x="240499" y="13296"/>
                  </a:lnTo>
                  <a:lnTo>
                    <a:pt x="239928" y="18211"/>
                  </a:lnTo>
                  <a:lnTo>
                    <a:pt x="252603" y="19685"/>
                  </a:lnTo>
                  <a:lnTo>
                    <a:pt x="253174" y="14782"/>
                  </a:lnTo>
                  <a:close/>
                </a:path>
                <a:path w="1310639" h="144145">
                  <a:moveTo>
                    <a:pt x="272059" y="16992"/>
                  </a:moveTo>
                  <a:lnTo>
                    <a:pt x="259384" y="15506"/>
                  </a:lnTo>
                  <a:lnTo>
                    <a:pt x="258813" y="20421"/>
                  </a:lnTo>
                  <a:lnTo>
                    <a:pt x="271487" y="21907"/>
                  </a:lnTo>
                  <a:lnTo>
                    <a:pt x="272059" y="16992"/>
                  </a:lnTo>
                  <a:close/>
                </a:path>
                <a:path w="1310639" h="144145">
                  <a:moveTo>
                    <a:pt x="290944" y="19215"/>
                  </a:moveTo>
                  <a:lnTo>
                    <a:pt x="278269" y="17729"/>
                  </a:lnTo>
                  <a:lnTo>
                    <a:pt x="277685" y="22631"/>
                  </a:lnTo>
                  <a:lnTo>
                    <a:pt x="290360" y="24117"/>
                  </a:lnTo>
                  <a:lnTo>
                    <a:pt x="290944" y="19215"/>
                  </a:lnTo>
                  <a:close/>
                </a:path>
                <a:path w="1310639" h="144145">
                  <a:moveTo>
                    <a:pt x="309816" y="21437"/>
                  </a:moveTo>
                  <a:lnTo>
                    <a:pt x="297141" y="19939"/>
                  </a:lnTo>
                  <a:lnTo>
                    <a:pt x="296557" y="24853"/>
                  </a:lnTo>
                  <a:lnTo>
                    <a:pt x="309245" y="26339"/>
                  </a:lnTo>
                  <a:lnTo>
                    <a:pt x="309816" y="21437"/>
                  </a:lnTo>
                  <a:close/>
                </a:path>
                <a:path w="1310639" h="144145">
                  <a:moveTo>
                    <a:pt x="328701" y="23647"/>
                  </a:moveTo>
                  <a:lnTo>
                    <a:pt x="316026" y="22161"/>
                  </a:lnTo>
                  <a:lnTo>
                    <a:pt x="315455" y="27063"/>
                  </a:lnTo>
                  <a:lnTo>
                    <a:pt x="328129" y="28549"/>
                  </a:lnTo>
                  <a:lnTo>
                    <a:pt x="328701" y="23647"/>
                  </a:lnTo>
                  <a:close/>
                </a:path>
                <a:path w="1310639" h="144145">
                  <a:moveTo>
                    <a:pt x="347586" y="25857"/>
                  </a:moveTo>
                  <a:lnTo>
                    <a:pt x="334899" y="24384"/>
                  </a:lnTo>
                  <a:lnTo>
                    <a:pt x="334327" y="29286"/>
                  </a:lnTo>
                  <a:lnTo>
                    <a:pt x="347002" y="30772"/>
                  </a:lnTo>
                  <a:lnTo>
                    <a:pt x="347586" y="25857"/>
                  </a:lnTo>
                  <a:close/>
                </a:path>
                <a:path w="1310639" h="144145">
                  <a:moveTo>
                    <a:pt x="366458" y="28067"/>
                  </a:moveTo>
                  <a:lnTo>
                    <a:pt x="353783" y="26593"/>
                  </a:lnTo>
                  <a:lnTo>
                    <a:pt x="353212" y="31496"/>
                  </a:lnTo>
                  <a:lnTo>
                    <a:pt x="365887" y="32994"/>
                  </a:lnTo>
                  <a:lnTo>
                    <a:pt x="366458" y="28067"/>
                  </a:lnTo>
                  <a:close/>
                </a:path>
                <a:path w="1310639" h="144145">
                  <a:moveTo>
                    <a:pt x="385330" y="30289"/>
                  </a:moveTo>
                  <a:lnTo>
                    <a:pt x="372668" y="28803"/>
                  </a:lnTo>
                  <a:lnTo>
                    <a:pt x="372084" y="33718"/>
                  </a:lnTo>
                  <a:lnTo>
                    <a:pt x="384759" y="35204"/>
                  </a:lnTo>
                  <a:lnTo>
                    <a:pt x="385330" y="30289"/>
                  </a:lnTo>
                  <a:close/>
                </a:path>
                <a:path w="1310639" h="144145">
                  <a:moveTo>
                    <a:pt x="404228" y="32499"/>
                  </a:moveTo>
                  <a:lnTo>
                    <a:pt x="391541" y="31013"/>
                  </a:lnTo>
                  <a:lnTo>
                    <a:pt x="390969" y="35928"/>
                  </a:lnTo>
                  <a:lnTo>
                    <a:pt x="403644" y="37414"/>
                  </a:lnTo>
                  <a:lnTo>
                    <a:pt x="404228" y="32499"/>
                  </a:lnTo>
                  <a:close/>
                </a:path>
                <a:path w="1310639" h="144145">
                  <a:moveTo>
                    <a:pt x="423100" y="34721"/>
                  </a:moveTo>
                  <a:lnTo>
                    <a:pt x="410425" y="33235"/>
                  </a:lnTo>
                  <a:lnTo>
                    <a:pt x="409854" y="38150"/>
                  </a:lnTo>
                  <a:lnTo>
                    <a:pt x="422529" y="39636"/>
                  </a:lnTo>
                  <a:lnTo>
                    <a:pt x="423100" y="34721"/>
                  </a:lnTo>
                  <a:close/>
                </a:path>
                <a:path w="1310639" h="144145">
                  <a:moveTo>
                    <a:pt x="441985" y="36944"/>
                  </a:moveTo>
                  <a:lnTo>
                    <a:pt x="429310" y="35445"/>
                  </a:lnTo>
                  <a:lnTo>
                    <a:pt x="428726" y="40360"/>
                  </a:lnTo>
                  <a:lnTo>
                    <a:pt x="441401" y="41846"/>
                  </a:lnTo>
                  <a:lnTo>
                    <a:pt x="441985" y="36944"/>
                  </a:lnTo>
                  <a:close/>
                </a:path>
                <a:path w="1310639" h="144145">
                  <a:moveTo>
                    <a:pt x="460857" y="39154"/>
                  </a:moveTo>
                  <a:lnTo>
                    <a:pt x="448183" y="37668"/>
                  </a:lnTo>
                  <a:lnTo>
                    <a:pt x="447611" y="42570"/>
                  </a:lnTo>
                  <a:lnTo>
                    <a:pt x="460286" y="44056"/>
                  </a:lnTo>
                  <a:lnTo>
                    <a:pt x="460857" y="39154"/>
                  </a:lnTo>
                  <a:close/>
                </a:path>
                <a:path w="1310639" h="144145">
                  <a:moveTo>
                    <a:pt x="479742" y="41376"/>
                  </a:moveTo>
                  <a:lnTo>
                    <a:pt x="467067" y="39890"/>
                  </a:lnTo>
                  <a:lnTo>
                    <a:pt x="466483" y="44792"/>
                  </a:lnTo>
                  <a:lnTo>
                    <a:pt x="479171" y="46278"/>
                  </a:lnTo>
                  <a:lnTo>
                    <a:pt x="479742" y="41376"/>
                  </a:lnTo>
                  <a:close/>
                </a:path>
                <a:path w="1310639" h="144145">
                  <a:moveTo>
                    <a:pt x="498627" y="43586"/>
                  </a:moveTo>
                  <a:lnTo>
                    <a:pt x="485952" y="42100"/>
                  </a:lnTo>
                  <a:lnTo>
                    <a:pt x="485368" y="47002"/>
                  </a:lnTo>
                  <a:lnTo>
                    <a:pt x="498043" y="48501"/>
                  </a:lnTo>
                  <a:lnTo>
                    <a:pt x="498627" y="43586"/>
                  </a:lnTo>
                  <a:close/>
                </a:path>
                <a:path w="1310639" h="144145">
                  <a:moveTo>
                    <a:pt x="517499" y="45808"/>
                  </a:moveTo>
                  <a:lnTo>
                    <a:pt x="504825" y="44323"/>
                  </a:lnTo>
                  <a:lnTo>
                    <a:pt x="504253" y="49225"/>
                  </a:lnTo>
                  <a:lnTo>
                    <a:pt x="516928" y="50711"/>
                  </a:lnTo>
                  <a:lnTo>
                    <a:pt x="517499" y="45808"/>
                  </a:lnTo>
                  <a:close/>
                </a:path>
                <a:path w="1310639" h="144145">
                  <a:moveTo>
                    <a:pt x="536384" y="48018"/>
                  </a:moveTo>
                  <a:lnTo>
                    <a:pt x="523709" y="46532"/>
                  </a:lnTo>
                  <a:lnTo>
                    <a:pt x="523125" y="51435"/>
                  </a:lnTo>
                  <a:lnTo>
                    <a:pt x="535813" y="52933"/>
                  </a:lnTo>
                  <a:lnTo>
                    <a:pt x="536384" y="48018"/>
                  </a:lnTo>
                  <a:close/>
                </a:path>
                <a:path w="1310639" h="144145">
                  <a:moveTo>
                    <a:pt x="555256" y="50228"/>
                  </a:moveTo>
                  <a:lnTo>
                    <a:pt x="542582" y="48755"/>
                  </a:lnTo>
                  <a:lnTo>
                    <a:pt x="542010" y="53657"/>
                  </a:lnTo>
                  <a:lnTo>
                    <a:pt x="554685" y="55143"/>
                  </a:lnTo>
                  <a:lnTo>
                    <a:pt x="555256" y="50228"/>
                  </a:lnTo>
                  <a:close/>
                </a:path>
                <a:path w="1310639" h="144145">
                  <a:moveTo>
                    <a:pt x="574141" y="52451"/>
                  </a:moveTo>
                  <a:lnTo>
                    <a:pt x="561467" y="50965"/>
                  </a:lnTo>
                  <a:lnTo>
                    <a:pt x="560895" y="55880"/>
                  </a:lnTo>
                  <a:lnTo>
                    <a:pt x="573570" y="57365"/>
                  </a:lnTo>
                  <a:lnTo>
                    <a:pt x="574141" y="52451"/>
                  </a:lnTo>
                  <a:close/>
                </a:path>
                <a:path w="1310639" h="144145">
                  <a:moveTo>
                    <a:pt x="593026" y="54660"/>
                  </a:moveTo>
                  <a:lnTo>
                    <a:pt x="580351" y="53174"/>
                  </a:lnTo>
                  <a:lnTo>
                    <a:pt x="579767" y="58089"/>
                  </a:lnTo>
                  <a:lnTo>
                    <a:pt x="592442" y="59575"/>
                  </a:lnTo>
                  <a:lnTo>
                    <a:pt x="593026" y="54660"/>
                  </a:lnTo>
                  <a:close/>
                </a:path>
                <a:path w="1310639" h="144145">
                  <a:moveTo>
                    <a:pt x="611898" y="56883"/>
                  </a:moveTo>
                  <a:lnTo>
                    <a:pt x="599224" y="55397"/>
                  </a:lnTo>
                  <a:lnTo>
                    <a:pt x="598652" y="60312"/>
                  </a:lnTo>
                  <a:lnTo>
                    <a:pt x="611327" y="61785"/>
                  </a:lnTo>
                  <a:lnTo>
                    <a:pt x="611898" y="56883"/>
                  </a:lnTo>
                  <a:close/>
                </a:path>
                <a:path w="1310639" h="144145">
                  <a:moveTo>
                    <a:pt x="630783" y="59093"/>
                  </a:moveTo>
                  <a:lnTo>
                    <a:pt x="618109" y="57607"/>
                  </a:lnTo>
                  <a:lnTo>
                    <a:pt x="617537" y="62522"/>
                  </a:lnTo>
                  <a:lnTo>
                    <a:pt x="630212" y="64008"/>
                  </a:lnTo>
                  <a:lnTo>
                    <a:pt x="630783" y="59093"/>
                  </a:lnTo>
                  <a:close/>
                </a:path>
                <a:path w="1310639" h="144145">
                  <a:moveTo>
                    <a:pt x="649655" y="61315"/>
                  </a:moveTo>
                  <a:lnTo>
                    <a:pt x="636981" y="59829"/>
                  </a:lnTo>
                  <a:lnTo>
                    <a:pt x="636409" y="64731"/>
                  </a:lnTo>
                  <a:lnTo>
                    <a:pt x="649084" y="66217"/>
                  </a:lnTo>
                  <a:lnTo>
                    <a:pt x="649655" y="61315"/>
                  </a:lnTo>
                  <a:close/>
                </a:path>
                <a:path w="1310639" h="144145">
                  <a:moveTo>
                    <a:pt x="668540" y="63525"/>
                  </a:moveTo>
                  <a:lnTo>
                    <a:pt x="655866" y="62039"/>
                  </a:lnTo>
                  <a:lnTo>
                    <a:pt x="655294" y="66941"/>
                  </a:lnTo>
                  <a:lnTo>
                    <a:pt x="667969" y="68440"/>
                  </a:lnTo>
                  <a:lnTo>
                    <a:pt x="668540" y="63525"/>
                  </a:lnTo>
                  <a:close/>
                </a:path>
                <a:path w="1310639" h="144145">
                  <a:moveTo>
                    <a:pt x="687425" y="65747"/>
                  </a:moveTo>
                  <a:lnTo>
                    <a:pt x="674751" y="64262"/>
                  </a:lnTo>
                  <a:lnTo>
                    <a:pt x="674166" y="69164"/>
                  </a:lnTo>
                  <a:lnTo>
                    <a:pt x="686854" y="70650"/>
                  </a:lnTo>
                  <a:lnTo>
                    <a:pt x="687425" y="65747"/>
                  </a:lnTo>
                  <a:close/>
                </a:path>
                <a:path w="1310639" h="144145">
                  <a:moveTo>
                    <a:pt x="706297" y="67970"/>
                  </a:moveTo>
                  <a:lnTo>
                    <a:pt x="693623" y="66471"/>
                  </a:lnTo>
                  <a:lnTo>
                    <a:pt x="693051" y="71386"/>
                  </a:lnTo>
                  <a:lnTo>
                    <a:pt x="705726" y="72872"/>
                  </a:lnTo>
                  <a:lnTo>
                    <a:pt x="706297" y="67970"/>
                  </a:lnTo>
                  <a:close/>
                </a:path>
                <a:path w="1310639" h="144145">
                  <a:moveTo>
                    <a:pt x="725182" y="70180"/>
                  </a:moveTo>
                  <a:lnTo>
                    <a:pt x="712508" y="68694"/>
                  </a:lnTo>
                  <a:lnTo>
                    <a:pt x="711936" y="73596"/>
                  </a:lnTo>
                  <a:lnTo>
                    <a:pt x="724611" y="75082"/>
                  </a:lnTo>
                  <a:lnTo>
                    <a:pt x="725182" y="70180"/>
                  </a:lnTo>
                  <a:close/>
                </a:path>
                <a:path w="1310639" h="144145">
                  <a:moveTo>
                    <a:pt x="744054" y="72390"/>
                  </a:moveTo>
                  <a:lnTo>
                    <a:pt x="731393" y="70904"/>
                  </a:lnTo>
                  <a:lnTo>
                    <a:pt x="730808" y="75819"/>
                  </a:lnTo>
                  <a:lnTo>
                    <a:pt x="743483" y="77304"/>
                  </a:lnTo>
                  <a:lnTo>
                    <a:pt x="744054" y="72390"/>
                  </a:lnTo>
                  <a:close/>
                </a:path>
                <a:path w="1310639" h="144145">
                  <a:moveTo>
                    <a:pt x="762952" y="74599"/>
                  </a:moveTo>
                  <a:lnTo>
                    <a:pt x="750277" y="73126"/>
                  </a:lnTo>
                  <a:lnTo>
                    <a:pt x="749693" y="78028"/>
                  </a:lnTo>
                  <a:lnTo>
                    <a:pt x="762368" y="79527"/>
                  </a:lnTo>
                  <a:lnTo>
                    <a:pt x="762952" y="74599"/>
                  </a:lnTo>
                  <a:close/>
                </a:path>
                <a:path w="1310639" h="144145">
                  <a:moveTo>
                    <a:pt x="781824" y="76822"/>
                  </a:moveTo>
                  <a:lnTo>
                    <a:pt x="769150" y="75336"/>
                  </a:lnTo>
                  <a:lnTo>
                    <a:pt x="768578" y="80251"/>
                  </a:lnTo>
                  <a:lnTo>
                    <a:pt x="781253" y="81737"/>
                  </a:lnTo>
                  <a:lnTo>
                    <a:pt x="781824" y="76822"/>
                  </a:lnTo>
                  <a:close/>
                </a:path>
                <a:path w="1310639" h="144145">
                  <a:moveTo>
                    <a:pt x="800696" y="79032"/>
                  </a:moveTo>
                  <a:lnTo>
                    <a:pt x="788035" y="77546"/>
                  </a:lnTo>
                  <a:lnTo>
                    <a:pt x="787450" y="82461"/>
                  </a:lnTo>
                  <a:lnTo>
                    <a:pt x="800125" y="83947"/>
                  </a:lnTo>
                  <a:lnTo>
                    <a:pt x="800696" y="79032"/>
                  </a:lnTo>
                  <a:close/>
                </a:path>
                <a:path w="1310639" h="144145">
                  <a:moveTo>
                    <a:pt x="819581" y="81254"/>
                  </a:moveTo>
                  <a:lnTo>
                    <a:pt x="806907" y="79768"/>
                  </a:lnTo>
                  <a:lnTo>
                    <a:pt x="806335" y="84683"/>
                  </a:lnTo>
                  <a:lnTo>
                    <a:pt x="819010" y="86156"/>
                  </a:lnTo>
                  <a:lnTo>
                    <a:pt x="819581" y="81254"/>
                  </a:lnTo>
                  <a:close/>
                </a:path>
                <a:path w="1310639" h="144145">
                  <a:moveTo>
                    <a:pt x="838466" y="83477"/>
                  </a:moveTo>
                  <a:lnTo>
                    <a:pt x="825779" y="81978"/>
                  </a:lnTo>
                  <a:lnTo>
                    <a:pt x="825207" y="86893"/>
                  </a:lnTo>
                  <a:lnTo>
                    <a:pt x="837895" y="88379"/>
                  </a:lnTo>
                  <a:lnTo>
                    <a:pt x="838466" y="83477"/>
                  </a:lnTo>
                  <a:close/>
                </a:path>
                <a:path w="1310639" h="144145">
                  <a:moveTo>
                    <a:pt x="857338" y="85686"/>
                  </a:moveTo>
                  <a:lnTo>
                    <a:pt x="844677" y="84201"/>
                  </a:lnTo>
                  <a:lnTo>
                    <a:pt x="844092" y="89103"/>
                  </a:lnTo>
                  <a:lnTo>
                    <a:pt x="856767" y="90589"/>
                  </a:lnTo>
                  <a:lnTo>
                    <a:pt x="857338" y="85686"/>
                  </a:lnTo>
                  <a:close/>
                </a:path>
                <a:path w="1310639" h="144145">
                  <a:moveTo>
                    <a:pt x="876223" y="87909"/>
                  </a:moveTo>
                  <a:lnTo>
                    <a:pt x="863549" y="86423"/>
                  </a:lnTo>
                  <a:lnTo>
                    <a:pt x="862965" y="91325"/>
                  </a:lnTo>
                  <a:lnTo>
                    <a:pt x="875652" y="92811"/>
                  </a:lnTo>
                  <a:lnTo>
                    <a:pt x="876223" y="87909"/>
                  </a:lnTo>
                  <a:close/>
                </a:path>
                <a:path w="1310639" h="144145">
                  <a:moveTo>
                    <a:pt x="895108" y="90119"/>
                  </a:moveTo>
                  <a:lnTo>
                    <a:pt x="882434" y="88633"/>
                  </a:lnTo>
                  <a:lnTo>
                    <a:pt x="881862" y="93535"/>
                  </a:lnTo>
                  <a:lnTo>
                    <a:pt x="894537" y="95034"/>
                  </a:lnTo>
                  <a:lnTo>
                    <a:pt x="895108" y="90119"/>
                  </a:lnTo>
                  <a:close/>
                </a:path>
                <a:path w="1310639" h="144145">
                  <a:moveTo>
                    <a:pt x="913980" y="92329"/>
                  </a:moveTo>
                  <a:lnTo>
                    <a:pt x="901306" y="90855"/>
                  </a:lnTo>
                  <a:lnTo>
                    <a:pt x="900734" y="95758"/>
                  </a:lnTo>
                  <a:lnTo>
                    <a:pt x="913409" y="97243"/>
                  </a:lnTo>
                  <a:lnTo>
                    <a:pt x="913980" y="92329"/>
                  </a:lnTo>
                  <a:close/>
                </a:path>
                <a:path w="1310639" h="144145">
                  <a:moveTo>
                    <a:pt x="932865" y="94538"/>
                  </a:moveTo>
                  <a:lnTo>
                    <a:pt x="920191" y="93065"/>
                  </a:lnTo>
                  <a:lnTo>
                    <a:pt x="919607" y="97967"/>
                  </a:lnTo>
                  <a:lnTo>
                    <a:pt x="932294" y="99466"/>
                  </a:lnTo>
                  <a:lnTo>
                    <a:pt x="932865" y="94538"/>
                  </a:lnTo>
                  <a:close/>
                </a:path>
                <a:path w="1310639" h="144145">
                  <a:moveTo>
                    <a:pt x="951750" y="96761"/>
                  </a:moveTo>
                  <a:lnTo>
                    <a:pt x="939076" y="95275"/>
                  </a:lnTo>
                  <a:lnTo>
                    <a:pt x="938491" y="100190"/>
                  </a:lnTo>
                  <a:lnTo>
                    <a:pt x="951166" y="101676"/>
                  </a:lnTo>
                  <a:lnTo>
                    <a:pt x="951750" y="96761"/>
                  </a:lnTo>
                  <a:close/>
                </a:path>
                <a:path w="1310639" h="144145">
                  <a:moveTo>
                    <a:pt x="970622" y="98983"/>
                  </a:moveTo>
                  <a:lnTo>
                    <a:pt x="957948" y="97485"/>
                  </a:lnTo>
                  <a:lnTo>
                    <a:pt x="957364" y="102412"/>
                  </a:lnTo>
                  <a:lnTo>
                    <a:pt x="970051" y="103898"/>
                  </a:lnTo>
                  <a:lnTo>
                    <a:pt x="970622" y="98983"/>
                  </a:lnTo>
                  <a:close/>
                </a:path>
                <a:path w="1310639" h="144145">
                  <a:moveTo>
                    <a:pt x="989507" y="101193"/>
                  </a:moveTo>
                  <a:lnTo>
                    <a:pt x="976833" y="99707"/>
                  </a:lnTo>
                  <a:lnTo>
                    <a:pt x="976261" y="104622"/>
                  </a:lnTo>
                  <a:lnTo>
                    <a:pt x="988936" y="106108"/>
                  </a:lnTo>
                  <a:lnTo>
                    <a:pt x="989507" y="101193"/>
                  </a:lnTo>
                  <a:close/>
                </a:path>
                <a:path w="1310639" h="144145">
                  <a:moveTo>
                    <a:pt x="1008380" y="103416"/>
                  </a:moveTo>
                  <a:lnTo>
                    <a:pt x="995705" y="101930"/>
                  </a:lnTo>
                  <a:lnTo>
                    <a:pt x="995133" y="106832"/>
                  </a:lnTo>
                  <a:lnTo>
                    <a:pt x="1007808" y="108318"/>
                  </a:lnTo>
                  <a:lnTo>
                    <a:pt x="1008380" y="103416"/>
                  </a:lnTo>
                  <a:close/>
                </a:path>
                <a:path w="1310639" h="144145">
                  <a:moveTo>
                    <a:pt x="1027264" y="105625"/>
                  </a:moveTo>
                  <a:lnTo>
                    <a:pt x="1014590" y="104140"/>
                  </a:lnTo>
                  <a:lnTo>
                    <a:pt x="1014018" y="109054"/>
                  </a:lnTo>
                  <a:lnTo>
                    <a:pt x="1026693" y="110540"/>
                  </a:lnTo>
                  <a:lnTo>
                    <a:pt x="1027264" y="105625"/>
                  </a:lnTo>
                  <a:close/>
                </a:path>
                <a:path w="1310639" h="144145">
                  <a:moveTo>
                    <a:pt x="1046137" y="107848"/>
                  </a:moveTo>
                  <a:lnTo>
                    <a:pt x="1033475" y="106362"/>
                  </a:lnTo>
                  <a:lnTo>
                    <a:pt x="1032891" y="111264"/>
                  </a:lnTo>
                  <a:lnTo>
                    <a:pt x="1045565" y="112750"/>
                  </a:lnTo>
                  <a:lnTo>
                    <a:pt x="1046137" y="107848"/>
                  </a:lnTo>
                  <a:close/>
                </a:path>
                <a:path w="1310639" h="144145">
                  <a:moveTo>
                    <a:pt x="1065022" y="110058"/>
                  </a:moveTo>
                  <a:lnTo>
                    <a:pt x="1052347" y="108572"/>
                  </a:lnTo>
                  <a:lnTo>
                    <a:pt x="1051775" y="113474"/>
                  </a:lnTo>
                  <a:lnTo>
                    <a:pt x="1064450" y="114973"/>
                  </a:lnTo>
                  <a:lnTo>
                    <a:pt x="1065022" y="110058"/>
                  </a:lnTo>
                  <a:close/>
                </a:path>
                <a:path w="1310639" h="144145">
                  <a:moveTo>
                    <a:pt x="1083906" y="112280"/>
                  </a:moveTo>
                  <a:lnTo>
                    <a:pt x="1071232" y="110794"/>
                  </a:lnTo>
                  <a:lnTo>
                    <a:pt x="1070648" y="115697"/>
                  </a:lnTo>
                  <a:lnTo>
                    <a:pt x="1083335" y="117182"/>
                  </a:lnTo>
                  <a:lnTo>
                    <a:pt x="1083906" y="112280"/>
                  </a:lnTo>
                  <a:close/>
                </a:path>
                <a:path w="1310639" h="144145">
                  <a:moveTo>
                    <a:pt x="1102779" y="114490"/>
                  </a:moveTo>
                  <a:lnTo>
                    <a:pt x="1090117" y="113004"/>
                  </a:lnTo>
                  <a:lnTo>
                    <a:pt x="1089533" y="117919"/>
                  </a:lnTo>
                  <a:lnTo>
                    <a:pt x="1102207" y="119405"/>
                  </a:lnTo>
                  <a:lnTo>
                    <a:pt x="1102779" y="114490"/>
                  </a:lnTo>
                  <a:close/>
                </a:path>
                <a:path w="1310639" h="144145">
                  <a:moveTo>
                    <a:pt x="1121664" y="116700"/>
                  </a:moveTo>
                  <a:lnTo>
                    <a:pt x="1108989" y="115227"/>
                  </a:lnTo>
                  <a:lnTo>
                    <a:pt x="1108417" y="120129"/>
                  </a:lnTo>
                  <a:lnTo>
                    <a:pt x="1121092" y="121615"/>
                  </a:lnTo>
                  <a:lnTo>
                    <a:pt x="1121664" y="116700"/>
                  </a:lnTo>
                  <a:close/>
                </a:path>
                <a:path w="1310639" h="144145">
                  <a:moveTo>
                    <a:pt x="1140548" y="118922"/>
                  </a:moveTo>
                  <a:lnTo>
                    <a:pt x="1127874" y="117436"/>
                  </a:lnTo>
                  <a:lnTo>
                    <a:pt x="1127290" y="122351"/>
                  </a:lnTo>
                  <a:lnTo>
                    <a:pt x="1139964" y="123837"/>
                  </a:lnTo>
                  <a:lnTo>
                    <a:pt x="1140548" y="118922"/>
                  </a:lnTo>
                  <a:close/>
                </a:path>
                <a:path w="1310639" h="144145">
                  <a:moveTo>
                    <a:pt x="1159433" y="121132"/>
                  </a:moveTo>
                  <a:lnTo>
                    <a:pt x="1146759" y="119646"/>
                  </a:lnTo>
                  <a:lnTo>
                    <a:pt x="1146175" y="124561"/>
                  </a:lnTo>
                  <a:lnTo>
                    <a:pt x="1158849" y="126047"/>
                  </a:lnTo>
                  <a:lnTo>
                    <a:pt x="1159433" y="121132"/>
                  </a:lnTo>
                  <a:close/>
                </a:path>
                <a:path w="1310639" h="144145">
                  <a:moveTo>
                    <a:pt x="1178306" y="123355"/>
                  </a:moveTo>
                  <a:lnTo>
                    <a:pt x="1165631" y="121869"/>
                  </a:lnTo>
                  <a:lnTo>
                    <a:pt x="1165059" y="126784"/>
                  </a:lnTo>
                  <a:lnTo>
                    <a:pt x="1177721" y="128257"/>
                  </a:lnTo>
                  <a:lnTo>
                    <a:pt x="1178306" y="123355"/>
                  </a:lnTo>
                  <a:close/>
                </a:path>
                <a:path w="1310639" h="144145">
                  <a:moveTo>
                    <a:pt x="1197190" y="125564"/>
                  </a:moveTo>
                  <a:lnTo>
                    <a:pt x="1184516" y="124079"/>
                  </a:lnTo>
                  <a:lnTo>
                    <a:pt x="1183932" y="128993"/>
                  </a:lnTo>
                  <a:lnTo>
                    <a:pt x="1196606" y="130479"/>
                  </a:lnTo>
                  <a:lnTo>
                    <a:pt x="1197190" y="125564"/>
                  </a:lnTo>
                  <a:close/>
                </a:path>
                <a:path w="1310639" h="144145">
                  <a:moveTo>
                    <a:pt x="1216075" y="127787"/>
                  </a:moveTo>
                  <a:lnTo>
                    <a:pt x="1203388" y="126301"/>
                  </a:lnTo>
                  <a:lnTo>
                    <a:pt x="1202817" y="131203"/>
                  </a:lnTo>
                  <a:lnTo>
                    <a:pt x="1215491" y="132689"/>
                  </a:lnTo>
                  <a:lnTo>
                    <a:pt x="1216075" y="127787"/>
                  </a:lnTo>
                  <a:close/>
                </a:path>
                <a:path w="1310639" h="144145">
                  <a:moveTo>
                    <a:pt x="1234948" y="130009"/>
                  </a:moveTo>
                  <a:lnTo>
                    <a:pt x="1222273" y="128511"/>
                  </a:lnTo>
                  <a:lnTo>
                    <a:pt x="1221701" y="133426"/>
                  </a:lnTo>
                  <a:lnTo>
                    <a:pt x="1234376" y="134912"/>
                  </a:lnTo>
                  <a:lnTo>
                    <a:pt x="1234948" y="130009"/>
                  </a:lnTo>
                  <a:close/>
                </a:path>
                <a:path w="1310639" h="144145">
                  <a:moveTo>
                    <a:pt x="1253820" y="132219"/>
                  </a:moveTo>
                  <a:lnTo>
                    <a:pt x="1241158" y="130733"/>
                  </a:lnTo>
                  <a:lnTo>
                    <a:pt x="1240574" y="135636"/>
                  </a:lnTo>
                  <a:lnTo>
                    <a:pt x="1253248" y="137121"/>
                  </a:lnTo>
                  <a:lnTo>
                    <a:pt x="1253820" y="132219"/>
                  </a:lnTo>
                  <a:close/>
                </a:path>
                <a:path w="1310639" h="144145">
                  <a:moveTo>
                    <a:pt x="1272705" y="134429"/>
                  </a:moveTo>
                  <a:lnTo>
                    <a:pt x="1260030" y="132956"/>
                  </a:lnTo>
                  <a:lnTo>
                    <a:pt x="1259459" y="137858"/>
                  </a:lnTo>
                  <a:lnTo>
                    <a:pt x="1272133" y="139344"/>
                  </a:lnTo>
                  <a:lnTo>
                    <a:pt x="1272705" y="134429"/>
                  </a:lnTo>
                  <a:close/>
                </a:path>
                <a:path w="1310639" h="144145">
                  <a:moveTo>
                    <a:pt x="1291590" y="136652"/>
                  </a:moveTo>
                  <a:lnTo>
                    <a:pt x="1278915" y="135166"/>
                  </a:lnTo>
                  <a:lnTo>
                    <a:pt x="1278331" y="140068"/>
                  </a:lnTo>
                  <a:lnTo>
                    <a:pt x="1291018" y="141566"/>
                  </a:lnTo>
                  <a:lnTo>
                    <a:pt x="1291590" y="136652"/>
                  </a:lnTo>
                  <a:close/>
                </a:path>
                <a:path w="1310639" h="144145">
                  <a:moveTo>
                    <a:pt x="1310462" y="138861"/>
                  </a:moveTo>
                  <a:lnTo>
                    <a:pt x="1297800" y="137375"/>
                  </a:lnTo>
                  <a:lnTo>
                    <a:pt x="1297216" y="142290"/>
                  </a:lnTo>
                  <a:lnTo>
                    <a:pt x="1309890" y="143776"/>
                  </a:lnTo>
                  <a:lnTo>
                    <a:pt x="1310462" y="138861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79069" y="682751"/>
              <a:ext cx="1184910" cy="66040"/>
            </a:xfrm>
            <a:custGeom>
              <a:avLst/>
              <a:gdLst/>
              <a:ahLst/>
              <a:cxnLst/>
              <a:rect l="l" t="t" r="r" b="b"/>
              <a:pathLst>
                <a:path w="1184910" h="66040">
                  <a:moveTo>
                    <a:pt x="12890" y="41490"/>
                  </a:moveTo>
                  <a:lnTo>
                    <a:pt x="127" y="41173"/>
                  </a:lnTo>
                  <a:lnTo>
                    <a:pt x="0" y="46101"/>
                  </a:lnTo>
                  <a:lnTo>
                    <a:pt x="12763" y="46443"/>
                  </a:lnTo>
                  <a:lnTo>
                    <a:pt x="12890" y="41490"/>
                  </a:lnTo>
                  <a:close/>
                </a:path>
                <a:path w="1184910" h="66040">
                  <a:moveTo>
                    <a:pt x="24104" y="647"/>
                  </a:moveTo>
                  <a:lnTo>
                    <a:pt x="11531" y="0"/>
                  </a:lnTo>
                  <a:lnTo>
                    <a:pt x="11290" y="4953"/>
                  </a:lnTo>
                  <a:lnTo>
                    <a:pt x="23850" y="5588"/>
                  </a:lnTo>
                  <a:lnTo>
                    <a:pt x="24104" y="647"/>
                  </a:lnTo>
                  <a:close/>
                </a:path>
                <a:path w="1184910" h="66040">
                  <a:moveTo>
                    <a:pt x="31877" y="41998"/>
                  </a:moveTo>
                  <a:lnTo>
                    <a:pt x="19126" y="41656"/>
                  </a:lnTo>
                  <a:lnTo>
                    <a:pt x="18986" y="46609"/>
                  </a:lnTo>
                  <a:lnTo>
                    <a:pt x="31750" y="46939"/>
                  </a:lnTo>
                  <a:lnTo>
                    <a:pt x="31877" y="41998"/>
                  </a:lnTo>
                  <a:close/>
                </a:path>
                <a:path w="1184910" h="66040">
                  <a:moveTo>
                    <a:pt x="42837" y="1625"/>
                  </a:moveTo>
                  <a:lnTo>
                    <a:pt x="30264" y="965"/>
                  </a:lnTo>
                  <a:lnTo>
                    <a:pt x="29997" y="5918"/>
                  </a:lnTo>
                  <a:lnTo>
                    <a:pt x="42570" y="6553"/>
                  </a:lnTo>
                  <a:lnTo>
                    <a:pt x="42837" y="1625"/>
                  </a:lnTo>
                  <a:close/>
                </a:path>
                <a:path w="1184910" h="66040">
                  <a:moveTo>
                    <a:pt x="50876" y="42494"/>
                  </a:moveTo>
                  <a:lnTo>
                    <a:pt x="38112" y="42151"/>
                  </a:lnTo>
                  <a:lnTo>
                    <a:pt x="37985" y="47104"/>
                  </a:lnTo>
                  <a:lnTo>
                    <a:pt x="50736" y="47421"/>
                  </a:lnTo>
                  <a:lnTo>
                    <a:pt x="50876" y="42494"/>
                  </a:lnTo>
                  <a:close/>
                </a:path>
                <a:path w="1184910" h="66040">
                  <a:moveTo>
                    <a:pt x="61544" y="2590"/>
                  </a:moveTo>
                  <a:lnTo>
                    <a:pt x="48971" y="1930"/>
                  </a:lnTo>
                  <a:lnTo>
                    <a:pt x="48729" y="6883"/>
                  </a:lnTo>
                  <a:lnTo>
                    <a:pt x="61290" y="7531"/>
                  </a:lnTo>
                  <a:lnTo>
                    <a:pt x="61544" y="2590"/>
                  </a:lnTo>
                  <a:close/>
                </a:path>
                <a:path w="1184910" h="66040">
                  <a:moveTo>
                    <a:pt x="69862" y="42976"/>
                  </a:moveTo>
                  <a:lnTo>
                    <a:pt x="57111" y="42659"/>
                  </a:lnTo>
                  <a:lnTo>
                    <a:pt x="56984" y="47586"/>
                  </a:lnTo>
                  <a:lnTo>
                    <a:pt x="69735" y="47929"/>
                  </a:lnTo>
                  <a:lnTo>
                    <a:pt x="69862" y="42976"/>
                  </a:lnTo>
                  <a:close/>
                </a:path>
                <a:path w="1184910" h="66040">
                  <a:moveTo>
                    <a:pt x="80264" y="3556"/>
                  </a:moveTo>
                  <a:lnTo>
                    <a:pt x="67703" y="2908"/>
                  </a:lnTo>
                  <a:lnTo>
                    <a:pt x="67449" y="7848"/>
                  </a:lnTo>
                  <a:lnTo>
                    <a:pt x="80022" y="8496"/>
                  </a:lnTo>
                  <a:lnTo>
                    <a:pt x="80264" y="3556"/>
                  </a:lnTo>
                  <a:close/>
                </a:path>
                <a:path w="1184910" h="66040">
                  <a:moveTo>
                    <a:pt x="88861" y="43484"/>
                  </a:moveTo>
                  <a:lnTo>
                    <a:pt x="76098" y="43141"/>
                  </a:lnTo>
                  <a:lnTo>
                    <a:pt x="75971" y="48094"/>
                  </a:lnTo>
                  <a:lnTo>
                    <a:pt x="88734" y="48425"/>
                  </a:lnTo>
                  <a:lnTo>
                    <a:pt x="88861" y="43484"/>
                  </a:lnTo>
                  <a:close/>
                </a:path>
                <a:path w="1184910" h="66040">
                  <a:moveTo>
                    <a:pt x="98996" y="4521"/>
                  </a:moveTo>
                  <a:lnTo>
                    <a:pt x="86423" y="3873"/>
                  </a:lnTo>
                  <a:lnTo>
                    <a:pt x="86169" y="8813"/>
                  </a:lnTo>
                  <a:lnTo>
                    <a:pt x="98742" y="9461"/>
                  </a:lnTo>
                  <a:lnTo>
                    <a:pt x="98996" y="4521"/>
                  </a:lnTo>
                  <a:close/>
                </a:path>
                <a:path w="1184910" h="66040">
                  <a:moveTo>
                    <a:pt x="107848" y="43980"/>
                  </a:moveTo>
                  <a:lnTo>
                    <a:pt x="95097" y="43637"/>
                  </a:lnTo>
                  <a:lnTo>
                    <a:pt x="94970" y="48590"/>
                  </a:lnTo>
                  <a:lnTo>
                    <a:pt x="107721" y="48907"/>
                  </a:lnTo>
                  <a:lnTo>
                    <a:pt x="107848" y="43980"/>
                  </a:lnTo>
                  <a:close/>
                </a:path>
                <a:path w="1184910" h="66040">
                  <a:moveTo>
                    <a:pt x="117716" y="5486"/>
                  </a:moveTo>
                  <a:lnTo>
                    <a:pt x="105143" y="4838"/>
                  </a:lnTo>
                  <a:lnTo>
                    <a:pt x="104889" y="9791"/>
                  </a:lnTo>
                  <a:lnTo>
                    <a:pt x="117462" y="10426"/>
                  </a:lnTo>
                  <a:lnTo>
                    <a:pt x="117716" y="5486"/>
                  </a:lnTo>
                  <a:close/>
                </a:path>
                <a:path w="1184910" h="66040">
                  <a:moveTo>
                    <a:pt x="126847" y="44145"/>
                  </a:moveTo>
                  <a:lnTo>
                    <a:pt x="113957" y="44145"/>
                  </a:lnTo>
                  <a:lnTo>
                    <a:pt x="113957" y="49276"/>
                  </a:lnTo>
                  <a:lnTo>
                    <a:pt x="113957" y="49415"/>
                  </a:lnTo>
                  <a:lnTo>
                    <a:pt x="126847" y="49415"/>
                  </a:lnTo>
                  <a:lnTo>
                    <a:pt x="126847" y="49276"/>
                  </a:lnTo>
                  <a:lnTo>
                    <a:pt x="126847" y="44145"/>
                  </a:lnTo>
                  <a:close/>
                </a:path>
                <a:path w="1184910" h="66040">
                  <a:moveTo>
                    <a:pt x="145834" y="49276"/>
                  </a:moveTo>
                  <a:lnTo>
                    <a:pt x="132943" y="49276"/>
                  </a:lnTo>
                  <a:lnTo>
                    <a:pt x="132943" y="49911"/>
                  </a:lnTo>
                  <a:lnTo>
                    <a:pt x="145834" y="49911"/>
                  </a:lnTo>
                  <a:lnTo>
                    <a:pt x="145834" y="49276"/>
                  </a:lnTo>
                  <a:close/>
                </a:path>
                <a:path w="1184910" h="66040">
                  <a:moveTo>
                    <a:pt x="164833" y="49276"/>
                  </a:moveTo>
                  <a:lnTo>
                    <a:pt x="151942" y="49276"/>
                  </a:lnTo>
                  <a:lnTo>
                    <a:pt x="151942" y="50406"/>
                  </a:lnTo>
                  <a:lnTo>
                    <a:pt x="164833" y="50406"/>
                  </a:lnTo>
                  <a:lnTo>
                    <a:pt x="164833" y="49276"/>
                  </a:lnTo>
                  <a:close/>
                </a:path>
                <a:path w="1184910" h="66040">
                  <a:moveTo>
                    <a:pt x="183819" y="45631"/>
                  </a:moveTo>
                  <a:lnTo>
                    <a:pt x="170942" y="45631"/>
                  </a:lnTo>
                  <a:lnTo>
                    <a:pt x="170942" y="49276"/>
                  </a:lnTo>
                  <a:lnTo>
                    <a:pt x="183819" y="49276"/>
                  </a:lnTo>
                  <a:lnTo>
                    <a:pt x="183819" y="45631"/>
                  </a:lnTo>
                  <a:close/>
                </a:path>
                <a:path w="1184910" h="66040">
                  <a:moveTo>
                    <a:pt x="192595" y="9372"/>
                  </a:moveTo>
                  <a:lnTo>
                    <a:pt x="180035" y="8712"/>
                  </a:lnTo>
                  <a:lnTo>
                    <a:pt x="179768" y="13652"/>
                  </a:lnTo>
                  <a:lnTo>
                    <a:pt x="192341" y="14300"/>
                  </a:lnTo>
                  <a:lnTo>
                    <a:pt x="192595" y="9372"/>
                  </a:lnTo>
                  <a:close/>
                </a:path>
                <a:path w="1184910" h="66040">
                  <a:moveTo>
                    <a:pt x="211328" y="10325"/>
                  </a:moveTo>
                  <a:lnTo>
                    <a:pt x="198755" y="9677"/>
                  </a:lnTo>
                  <a:lnTo>
                    <a:pt x="198501" y="14617"/>
                  </a:lnTo>
                  <a:lnTo>
                    <a:pt x="211061" y="15278"/>
                  </a:lnTo>
                  <a:lnTo>
                    <a:pt x="211328" y="10325"/>
                  </a:lnTo>
                  <a:close/>
                </a:path>
                <a:path w="1184910" h="66040">
                  <a:moveTo>
                    <a:pt x="230035" y="11303"/>
                  </a:moveTo>
                  <a:lnTo>
                    <a:pt x="217462" y="10642"/>
                  </a:lnTo>
                  <a:lnTo>
                    <a:pt x="217220" y="15595"/>
                  </a:lnTo>
                  <a:lnTo>
                    <a:pt x="229781" y="16230"/>
                  </a:lnTo>
                  <a:lnTo>
                    <a:pt x="230035" y="11303"/>
                  </a:lnTo>
                  <a:close/>
                </a:path>
                <a:path w="1184910" h="66040">
                  <a:moveTo>
                    <a:pt x="248767" y="12268"/>
                  </a:moveTo>
                  <a:lnTo>
                    <a:pt x="236194" y="11607"/>
                  </a:lnTo>
                  <a:lnTo>
                    <a:pt x="235940" y="16548"/>
                  </a:lnTo>
                  <a:lnTo>
                    <a:pt x="248513" y="17208"/>
                  </a:lnTo>
                  <a:lnTo>
                    <a:pt x="248767" y="12268"/>
                  </a:lnTo>
                  <a:close/>
                </a:path>
                <a:path w="1184910" h="66040">
                  <a:moveTo>
                    <a:pt x="267487" y="13233"/>
                  </a:moveTo>
                  <a:lnTo>
                    <a:pt x="254914" y="12573"/>
                  </a:lnTo>
                  <a:lnTo>
                    <a:pt x="254660" y="17526"/>
                  </a:lnTo>
                  <a:lnTo>
                    <a:pt x="267220" y="18173"/>
                  </a:lnTo>
                  <a:lnTo>
                    <a:pt x="267487" y="13233"/>
                  </a:lnTo>
                  <a:close/>
                </a:path>
                <a:path w="1184910" h="66040">
                  <a:moveTo>
                    <a:pt x="286207" y="14211"/>
                  </a:moveTo>
                  <a:lnTo>
                    <a:pt x="273634" y="13550"/>
                  </a:lnTo>
                  <a:lnTo>
                    <a:pt x="273380" y="18491"/>
                  </a:lnTo>
                  <a:lnTo>
                    <a:pt x="285953" y="19138"/>
                  </a:lnTo>
                  <a:lnTo>
                    <a:pt x="286207" y="14211"/>
                  </a:lnTo>
                  <a:close/>
                </a:path>
                <a:path w="1184910" h="66040">
                  <a:moveTo>
                    <a:pt x="304927" y="15176"/>
                  </a:moveTo>
                  <a:lnTo>
                    <a:pt x="292354" y="14516"/>
                  </a:lnTo>
                  <a:lnTo>
                    <a:pt x="292100" y="19456"/>
                  </a:lnTo>
                  <a:lnTo>
                    <a:pt x="304673" y="20116"/>
                  </a:lnTo>
                  <a:lnTo>
                    <a:pt x="304927" y="15176"/>
                  </a:lnTo>
                  <a:close/>
                </a:path>
                <a:path w="1184910" h="66040">
                  <a:moveTo>
                    <a:pt x="323646" y="16141"/>
                  </a:moveTo>
                  <a:lnTo>
                    <a:pt x="311073" y="15481"/>
                  </a:lnTo>
                  <a:lnTo>
                    <a:pt x="310819" y="20434"/>
                  </a:lnTo>
                  <a:lnTo>
                    <a:pt x="323392" y="21069"/>
                  </a:lnTo>
                  <a:lnTo>
                    <a:pt x="323646" y="16141"/>
                  </a:lnTo>
                  <a:close/>
                </a:path>
                <a:path w="1184910" h="66040">
                  <a:moveTo>
                    <a:pt x="342366" y="17106"/>
                  </a:moveTo>
                  <a:lnTo>
                    <a:pt x="329806" y="16446"/>
                  </a:lnTo>
                  <a:lnTo>
                    <a:pt x="329552" y="21386"/>
                  </a:lnTo>
                  <a:lnTo>
                    <a:pt x="342112" y="22047"/>
                  </a:lnTo>
                  <a:lnTo>
                    <a:pt x="342366" y="17106"/>
                  </a:lnTo>
                  <a:close/>
                </a:path>
                <a:path w="1184910" h="66040">
                  <a:moveTo>
                    <a:pt x="361086" y="18072"/>
                  </a:moveTo>
                  <a:lnTo>
                    <a:pt x="348513" y="17411"/>
                  </a:lnTo>
                  <a:lnTo>
                    <a:pt x="348259" y="22364"/>
                  </a:lnTo>
                  <a:lnTo>
                    <a:pt x="360832" y="23012"/>
                  </a:lnTo>
                  <a:lnTo>
                    <a:pt x="361086" y="18072"/>
                  </a:lnTo>
                  <a:close/>
                </a:path>
                <a:path w="1184910" h="66040">
                  <a:moveTo>
                    <a:pt x="379806" y="19050"/>
                  </a:moveTo>
                  <a:lnTo>
                    <a:pt x="367245" y="18389"/>
                  </a:lnTo>
                  <a:lnTo>
                    <a:pt x="366991" y="23329"/>
                  </a:lnTo>
                  <a:lnTo>
                    <a:pt x="379552" y="23977"/>
                  </a:lnTo>
                  <a:lnTo>
                    <a:pt x="379806" y="19050"/>
                  </a:lnTo>
                  <a:close/>
                </a:path>
                <a:path w="1184910" h="66040">
                  <a:moveTo>
                    <a:pt x="398526" y="20015"/>
                  </a:moveTo>
                  <a:lnTo>
                    <a:pt x="385965" y="19354"/>
                  </a:lnTo>
                  <a:lnTo>
                    <a:pt x="385711" y="24295"/>
                  </a:lnTo>
                  <a:lnTo>
                    <a:pt x="398272" y="24955"/>
                  </a:lnTo>
                  <a:lnTo>
                    <a:pt x="398526" y="20015"/>
                  </a:lnTo>
                  <a:close/>
                </a:path>
                <a:path w="1184910" h="66040">
                  <a:moveTo>
                    <a:pt x="417258" y="20980"/>
                  </a:moveTo>
                  <a:lnTo>
                    <a:pt x="404685" y="20320"/>
                  </a:lnTo>
                  <a:lnTo>
                    <a:pt x="404431" y="25273"/>
                  </a:lnTo>
                  <a:lnTo>
                    <a:pt x="416991" y="25920"/>
                  </a:lnTo>
                  <a:lnTo>
                    <a:pt x="417258" y="20980"/>
                  </a:lnTo>
                  <a:close/>
                </a:path>
                <a:path w="1184910" h="66040">
                  <a:moveTo>
                    <a:pt x="435978" y="21945"/>
                  </a:moveTo>
                  <a:lnTo>
                    <a:pt x="423405" y="21285"/>
                  </a:lnTo>
                  <a:lnTo>
                    <a:pt x="423151" y="26238"/>
                  </a:lnTo>
                  <a:lnTo>
                    <a:pt x="435724" y="26873"/>
                  </a:lnTo>
                  <a:lnTo>
                    <a:pt x="435978" y="21945"/>
                  </a:lnTo>
                  <a:close/>
                </a:path>
                <a:path w="1184910" h="66040">
                  <a:moveTo>
                    <a:pt x="454698" y="22910"/>
                  </a:moveTo>
                  <a:lnTo>
                    <a:pt x="442125" y="22250"/>
                  </a:lnTo>
                  <a:lnTo>
                    <a:pt x="441871" y="27203"/>
                  </a:lnTo>
                  <a:lnTo>
                    <a:pt x="454444" y="27851"/>
                  </a:lnTo>
                  <a:lnTo>
                    <a:pt x="454698" y="22910"/>
                  </a:lnTo>
                  <a:close/>
                </a:path>
                <a:path w="1184910" h="66040">
                  <a:moveTo>
                    <a:pt x="473417" y="23228"/>
                  </a:moveTo>
                  <a:lnTo>
                    <a:pt x="460590" y="23228"/>
                  </a:lnTo>
                  <a:lnTo>
                    <a:pt x="460590" y="27978"/>
                  </a:lnTo>
                  <a:lnTo>
                    <a:pt x="473417" y="27978"/>
                  </a:lnTo>
                  <a:lnTo>
                    <a:pt x="473417" y="23228"/>
                  </a:lnTo>
                  <a:close/>
                </a:path>
                <a:path w="1184910" h="66040">
                  <a:moveTo>
                    <a:pt x="492137" y="24853"/>
                  </a:moveTo>
                  <a:lnTo>
                    <a:pt x="479564" y="24193"/>
                  </a:lnTo>
                  <a:lnTo>
                    <a:pt x="479310" y="29133"/>
                  </a:lnTo>
                  <a:lnTo>
                    <a:pt x="491883" y="29781"/>
                  </a:lnTo>
                  <a:lnTo>
                    <a:pt x="492137" y="24853"/>
                  </a:lnTo>
                  <a:close/>
                </a:path>
                <a:path w="1184910" h="66040">
                  <a:moveTo>
                    <a:pt x="510857" y="25806"/>
                  </a:moveTo>
                  <a:lnTo>
                    <a:pt x="498284" y="25158"/>
                  </a:lnTo>
                  <a:lnTo>
                    <a:pt x="498043" y="30111"/>
                  </a:lnTo>
                  <a:lnTo>
                    <a:pt x="510603" y="30759"/>
                  </a:lnTo>
                  <a:lnTo>
                    <a:pt x="510857" y="25806"/>
                  </a:lnTo>
                  <a:close/>
                </a:path>
                <a:path w="1184910" h="66040">
                  <a:moveTo>
                    <a:pt x="529577" y="26784"/>
                  </a:moveTo>
                  <a:lnTo>
                    <a:pt x="517017" y="26136"/>
                  </a:lnTo>
                  <a:lnTo>
                    <a:pt x="516763" y="31076"/>
                  </a:lnTo>
                  <a:lnTo>
                    <a:pt x="529323" y="31711"/>
                  </a:lnTo>
                  <a:lnTo>
                    <a:pt x="529577" y="26784"/>
                  </a:lnTo>
                  <a:close/>
                </a:path>
                <a:path w="1184910" h="66040">
                  <a:moveTo>
                    <a:pt x="548297" y="27749"/>
                  </a:moveTo>
                  <a:lnTo>
                    <a:pt x="535724" y="27089"/>
                  </a:lnTo>
                  <a:lnTo>
                    <a:pt x="535482" y="32042"/>
                  </a:lnTo>
                  <a:lnTo>
                    <a:pt x="548043" y="32689"/>
                  </a:lnTo>
                  <a:lnTo>
                    <a:pt x="548297" y="27749"/>
                  </a:lnTo>
                  <a:close/>
                </a:path>
                <a:path w="1184910" h="66040">
                  <a:moveTo>
                    <a:pt x="567016" y="28727"/>
                  </a:moveTo>
                  <a:lnTo>
                    <a:pt x="554443" y="28067"/>
                  </a:lnTo>
                  <a:lnTo>
                    <a:pt x="554202" y="33007"/>
                  </a:lnTo>
                  <a:lnTo>
                    <a:pt x="566775" y="33655"/>
                  </a:lnTo>
                  <a:lnTo>
                    <a:pt x="567016" y="28727"/>
                  </a:lnTo>
                  <a:close/>
                </a:path>
                <a:path w="1184910" h="66040">
                  <a:moveTo>
                    <a:pt x="585749" y="29692"/>
                  </a:moveTo>
                  <a:lnTo>
                    <a:pt x="573176" y="29032"/>
                  </a:lnTo>
                  <a:lnTo>
                    <a:pt x="572922" y="33972"/>
                  </a:lnTo>
                  <a:lnTo>
                    <a:pt x="585482" y="34620"/>
                  </a:lnTo>
                  <a:lnTo>
                    <a:pt x="585749" y="29692"/>
                  </a:lnTo>
                  <a:close/>
                </a:path>
                <a:path w="1184910" h="66040">
                  <a:moveTo>
                    <a:pt x="604469" y="30645"/>
                  </a:moveTo>
                  <a:lnTo>
                    <a:pt x="591896" y="29997"/>
                  </a:lnTo>
                  <a:lnTo>
                    <a:pt x="591654" y="34950"/>
                  </a:lnTo>
                  <a:lnTo>
                    <a:pt x="604215" y="35598"/>
                  </a:lnTo>
                  <a:lnTo>
                    <a:pt x="604469" y="30645"/>
                  </a:lnTo>
                  <a:close/>
                </a:path>
                <a:path w="1184910" h="66040">
                  <a:moveTo>
                    <a:pt x="623189" y="31623"/>
                  </a:moveTo>
                  <a:lnTo>
                    <a:pt x="610616" y="30975"/>
                  </a:lnTo>
                  <a:lnTo>
                    <a:pt x="610362" y="35915"/>
                  </a:lnTo>
                  <a:lnTo>
                    <a:pt x="622935" y="36550"/>
                  </a:lnTo>
                  <a:lnTo>
                    <a:pt x="623189" y="31623"/>
                  </a:lnTo>
                  <a:close/>
                </a:path>
                <a:path w="1184910" h="66040">
                  <a:moveTo>
                    <a:pt x="641908" y="32588"/>
                  </a:moveTo>
                  <a:lnTo>
                    <a:pt x="629348" y="31927"/>
                  </a:lnTo>
                  <a:lnTo>
                    <a:pt x="629094" y="36880"/>
                  </a:lnTo>
                  <a:lnTo>
                    <a:pt x="641654" y="37528"/>
                  </a:lnTo>
                  <a:lnTo>
                    <a:pt x="641908" y="32588"/>
                  </a:lnTo>
                  <a:close/>
                </a:path>
                <a:path w="1184910" h="66040">
                  <a:moveTo>
                    <a:pt x="660615" y="33553"/>
                  </a:moveTo>
                  <a:lnTo>
                    <a:pt x="648055" y="32893"/>
                  </a:lnTo>
                  <a:lnTo>
                    <a:pt x="647814" y="37846"/>
                  </a:lnTo>
                  <a:lnTo>
                    <a:pt x="660374" y="38493"/>
                  </a:lnTo>
                  <a:lnTo>
                    <a:pt x="660615" y="33553"/>
                  </a:lnTo>
                  <a:close/>
                </a:path>
                <a:path w="1184910" h="66040">
                  <a:moveTo>
                    <a:pt x="679348" y="34531"/>
                  </a:moveTo>
                  <a:lnTo>
                    <a:pt x="666775" y="33870"/>
                  </a:lnTo>
                  <a:lnTo>
                    <a:pt x="666534" y="38811"/>
                  </a:lnTo>
                  <a:lnTo>
                    <a:pt x="679094" y="39458"/>
                  </a:lnTo>
                  <a:lnTo>
                    <a:pt x="679348" y="34531"/>
                  </a:lnTo>
                  <a:close/>
                </a:path>
                <a:path w="1184910" h="66040">
                  <a:moveTo>
                    <a:pt x="698080" y="35496"/>
                  </a:moveTo>
                  <a:lnTo>
                    <a:pt x="685507" y="34836"/>
                  </a:lnTo>
                  <a:lnTo>
                    <a:pt x="685241" y="39776"/>
                  </a:lnTo>
                  <a:lnTo>
                    <a:pt x="697814" y="40436"/>
                  </a:lnTo>
                  <a:lnTo>
                    <a:pt x="698080" y="35496"/>
                  </a:lnTo>
                  <a:close/>
                </a:path>
                <a:path w="1184910" h="66040">
                  <a:moveTo>
                    <a:pt x="716788" y="36461"/>
                  </a:moveTo>
                  <a:lnTo>
                    <a:pt x="704215" y="35814"/>
                  </a:lnTo>
                  <a:lnTo>
                    <a:pt x="703973" y="40754"/>
                  </a:lnTo>
                  <a:lnTo>
                    <a:pt x="716534" y="41389"/>
                  </a:lnTo>
                  <a:lnTo>
                    <a:pt x="716788" y="36461"/>
                  </a:lnTo>
                  <a:close/>
                </a:path>
                <a:path w="1184910" h="66040">
                  <a:moveTo>
                    <a:pt x="735507" y="37426"/>
                  </a:moveTo>
                  <a:lnTo>
                    <a:pt x="722947" y="36766"/>
                  </a:lnTo>
                  <a:lnTo>
                    <a:pt x="722693" y="41719"/>
                  </a:lnTo>
                  <a:lnTo>
                    <a:pt x="735266" y="42367"/>
                  </a:lnTo>
                  <a:lnTo>
                    <a:pt x="735507" y="37426"/>
                  </a:lnTo>
                  <a:close/>
                </a:path>
                <a:path w="1184910" h="66040">
                  <a:moveTo>
                    <a:pt x="754227" y="38392"/>
                  </a:moveTo>
                  <a:lnTo>
                    <a:pt x="741667" y="37731"/>
                  </a:lnTo>
                  <a:lnTo>
                    <a:pt x="741413" y="42684"/>
                  </a:lnTo>
                  <a:lnTo>
                    <a:pt x="753986" y="43332"/>
                  </a:lnTo>
                  <a:lnTo>
                    <a:pt x="754227" y="38392"/>
                  </a:lnTo>
                  <a:close/>
                </a:path>
                <a:path w="1184910" h="66040">
                  <a:moveTo>
                    <a:pt x="772960" y="39370"/>
                  </a:moveTo>
                  <a:lnTo>
                    <a:pt x="760387" y="38709"/>
                  </a:lnTo>
                  <a:lnTo>
                    <a:pt x="760133" y="43649"/>
                  </a:lnTo>
                  <a:lnTo>
                    <a:pt x="772706" y="44297"/>
                  </a:lnTo>
                  <a:lnTo>
                    <a:pt x="772960" y="39370"/>
                  </a:lnTo>
                  <a:close/>
                </a:path>
                <a:path w="1184910" h="66040">
                  <a:moveTo>
                    <a:pt x="791667" y="40335"/>
                  </a:moveTo>
                  <a:lnTo>
                    <a:pt x="779106" y="39674"/>
                  </a:lnTo>
                  <a:lnTo>
                    <a:pt x="778852" y="44615"/>
                  </a:lnTo>
                  <a:lnTo>
                    <a:pt x="791425" y="45275"/>
                  </a:lnTo>
                  <a:lnTo>
                    <a:pt x="791667" y="40335"/>
                  </a:lnTo>
                  <a:close/>
                </a:path>
                <a:path w="1184910" h="66040">
                  <a:moveTo>
                    <a:pt x="810399" y="41300"/>
                  </a:moveTo>
                  <a:lnTo>
                    <a:pt x="797839" y="40640"/>
                  </a:lnTo>
                  <a:lnTo>
                    <a:pt x="797572" y="45593"/>
                  </a:lnTo>
                  <a:lnTo>
                    <a:pt x="810145" y="46240"/>
                  </a:lnTo>
                  <a:lnTo>
                    <a:pt x="810399" y="41300"/>
                  </a:lnTo>
                  <a:close/>
                </a:path>
                <a:path w="1184910" h="66040">
                  <a:moveTo>
                    <a:pt x="829119" y="42265"/>
                  </a:moveTo>
                  <a:lnTo>
                    <a:pt x="816546" y="41617"/>
                  </a:lnTo>
                  <a:lnTo>
                    <a:pt x="816292" y="46558"/>
                  </a:lnTo>
                  <a:lnTo>
                    <a:pt x="828865" y="47205"/>
                  </a:lnTo>
                  <a:lnTo>
                    <a:pt x="829119" y="42265"/>
                  </a:lnTo>
                  <a:close/>
                </a:path>
                <a:path w="1184910" h="66040">
                  <a:moveTo>
                    <a:pt x="847839" y="43230"/>
                  </a:moveTo>
                  <a:lnTo>
                    <a:pt x="835279" y="42570"/>
                  </a:lnTo>
                  <a:lnTo>
                    <a:pt x="835012" y="47523"/>
                  </a:lnTo>
                  <a:lnTo>
                    <a:pt x="847585" y="48171"/>
                  </a:lnTo>
                  <a:lnTo>
                    <a:pt x="847839" y="43230"/>
                  </a:lnTo>
                  <a:close/>
                </a:path>
                <a:path w="1184910" h="66040">
                  <a:moveTo>
                    <a:pt x="866571" y="44208"/>
                  </a:moveTo>
                  <a:lnTo>
                    <a:pt x="853998" y="43548"/>
                  </a:lnTo>
                  <a:lnTo>
                    <a:pt x="853744" y="48488"/>
                  </a:lnTo>
                  <a:lnTo>
                    <a:pt x="866305" y="49136"/>
                  </a:lnTo>
                  <a:lnTo>
                    <a:pt x="866571" y="44208"/>
                  </a:lnTo>
                  <a:close/>
                </a:path>
                <a:path w="1184910" h="66040">
                  <a:moveTo>
                    <a:pt x="885278" y="45173"/>
                  </a:moveTo>
                  <a:lnTo>
                    <a:pt x="872705" y="44513"/>
                  </a:lnTo>
                  <a:lnTo>
                    <a:pt x="872451" y="49453"/>
                  </a:lnTo>
                  <a:lnTo>
                    <a:pt x="885024" y="50114"/>
                  </a:lnTo>
                  <a:lnTo>
                    <a:pt x="885278" y="45173"/>
                  </a:lnTo>
                  <a:close/>
                </a:path>
                <a:path w="1184910" h="66040">
                  <a:moveTo>
                    <a:pt x="904011" y="46139"/>
                  </a:moveTo>
                  <a:lnTo>
                    <a:pt x="891438" y="45478"/>
                  </a:lnTo>
                  <a:lnTo>
                    <a:pt x="891184" y="50431"/>
                  </a:lnTo>
                  <a:lnTo>
                    <a:pt x="903744" y="51079"/>
                  </a:lnTo>
                  <a:lnTo>
                    <a:pt x="904011" y="46139"/>
                  </a:lnTo>
                  <a:close/>
                </a:path>
                <a:path w="1184910" h="66040">
                  <a:moveTo>
                    <a:pt x="922731" y="47104"/>
                  </a:moveTo>
                  <a:lnTo>
                    <a:pt x="910158" y="46456"/>
                  </a:lnTo>
                  <a:lnTo>
                    <a:pt x="909904" y="51396"/>
                  </a:lnTo>
                  <a:lnTo>
                    <a:pt x="922464" y="52044"/>
                  </a:lnTo>
                  <a:lnTo>
                    <a:pt x="922731" y="47104"/>
                  </a:lnTo>
                  <a:close/>
                </a:path>
                <a:path w="1184910" h="66040">
                  <a:moveTo>
                    <a:pt x="941451" y="48069"/>
                  </a:moveTo>
                  <a:lnTo>
                    <a:pt x="928878" y="47409"/>
                  </a:lnTo>
                  <a:lnTo>
                    <a:pt x="928624" y="52362"/>
                  </a:lnTo>
                  <a:lnTo>
                    <a:pt x="941197" y="53009"/>
                  </a:lnTo>
                  <a:lnTo>
                    <a:pt x="941451" y="48069"/>
                  </a:lnTo>
                  <a:close/>
                </a:path>
                <a:path w="1184910" h="66040">
                  <a:moveTo>
                    <a:pt x="960170" y="49047"/>
                  </a:moveTo>
                  <a:lnTo>
                    <a:pt x="947597" y="48387"/>
                  </a:lnTo>
                  <a:lnTo>
                    <a:pt x="947343" y="53327"/>
                  </a:lnTo>
                  <a:lnTo>
                    <a:pt x="959916" y="53975"/>
                  </a:lnTo>
                  <a:lnTo>
                    <a:pt x="960170" y="49047"/>
                  </a:lnTo>
                  <a:close/>
                </a:path>
                <a:path w="1184910" h="66040">
                  <a:moveTo>
                    <a:pt x="978890" y="50012"/>
                  </a:moveTo>
                  <a:lnTo>
                    <a:pt x="966317" y="49352"/>
                  </a:lnTo>
                  <a:lnTo>
                    <a:pt x="966063" y="54292"/>
                  </a:lnTo>
                  <a:lnTo>
                    <a:pt x="978636" y="54952"/>
                  </a:lnTo>
                  <a:lnTo>
                    <a:pt x="978890" y="50012"/>
                  </a:lnTo>
                  <a:close/>
                </a:path>
                <a:path w="1184910" h="66040">
                  <a:moveTo>
                    <a:pt x="997610" y="50977"/>
                  </a:moveTo>
                  <a:lnTo>
                    <a:pt x="985050" y="50317"/>
                  </a:lnTo>
                  <a:lnTo>
                    <a:pt x="984796" y="55270"/>
                  </a:lnTo>
                  <a:lnTo>
                    <a:pt x="997356" y="55918"/>
                  </a:lnTo>
                  <a:lnTo>
                    <a:pt x="997610" y="50977"/>
                  </a:lnTo>
                  <a:close/>
                </a:path>
                <a:path w="1184910" h="66040">
                  <a:moveTo>
                    <a:pt x="1016330" y="51943"/>
                  </a:moveTo>
                  <a:lnTo>
                    <a:pt x="1003757" y="51295"/>
                  </a:lnTo>
                  <a:lnTo>
                    <a:pt x="1003503" y="56235"/>
                  </a:lnTo>
                  <a:lnTo>
                    <a:pt x="1016076" y="56883"/>
                  </a:lnTo>
                  <a:lnTo>
                    <a:pt x="1016330" y="51943"/>
                  </a:lnTo>
                  <a:close/>
                </a:path>
                <a:path w="1184910" h="66040">
                  <a:moveTo>
                    <a:pt x="1035050" y="52908"/>
                  </a:moveTo>
                  <a:lnTo>
                    <a:pt x="1022489" y="52260"/>
                  </a:lnTo>
                  <a:lnTo>
                    <a:pt x="1022235" y="57200"/>
                  </a:lnTo>
                  <a:lnTo>
                    <a:pt x="1034796" y="57848"/>
                  </a:lnTo>
                  <a:lnTo>
                    <a:pt x="1035050" y="52908"/>
                  </a:lnTo>
                  <a:close/>
                </a:path>
                <a:path w="1184910" h="66040">
                  <a:moveTo>
                    <a:pt x="1053769" y="53886"/>
                  </a:moveTo>
                  <a:lnTo>
                    <a:pt x="1041209" y="53225"/>
                  </a:lnTo>
                  <a:lnTo>
                    <a:pt x="1040942" y="58166"/>
                  </a:lnTo>
                  <a:lnTo>
                    <a:pt x="1053515" y="58813"/>
                  </a:lnTo>
                  <a:lnTo>
                    <a:pt x="1053769" y="53886"/>
                  </a:lnTo>
                  <a:close/>
                </a:path>
                <a:path w="1184910" h="66040">
                  <a:moveTo>
                    <a:pt x="1072502" y="54851"/>
                  </a:moveTo>
                  <a:lnTo>
                    <a:pt x="1059929" y="54190"/>
                  </a:lnTo>
                  <a:lnTo>
                    <a:pt x="1059675" y="59131"/>
                  </a:lnTo>
                  <a:lnTo>
                    <a:pt x="1072235" y="59778"/>
                  </a:lnTo>
                  <a:lnTo>
                    <a:pt x="1072502" y="54851"/>
                  </a:lnTo>
                  <a:close/>
                </a:path>
                <a:path w="1184910" h="66040">
                  <a:moveTo>
                    <a:pt x="1091222" y="55816"/>
                  </a:moveTo>
                  <a:lnTo>
                    <a:pt x="1078649" y="55156"/>
                  </a:lnTo>
                  <a:lnTo>
                    <a:pt x="1078395" y="60109"/>
                  </a:lnTo>
                  <a:lnTo>
                    <a:pt x="1090968" y="60756"/>
                  </a:lnTo>
                  <a:lnTo>
                    <a:pt x="1091222" y="55816"/>
                  </a:lnTo>
                  <a:close/>
                </a:path>
                <a:path w="1184910" h="66040">
                  <a:moveTo>
                    <a:pt x="1109929" y="56781"/>
                  </a:moveTo>
                  <a:lnTo>
                    <a:pt x="1097368" y="56134"/>
                  </a:lnTo>
                  <a:lnTo>
                    <a:pt x="1097114" y="61074"/>
                  </a:lnTo>
                  <a:lnTo>
                    <a:pt x="1109687" y="61722"/>
                  </a:lnTo>
                  <a:lnTo>
                    <a:pt x="1109929" y="56781"/>
                  </a:lnTo>
                  <a:close/>
                </a:path>
                <a:path w="1184910" h="66040">
                  <a:moveTo>
                    <a:pt x="1128661" y="57746"/>
                  </a:moveTo>
                  <a:lnTo>
                    <a:pt x="1116101" y="57099"/>
                  </a:lnTo>
                  <a:lnTo>
                    <a:pt x="1115834" y="62039"/>
                  </a:lnTo>
                  <a:lnTo>
                    <a:pt x="1128407" y="62687"/>
                  </a:lnTo>
                  <a:lnTo>
                    <a:pt x="1128661" y="57746"/>
                  </a:lnTo>
                  <a:close/>
                </a:path>
                <a:path w="1184910" h="66040">
                  <a:moveTo>
                    <a:pt x="1147381" y="58712"/>
                  </a:moveTo>
                  <a:lnTo>
                    <a:pt x="1134808" y="58064"/>
                  </a:lnTo>
                  <a:lnTo>
                    <a:pt x="1134554" y="63017"/>
                  </a:lnTo>
                  <a:lnTo>
                    <a:pt x="1147127" y="63652"/>
                  </a:lnTo>
                  <a:lnTo>
                    <a:pt x="1147381" y="58712"/>
                  </a:lnTo>
                  <a:close/>
                </a:path>
                <a:path w="1184910" h="66040">
                  <a:moveTo>
                    <a:pt x="1166101" y="59690"/>
                  </a:moveTo>
                  <a:lnTo>
                    <a:pt x="1153528" y="59029"/>
                  </a:lnTo>
                  <a:lnTo>
                    <a:pt x="1153287" y="63969"/>
                  </a:lnTo>
                  <a:lnTo>
                    <a:pt x="1165847" y="64617"/>
                  </a:lnTo>
                  <a:lnTo>
                    <a:pt x="1166101" y="59690"/>
                  </a:lnTo>
                  <a:close/>
                </a:path>
                <a:path w="1184910" h="66040">
                  <a:moveTo>
                    <a:pt x="1184821" y="60655"/>
                  </a:moveTo>
                  <a:lnTo>
                    <a:pt x="1172248" y="59994"/>
                  </a:lnTo>
                  <a:lnTo>
                    <a:pt x="1172006" y="64947"/>
                  </a:lnTo>
                  <a:lnTo>
                    <a:pt x="1184567" y="65595"/>
                  </a:lnTo>
                  <a:lnTo>
                    <a:pt x="1184821" y="60655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" name="object 17"/>
            <p:cNvSpPr/>
            <p:nvPr/>
          </p:nvSpPr>
          <p:spPr>
            <a:xfrm>
              <a:off x="850011" y="728383"/>
              <a:ext cx="1019810" cy="31750"/>
            </a:xfrm>
            <a:custGeom>
              <a:avLst/>
              <a:gdLst/>
              <a:ahLst/>
              <a:cxnLst/>
              <a:rect l="l" t="t" r="r" b="b"/>
              <a:pathLst>
                <a:path w="1019810" h="31750">
                  <a:moveTo>
                    <a:pt x="12877" y="0"/>
                  </a:moveTo>
                  <a:lnTo>
                    <a:pt x="0" y="0"/>
                  </a:lnTo>
                  <a:lnTo>
                    <a:pt x="0" y="3644"/>
                  </a:lnTo>
                  <a:lnTo>
                    <a:pt x="0" y="5270"/>
                  </a:lnTo>
                  <a:lnTo>
                    <a:pt x="12877" y="5270"/>
                  </a:lnTo>
                  <a:lnTo>
                    <a:pt x="12877" y="3644"/>
                  </a:lnTo>
                  <a:lnTo>
                    <a:pt x="12877" y="0"/>
                  </a:lnTo>
                  <a:close/>
                </a:path>
                <a:path w="1019810" h="31750">
                  <a:moveTo>
                    <a:pt x="31877" y="825"/>
                  </a:moveTo>
                  <a:lnTo>
                    <a:pt x="19113" y="495"/>
                  </a:lnTo>
                  <a:lnTo>
                    <a:pt x="18986" y="5435"/>
                  </a:lnTo>
                  <a:lnTo>
                    <a:pt x="31750" y="5765"/>
                  </a:lnTo>
                  <a:lnTo>
                    <a:pt x="31877" y="825"/>
                  </a:lnTo>
                  <a:close/>
                </a:path>
                <a:path w="1019810" h="31750">
                  <a:moveTo>
                    <a:pt x="50863" y="1320"/>
                  </a:moveTo>
                  <a:lnTo>
                    <a:pt x="38112" y="977"/>
                  </a:lnTo>
                  <a:lnTo>
                    <a:pt x="37973" y="5930"/>
                  </a:lnTo>
                  <a:lnTo>
                    <a:pt x="50736" y="6261"/>
                  </a:lnTo>
                  <a:lnTo>
                    <a:pt x="50863" y="1320"/>
                  </a:lnTo>
                  <a:close/>
                </a:path>
                <a:path w="1019810" h="31750">
                  <a:moveTo>
                    <a:pt x="69862" y="1816"/>
                  </a:moveTo>
                  <a:lnTo>
                    <a:pt x="57111" y="1485"/>
                  </a:lnTo>
                  <a:lnTo>
                    <a:pt x="56972" y="6426"/>
                  </a:lnTo>
                  <a:lnTo>
                    <a:pt x="69735" y="6756"/>
                  </a:lnTo>
                  <a:lnTo>
                    <a:pt x="69862" y="1816"/>
                  </a:lnTo>
                  <a:close/>
                </a:path>
                <a:path w="1019810" h="31750">
                  <a:moveTo>
                    <a:pt x="88849" y="2298"/>
                  </a:moveTo>
                  <a:lnTo>
                    <a:pt x="76098" y="1981"/>
                  </a:lnTo>
                  <a:lnTo>
                    <a:pt x="75971" y="6921"/>
                  </a:lnTo>
                  <a:lnTo>
                    <a:pt x="88722" y="7251"/>
                  </a:lnTo>
                  <a:lnTo>
                    <a:pt x="88849" y="2298"/>
                  </a:lnTo>
                  <a:close/>
                </a:path>
                <a:path w="1019810" h="31750">
                  <a:moveTo>
                    <a:pt x="107848" y="2806"/>
                  </a:moveTo>
                  <a:lnTo>
                    <a:pt x="95084" y="2463"/>
                  </a:lnTo>
                  <a:lnTo>
                    <a:pt x="94957" y="7416"/>
                  </a:lnTo>
                  <a:lnTo>
                    <a:pt x="107721" y="7747"/>
                  </a:lnTo>
                  <a:lnTo>
                    <a:pt x="107848" y="2806"/>
                  </a:lnTo>
                  <a:close/>
                </a:path>
                <a:path w="1019810" h="31750">
                  <a:moveTo>
                    <a:pt x="126834" y="3302"/>
                  </a:moveTo>
                  <a:lnTo>
                    <a:pt x="114084" y="2971"/>
                  </a:lnTo>
                  <a:lnTo>
                    <a:pt x="113957" y="7912"/>
                  </a:lnTo>
                  <a:lnTo>
                    <a:pt x="126707" y="8242"/>
                  </a:lnTo>
                  <a:lnTo>
                    <a:pt x="126834" y="3302"/>
                  </a:lnTo>
                  <a:close/>
                </a:path>
                <a:path w="1019810" h="31750">
                  <a:moveTo>
                    <a:pt x="145834" y="3797"/>
                  </a:moveTo>
                  <a:lnTo>
                    <a:pt x="133070" y="3467"/>
                  </a:lnTo>
                  <a:lnTo>
                    <a:pt x="132943" y="8407"/>
                  </a:lnTo>
                  <a:lnTo>
                    <a:pt x="145694" y="8737"/>
                  </a:lnTo>
                  <a:lnTo>
                    <a:pt x="145834" y="3797"/>
                  </a:lnTo>
                  <a:close/>
                </a:path>
                <a:path w="1019810" h="31750">
                  <a:moveTo>
                    <a:pt x="164820" y="4292"/>
                  </a:moveTo>
                  <a:lnTo>
                    <a:pt x="152082" y="3949"/>
                  </a:lnTo>
                  <a:lnTo>
                    <a:pt x="151942" y="8902"/>
                  </a:lnTo>
                  <a:lnTo>
                    <a:pt x="164693" y="9232"/>
                  </a:lnTo>
                  <a:lnTo>
                    <a:pt x="164820" y="4292"/>
                  </a:lnTo>
                  <a:close/>
                </a:path>
                <a:path w="1019810" h="31750">
                  <a:moveTo>
                    <a:pt x="183819" y="4787"/>
                  </a:moveTo>
                  <a:lnTo>
                    <a:pt x="171056" y="4457"/>
                  </a:lnTo>
                  <a:lnTo>
                    <a:pt x="170929" y="9398"/>
                  </a:lnTo>
                  <a:lnTo>
                    <a:pt x="183692" y="9728"/>
                  </a:lnTo>
                  <a:lnTo>
                    <a:pt x="183819" y="4787"/>
                  </a:lnTo>
                  <a:close/>
                </a:path>
                <a:path w="1019810" h="31750">
                  <a:moveTo>
                    <a:pt x="202806" y="5283"/>
                  </a:moveTo>
                  <a:lnTo>
                    <a:pt x="190068" y="4953"/>
                  </a:lnTo>
                  <a:lnTo>
                    <a:pt x="189928" y="9893"/>
                  </a:lnTo>
                  <a:lnTo>
                    <a:pt x="202679" y="10223"/>
                  </a:lnTo>
                  <a:lnTo>
                    <a:pt x="202806" y="5283"/>
                  </a:lnTo>
                  <a:close/>
                </a:path>
                <a:path w="1019810" h="31750">
                  <a:moveTo>
                    <a:pt x="221805" y="5778"/>
                  </a:moveTo>
                  <a:lnTo>
                    <a:pt x="209054" y="5448"/>
                  </a:lnTo>
                  <a:lnTo>
                    <a:pt x="208915" y="10388"/>
                  </a:lnTo>
                  <a:lnTo>
                    <a:pt x="221665" y="10718"/>
                  </a:lnTo>
                  <a:lnTo>
                    <a:pt x="221805" y="5778"/>
                  </a:lnTo>
                  <a:close/>
                </a:path>
                <a:path w="1019810" h="31750">
                  <a:moveTo>
                    <a:pt x="240804" y="6273"/>
                  </a:moveTo>
                  <a:lnTo>
                    <a:pt x="228041" y="5943"/>
                  </a:lnTo>
                  <a:lnTo>
                    <a:pt x="227914" y="10883"/>
                  </a:lnTo>
                  <a:lnTo>
                    <a:pt x="240665" y="11214"/>
                  </a:lnTo>
                  <a:lnTo>
                    <a:pt x="240804" y="6273"/>
                  </a:lnTo>
                  <a:close/>
                </a:path>
                <a:path w="1019810" h="31750">
                  <a:moveTo>
                    <a:pt x="316776" y="7924"/>
                  </a:moveTo>
                  <a:lnTo>
                    <a:pt x="304114" y="7924"/>
                  </a:lnTo>
                  <a:lnTo>
                    <a:pt x="304114" y="13195"/>
                  </a:lnTo>
                  <a:lnTo>
                    <a:pt x="316776" y="13195"/>
                  </a:lnTo>
                  <a:lnTo>
                    <a:pt x="316776" y="7924"/>
                  </a:lnTo>
                  <a:close/>
                </a:path>
                <a:path w="1019810" h="31750">
                  <a:moveTo>
                    <a:pt x="335762" y="8750"/>
                  </a:moveTo>
                  <a:lnTo>
                    <a:pt x="323011" y="8420"/>
                  </a:lnTo>
                  <a:lnTo>
                    <a:pt x="322884" y="13360"/>
                  </a:lnTo>
                  <a:lnTo>
                    <a:pt x="335635" y="13690"/>
                  </a:lnTo>
                  <a:lnTo>
                    <a:pt x="335762" y="8750"/>
                  </a:lnTo>
                  <a:close/>
                </a:path>
                <a:path w="1019810" h="31750">
                  <a:moveTo>
                    <a:pt x="354749" y="9245"/>
                  </a:moveTo>
                  <a:lnTo>
                    <a:pt x="341998" y="8915"/>
                  </a:lnTo>
                  <a:lnTo>
                    <a:pt x="341871" y="13855"/>
                  </a:lnTo>
                  <a:lnTo>
                    <a:pt x="354622" y="14185"/>
                  </a:lnTo>
                  <a:lnTo>
                    <a:pt x="354749" y="9245"/>
                  </a:lnTo>
                  <a:close/>
                </a:path>
                <a:path w="1019810" h="31750">
                  <a:moveTo>
                    <a:pt x="373748" y="9740"/>
                  </a:moveTo>
                  <a:lnTo>
                    <a:pt x="360997" y="9410"/>
                  </a:lnTo>
                  <a:lnTo>
                    <a:pt x="360857" y="14351"/>
                  </a:lnTo>
                  <a:lnTo>
                    <a:pt x="373621" y="14693"/>
                  </a:lnTo>
                  <a:lnTo>
                    <a:pt x="373748" y="9740"/>
                  </a:lnTo>
                  <a:close/>
                </a:path>
                <a:path w="1019810" h="31750">
                  <a:moveTo>
                    <a:pt x="392747" y="10236"/>
                  </a:moveTo>
                  <a:lnTo>
                    <a:pt x="379984" y="9906"/>
                  </a:lnTo>
                  <a:lnTo>
                    <a:pt x="379857" y="14846"/>
                  </a:lnTo>
                  <a:lnTo>
                    <a:pt x="392607" y="15176"/>
                  </a:lnTo>
                  <a:lnTo>
                    <a:pt x="392747" y="10236"/>
                  </a:lnTo>
                  <a:close/>
                </a:path>
                <a:path w="1019810" h="31750">
                  <a:moveTo>
                    <a:pt x="411734" y="10731"/>
                  </a:moveTo>
                  <a:lnTo>
                    <a:pt x="398983" y="10401"/>
                  </a:lnTo>
                  <a:lnTo>
                    <a:pt x="398843" y="15341"/>
                  </a:lnTo>
                  <a:lnTo>
                    <a:pt x="411607" y="15671"/>
                  </a:lnTo>
                  <a:lnTo>
                    <a:pt x="411734" y="10731"/>
                  </a:lnTo>
                  <a:close/>
                </a:path>
                <a:path w="1019810" h="31750">
                  <a:moveTo>
                    <a:pt x="430733" y="11226"/>
                  </a:moveTo>
                  <a:lnTo>
                    <a:pt x="417969" y="10896"/>
                  </a:lnTo>
                  <a:lnTo>
                    <a:pt x="417842" y="15836"/>
                  </a:lnTo>
                  <a:lnTo>
                    <a:pt x="430593" y="16179"/>
                  </a:lnTo>
                  <a:lnTo>
                    <a:pt x="430733" y="11226"/>
                  </a:lnTo>
                  <a:close/>
                </a:path>
                <a:path w="1019810" h="31750">
                  <a:moveTo>
                    <a:pt x="449719" y="11722"/>
                  </a:moveTo>
                  <a:lnTo>
                    <a:pt x="436968" y="11391"/>
                  </a:lnTo>
                  <a:lnTo>
                    <a:pt x="436829" y="16344"/>
                  </a:lnTo>
                  <a:lnTo>
                    <a:pt x="449592" y="16662"/>
                  </a:lnTo>
                  <a:lnTo>
                    <a:pt x="449719" y="11722"/>
                  </a:lnTo>
                  <a:close/>
                </a:path>
                <a:path w="1019810" h="31750">
                  <a:moveTo>
                    <a:pt x="468718" y="12217"/>
                  </a:moveTo>
                  <a:lnTo>
                    <a:pt x="455955" y="11887"/>
                  </a:lnTo>
                  <a:lnTo>
                    <a:pt x="455828" y="16827"/>
                  </a:lnTo>
                  <a:lnTo>
                    <a:pt x="468591" y="17157"/>
                  </a:lnTo>
                  <a:lnTo>
                    <a:pt x="468718" y="12217"/>
                  </a:lnTo>
                  <a:close/>
                </a:path>
                <a:path w="1019810" h="31750">
                  <a:moveTo>
                    <a:pt x="487705" y="12712"/>
                  </a:moveTo>
                  <a:lnTo>
                    <a:pt x="474954" y="12382"/>
                  </a:lnTo>
                  <a:lnTo>
                    <a:pt x="474827" y="17322"/>
                  </a:lnTo>
                  <a:lnTo>
                    <a:pt x="487578" y="17653"/>
                  </a:lnTo>
                  <a:lnTo>
                    <a:pt x="487705" y="12712"/>
                  </a:lnTo>
                  <a:close/>
                </a:path>
                <a:path w="1019810" h="31750">
                  <a:moveTo>
                    <a:pt x="506704" y="13208"/>
                  </a:moveTo>
                  <a:lnTo>
                    <a:pt x="493941" y="12877"/>
                  </a:lnTo>
                  <a:lnTo>
                    <a:pt x="493814" y="17818"/>
                  </a:lnTo>
                  <a:lnTo>
                    <a:pt x="506577" y="18148"/>
                  </a:lnTo>
                  <a:lnTo>
                    <a:pt x="506704" y="13208"/>
                  </a:lnTo>
                  <a:close/>
                </a:path>
                <a:path w="1019810" h="31750">
                  <a:moveTo>
                    <a:pt x="525691" y="13703"/>
                  </a:moveTo>
                  <a:lnTo>
                    <a:pt x="512940" y="13373"/>
                  </a:lnTo>
                  <a:lnTo>
                    <a:pt x="512813" y="18313"/>
                  </a:lnTo>
                  <a:lnTo>
                    <a:pt x="525564" y="18643"/>
                  </a:lnTo>
                  <a:lnTo>
                    <a:pt x="525691" y="13703"/>
                  </a:lnTo>
                  <a:close/>
                </a:path>
                <a:path w="1019810" h="31750">
                  <a:moveTo>
                    <a:pt x="544690" y="14198"/>
                  </a:moveTo>
                  <a:lnTo>
                    <a:pt x="531926" y="13868"/>
                  </a:lnTo>
                  <a:lnTo>
                    <a:pt x="531799" y="18808"/>
                  </a:lnTo>
                  <a:lnTo>
                    <a:pt x="544550" y="19151"/>
                  </a:lnTo>
                  <a:lnTo>
                    <a:pt x="544690" y="14198"/>
                  </a:lnTo>
                  <a:close/>
                </a:path>
                <a:path w="1019810" h="31750">
                  <a:moveTo>
                    <a:pt x="563676" y="14693"/>
                  </a:moveTo>
                  <a:lnTo>
                    <a:pt x="550926" y="14363"/>
                  </a:lnTo>
                  <a:lnTo>
                    <a:pt x="550799" y="19316"/>
                  </a:lnTo>
                  <a:lnTo>
                    <a:pt x="563549" y="19646"/>
                  </a:lnTo>
                  <a:lnTo>
                    <a:pt x="563676" y="14693"/>
                  </a:lnTo>
                  <a:close/>
                </a:path>
                <a:path w="1019810" h="31750">
                  <a:moveTo>
                    <a:pt x="582676" y="15201"/>
                  </a:moveTo>
                  <a:lnTo>
                    <a:pt x="569912" y="14859"/>
                  </a:lnTo>
                  <a:lnTo>
                    <a:pt x="569785" y="19812"/>
                  </a:lnTo>
                  <a:lnTo>
                    <a:pt x="582536" y="20129"/>
                  </a:lnTo>
                  <a:lnTo>
                    <a:pt x="582676" y="15201"/>
                  </a:lnTo>
                  <a:close/>
                </a:path>
                <a:path w="1019810" h="31750">
                  <a:moveTo>
                    <a:pt x="601662" y="15684"/>
                  </a:moveTo>
                  <a:lnTo>
                    <a:pt x="588924" y="15367"/>
                  </a:lnTo>
                  <a:lnTo>
                    <a:pt x="588784" y="20294"/>
                  </a:lnTo>
                  <a:lnTo>
                    <a:pt x="601535" y="20624"/>
                  </a:lnTo>
                  <a:lnTo>
                    <a:pt x="601662" y="15684"/>
                  </a:lnTo>
                  <a:close/>
                </a:path>
                <a:path w="1019810" h="31750">
                  <a:moveTo>
                    <a:pt x="620661" y="16179"/>
                  </a:moveTo>
                  <a:lnTo>
                    <a:pt x="607910" y="15849"/>
                  </a:lnTo>
                  <a:lnTo>
                    <a:pt x="607771" y="20789"/>
                  </a:lnTo>
                  <a:lnTo>
                    <a:pt x="620522" y="21132"/>
                  </a:lnTo>
                  <a:lnTo>
                    <a:pt x="620661" y="16179"/>
                  </a:lnTo>
                  <a:close/>
                </a:path>
                <a:path w="1019810" h="31750">
                  <a:moveTo>
                    <a:pt x="639648" y="16687"/>
                  </a:moveTo>
                  <a:lnTo>
                    <a:pt x="626897" y="16344"/>
                  </a:lnTo>
                  <a:lnTo>
                    <a:pt x="626770" y="21297"/>
                  </a:lnTo>
                  <a:lnTo>
                    <a:pt x="639521" y="21615"/>
                  </a:lnTo>
                  <a:lnTo>
                    <a:pt x="639648" y="16687"/>
                  </a:lnTo>
                  <a:close/>
                </a:path>
                <a:path w="1019810" h="31750">
                  <a:moveTo>
                    <a:pt x="658647" y="17170"/>
                  </a:moveTo>
                  <a:lnTo>
                    <a:pt x="645896" y="16852"/>
                  </a:lnTo>
                  <a:lnTo>
                    <a:pt x="645756" y="21780"/>
                  </a:lnTo>
                  <a:lnTo>
                    <a:pt x="658507" y="22123"/>
                  </a:lnTo>
                  <a:lnTo>
                    <a:pt x="658647" y="17170"/>
                  </a:lnTo>
                  <a:close/>
                </a:path>
                <a:path w="1019810" h="31750">
                  <a:moveTo>
                    <a:pt x="677633" y="17665"/>
                  </a:moveTo>
                  <a:lnTo>
                    <a:pt x="664883" y="17335"/>
                  </a:lnTo>
                  <a:lnTo>
                    <a:pt x="664756" y="22275"/>
                  </a:lnTo>
                  <a:lnTo>
                    <a:pt x="677506" y="22618"/>
                  </a:lnTo>
                  <a:lnTo>
                    <a:pt x="677633" y="17665"/>
                  </a:lnTo>
                  <a:close/>
                </a:path>
                <a:path w="1019810" h="31750">
                  <a:moveTo>
                    <a:pt x="696633" y="18173"/>
                  </a:moveTo>
                  <a:lnTo>
                    <a:pt x="683882" y="17830"/>
                  </a:lnTo>
                  <a:lnTo>
                    <a:pt x="683742" y="22783"/>
                  </a:lnTo>
                  <a:lnTo>
                    <a:pt x="696506" y="23101"/>
                  </a:lnTo>
                  <a:lnTo>
                    <a:pt x="696633" y="18173"/>
                  </a:lnTo>
                  <a:close/>
                </a:path>
                <a:path w="1019810" h="31750">
                  <a:moveTo>
                    <a:pt x="715619" y="18656"/>
                  </a:moveTo>
                  <a:lnTo>
                    <a:pt x="702868" y="18338"/>
                  </a:lnTo>
                  <a:lnTo>
                    <a:pt x="702741" y="23266"/>
                  </a:lnTo>
                  <a:lnTo>
                    <a:pt x="715492" y="23596"/>
                  </a:lnTo>
                  <a:lnTo>
                    <a:pt x="715619" y="18656"/>
                  </a:lnTo>
                  <a:close/>
                </a:path>
                <a:path w="1019810" h="31750">
                  <a:moveTo>
                    <a:pt x="734618" y="19151"/>
                  </a:moveTo>
                  <a:lnTo>
                    <a:pt x="721868" y="18821"/>
                  </a:lnTo>
                  <a:lnTo>
                    <a:pt x="721728" y="23761"/>
                  </a:lnTo>
                  <a:lnTo>
                    <a:pt x="734491" y="24104"/>
                  </a:lnTo>
                  <a:lnTo>
                    <a:pt x="734618" y="19151"/>
                  </a:lnTo>
                  <a:close/>
                </a:path>
                <a:path w="1019810" h="31750">
                  <a:moveTo>
                    <a:pt x="753605" y="19659"/>
                  </a:moveTo>
                  <a:lnTo>
                    <a:pt x="740854" y="19316"/>
                  </a:lnTo>
                  <a:lnTo>
                    <a:pt x="740727" y="24269"/>
                  </a:lnTo>
                  <a:lnTo>
                    <a:pt x="753478" y="24587"/>
                  </a:lnTo>
                  <a:lnTo>
                    <a:pt x="753605" y="19659"/>
                  </a:lnTo>
                  <a:close/>
                </a:path>
                <a:path w="1019810" h="31750">
                  <a:moveTo>
                    <a:pt x="772604" y="20154"/>
                  </a:moveTo>
                  <a:lnTo>
                    <a:pt x="759853" y="19824"/>
                  </a:lnTo>
                  <a:lnTo>
                    <a:pt x="759714" y="24752"/>
                  </a:lnTo>
                  <a:lnTo>
                    <a:pt x="772477" y="25082"/>
                  </a:lnTo>
                  <a:lnTo>
                    <a:pt x="772604" y="20154"/>
                  </a:lnTo>
                  <a:close/>
                </a:path>
                <a:path w="1019810" h="31750">
                  <a:moveTo>
                    <a:pt x="791591" y="20637"/>
                  </a:moveTo>
                  <a:lnTo>
                    <a:pt x="778840" y="20320"/>
                  </a:lnTo>
                  <a:lnTo>
                    <a:pt x="778713" y="25247"/>
                  </a:lnTo>
                  <a:lnTo>
                    <a:pt x="791464" y="25590"/>
                  </a:lnTo>
                  <a:lnTo>
                    <a:pt x="791591" y="20637"/>
                  </a:lnTo>
                  <a:close/>
                </a:path>
                <a:path w="1019810" h="31750">
                  <a:moveTo>
                    <a:pt x="810590" y="21145"/>
                  </a:moveTo>
                  <a:lnTo>
                    <a:pt x="797839" y="20802"/>
                  </a:lnTo>
                  <a:lnTo>
                    <a:pt x="797699" y="25755"/>
                  </a:lnTo>
                  <a:lnTo>
                    <a:pt x="810463" y="26085"/>
                  </a:lnTo>
                  <a:lnTo>
                    <a:pt x="810590" y="21145"/>
                  </a:lnTo>
                  <a:close/>
                </a:path>
                <a:path w="1019810" h="31750">
                  <a:moveTo>
                    <a:pt x="829589" y="21640"/>
                  </a:moveTo>
                  <a:lnTo>
                    <a:pt x="816825" y="21310"/>
                  </a:lnTo>
                  <a:lnTo>
                    <a:pt x="816698" y="26250"/>
                  </a:lnTo>
                  <a:lnTo>
                    <a:pt x="829449" y="26568"/>
                  </a:lnTo>
                  <a:lnTo>
                    <a:pt x="829589" y="21640"/>
                  </a:lnTo>
                  <a:close/>
                </a:path>
                <a:path w="1019810" h="31750">
                  <a:moveTo>
                    <a:pt x="848575" y="22123"/>
                  </a:moveTo>
                  <a:lnTo>
                    <a:pt x="835812" y="21805"/>
                  </a:lnTo>
                  <a:lnTo>
                    <a:pt x="835685" y="26733"/>
                  </a:lnTo>
                  <a:lnTo>
                    <a:pt x="848448" y="27076"/>
                  </a:lnTo>
                  <a:lnTo>
                    <a:pt x="848575" y="22123"/>
                  </a:lnTo>
                  <a:close/>
                </a:path>
                <a:path w="1019810" h="31750">
                  <a:moveTo>
                    <a:pt x="867575" y="22631"/>
                  </a:moveTo>
                  <a:lnTo>
                    <a:pt x="854811" y="22288"/>
                  </a:lnTo>
                  <a:lnTo>
                    <a:pt x="854684" y="27241"/>
                  </a:lnTo>
                  <a:lnTo>
                    <a:pt x="867448" y="27571"/>
                  </a:lnTo>
                  <a:lnTo>
                    <a:pt x="867575" y="22631"/>
                  </a:lnTo>
                  <a:close/>
                </a:path>
                <a:path w="1019810" h="31750">
                  <a:moveTo>
                    <a:pt x="886561" y="23126"/>
                  </a:moveTo>
                  <a:lnTo>
                    <a:pt x="873810" y="22796"/>
                  </a:lnTo>
                  <a:lnTo>
                    <a:pt x="873683" y="27736"/>
                  </a:lnTo>
                  <a:lnTo>
                    <a:pt x="886421" y="28054"/>
                  </a:lnTo>
                  <a:lnTo>
                    <a:pt x="886561" y="23126"/>
                  </a:lnTo>
                  <a:close/>
                </a:path>
                <a:path w="1019810" h="31750">
                  <a:moveTo>
                    <a:pt x="905560" y="23609"/>
                  </a:moveTo>
                  <a:lnTo>
                    <a:pt x="892797" y="23291"/>
                  </a:lnTo>
                  <a:lnTo>
                    <a:pt x="892670" y="28219"/>
                  </a:lnTo>
                  <a:lnTo>
                    <a:pt x="905421" y="28562"/>
                  </a:lnTo>
                  <a:lnTo>
                    <a:pt x="905560" y="23609"/>
                  </a:lnTo>
                  <a:close/>
                </a:path>
                <a:path w="1019810" h="31750">
                  <a:moveTo>
                    <a:pt x="924547" y="24117"/>
                  </a:moveTo>
                  <a:lnTo>
                    <a:pt x="911796" y="23774"/>
                  </a:lnTo>
                  <a:lnTo>
                    <a:pt x="911656" y="28727"/>
                  </a:lnTo>
                  <a:lnTo>
                    <a:pt x="924420" y="29057"/>
                  </a:lnTo>
                  <a:lnTo>
                    <a:pt x="924547" y="24117"/>
                  </a:lnTo>
                  <a:close/>
                </a:path>
                <a:path w="1019810" h="31750">
                  <a:moveTo>
                    <a:pt x="943533" y="24612"/>
                  </a:moveTo>
                  <a:lnTo>
                    <a:pt x="930783" y="24282"/>
                  </a:lnTo>
                  <a:lnTo>
                    <a:pt x="930656" y="29222"/>
                  </a:lnTo>
                  <a:lnTo>
                    <a:pt x="943406" y="29552"/>
                  </a:lnTo>
                  <a:lnTo>
                    <a:pt x="943533" y="24612"/>
                  </a:lnTo>
                  <a:close/>
                </a:path>
                <a:path w="1019810" h="31750">
                  <a:moveTo>
                    <a:pt x="962533" y="25095"/>
                  </a:moveTo>
                  <a:lnTo>
                    <a:pt x="949782" y="24777"/>
                  </a:lnTo>
                  <a:lnTo>
                    <a:pt x="949642" y="29705"/>
                  </a:lnTo>
                  <a:lnTo>
                    <a:pt x="962406" y="30048"/>
                  </a:lnTo>
                  <a:lnTo>
                    <a:pt x="962533" y="25095"/>
                  </a:lnTo>
                  <a:close/>
                </a:path>
                <a:path w="1019810" h="31750">
                  <a:moveTo>
                    <a:pt x="981532" y="25603"/>
                  </a:moveTo>
                  <a:lnTo>
                    <a:pt x="968768" y="25260"/>
                  </a:lnTo>
                  <a:lnTo>
                    <a:pt x="968641" y="30213"/>
                  </a:lnTo>
                  <a:lnTo>
                    <a:pt x="981392" y="30543"/>
                  </a:lnTo>
                  <a:lnTo>
                    <a:pt x="981532" y="25603"/>
                  </a:lnTo>
                  <a:close/>
                </a:path>
                <a:path w="1019810" h="31750">
                  <a:moveTo>
                    <a:pt x="1000518" y="26098"/>
                  </a:moveTo>
                  <a:lnTo>
                    <a:pt x="987767" y="25768"/>
                  </a:lnTo>
                  <a:lnTo>
                    <a:pt x="987640" y="30708"/>
                  </a:lnTo>
                  <a:lnTo>
                    <a:pt x="1000391" y="31038"/>
                  </a:lnTo>
                  <a:lnTo>
                    <a:pt x="1000518" y="26098"/>
                  </a:lnTo>
                  <a:close/>
                </a:path>
                <a:path w="1019810" h="31750">
                  <a:moveTo>
                    <a:pt x="1019505" y="26593"/>
                  </a:moveTo>
                  <a:lnTo>
                    <a:pt x="1006767" y="26263"/>
                  </a:lnTo>
                  <a:lnTo>
                    <a:pt x="1006627" y="31203"/>
                  </a:lnTo>
                  <a:lnTo>
                    <a:pt x="1019378" y="31534"/>
                  </a:lnTo>
                  <a:lnTo>
                    <a:pt x="1019505" y="26593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705" y="910412"/>
              <a:ext cx="1241425" cy="65405"/>
            </a:xfrm>
            <a:custGeom>
              <a:avLst/>
              <a:gdLst/>
              <a:ahLst/>
              <a:cxnLst/>
              <a:rect l="l" t="t" r="r" b="b"/>
              <a:pathLst>
                <a:path w="1241425" h="65405">
                  <a:moveTo>
                    <a:pt x="12141" y="64770"/>
                  </a:moveTo>
                  <a:lnTo>
                    <a:pt x="12014" y="59829"/>
                  </a:lnTo>
                  <a:lnTo>
                    <a:pt x="0" y="60134"/>
                  </a:lnTo>
                  <a:lnTo>
                    <a:pt x="127" y="65062"/>
                  </a:lnTo>
                  <a:lnTo>
                    <a:pt x="12141" y="64770"/>
                  </a:lnTo>
                  <a:close/>
                </a:path>
                <a:path w="1241425" h="65405">
                  <a:moveTo>
                    <a:pt x="30035" y="64312"/>
                  </a:moveTo>
                  <a:lnTo>
                    <a:pt x="29895" y="59372"/>
                  </a:lnTo>
                  <a:lnTo>
                    <a:pt x="17881" y="59677"/>
                  </a:lnTo>
                  <a:lnTo>
                    <a:pt x="18021" y="64617"/>
                  </a:lnTo>
                  <a:lnTo>
                    <a:pt x="30035" y="64312"/>
                  </a:lnTo>
                  <a:close/>
                </a:path>
                <a:path w="1241425" h="65405">
                  <a:moveTo>
                    <a:pt x="47917" y="63868"/>
                  </a:moveTo>
                  <a:lnTo>
                    <a:pt x="47802" y="58915"/>
                  </a:lnTo>
                  <a:lnTo>
                    <a:pt x="35775" y="59232"/>
                  </a:lnTo>
                  <a:lnTo>
                    <a:pt x="35902" y="64160"/>
                  </a:lnTo>
                  <a:lnTo>
                    <a:pt x="47917" y="63868"/>
                  </a:lnTo>
                  <a:close/>
                </a:path>
                <a:path w="1241425" h="65405">
                  <a:moveTo>
                    <a:pt x="65811" y="63411"/>
                  </a:moveTo>
                  <a:lnTo>
                    <a:pt x="65684" y="58470"/>
                  </a:lnTo>
                  <a:lnTo>
                    <a:pt x="53670" y="58775"/>
                  </a:lnTo>
                  <a:lnTo>
                    <a:pt x="53809" y="63703"/>
                  </a:lnTo>
                  <a:lnTo>
                    <a:pt x="65811" y="63411"/>
                  </a:lnTo>
                  <a:close/>
                </a:path>
                <a:path w="1241425" h="65405">
                  <a:moveTo>
                    <a:pt x="83705" y="62953"/>
                  </a:moveTo>
                  <a:lnTo>
                    <a:pt x="83578" y="58013"/>
                  </a:lnTo>
                  <a:lnTo>
                    <a:pt x="71564" y="58318"/>
                  </a:lnTo>
                  <a:lnTo>
                    <a:pt x="71691" y="63258"/>
                  </a:lnTo>
                  <a:lnTo>
                    <a:pt x="83705" y="62953"/>
                  </a:lnTo>
                  <a:close/>
                </a:path>
                <a:path w="1241425" h="65405">
                  <a:moveTo>
                    <a:pt x="101600" y="62509"/>
                  </a:moveTo>
                  <a:lnTo>
                    <a:pt x="101485" y="57556"/>
                  </a:lnTo>
                  <a:lnTo>
                    <a:pt x="89471" y="57873"/>
                  </a:lnTo>
                  <a:lnTo>
                    <a:pt x="89585" y="62801"/>
                  </a:lnTo>
                  <a:lnTo>
                    <a:pt x="101600" y="62509"/>
                  </a:lnTo>
                  <a:close/>
                </a:path>
                <a:path w="1241425" h="65405">
                  <a:moveTo>
                    <a:pt x="119494" y="62052"/>
                  </a:moveTo>
                  <a:lnTo>
                    <a:pt x="119367" y="57111"/>
                  </a:lnTo>
                  <a:lnTo>
                    <a:pt x="107353" y="57416"/>
                  </a:lnTo>
                  <a:lnTo>
                    <a:pt x="107480" y="62344"/>
                  </a:lnTo>
                  <a:lnTo>
                    <a:pt x="119494" y="62052"/>
                  </a:lnTo>
                  <a:close/>
                </a:path>
                <a:path w="1241425" h="65405">
                  <a:moveTo>
                    <a:pt x="137388" y="61595"/>
                  </a:moveTo>
                  <a:lnTo>
                    <a:pt x="137274" y="56654"/>
                  </a:lnTo>
                  <a:lnTo>
                    <a:pt x="125247" y="56959"/>
                  </a:lnTo>
                  <a:lnTo>
                    <a:pt x="125374" y="61899"/>
                  </a:lnTo>
                  <a:lnTo>
                    <a:pt x="137388" y="61595"/>
                  </a:lnTo>
                  <a:close/>
                </a:path>
                <a:path w="1241425" h="65405">
                  <a:moveTo>
                    <a:pt x="148069" y="127"/>
                  </a:moveTo>
                  <a:lnTo>
                    <a:pt x="134721" y="0"/>
                  </a:lnTo>
                  <a:lnTo>
                    <a:pt x="134683" y="4953"/>
                  </a:lnTo>
                  <a:lnTo>
                    <a:pt x="148031" y="5067"/>
                  </a:lnTo>
                  <a:lnTo>
                    <a:pt x="148069" y="127"/>
                  </a:lnTo>
                  <a:close/>
                </a:path>
                <a:path w="1241425" h="65405">
                  <a:moveTo>
                    <a:pt x="155282" y="61150"/>
                  </a:moveTo>
                  <a:lnTo>
                    <a:pt x="155155" y="56197"/>
                  </a:lnTo>
                  <a:lnTo>
                    <a:pt x="143141" y="56515"/>
                  </a:lnTo>
                  <a:lnTo>
                    <a:pt x="143268" y="61442"/>
                  </a:lnTo>
                  <a:lnTo>
                    <a:pt x="155282" y="61150"/>
                  </a:lnTo>
                  <a:close/>
                </a:path>
                <a:path w="1241425" h="65405">
                  <a:moveTo>
                    <a:pt x="167944" y="304"/>
                  </a:moveTo>
                  <a:lnTo>
                    <a:pt x="154597" y="177"/>
                  </a:lnTo>
                  <a:lnTo>
                    <a:pt x="154559" y="5130"/>
                  </a:lnTo>
                  <a:lnTo>
                    <a:pt x="167894" y="5245"/>
                  </a:lnTo>
                  <a:lnTo>
                    <a:pt x="167944" y="304"/>
                  </a:lnTo>
                  <a:close/>
                </a:path>
                <a:path w="1241425" h="65405">
                  <a:moveTo>
                    <a:pt x="173177" y="60693"/>
                  </a:moveTo>
                  <a:lnTo>
                    <a:pt x="173050" y="55753"/>
                  </a:lnTo>
                  <a:lnTo>
                    <a:pt x="161036" y="56057"/>
                  </a:lnTo>
                  <a:lnTo>
                    <a:pt x="161163" y="60998"/>
                  </a:lnTo>
                  <a:lnTo>
                    <a:pt x="173177" y="60693"/>
                  </a:lnTo>
                  <a:close/>
                </a:path>
                <a:path w="1241425" h="65405">
                  <a:moveTo>
                    <a:pt x="187820" y="469"/>
                  </a:moveTo>
                  <a:lnTo>
                    <a:pt x="174472" y="355"/>
                  </a:lnTo>
                  <a:lnTo>
                    <a:pt x="174434" y="5295"/>
                  </a:lnTo>
                  <a:lnTo>
                    <a:pt x="187769" y="5422"/>
                  </a:lnTo>
                  <a:lnTo>
                    <a:pt x="187820" y="469"/>
                  </a:lnTo>
                  <a:close/>
                </a:path>
                <a:path w="1241425" h="65405">
                  <a:moveTo>
                    <a:pt x="191071" y="60236"/>
                  </a:moveTo>
                  <a:lnTo>
                    <a:pt x="190944" y="55295"/>
                  </a:lnTo>
                  <a:lnTo>
                    <a:pt x="178930" y="55600"/>
                  </a:lnTo>
                  <a:lnTo>
                    <a:pt x="179057" y="60540"/>
                  </a:lnTo>
                  <a:lnTo>
                    <a:pt x="191071" y="60236"/>
                  </a:lnTo>
                  <a:close/>
                </a:path>
                <a:path w="1241425" h="65405">
                  <a:moveTo>
                    <a:pt x="207695" y="647"/>
                  </a:moveTo>
                  <a:lnTo>
                    <a:pt x="194348" y="520"/>
                  </a:lnTo>
                  <a:lnTo>
                    <a:pt x="194297" y="5473"/>
                  </a:lnTo>
                  <a:lnTo>
                    <a:pt x="207645" y="5588"/>
                  </a:lnTo>
                  <a:lnTo>
                    <a:pt x="207695" y="647"/>
                  </a:lnTo>
                  <a:close/>
                </a:path>
                <a:path w="1241425" h="65405">
                  <a:moveTo>
                    <a:pt x="208965" y="59791"/>
                  </a:moveTo>
                  <a:lnTo>
                    <a:pt x="208838" y="54838"/>
                  </a:lnTo>
                  <a:lnTo>
                    <a:pt x="196824" y="55143"/>
                  </a:lnTo>
                  <a:lnTo>
                    <a:pt x="196951" y="60083"/>
                  </a:lnTo>
                  <a:lnTo>
                    <a:pt x="208965" y="59791"/>
                  </a:lnTo>
                  <a:close/>
                </a:path>
                <a:path w="1241425" h="65405">
                  <a:moveTo>
                    <a:pt x="226860" y="59334"/>
                  </a:moveTo>
                  <a:lnTo>
                    <a:pt x="226745" y="54394"/>
                  </a:lnTo>
                  <a:lnTo>
                    <a:pt x="214731" y="54698"/>
                  </a:lnTo>
                  <a:lnTo>
                    <a:pt x="214845" y="59639"/>
                  </a:lnTo>
                  <a:lnTo>
                    <a:pt x="226860" y="59334"/>
                  </a:lnTo>
                  <a:close/>
                </a:path>
                <a:path w="1241425" h="65405">
                  <a:moveTo>
                    <a:pt x="227558" y="825"/>
                  </a:moveTo>
                  <a:lnTo>
                    <a:pt x="214210" y="711"/>
                  </a:lnTo>
                  <a:lnTo>
                    <a:pt x="214172" y="5651"/>
                  </a:lnTo>
                  <a:lnTo>
                    <a:pt x="227520" y="5765"/>
                  </a:lnTo>
                  <a:lnTo>
                    <a:pt x="227558" y="825"/>
                  </a:lnTo>
                  <a:close/>
                </a:path>
                <a:path w="1241425" h="65405">
                  <a:moveTo>
                    <a:pt x="244754" y="58877"/>
                  </a:moveTo>
                  <a:lnTo>
                    <a:pt x="244627" y="53936"/>
                  </a:lnTo>
                  <a:lnTo>
                    <a:pt x="232613" y="54241"/>
                  </a:lnTo>
                  <a:lnTo>
                    <a:pt x="232740" y="59182"/>
                  </a:lnTo>
                  <a:lnTo>
                    <a:pt x="244754" y="58877"/>
                  </a:lnTo>
                  <a:close/>
                </a:path>
                <a:path w="1241425" h="65405">
                  <a:moveTo>
                    <a:pt x="247434" y="1003"/>
                  </a:moveTo>
                  <a:lnTo>
                    <a:pt x="234099" y="876"/>
                  </a:lnTo>
                  <a:lnTo>
                    <a:pt x="234048" y="5829"/>
                  </a:lnTo>
                  <a:lnTo>
                    <a:pt x="247396" y="5943"/>
                  </a:lnTo>
                  <a:lnTo>
                    <a:pt x="247434" y="1003"/>
                  </a:lnTo>
                  <a:close/>
                </a:path>
                <a:path w="1241425" h="65405">
                  <a:moveTo>
                    <a:pt x="262648" y="58432"/>
                  </a:moveTo>
                  <a:lnTo>
                    <a:pt x="262521" y="53479"/>
                  </a:lnTo>
                  <a:lnTo>
                    <a:pt x="250507" y="53797"/>
                  </a:lnTo>
                  <a:lnTo>
                    <a:pt x="250634" y="58724"/>
                  </a:lnTo>
                  <a:lnTo>
                    <a:pt x="262648" y="58432"/>
                  </a:lnTo>
                  <a:close/>
                </a:path>
                <a:path w="1241425" h="65405">
                  <a:moveTo>
                    <a:pt x="267309" y="1168"/>
                  </a:moveTo>
                  <a:lnTo>
                    <a:pt x="253961" y="1054"/>
                  </a:lnTo>
                  <a:lnTo>
                    <a:pt x="253911" y="5994"/>
                  </a:lnTo>
                  <a:lnTo>
                    <a:pt x="267258" y="6121"/>
                  </a:lnTo>
                  <a:lnTo>
                    <a:pt x="267309" y="1168"/>
                  </a:lnTo>
                  <a:close/>
                </a:path>
                <a:path w="1241425" h="65405">
                  <a:moveTo>
                    <a:pt x="287172" y="1346"/>
                  </a:moveTo>
                  <a:lnTo>
                    <a:pt x="273824" y="1231"/>
                  </a:lnTo>
                  <a:lnTo>
                    <a:pt x="273799" y="6172"/>
                  </a:lnTo>
                  <a:lnTo>
                    <a:pt x="287134" y="6286"/>
                  </a:lnTo>
                  <a:lnTo>
                    <a:pt x="287172" y="1346"/>
                  </a:lnTo>
                  <a:close/>
                </a:path>
                <a:path w="1241425" h="65405">
                  <a:moveTo>
                    <a:pt x="307047" y="1524"/>
                  </a:moveTo>
                  <a:lnTo>
                    <a:pt x="293700" y="1409"/>
                  </a:lnTo>
                  <a:lnTo>
                    <a:pt x="293662" y="6350"/>
                  </a:lnTo>
                  <a:lnTo>
                    <a:pt x="307009" y="6477"/>
                  </a:lnTo>
                  <a:lnTo>
                    <a:pt x="307047" y="1524"/>
                  </a:lnTo>
                  <a:close/>
                </a:path>
                <a:path w="1241425" h="65405">
                  <a:moveTo>
                    <a:pt x="326923" y="1701"/>
                  </a:moveTo>
                  <a:lnTo>
                    <a:pt x="313575" y="1574"/>
                  </a:lnTo>
                  <a:lnTo>
                    <a:pt x="313537" y="6527"/>
                  </a:lnTo>
                  <a:lnTo>
                    <a:pt x="326872" y="6642"/>
                  </a:lnTo>
                  <a:lnTo>
                    <a:pt x="326923" y="1701"/>
                  </a:lnTo>
                  <a:close/>
                </a:path>
                <a:path w="1241425" h="65405">
                  <a:moveTo>
                    <a:pt x="346798" y="1866"/>
                  </a:moveTo>
                  <a:lnTo>
                    <a:pt x="333451" y="1752"/>
                  </a:lnTo>
                  <a:lnTo>
                    <a:pt x="333413" y="6692"/>
                  </a:lnTo>
                  <a:lnTo>
                    <a:pt x="346748" y="6819"/>
                  </a:lnTo>
                  <a:lnTo>
                    <a:pt x="346798" y="1866"/>
                  </a:lnTo>
                  <a:close/>
                </a:path>
                <a:path w="1241425" h="65405">
                  <a:moveTo>
                    <a:pt x="366674" y="2057"/>
                  </a:moveTo>
                  <a:lnTo>
                    <a:pt x="353314" y="1930"/>
                  </a:lnTo>
                  <a:lnTo>
                    <a:pt x="353275" y="6870"/>
                  </a:lnTo>
                  <a:lnTo>
                    <a:pt x="366623" y="6985"/>
                  </a:lnTo>
                  <a:lnTo>
                    <a:pt x="366674" y="2057"/>
                  </a:lnTo>
                  <a:close/>
                </a:path>
                <a:path w="1241425" h="65405">
                  <a:moveTo>
                    <a:pt x="386537" y="2222"/>
                  </a:moveTo>
                  <a:lnTo>
                    <a:pt x="373202" y="2108"/>
                  </a:lnTo>
                  <a:lnTo>
                    <a:pt x="373151" y="7048"/>
                  </a:lnTo>
                  <a:lnTo>
                    <a:pt x="386499" y="7162"/>
                  </a:lnTo>
                  <a:lnTo>
                    <a:pt x="386537" y="2222"/>
                  </a:lnTo>
                  <a:close/>
                </a:path>
                <a:path w="1241425" h="65405">
                  <a:moveTo>
                    <a:pt x="406412" y="2400"/>
                  </a:moveTo>
                  <a:lnTo>
                    <a:pt x="393065" y="2273"/>
                  </a:lnTo>
                  <a:lnTo>
                    <a:pt x="393026" y="7226"/>
                  </a:lnTo>
                  <a:lnTo>
                    <a:pt x="406361" y="7340"/>
                  </a:lnTo>
                  <a:lnTo>
                    <a:pt x="406412" y="2400"/>
                  </a:lnTo>
                  <a:close/>
                </a:path>
                <a:path w="1241425" h="65405">
                  <a:moveTo>
                    <a:pt x="426288" y="2565"/>
                  </a:moveTo>
                  <a:lnTo>
                    <a:pt x="412940" y="2451"/>
                  </a:lnTo>
                  <a:lnTo>
                    <a:pt x="412902" y="7391"/>
                  </a:lnTo>
                  <a:lnTo>
                    <a:pt x="426237" y="7518"/>
                  </a:lnTo>
                  <a:lnTo>
                    <a:pt x="426288" y="2565"/>
                  </a:lnTo>
                  <a:close/>
                </a:path>
                <a:path w="1241425" h="65405">
                  <a:moveTo>
                    <a:pt x="446151" y="2755"/>
                  </a:moveTo>
                  <a:lnTo>
                    <a:pt x="432803" y="2628"/>
                  </a:lnTo>
                  <a:lnTo>
                    <a:pt x="432777" y="7569"/>
                  </a:lnTo>
                  <a:lnTo>
                    <a:pt x="446112" y="7696"/>
                  </a:lnTo>
                  <a:lnTo>
                    <a:pt x="446151" y="2755"/>
                  </a:lnTo>
                  <a:close/>
                </a:path>
                <a:path w="1241425" h="65405">
                  <a:moveTo>
                    <a:pt x="466026" y="2921"/>
                  </a:moveTo>
                  <a:lnTo>
                    <a:pt x="452678" y="2806"/>
                  </a:lnTo>
                  <a:lnTo>
                    <a:pt x="452640" y="7747"/>
                  </a:lnTo>
                  <a:lnTo>
                    <a:pt x="465975" y="7861"/>
                  </a:lnTo>
                  <a:lnTo>
                    <a:pt x="466026" y="2921"/>
                  </a:lnTo>
                  <a:close/>
                </a:path>
                <a:path w="1241425" h="65405">
                  <a:moveTo>
                    <a:pt x="485902" y="3098"/>
                  </a:moveTo>
                  <a:lnTo>
                    <a:pt x="472554" y="2971"/>
                  </a:lnTo>
                  <a:lnTo>
                    <a:pt x="472516" y="7924"/>
                  </a:lnTo>
                  <a:lnTo>
                    <a:pt x="485851" y="8039"/>
                  </a:lnTo>
                  <a:lnTo>
                    <a:pt x="485902" y="3098"/>
                  </a:lnTo>
                  <a:close/>
                </a:path>
                <a:path w="1241425" h="65405">
                  <a:moveTo>
                    <a:pt x="505777" y="3276"/>
                  </a:moveTo>
                  <a:lnTo>
                    <a:pt x="492417" y="3149"/>
                  </a:lnTo>
                  <a:lnTo>
                    <a:pt x="492391" y="8102"/>
                  </a:lnTo>
                  <a:lnTo>
                    <a:pt x="505726" y="8204"/>
                  </a:lnTo>
                  <a:lnTo>
                    <a:pt x="505777" y="3276"/>
                  </a:lnTo>
                  <a:close/>
                </a:path>
                <a:path w="1241425" h="65405">
                  <a:moveTo>
                    <a:pt x="525640" y="3441"/>
                  </a:moveTo>
                  <a:lnTo>
                    <a:pt x="512305" y="3327"/>
                  </a:lnTo>
                  <a:lnTo>
                    <a:pt x="512267" y="8267"/>
                  </a:lnTo>
                  <a:lnTo>
                    <a:pt x="525602" y="8394"/>
                  </a:lnTo>
                  <a:lnTo>
                    <a:pt x="525640" y="3441"/>
                  </a:lnTo>
                  <a:close/>
                </a:path>
                <a:path w="1241425" h="65405">
                  <a:moveTo>
                    <a:pt x="545515" y="3619"/>
                  </a:moveTo>
                  <a:lnTo>
                    <a:pt x="532168" y="3492"/>
                  </a:lnTo>
                  <a:lnTo>
                    <a:pt x="532130" y="8445"/>
                  </a:lnTo>
                  <a:lnTo>
                    <a:pt x="545465" y="8559"/>
                  </a:lnTo>
                  <a:lnTo>
                    <a:pt x="545515" y="3619"/>
                  </a:lnTo>
                  <a:close/>
                </a:path>
                <a:path w="1241425" h="65405">
                  <a:moveTo>
                    <a:pt x="565391" y="3797"/>
                  </a:moveTo>
                  <a:lnTo>
                    <a:pt x="552043" y="3683"/>
                  </a:lnTo>
                  <a:lnTo>
                    <a:pt x="552005" y="8610"/>
                  </a:lnTo>
                  <a:lnTo>
                    <a:pt x="565340" y="8737"/>
                  </a:lnTo>
                  <a:lnTo>
                    <a:pt x="565391" y="3797"/>
                  </a:lnTo>
                  <a:close/>
                </a:path>
                <a:path w="1241425" h="65405">
                  <a:moveTo>
                    <a:pt x="585254" y="3975"/>
                  </a:moveTo>
                  <a:lnTo>
                    <a:pt x="571919" y="3848"/>
                  </a:lnTo>
                  <a:lnTo>
                    <a:pt x="571881" y="8801"/>
                  </a:lnTo>
                  <a:lnTo>
                    <a:pt x="585216" y="8915"/>
                  </a:lnTo>
                  <a:lnTo>
                    <a:pt x="585254" y="3975"/>
                  </a:lnTo>
                  <a:close/>
                </a:path>
                <a:path w="1241425" h="65405">
                  <a:moveTo>
                    <a:pt x="605129" y="4140"/>
                  </a:moveTo>
                  <a:lnTo>
                    <a:pt x="591781" y="4025"/>
                  </a:lnTo>
                  <a:lnTo>
                    <a:pt x="591743" y="8966"/>
                  </a:lnTo>
                  <a:lnTo>
                    <a:pt x="605078" y="9093"/>
                  </a:lnTo>
                  <a:lnTo>
                    <a:pt x="605129" y="4140"/>
                  </a:lnTo>
                  <a:close/>
                </a:path>
                <a:path w="1241425" h="65405">
                  <a:moveTo>
                    <a:pt x="625005" y="4318"/>
                  </a:moveTo>
                  <a:lnTo>
                    <a:pt x="611670" y="4191"/>
                  </a:lnTo>
                  <a:lnTo>
                    <a:pt x="611619" y="9144"/>
                  </a:lnTo>
                  <a:lnTo>
                    <a:pt x="624954" y="9258"/>
                  </a:lnTo>
                  <a:lnTo>
                    <a:pt x="625005" y="4318"/>
                  </a:lnTo>
                  <a:close/>
                </a:path>
                <a:path w="1241425" h="65405">
                  <a:moveTo>
                    <a:pt x="644880" y="4495"/>
                  </a:moveTo>
                  <a:lnTo>
                    <a:pt x="631532" y="4381"/>
                  </a:lnTo>
                  <a:lnTo>
                    <a:pt x="631494" y="9309"/>
                  </a:lnTo>
                  <a:lnTo>
                    <a:pt x="644829" y="9436"/>
                  </a:lnTo>
                  <a:lnTo>
                    <a:pt x="644880" y="4495"/>
                  </a:lnTo>
                  <a:close/>
                </a:path>
                <a:path w="1241425" h="65405">
                  <a:moveTo>
                    <a:pt x="664743" y="4673"/>
                  </a:moveTo>
                  <a:lnTo>
                    <a:pt x="651408" y="4546"/>
                  </a:lnTo>
                  <a:lnTo>
                    <a:pt x="651370" y="9499"/>
                  </a:lnTo>
                  <a:lnTo>
                    <a:pt x="664705" y="9613"/>
                  </a:lnTo>
                  <a:lnTo>
                    <a:pt x="664743" y="4673"/>
                  </a:lnTo>
                  <a:close/>
                </a:path>
                <a:path w="1241425" h="65405">
                  <a:moveTo>
                    <a:pt x="684618" y="4838"/>
                  </a:moveTo>
                  <a:lnTo>
                    <a:pt x="671283" y="4724"/>
                  </a:lnTo>
                  <a:lnTo>
                    <a:pt x="671233" y="9664"/>
                  </a:lnTo>
                  <a:lnTo>
                    <a:pt x="684568" y="9791"/>
                  </a:lnTo>
                  <a:lnTo>
                    <a:pt x="684618" y="4838"/>
                  </a:lnTo>
                  <a:close/>
                </a:path>
                <a:path w="1241425" h="65405">
                  <a:moveTo>
                    <a:pt x="704494" y="5016"/>
                  </a:moveTo>
                  <a:lnTo>
                    <a:pt x="691146" y="4889"/>
                  </a:lnTo>
                  <a:lnTo>
                    <a:pt x="691108" y="9842"/>
                  </a:lnTo>
                  <a:lnTo>
                    <a:pt x="704443" y="9956"/>
                  </a:lnTo>
                  <a:lnTo>
                    <a:pt x="704494" y="5016"/>
                  </a:lnTo>
                  <a:close/>
                </a:path>
                <a:path w="1241425" h="65405">
                  <a:moveTo>
                    <a:pt x="724369" y="5194"/>
                  </a:moveTo>
                  <a:lnTo>
                    <a:pt x="711022" y="5080"/>
                  </a:lnTo>
                  <a:lnTo>
                    <a:pt x="710984" y="10020"/>
                  </a:lnTo>
                  <a:lnTo>
                    <a:pt x="724319" y="10134"/>
                  </a:lnTo>
                  <a:lnTo>
                    <a:pt x="724369" y="5194"/>
                  </a:lnTo>
                  <a:close/>
                </a:path>
                <a:path w="1241425" h="65405">
                  <a:moveTo>
                    <a:pt x="744232" y="5372"/>
                  </a:moveTo>
                  <a:lnTo>
                    <a:pt x="730885" y="5245"/>
                  </a:lnTo>
                  <a:lnTo>
                    <a:pt x="730846" y="10198"/>
                  </a:lnTo>
                  <a:lnTo>
                    <a:pt x="744194" y="10312"/>
                  </a:lnTo>
                  <a:lnTo>
                    <a:pt x="744232" y="5372"/>
                  </a:lnTo>
                  <a:close/>
                </a:path>
                <a:path w="1241425" h="65405">
                  <a:moveTo>
                    <a:pt x="764108" y="5537"/>
                  </a:moveTo>
                  <a:lnTo>
                    <a:pt x="750760" y="5422"/>
                  </a:lnTo>
                  <a:lnTo>
                    <a:pt x="750722" y="10363"/>
                  </a:lnTo>
                  <a:lnTo>
                    <a:pt x="764070" y="10490"/>
                  </a:lnTo>
                  <a:lnTo>
                    <a:pt x="764108" y="5537"/>
                  </a:lnTo>
                  <a:close/>
                </a:path>
                <a:path w="1241425" h="65405">
                  <a:moveTo>
                    <a:pt x="783983" y="5715"/>
                  </a:moveTo>
                  <a:lnTo>
                    <a:pt x="770636" y="5600"/>
                  </a:lnTo>
                  <a:lnTo>
                    <a:pt x="770597" y="10541"/>
                  </a:lnTo>
                  <a:lnTo>
                    <a:pt x="783932" y="10655"/>
                  </a:lnTo>
                  <a:lnTo>
                    <a:pt x="783983" y="5715"/>
                  </a:lnTo>
                  <a:close/>
                </a:path>
                <a:path w="1241425" h="65405">
                  <a:moveTo>
                    <a:pt x="803846" y="5892"/>
                  </a:moveTo>
                  <a:lnTo>
                    <a:pt x="790511" y="5778"/>
                  </a:lnTo>
                  <a:lnTo>
                    <a:pt x="790473" y="10718"/>
                  </a:lnTo>
                  <a:lnTo>
                    <a:pt x="803808" y="10833"/>
                  </a:lnTo>
                  <a:lnTo>
                    <a:pt x="803846" y="5892"/>
                  </a:lnTo>
                  <a:close/>
                </a:path>
                <a:path w="1241425" h="65405">
                  <a:moveTo>
                    <a:pt x="823722" y="6070"/>
                  </a:moveTo>
                  <a:lnTo>
                    <a:pt x="810374" y="5943"/>
                  </a:lnTo>
                  <a:lnTo>
                    <a:pt x="810336" y="10883"/>
                  </a:lnTo>
                  <a:lnTo>
                    <a:pt x="823683" y="11010"/>
                  </a:lnTo>
                  <a:lnTo>
                    <a:pt x="823722" y="6070"/>
                  </a:lnTo>
                  <a:close/>
                </a:path>
                <a:path w="1241425" h="65405">
                  <a:moveTo>
                    <a:pt x="843597" y="6235"/>
                  </a:moveTo>
                  <a:lnTo>
                    <a:pt x="830249" y="6121"/>
                  </a:lnTo>
                  <a:lnTo>
                    <a:pt x="830211" y="11061"/>
                  </a:lnTo>
                  <a:lnTo>
                    <a:pt x="843559" y="11188"/>
                  </a:lnTo>
                  <a:lnTo>
                    <a:pt x="843597" y="6235"/>
                  </a:lnTo>
                  <a:close/>
                </a:path>
                <a:path w="1241425" h="65405">
                  <a:moveTo>
                    <a:pt x="863473" y="6413"/>
                  </a:moveTo>
                  <a:lnTo>
                    <a:pt x="850125" y="6299"/>
                  </a:lnTo>
                  <a:lnTo>
                    <a:pt x="850087" y="11239"/>
                  </a:lnTo>
                  <a:lnTo>
                    <a:pt x="863422" y="11366"/>
                  </a:lnTo>
                  <a:lnTo>
                    <a:pt x="863473" y="6413"/>
                  </a:lnTo>
                  <a:close/>
                </a:path>
                <a:path w="1241425" h="65405">
                  <a:moveTo>
                    <a:pt x="883335" y="6591"/>
                  </a:moveTo>
                  <a:lnTo>
                    <a:pt x="870000" y="6464"/>
                  </a:lnTo>
                  <a:lnTo>
                    <a:pt x="869962" y="11417"/>
                  </a:lnTo>
                  <a:lnTo>
                    <a:pt x="883297" y="11531"/>
                  </a:lnTo>
                  <a:lnTo>
                    <a:pt x="883335" y="6591"/>
                  </a:lnTo>
                  <a:close/>
                </a:path>
                <a:path w="1241425" h="65405">
                  <a:moveTo>
                    <a:pt x="903211" y="6769"/>
                  </a:moveTo>
                  <a:lnTo>
                    <a:pt x="889863" y="6642"/>
                  </a:lnTo>
                  <a:lnTo>
                    <a:pt x="889825" y="11582"/>
                  </a:lnTo>
                  <a:lnTo>
                    <a:pt x="903173" y="11709"/>
                  </a:lnTo>
                  <a:lnTo>
                    <a:pt x="903211" y="6769"/>
                  </a:lnTo>
                  <a:close/>
                </a:path>
                <a:path w="1241425" h="65405">
                  <a:moveTo>
                    <a:pt x="923086" y="6946"/>
                  </a:moveTo>
                  <a:lnTo>
                    <a:pt x="909739" y="6819"/>
                  </a:lnTo>
                  <a:lnTo>
                    <a:pt x="909701" y="11760"/>
                  </a:lnTo>
                  <a:lnTo>
                    <a:pt x="923036" y="11874"/>
                  </a:lnTo>
                  <a:lnTo>
                    <a:pt x="923086" y="6946"/>
                  </a:lnTo>
                  <a:close/>
                </a:path>
                <a:path w="1241425" h="65405">
                  <a:moveTo>
                    <a:pt x="942949" y="7112"/>
                  </a:moveTo>
                  <a:lnTo>
                    <a:pt x="929614" y="6997"/>
                  </a:lnTo>
                  <a:lnTo>
                    <a:pt x="929576" y="11938"/>
                  </a:lnTo>
                  <a:lnTo>
                    <a:pt x="942911" y="12065"/>
                  </a:lnTo>
                  <a:lnTo>
                    <a:pt x="942949" y="7112"/>
                  </a:lnTo>
                  <a:close/>
                </a:path>
                <a:path w="1241425" h="65405">
                  <a:moveTo>
                    <a:pt x="962825" y="7289"/>
                  </a:moveTo>
                  <a:lnTo>
                    <a:pt x="949477" y="7162"/>
                  </a:lnTo>
                  <a:lnTo>
                    <a:pt x="949439" y="12115"/>
                  </a:lnTo>
                  <a:lnTo>
                    <a:pt x="962787" y="12230"/>
                  </a:lnTo>
                  <a:lnTo>
                    <a:pt x="962825" y="7289"/>
                  </a:lnTo>
                  <a:close/>
                </a:path>
                <a:path w="1241425" h="65405">
                  <a:moveTo>
                    <a:pt x="982700" y="7467"/>
                  </a:moveTo>
                  <a:lnTo>
                    <a:pt x="969352" y="7340"/>
                  </a:lnTo>
                  <a:lnTo>
                    <a:pt x="969314" y="12280"/>
                  </a:lnTo>
                  <a:lnTo>
                    <a:pt x="982662" y="12407"/>
                  </a:lnTo>
                  <a:lnTo>
                    <a:pt x="982700" y="7467"/>
                  </a:lnTo>
                  <a:close/>
                </a:path>
                <a:path w="1241425" h="65405">
                  <a:moveTo>
                    <a:pt x="1002576" y="7645"/>
                  </a:moveTo>
                  <a:lnTo>
                    <a:pt x="989228" y="7518"/>
                  </a:lnTo>
                  <a:lnTo>
                    <a:pt x="989190" y="12471"/>
                  </a:lnTo>
                  <a:lnTo>
                    <a:pt x="1002525" y="12585"/>
                  </a:lnTo>
                  <a:lnTo>
                    <a:pt x="1002576" y="7645"/>
                  </a:lnTo>
                  <a:close/>
                </a:path>
                <a:path w="1241425" h="65405">
                  <a:moveTo>
                    <a:pt x="1022438" y="7810"/>
                  </a:moveTo>
                  <a:lnTo>
                    <a:pt x="1009103" y="7696"/>
                  </a:lnTo>
                  <a:lnTo>
                    <a:pt x="1009065" y="12636"/>
                  </a:lnTo>
                  <a:lnTo>
                    <a:pt x="1022400" y="12763"/>
                  </a:lnTo>
                  <a:lnTo>
                    <a:pt x="1022438" y="7810"/>
                  </a:lnTo>
                  <a:close/>
                </a:path>
                <a:path w="1241425" h="65405">
                  <a:moveTo>
                    <a:pt x="1042314" y="7988"/>
                  </a:moveTo>
                  <a:lnTo>
                    <a:pt x="1028966" y="7861"/>
                  </a:lnTo>
                  <a:lnTo>
                    <a:pt x="1028941" y="12814"/>
                  </a:lnTo>
                  <a:lnTo>
                    <a:pt x="1042276" y="12928"/>
                  </a:lnTo>
                  <a:lnTo>
                    <a:pt x="1042314" y="7988"/>
                  </a:lnTo>
                  <a:close/>
                </a:path>
                <a:path w="1241425" h="65405">
                  <a:moveTo>
                    <a:pt x="1062189" y="8166"/>
                  </a:moveTo>
                  <a:lnTo>
                    <a:pt x="1048842" y="8051"/>
                  </a:lnTo>
                  <a:lnTo>
                    <a:pt x="1048804" y="12992"/>
                  </a:lnTo>
                  <a:lnTo>
                    <a:pt x="1062151" y="13106"/>
                  </a:lnTo>
                  <a:lnTo>
                    <a:pt x="1062189" y="8166"/>
                  </a:lnTo>
                  <a:close/>
                </a:path>
                <a:path w="1241425" h="65405">
                  <a:moveTo>
                    <a:pt x="1082065" y="8343"/>
                  </a:moveTo>
                  <a:lnTo>
                    <a:pt x="1068717" y="8216"/>
                  </a:lnTo>
                  <a:lnTo>
                    <a:pt x="1068679" y="13169"/>
                  </a:lnTo>
                  <a:lnTo>
                    <a:pt x="1082027" y="13284"/>
                  </a:lnTo>
                  <a:lnTo>
                    <a:pt x="1082065" y="8343"/>
                  </a:lnTo>
                  <a:close/>
                </a:path>
                <a:path w="1241425" h="65405">
                  <a:moveTo>
                    <a:pt x="1101928" y="8509"/>
                  </a:moveTo>
                  <a:lnTo>
                    <a:pt x="1088580" y="8394"/>
                  </a:lnTo>
                  <a:lnTo>
                    <a:pt x="1088555" y="13335"/>
                  </a:lnTo>
                  <a:lnTo>
                    <a:pt x="1101890" y="13462"/>
                  </a:lnTo>
                  <a:lnTo>
                    <a:pt x="1101928" y="8509"/>
                  </a:lnTo>
                  <a:close/>
                </a:path>
                <a:path w="1241425" h="65405">
                  <a:moveTo>
                    <a:pt x="1121803" y="8686"/>
                  </a:moveTo>
                  <a:lnTo>
                    <a:pt x="1108468" y="8572"/>
                  </a:lnTo>
                  <a:lnTo>
                    <a:pt x="1108430" y="13512"/>
                  </a:lnTo>
                  <a:lnTo>
                    <a:pt x="1121765" y="13627"/>
                  </a:lnTo>
                  <a:lnTo>
                    <a:pt x="1121803" y="8686"/>
                  </a:lnTo>
                  <a:close/>
                </a:path>
                <a:path w="1241425" h="65405">
                  <a:moveTo>
                    <a:pt x="1141679" y="8864"/>
                  </a:moveTo>
                  <a:lnTo>
                    <a:pt x="1128331" y="8750"/>
                  </a:lnTo>
                  <a:lnTo>
                    <a:pt x="1128293" y="13690"/>
                  </a:lnTo>
                  <a:lnTo>
                    <a:pt x="1141641" y="13804"/>
                  </a:lnTo>
                  <a:lnTo>
                    <a:pt x="1141679" y="8864"/>
                  </a:lnTo>
                  <a:close/>
                </a:path>
                <a:path w="1241425" h="65405">
                  <a:moveTo>
                    <a:pt x="1161542" y="9042"/>
                  </a:moveTo>
                  <a:lnTo>
                    <a:pt x="1148207" y="8915"/>
                  </a:lnTo>
                  <a:lnTo>
                    <a:pt x="1148168" y="13855"/>
                  </a:lnTo>
                  <a:lnTo>
                    <a:pt x="1161503" y="13982"/>
                  </a:lnTo>
                  <a:lnTo>
                    <a:pt x="1161542" y="9042"/>
                  </a:lnTo>
                  <a:close/>
                </a:path>
                <a:path w="1241425" h="65405">
                  <a:moveTo>
                    <a:pt x="1181430" y="9207"/>
                  </a:moveTo>
                  <a:lnTo>
                    <a:pt x="1168082" y="9093"/>
                  </a:lnTo>
                  <a:lnTo>
                    <a:pt x="1168044" y="14033"/>
                  </a:lnTo>
                  <a:lnTo>
                    <a:pt x="1181379" y="14160"/>
                  </a:lnTo>
                  <a:lnTo>
                    <a:pt x="1181430" y="9207"/>
                  </a:lnTo>
                  <a:close/>
                </a:path>
                <a:path w="1241425" h="65405">
                  <a:moveTo>
                    <a:pt x="1201293" y="9385"/>
                  </a:moveTo>
                  <a:lnTo>
                    <a:pt x="1187945" y="9271"/>
                  </a:lnTo>
                  <a:lnTo>
                    <a:pt x="1187907" y="14211"/>
                  </a:lnTo>
                  <a:lnTo>
                    <a:pt x="1201254" y="14325"/>
                  </a:lnTo>
                  <a:lnTo>
                    <a:pt x="1201293" y="9385"/>
                  </a:lnTo>
                  <a:close/>
                </a:path>
                <a:path w="1241425" h="65405">
                  <a:moveTo>
                    <a:pt x="1221168" y="9563"/>
                  </a:moveTo>
                  <a:lnTo>
                    <a:pt x="1207820" y="9436"/>
                  </a:lnTo>
                  <a:lnTo>
                    <a:pt x="1207782" y="14389"/>
                  </a:lnTo>
                  <a:lnTo>
                    <a:pt x="1221130" y="14503"/>
                  </a:lnTo>
                  <a:lnTo>
                    <a:pt x="1221168" y="9563"/>
                  </a:lnTo>
                  <a:close/>
                </a:path>
                <a:path w="1241425" h="65405">
                  <a:moveTo>
                    <a:pt x="1241044" y="9740"/>
                  </a:moveTo>
                  <a:lnTo>
                    <a:pt x="1227696" y="9613"/>
                  </a:lnTo>
                  <a:lnTo>
                    <a:pt x="1227658" y="14554"/>
                  </a:lnTo>
                  <a:lnTo>
                    <a:pt x="1240993" y="14681"/>
                  </a:lnTo>
                  <a:lnTo>
                    <a:pt x="1241044" y="9740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" name="object 19"/>
            <p:cNvSpPr/>
            <p:nvPr/>
          </p:nvSpPr>
          <p:spPr>
            <a:xfrm>
              <a:off x="748969" y="938987"/>
              <a:ext cx="1139825" cy="130175"/>
            </a:xfrm>
            <a:custGeom>
              <a:avLst/>
              <a:gdLst/>
              <a:ahLst/>
              <a:cxnLst/>
              <a:rect l="l" t="t" r="r" b="b"/>
              <a:pathLst>
                <a:path w="1139825" h="130175">
                  <a:moveTo>
                    <a:pt x="12992" y="128473"/>
                  </a:moveTo>
                  <a:lnTo>
                    <a:pt x="12547" y="123545"/>
                  </a:lnTo>
                  <a:lnTo>
                    <a:pt x="0" y="124688"/>
                  </a:lnTo>
                  <a:lnTo>
                    <a:pt x="444" y="129603"/>
                  </a:lnTo>
                  <a:lnTo>
                    <a:pt x="12992" y="128473"/>
                  </a:lnTo>
                  <a:close/>
                </a:path>
                <a:path w="1139825" h="130175">
                  <a:moveTo>
                    <a:pt x="31673" y="126784"/>
                  </a:moveTo>
                  <a:lnTo>
                    <a:pt x="31229" y="121856"/>
                  </a:lnTo>
                  <a:lnTo>
                    <a:pt x="18681" y="122986"/>
                  </a:lnTo>
                  <a:lnTo>
                    <a:pt x="19126" y="127914"/>
                  </a:lnTo>
                  <a:lnTo>
                    <a:pt x="31673" y="126784"/>
                  </a:lnTo>
                  <a:close/>
                </a:path>
                <a:path w="1139825" h="130175">
                  <a:moveTo>
                    <a:pt x="50355" y="125095"/>
                  </a:moveTo>
                  <a:lnTo>
                    <a:pt x="49911" y="120180"/>
                  </a:lnTo>
                  <a:lnTo>
                    <a:pt x="37376" y="121310"/>
                  </a:lnTo>
                  <a:lnTo>
                    <a:pt x="37807" y="126225"/>
                  </a:lnTo>
                  <a:lnTo>
                    <a:pt x="50355" y="125095"/>
                  </a:lnTo>
                  <a:close/>
                </a:path>
                <a:path w="1139825" h="130175">
                  <a:moveTo>
                    <a:pt x="69049" y="123405"/>
                  </a:moveTo>
                  <a:lnTo>
                    <a:pt x="68605" y="118478"/>
                  </a:lnTo>
                  <a:lnTo>
                    <a:pt x="56057" y="119608"/>
                  </a:lnTo>
                  <a:lnTo>
                    <a:pt x="56502" y="124536"/>
                  </a:lnTo>
                  <a:lnTo>
                    <a:pt x="69049" y="123405"/>
                  </a:lnTo>
                  <a:close/>
                </a:path>
                <a:path w="1139825" h="130175">
                  <a:moveTo>
                    <a:pt x="87731" y="121716"/>
                  </a:moveTo>
                  <a:lnTo>
                    <a:pt x="87287" y="116789"/>
                  </a:lnTo>
                  <a:lnTo>
                    <a:pt x="74739" y="117932"/>
                  </a:lnTo>
                  <a:lnTo>
                    <a:pt x="75171" y="122847"/>
                  </a:lnTo>
                  <a:lnTo>
                    <a:pt x="87731" y="121716"/>
                  </a:lnTo>
                  <a:close/>
                </a:path>
                <a:path w="1139825" h="130175">
                  <a:moveTo>
                    <a:pt x="106413" y="120027"/>
                  </a:moveTo>
                  <a:lnTo>
                    <a:pt x="105968" y="115100"/>
                  </a:lnTo>
                  <a:lnTo>
                    <a:pt x="93421" y="116230"/>
                  </a:lnTo>
                  <a:lnTo>
                    <a:pt x="93865" y="121158"/>
                  </a:lnTo>
                  <a:lnTo>
                    <a:pt x="106413" y="120027"/>
                  </a:lnTo>
                  <a:close/>
                </a:path>
                <a:path w="1139825" h="130175">
                  <a:moveTo>
                    <a:pt x="125095" y="118338"/>
                  </a:moveTo>
                  <a:lnTo>
                    <a:pt x="124650" y="113411"/>
                  </a:lnTo>
                  <a:lnTo>
                    <a:pt x="112102" y="114541"/>
                  </a:lnTo>
                  <a:lnTo>
                    <a:pt x="112547" y="119468"/>
                  </a:lnTo>
                  <a:lnTo>
                    <a:pt x="125095" y="118338"/>
                  </a:lnTo>
                  <a:close/>
                </a:path>
                <a:path w="1139825" h="130175">
                  <a:moveTo>
                    <a:pt x="143776" y="116649"/>
                  </a:moveTo>
                  <a:lnTo>
                    <a:pt x="143332" y="111721"/>
                  </a:lnTo>
                  <a:lnTo>
                    <a:pt x="130797" y="112852"/>
                  </a:lnTo>
                  <a:lnTo>
                    <a:pt x="131241" y="117779"/>
                  </a:lnTo>
                  <a:lnTo>
                    <a:pt x="143776" y="116649"/>
                  </a:lnTo>
                  <a:close/>
                </a:path>
                <a:path w="1139825" h="130175">
                  <a:moveTo>
                    <a:pt x="155384" y="29857"/>
                  </a:moveTo>
                  <a:lnTo>
                    <a:pt x="155257" y="24904"/>
                  </a:lnTo>
                  <a:lnTo>
                    <a:pt x="143243" y="25222"/>
                  </a:lnTo>
                  <a:lnTo>
                    <a:pt x="143370" y="30149"/>
                  </a:lnTo>
                  <a:lnTo>
                    <a:pt x="155384" y="29857"/>
                  </a:lnTo>
                  <a:close/>
                </a:path>
                <a:path w="1139825" h="130175">
                  <a:moveTo>
                    <a:pt x="162471" y="114947"/>
                  </a:moveTo>
                  <a:lnTo>
                    <a:pt x="162026" y="110032"/>
                  </a:lnTo>
                  <a:lnTo>
                    <a:pt x="149479" y="111163"/>
                  </a:lnTo>
                  <a:lnTo>
                    <a:pt x="149910" y="116090"/>
                  </a:lnTo>
                  <a:lnTo>
                    <a:pt x="162471" y="114947"/>
                  </a:lnTo>
                  <a:close/>
                </a:path>
                <a:path w="1139825" h="130175">
                  <a:moveTo>
                    <a:pt x="173278" y="29400"/>
                  </a:moveTo>
                  <a:lnTo>
                    <a:pt x="173151" y="24460"/>
                  </a:lnTo>
                  <a:lnTo>
                    <a:pt x="161137" y="24765"/>
                  </a:lnTo>
                  <a:lnTo>
                    <a:pt x="161264" y="29692"/>
                  </a:lnTo>
                  <a:lnTo>
                    <a:pt x="173278" y="29400"/>
                  </a:lnTo>
                  <a:close/>
                </a:path>
                <a:path w="1139825" h="130175">
                  <a:moveTo>
                    <a:pt x="181152" y="113271"/>
                  </a:moveTo>
                  <a:lnTo>
                    <a:pt x="180708" y="108343"/>
                  </a:lnTo>
                  <a:lnTo>
                    <a:pt x="168160" y="109474"/>
                  </a:lnTo>
                  <a:lnTo>
                    <a:pt x="168592" y="114401"/>
                  </a:lnTo>
                  <a:lnTo>
                    <a:pt x="181152" y="113271"/>
                  </a:lnTo>
                  <a:close/>
                </a:path>
                <a:path w="1139825" h="130175">
                  <a:moveTo>
                    <a:pt x="191173" y="28943"/>
                  </a:moveTo>
                  <a:lnTo>
                    <a:pt x="191046" y="24003"/>
                  </a:lnTo>
                  <a:lnTo>
                    <a:pt x="179019" y="24307"/>
                  </a:lnTo>
                  <a:lnTo>
                    <a:pt x="179158" y="29248"/>
                  </a:lnTo>
                  <a:lnTo>
                    <a:pt x="191173" y="28943"/>
                  </a:lnTo>
                  <a:close/>
                </a:path>
                <a:path w="1139825" h="130175">
                  <a:moveTo>
                    <a:pt x="199834" y="111569"/>
                  </a:moveTo>
                  <a:lnTo>
                    <a:pt x="199390" y="106654"/>
                  </a:lnTo>
                  <a:lnTo>
                    <a:pt x="186842" y="107784"/>
                  </a:lnTo>
                  <a:lnTo>
                    <a:pt x="187286" y="112712"/>
                  </a:lnTo>
                  <a:lnTo>
                    <a:pt x="199834" y="111569"/>
                  </a:lnTo>
                  <a:close/>
                </a:path>
                <a:path w="1139825" h="130175">
                  <a:moveTo>
                    <a:pt x="209067" y="28498"/>
                  </a:moveTo>
                  <a:lnTo>
                    <a:pt x="208940" y="23545"/>
                  </a:lnTo>
                  <a:lnTo>
                    <a:pt x="196926" y="23850"/>
                  </a:lnTo>
                  <a:lnTo>
                    <a:pt x="197053" y="28790"/>
                  </a:lnTo>
                  <a:lnTo>
                    <a:pt x="209067" y="28498"/>
                  </a:lnTo>
                  <a:close/>
                </a:path>
                <a:path w="1139825" h="130175">
                  <a:moveTo>
                    <a:pt x="218516" y="109893"/>
                  </a:moveTo>
                  <a:lnTo>
                    <a:pt x="218071" y="104965"/>
                  </a:lnTo>
                  <a:lnTo>
                    <a:pt x="205524" y="106095"/>
                  </a:lnTo>
                  <a:lnTo>
                    <a:pt x="205968" y="111023"/>
                  </a:lnTo>
                  <a:lnTo>
                    <a:pt x="218516" y="109893"/>
                  </a:lnTo>
                  <a:close/>
                </a:path>
                <a:path w="1139825" h="130175">
                  <a:moveTo>
                    <a:pt x="226961" y="28041"/>
                  </a:moveTo>
                  <a:lnTo>
                    <a:pt x="226834" y="23101"/>
                  </a:lnTo>
                  <a:lnTo>
                    <a:pt x="214820" y="23406"/>
                  </a:lnTo>
                  <a:lnTo>
                    <a:pt x="214947" y="28333"/>
                  </a:lnTo>
                  <a:lnTo>
                    <a:pt x="226961" y="28041"/>
                  </a:lnTo>
                  <a:close/>
                </a:path>
                <a:path w="1139825" h="130175">
                  <a:moveTo>
                    <a:pt x="237197" y="108191"/>
                  </a:moveTo>
                  <a:lnTo>
                    <a:pt x="236753" y="103276"/>
                  </a:lnTo>
                  <a:lnTo>
                    <a:pt x="224218" y="104406"/>
                  </a:lnTo>
                  <a:lnTo>
                    <a:pt x="224663" y="109334"/>
                  </a:lnTo>
                  <a:lnTo>
                    <a:pt x="237197" y="108191"/>
                  </a:lnTo>
                  <a:close/>
                </a:path>
                <a:path w="1139825" h="130175">
                  <a:moveTo>
                    <a:pt x="244856" y="27584"/>
                  </a:moveTo>
                  <a:lnTo>
                    <a:pt x="244729" y="22644"/>
                  </a:lnTo>
                  <a:lnTo>
                    <a:pt x="232702" y="22948"/>
                  </a:lnTo>
                  <a:lnTo>
                    <a:pt x="232841" y="27889"/>
                  </a:lnTo>
                  <a:lnTo>
                    <a:pt x="244856" y="27584"/>
                  </a:lnTo>
                  <a:close/>
                </a:path>
                <a:path w="1139825" h="130175">
                  <a:moveTo>
                    <a:pt x="255879" y="106514"/>
                  </a:moveTo>
                  <a:lnTo>
                    <a:pt x="255435" y="101587"/>
                  </a:lnTo>
                  <a:lnTo>
                    <a:pt x="242900" y="102730"/>
                  </a:lnTo>
                  <a:lnTo>
                    <a:pt x="243344" y="107645"/>
                  </a:lnTo>
                  <a:lnTo>
                    <a:pt x="255879" y="106514"/>
                  </a:lnTo>
                  <a:close/>
                </a:path>
                <a:path w="1139825" h="130175">
                  <a:moveTo>
                    <a:pt x="262737" y="27139"/>
                  </a:moveTo>
                  <a:lnTo>
                    <a:pt x="262623" y="22186"/>
                  </a:lnTo>
                  <a:lnTo>
                    <a:pt x="250609" y="22504"/>
                  </a:lnTo>
                  <a:lnTo>
                    <a:pt x="250736" y="27444"/>
                  </a:lnTo>
                  <a:lnTo>
                    <a:pt x="262737" y="27139"/>
                  </a:lnTo>
                  <a:close/>
                </a:path>
                <a:path w="1139825" h="130175">
                  <a:moveTo>
                    <a:pt x="274574" y="104825"/>
                  </a:moveTo>
                  <a:lnTo>
                    <a:pt x="274129" y="99898"/>
                  </a:lnTo>
                  <a:lnTo>
                    <a:pt x="261581" y="101028"/>
                  </a:lnTo>
                  <a:lnTo>
                    <a:pt x="262026" y="105956"/>
                  </a:lnTo>
                  <a:lnTo>
                    <a:pt x="274574" y="104825"/>
                  </a:lnTo>
                  <a:close/>
                </a:path>
                <a:path w="1139825" h="130175">
                  <a:moveTo>
                    <a:pt x="280644" y="26682"/>
                  </a:moveTo>
                  <a:lnTo>
                    <a:pt x="280517" y="21742"/>
                  </a:lnTo>
                  <a:lnTo>
                    <a:pt x="268490" y="22047"/>
                  </a:lnTo>
                  <a:lnTo>
                    <a:pt x="268630" y="26987"/>
                  </a:lnTo>
                  <a:lnTo>
                    <a:pt x="280644" y="26682"/>
                  </a:lnTo>
                  <a:close/>
                </a:path>
                <a:path w="1139825" h="130175">
                  <a:moveTo>
                    <a:pt x="298526" y="26225"/>
                  </a:moveTo>
                  <a:lnTo>
                    <a:pt x="298411" y="21285"/>
                  </a:lnTo>
                  <a:lnTo>
                    <a:pt x="286385" y="21590"/>
                  </a:lnTo>
                  <a:lnTo>
                    <a:pt x="286512" y="26530"/>
                  </a:lnTo>
                  <a:lnTo>
                    <a:pt x="298526" y="26225"/>
                  </a:lnTo>
                  <a:close/>
                </a:path>
                <a:path w="1139825" h="130175">
                  <a:moveTo>
                    <a:pt x="316420" y="25781"/>
                  </a:moveTo>
                  <a:lnTo>
                    <a:pt x="316293" y="20828"/>
                  </a:lnTo>
                  <a:lnTo>
                    <a:pt x="304279" y="21132"/>
                  </a:lnTo>
                  <a:lnTo>
                    <a:pt x="304406" y="26085"/>
                  </a:lnTo>
                  <a:lnTo>
                    <a:pt x="316420" y="25781"/>
                  </a:lnTo>
                  <a:close/>
                </a:path>
                <a:path w="1139825" h="130175">
                  <a:moveTo>
                    <a:pt x="334314" y="25323"/>
                  </a:moveTo>
                  <a:lnTo>
                    <a:pt x="334200" y="20383"/>
                  </a:lnTo>
                  <a:lnTo>
                    <a:pt x="322186" y="20688"/>
                  </a:lnTo>
                  <a:lnTo>
                    <a:pt x="322313" y="25628"/>
                  </a:lnTo>
                  <a:lnTo>
                    <a:pt x="334314" y="25323"/>
                  </a:lnTo>
                  <a:close/>
                </a:path>
                <a:path w="1139825" h="130175">
                  <a:moveTo>
                    <a:pt x="352209" y="24866"/>
                  </a:moveTo>
                  <a:lnTo>
                    <a:pt x="352094" y="19926"/>
                  </a:lnTo>
                  <a:lnTo>
                    <a:pt x="340067" y="20231"/>
                  </a:lnTo>
                  <a:lnTo>
                    <a:pt x="340194" y="25184"/>
                  </a:lnTo>
                  <a:lnTo>
                    <a:pt x="352209" y="24866"/>
                  </a:lnTo>
                  <a:close/>
                </a:path>
                <a:path w="1139825" h="130175">
                  <a:moveTo>
                    <a:pt x="370103" y="24422"/>
                  </a:moveTo>
                  <a:lnTo>
                    <a:pt x="369976" y="19469"/>
                  </a:lnTo>
                  <a:lnTo>
                    <a:pt x="357962" y="19786"/>
                  </a:lnTo>
                  <a:lnTo>
                    <a:pt x="358089" y="24726"/>
                  </a:lnTo>
                  <a:lnTo>
                    <a:pt x="370103" y="24422"/>
                  </a:lnTo>
                  <a:close/>
                </a:path>
                <a:path w="1139825" h="130175">
                  <a:moveTo>
                    <a:pt x="387997" y="23964"/>
                  </a:moveTo>
                  <a:lnTo>
                    <a:pt x="387883" y="19024"/>
                  </a:lnTo>
                  <a:lnTo>
                    <a:pt x="375856" y="19329"/>
                  </a:lnTo>
                  <a:lnTo>
                    <a:pt x="375983" y="24269"/>
                  </a:lnTo>
                  <a:lnTo>
                    <a:pt x="387997" y="23964"/>
                  </a:lnTo>
                  <a:close/>
                </a:path>
                <a:path w="1139825" h="130175">
                  <a:moveTo>
                    <a:pt x="405892" y="23507"/>
                  </a:moveTo>
                  <a:lnTo>
                    <a:pt x="405777" y="18567"/>
                  </a:lnTo>
                  <a:lnTo>
                    <a:pt x="393750" y="18872"/>
                  </a:lnTo>
                  <a:lnTo>
                    <a:pt x="393877" y="23812"/>
                  </a:lnTo>
                  <a:lnTo>
                    <a:pt x="405892" y="23507"/>
                  </a:lnTo>
                  <a:close/>
                </a:path>
                <a:path w="1139825" h="130175">
                  <a:moveTo>
                    <a:pt x="423786" y="23063"/>
                  </a:moveTo>
                  <a:lnTo>
                    <a:pt x="423672" y="18110"/>
                  </a:lnTo>
                  <a:lnTo>
                    <a:pt x="411645" y="18415"/>
                  </a:lnTo>
                  <a:lnTo>
                    <a:pt x="411772" y="23368"/>
                  </a:lnTo>
                  <a:lnTo>
                    <a:pt x="423786" y="23063"/>
                  </a:lnTo>
                  <a:close/>
                </a:path>
                <a:path w="1139825" h="130175">
                  <a:moveTo>
                    <a:pt x="441680" y="22606"/>
                  </a:moveTo>
                  <a:lnTo>
                    <a:pt x="441553" y="17665"/>
                  </a:lnTo>
                  <a:lnTo>
                    <a:pt x="429539" y="17970"/>
                  </a:lnTo>
                  <a:lnTo>
                    <a:pt x="429666" y="22910"/>
                  </a:lnTo>
                  <a:lnTo>
                    <a:pt x="441680" y="22606"/>
                  </a:lnTo>
                  <a:close/>
                </a:path>
                <a:path w="1139825" h="130175">
                  <a:moveTo>
                    <a:pt x="459574" y="22148"/>
                  </a:moveTo>
                  <a:lnTo>
                    <a:pt x="459460" y="17208"/>
                  </a:lnTo>
                  <a:lnTo>
                    <a:pt x="447446" y="17513"/>
                  </a:lnTo>
                  <a:lnTo>
                    <a:pt x="447573" y="22453"/>
                  </a:lnTo>
                  <a:lnTo>
                    <a:pt x="459574" y="22148"/>
                  </a:lnTo>
                  <a:close/>
                </a:path>
                <a:path w="1139825" h="130175">
                  <a:moveTo>
                    <a:pt x="477469" y="21704"/>
                  </a:moveTo>
                  <a:lnTo>
                    <a:pt x="477342" y="16764"/>
                  </a:lnTo>
                  <a:lnTo>
                    <a:pt x="465328" y="17056"/>
                  </a:lnTo>
                  <a:lnTo>
                    <a:pt x="465455" y="22009"/>
                  </a:lnTo>
                  <a:lnTo>
                    <a:pt x="477469" y="21704"/>
                  </a:lnTo>
                  <a:close/>
                </a:path>
                <a:path w="1139825" h="130175">
                  <a:moveTo>
                    <a:pt x="495363" y="21247"/>
                  </a:moveTo>
                  <a:lnTo>
                    <a:pt x="495236" y="16306"/>
                  </a:lnTo>
                  <a:lnTo>
                    <a:pt x="483222" y="16611"/>
                  </a:lnTo>
                  <a:lnTo>
                    <a:pt x="483349" y="21551"/>
                  </a:lnTo>
                  <a:lnTo>
                    <a:pt x="495363" y="21247"/>
                  </a:lnTo>
                  <a:close/>
                </a:path>
                <a:path w="1139825" h="130175">
                  <a:moveTo>
                    <a:pt x="513257" y="20789"/>
                  </a:moveTo>
                  <a:lnTo>
                    <a:pt x="513130" y="15862"/>
                  </a:lnTo>
                  <a:lnTo>
                    <a:pt x="501116" y="16154"/>
                  </a:lnTo>
                  <a:lnTo>
                    <a:pt x="501243" y="21094"/>
                  </a:lnTo>
                  <a:lnTo>
                    <a:pt x="513257" y="20789"/>
                  </a:lnTo>
                  <a:close/>
                </a:path>
                <a:path w="1139825" h="130175">
                  <a:moveTo>
                    <a:pt x="531152" y="20345"/>
                  </a:moveTo>
                  <a:lnTo>
                    <a:pt x="531025" y="15405"/>
                  </a:lnTo>
                  <a:lnTo>
                    <a:pt x="519010" y="15697"/>
                  </a:lnTo>
                  <a:lnTo>
                    <a:pt x="519137" y="20650"/>
                  </a:lnTo>
                  <a:lnTo>
                    <a:pt x="531152" y="20345"/>
                  </a:lnTo>
                  <a:close/>
                </a:path>
                <a:path w="1139825" h="130175">
                  <a:moveTo>
                    <a:pt x="549046" y="19888"/>
                  </a:moveTo>
                  <a:lnTo>
                    <a:pt x="548919" y="14947"/>
                  </a:lnTo>
                  <a:lnTo>
                    <a:pt x="536905" y="15252"/>
                  </a:lnTo>
                  <a:lnTo>
                    <a:pt x="537032" y="20193"/>
                  </a:lnTo>
                  <a:lnTo>
                    <a:pt x="549046" y="19888"/>
                  </a:lnTo>
                  <a:close/>
                </a:path>
                <a:path w="1139825" h="130175">
                  <a:moveTo>
                    <a:pt x="566940" y="19431"/>
                  </a:moveTo>
                  <a:lnTo>
                    <a:pt x="566813" y="14503"/>
                  </a:lnTo>
                  <a:lnTo>
                    <a:pt x="554799" y="14795"/>
                  </a:lnTo>
                  <a:lnTo>
                    <a:pt x="554926" y="19748"/>
                  </a:lnTo>
                  <a:lnTo>
                    <a:pt x="566940" y="19431"/>
                  </a:lnTo>
                  <a:close/>
                </a:path>
                <a:path w="1139825" h="130175">
                  <a:moveTo>
                    <a:pt x="584835" y="18986"/>
                  </a:moveTo>
                  <a:lnTo>
                    <a:pt x="584708" y="14046"/>
                  </a:lnTo>
                  <a:lnTo>
                    <a:pt x="572693" y="14338"/>
                  </a:lnTo>
                  <a:lnTo>
                    <a:pt x="572820" y="19291"/>
                  </a:lnTo>
                  <a:lnTo>
                    <a:pt x="584835" y="18986"/>
                  </a:lnTo>
                  <a:close/>
                </a:path>
                <a:path w="1139825" h="130175">
                  <a:moveTo>
                    <a:pt x="602729" y="18529"/>
                  </a:moveTo>
                  <a:lnTo>
                    <a:pt x="602602" y="13589"/>
                  </a:lnTo>
                  <a:lnTo>
                    <a:pt x="590575" y="13893"/>
                  </a:lnTo>
                  <a:lnTo>
                    <a:pt x="590715" y="18834"/>
                  </a:lnTo>
                  <a:lnTo>
                    <a:pt x="602729" y="18529"/>
                  </a:lnTo>
                  <a:close/>
                </a:path>
                <a:path w="1139825" h="130175">
                  <a:moveTo>
                    <a:pt x="620623" y="18072"/>
                  </a:moveTo>
                  <a:lnTo>
                    <a:pt x="620496" y="13144"/>
                  </a:lnTo>
                  <a:lnTo>
                    <a:pt x="608482" y="13436"/>
                  </a:lnTo>
                  <a:lnTo>
                    <a:pt x="608609" y="18376"/>
                  </a:lnTo>
                  <a:lnTo>
                    <a:pt x="620623" y="18072"/>
                  </a:lnTo>
                  <a:close/>
                </a:path>
                <a:path w="1139825" h="130175">
                  <a:moveTo>
                    <a:pt x="638517" y="17627"/>
                  </a:moveTo>
                  <a:lnTo>
                    <a:pt x="638378" y="12687"/>
                  </a:lnTo>
                  <a:lnTo>
                    <a:pt x="626376" y="12992"/>
                  </a:lnTo>
                  <a:lnTo>
                    <a:pt x="626491" y="17932"/>
                  </a:lnTo>
                  <a:lnTo>
                    <a:pt x="638517" y="17627"/>
                  </a:lnTo>
                  <a:close/>
                </a:path>
                <a:path w="1139825" h="130175">
                  <a:moveTo>
                    <a:pt x="656412" y="17170"/>
                  </a:moveTo>
                  <a:lnTo>
                    <a:pt x="656285" y="12230"/>
                  </a:lnTo>
                  <a:lnTo>
                    <a:pt x="644271" y="12534"/>
                  </a:lnTo>
                  <a:lnTo>
                    <a:pt x="644398" y="17475"/>
                  </a:lnTo>
                  <a:lnTo>
                    <a:pt x="656412" y="17170"/>
                  </a:lnTo>
                  <a:close/>
                </a:path>
                <a:path w="1139825" h="130175">
                  <a:moveTo>
                    <a:pt x="674306" y="16713"/>
                  </a:moveTo>
                  <a:lnTo>
                    <a:pt x="674166" y="11785"/>
                  </a:lnTo>
                  <a:lnTo>
                    <a:pt x="662152" y="12077"/>
                  </a:lnTo>
                  <a:lnTo>
                    <a:pt x="662292" y="17018"/>
                  </a:lnTo>
                  <a:lnTo>
                    <a:pt x="674306" y="16713"/>
                  </a:lnTo>
                  <a:close/>
                </a:path>
                <a:path w="1139825" h="130175">
                  <a:moveTo>
                    <a:pt x="692200" y="16268"/>
                  </a:moveTo>
                  <a:lnTo>
                    <a:pt x="692061" y="11328"/>
                  </a:lnTo>
                  <a:lnTo>
                    <a:pt x="680046" y="11620"/>
                  </a:lnTo>
                  <a:lnTo>
                    <a:pt x="680186" y="16573"/>
                  </a:lnTo>
                  <a:lnTo>
                    <a:pt x="692200" y="16268"/>
                  </a:lnTo>
                  <a:close/>
                </a:path>
                <a:path w="1139825" h="130175">
                  <a:moveTo>
                    <a:pt x="710082" y="15811"/>
                  </a:moveTo>
                  <a:lnTo>
                    <a:pt x="709955" y="10871"/>
                  </a:lnTo>
                  <a:lnTo>
                    <a:pt x="697953" y="11176"/>
                  </a:lnTo>
                  <a:lnTo>
                    <a:pt x="698068" y="16116"/>
                  </a:lnTo>
                  <a:lnTo>
                    <a:pt x="710082" y="15811"/>
                  </a:lnTo>
                  <a:close/>
                </a:path>
                <a:path w="1139825" h="130175">
                  <a:moveTo>
                    <a:pt x="727976" y="15354"/>
                  </a:moveTo>
                  <a:lnTo>
                    <a:pt x="727862" y="10426"/>
                  </a:lnTo>
                  <a:lnTo>
                    <a:pt x="715835" y="10718"/>
                  </a:lnTo>
                  <a:lnTo>
                    <a:pt x="715962" y="15659"/>
                  </a:lnTo>
                  <a:lnTo>
                    <a:pt x="727976" y="15354"/>
                  </a:lnTo>
                  <a:close/>
                </a:path>
                <a:path w="1139825" h="130175">
                  <a:moveTo>
                    <a:pt x="745883" y="14909"/>
                  </a:moveTo>
                  <a:lnTo>
                    <a:pt x="745744" y="9969"/>
                  </a:lnTo>
                  <a:lnTo>
                    <a:pt x="733729" y="10261"/>
                  </a:lnTo>
                  <a:lnTo>
                    <a:pt x="733869" y="15214"/>
                  </a:lnTo>
                  <a:lnTo>
                    <a:pt x="745883" y="14909"/>
                  </a:lnTo>
                  <a:close/>
                </a:path>
                <a:path w="1139825" h="130175">
                  <a:moveTo>
                    <a:pt x="763765" y="14452"/>
                  </a:moveTo>
                  <a:lnTo>
                    <a:pt x="763638" y="9512"/>
                  </a:lnTo>
                  <a:lnTo>
                    <a:pt x="751636" y="9817"/>
                  </a:lnTo>
                  <a:lnTo>
                    <a:pt x="751751" y="14757"/>
                  </a:lnTo>
                  <a:lnTo>
                    <a:pt x="763765" y="14452"/>
                  </a:lnTo>
                  <a:close/>
                </a:path>
                <a:path w="1139825" h="130175">
                  <a:moveTo>
                    <a:pt x="781659" y="13995"/>
                  </a:moveTo>
                  <a:lnTo>
                    <a:pt x="781532" y="9067"/>
                  </a:lnTo>
                  <a:lnTo>
                    <a:pt x="769518" y="9359"/>
                  </a:lnTo>
                  <a:lnTo>
                    <a:pt x="769645" y="14300"/>
                  </a:lnTo>
                  <a:lnTo>
                    <a:pt x="781659" y="13995"/>
                  </a:lnTo>
                  <a:close/>
                </a:path>
                <a:path w="1139825" h="130175">
                  <a:moveTo>
                    <a:pt x="799553" y="13550"/>
                  </a:moveTo>
                  <a:lnTo>
                    <a:pt x="799426" y="8610"/>
                  </a:lnTo>
                  <a:lnTo>
                    <a:pt x="787412" y="8902"/>
                  </a:lnTo>
                  <a:lnTo>
                    <a:pt x="787539" y="13855"/>
                  </a:lnTo>
                  <a:lnTo>
                    <a:pt x="799553" y="13550"/>
                  </a:lnTo>
                  <a:close/>
                </a:path>
                <a:path w="1139825" h="130175">
                  <a:moveTo>
                    <a:pt x="817448" y="13093"/>
                  </a:moveTo>
                  <a:lnTo>
                    <a:pt x="817321" y="8153"/>
                  </a:lnTo>
                  <a:lnTo>
                    <a:pt x="805307" y="8458"/>
                  </a:lnTo>
                  <a:lnTo>
                    <a:pt x="805434" y="13398"/>
                  </a:lnTo>
                  <a:lnTo>
                    <a:pt x="817448" y="13093"/>
                  </a:lnTo>
                  <a:close/>
                </a:path>
                <a:path w="1139825" h="130175">
                  <a:moveTo>
                    <a:pt x="835342" y="12636"/>
                  </a:moveTo>
                  <a:lnTo>
                    <a:pt x="835215" y="7708"/>
                  </a:lnTo>
                  <a:lnTo>
                    <a:pt x="823214" y="8001"/>
                  </a:lnTo>
                  <a:lnTo>
                    <a:pt x="823328" y="12954"/>
                  </a:lnTo>
                  <a:lnTo>
                    <a:pt x="835342" y="12636"/>
                  </a:lnTo>
                  <a:close/>
                </a:path>
                <a:path w="1139825" h="130175">
                  <a:moveTo>
                    <a:pt x="853236" y="12192"/>
                  </a:moveTo>
                  <a:lnTo>
                    <a:pt x="853109" y="7251"/>
                  </a:lnTo>
                  <a:lnTo>
                    <a:pt x="841095" y="7543"/>
                  </a:lnTo>
                  <a:lnTo>
                    <a:pt x="841222" y="12496"/>
                  </a:lnTo>
                  <a:lnTo>
                    <a:pt x="853236" y="12192"/>
                  </a:lnTo>
                  <a:close/>
                </a:path>
                <a:path w="1139825" h="130175">
                  <a:moveTo>
                    <a:pt x="871131" y="11734"/>
                  </a:moveTo>
                  <a:lnTo>
                    <a:pt x="871004" y="6794"/>
                  </a:lnTo>
                  <a:lnTo>
                    <a:pt x="858989" y="7099"/>
                  </a:lnTo>
                  <a:lnTo>
                    <a:pt x="859116" y="12039"/>
                  </a:lnTo>
                  <a:lnTo>
                    <a:pt x="871131" y="11734"/>
                  </a:lnTo>
                  <a:close/>
                </a:path>
                <a:path w="1139825" h="130175">
                  <a:moveTo>
                    <a:pt x="889025" y="11290"/>
                  </a:moveTo>
                  <a:lnTo>
                    <a:pt x="888898" y="6350"/>
                  </a:lnTo>
                  <a:lnTo>
                    <a:pt x="876884" y="6642"/>
                  </a:lnTo>
                  <a:lnTo>
                    <a:pt x="877011" y="11582"/>
                  </a:lnTo>
                  <a:lnTo>
                    <a:pt x="889025" y="11290"/>
                  </a:lnTo>
                  <a:close/>
                </a:path>
                <a:path w="1139825" h="130175">
                  <a:moveTo>
                    <a:pt x="906919" y="10833"/>
                  </a:moveTo>
                  <a:lnTo>
                    <a:pt x="906792" y="5892"/>
                  </a:lnTo>
                  <a:lnTo>
                    <a:pt x="894778" y="6184"/>
                  </a:lnTo>
                  <a:lnTo>
                    <a:pt x="894905" y="11137"/>
                  </a:lnTo>
                  <a:lnTo>
                    <a:pt x="906919" y="10833"/>
                  </a:lnTo>
                  <a:close/>
                </a:path>
                <a:path w="1139825" h="130175">
                  <a:moveTo>
                    <a:pt x="924814" y="10388"/>
                  </a:moveTo>
                  <a:lnTo>
                    <a:pt x="924687" y="5435"/>
                  </a:lnTo>
                  <a:lnTo>
                    <a:pt x="912672" y="5740"/>
                  </a:lnTo>
                  <a:lnTo>
                    <a:pt x="912799" y="10680"/>
                  </a:lnTo>
                  <a:lnTo>
                    <a:pt x="924814" y="10388"/>
                  </a:lnTo>
                  <a:close/>
                </a:path>
                <a:path w="1139825" h="130175">
                  <a:moveTo>
                    <a:pt x="942708" y="9931"/>
                  </a:moveTo>
                  <a:lnTo>
                    <a:pt x="942581" y="4991"/>
                  </a:lnTo>
                  <a:lnTo>
                    <a:pt x="930567" y="5283"/>
                  </a:lnTo>
                  <a:lnTo>
                    <a:pt x="930694" y="10223"/>
                  </a:lnTo>
                  <a:lnTo>
                    <a:pt x="942708" y="9931"/>
                  </a:lnTo>
                  <a:close/>
                </a:path>
                <a:path w="1139825" h="130175">
                  <a:moveTo>
                    <a:pt x="960602" y="9474"/>
                  </a:moveTo>
                  <a:lnTo>
                    <a:pt x="960475" y="4533"/>
                  </a:lnTo>
                  <a:lnTo>
                    <a:pt x="948461" y="4826"/>
                  </a:lnTo>
                  <a:lnTo>
                    <a:pt x="948588" y="9779"/>
                  </a:lnTo>
                  <a:lnTo>
                    <a:pt x="960602" y="9474"/>
                  </a:lnTo>
                  <a:close/>
                </a:path>
                <a:path w="1139825" h="130175">
                  <a:moveTo>
                    <a:pt x="978496" y="9029"/>
                  </a:moveTo>
                  <a:lnTo>
                    <a:pt x="978369" y="4076"/>
                  </a:lnTo>
                  <a:lnTo>
                    <a:pt x="966355" y="4381"/>
                  </a:lnTo>
                  <a:lnTo>
                    <a:pt x="966482" y="9321"/>
                  </a:lnTo>
                  <a:lnTo>
                    <a:pt x="978496" y="9029"/>
                  </a:lnTo>
                  <a:close/>
                </a:path>
                <a:path w="1139825" h="130175">
                  <a:moveTo>
                    <a:pt x="996391" y="8572"/>
                  </a:moveTo>
                  <a:lnTo>
                    <a:pt x="996264" y="3632"/>
                  </a:lnTo>
                  <a:lnTo>
                    <a:pt x="984250" y="3924"/>
                  </a:lnTo>
                  <a:lnTo>
                    <a:pt x="984377" y="8864"/>
                  </a:lnTo>
                  <a:lnTo>
                    <a:pt x="996391" y="8572"/>
                  </a:lnTo>
                  <a:close/>
                </a:path>
                <a:path w="1139825" h="130175">
                  <a:moveTo>
                    <a:pt x="1014285" y="8115"/>
                  </a:moveTo>
                  <a:lnTo>
                    <a:pt x="1014145" y="3175"/>
                  </a:lnTo>
                  <a:lnTo>
                    <a:pt x="1002131" y="3479"/>
                  </a:lnTo>
                  <a:lnTo>
                    <a:pt x="1002271" y="8420"/>
                  </a:lnTo>
                  <a:lnTo>
                    <a:pt x="1014285" y="8115"/>
                  </a:lnTo>
                  <a:close/>
                </a:path>
                <a:path w="1139825" h="130175">
                  <a:moveTo>
                    <a:pt x="1032179" y="7670"/>
                  </a:moveTo>
                  <a:lnTo>
                    <a:pt x="1032052" y="2717"/>
                  </a:lnTo>
                  <a:lnTo>
                    <a:pt x="1020038" y="3022"/>
                  </a:lnTo>
                  <a:lnTo>
                    <a:pt x="1020165" y="7962"/>
                  </a:lnTo>
                  <a:lnTo>
                    <a:pt x="1032179" y="7670"/>
                  </a:lnTo>
                  <a:close/>
                </a:path>
                <a:path w="1139825" h="130175">
                  <a:moveTo>
                    <a:pt x="1050074" y="7213"/>
                  </a:moveTo>
                  <a:lnTo>
                    <a:pt x="1049947" y="2273"/>
                  </a:lnTo>
                  <a:lnTo>
                    <a:pt x="1037932" y="2578"/>
                  </a:lnTo>
                  <a:lnTo>
                    <a:pt x="1038059" y="7505"/>
                  </a:lnTo>
                  <a:lnTo>
                    <a:pt x="1050074" y="7213"/>
                  </a:lnTo>
                  <a:close/>
                </a:path>
                <a:path w="1139825" h="130175">
                  <a:moveTo>
                    <a:pt x="1067955" y="6756"/>
                  </a:moveTo>
                  <a:lnTo>
                    <a:pt x="1067841" y="1816"/>
                  </a:lnTo>
                  <a:lnTo>
                    <a:pt x="1055814" y="2120"/>
                  </a:lnTo>
                  <a:lnTo>
                    <a:pt x="1055941" y="7061"/>
                  </a:lnTo>
                  <a:lnTo>
                    <a:pt x="1067955" y="6756"/>
                  </a:lnTo>
                  <a:close/>
                </a:path>
                <a:path w="1139825" h="130175">
                  <a:moveTo>
                    <a:pt x="1085862" y="6311"/>
                  </a:moveTo>
                  <a:lnTo>
                    <a:pt x="1085723" y="1358"/>
                  </a:lnTo>
                  <a:lnTo>
                    <a:pt x="1073708" y="1663"/>
                  </a:lnTo>
                  <a:lnTo>
                    <a:pt x="1073848" y="6604"/>
                  </a:lnTo>
                  <a:lnTo>
                    <a:pt x="1085862" y="6311"/>
                  </a:lnTo>
                  <a:close/>
                </a:path>
                <a:path w="1139825" h="130175">
                  <a:moveTo>
                    <a:pt x="1103757" y="5854"/>
                  </a:moveTo>
                  <a:lnTo>
                    <a:pt x="1103617" y="914"/>
                  </a:lnTo>
                  <a:lnTo>
                    <a:pt x="1091603" y="1219"/>
                  </a:lnTo>
                  <a:lnTo>
                    <a:pt x="1091742" y="6146"/>
                  </a:lnTo>
                  <a:lnTo>
                    <a:pt x="1103757" y="5854"/>
                  </a:lnTo>
                  <a:close/>
                </a:path>
                <a:path w="1139825" h="130175">
                  <a:moveTo>
                    <a:pt x="1121638" y="5397"/>
                  </a:moveTo>
                  <a:lnTo>
                    <a:pt x="1121524" y="457"/>
                  </a:lnTo>
                  <a:lnTo>
                    <a:pt x="1109510" y="762"/>
                  </a:lnTo>
                  <a:lnTo>
                    <a:pt x="1109624" y="5702"/>
                  </a:lnTo>
                  <a:lnTo>
                    <a:pt x="1121638" y="5397"/>
                  </a:lnTo>
                  <a:close/>
                </a:path>
                <a:path w="1139825" h="130175">
                  <a:moveTo>
                    <a:pt x="1139532" y="4953"/>
                  </a:moveTo>
                  <a:lnTo>
                    <a:pt x="1139405" y="0"/>
                  </a:lnTo>
                  <a:lnTo>
                    <a:pt x="1127391" y="304"/>
                  </a:lnTo>
                  <a:lnTo>
                    <a:pt x="1127518" y="5245"/>
                  </a:lnTo>
                  <a:lnTo>
                    <a:pt x="1139532" y="4953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" name="object 20"/>
            <p:cNvSpPr/>
            <p:nvPr/>
          </p:nvSpPr>
          <p:spPr>
            <a:xfrm>
              <a:off x="950277" y="957795"/>
              <a:ext cx="970280" cy="87630"/>
            </a:xfrm>
            <a:custGeom>
              <a:avLst/>
              <a:gdLst/>
              <a:ahLst/>
              <a:cxnLst/>
              <a:rect l="l" t="t" r="r" b="b"/>
              <a:pathLst>
                <a:path w="970280" h="87630">
                  <a:moveTo>
                    <a:pt x="13233" y="32473"/>
                  </a:moveTo>
                  <a:lnTo>
                    <a:pt x="12941" y="27533"/>
                  </a:lnTo>
                  <a:lnTo>
                    <a:pt x="0" y="28321"/>
                  </a:lnTo>
                  <a:lnTo>
                    <a:pt x="304" y="33261"/>
                  </a:lnTo>
                  <a:lnTo>
                    <a:pt x="13233" y="32473"/>
                  </a:lnTo>
                  <a:close/>
                </a:path>
                <a:path w="970280" h="87630">
                  <a:moveTo>
                    <a:pt x="32499" y="31292"/>
                  </a:moveTo>
                  <a:lnTo>
                    <a:pt x="32194" y="26352"/>
                  </a:lnTo>
                  <a:lnTo>
                    <a:pt x="19265" y="27152"/>
                  </a:lnTo>
                  <a:lnTo>
                    <a:pt x="19558" y="32080"/>
                  </a:lnTo>
                  <a:lnTo>
                    <a:pt x="32499" y="31292"/>
                  </a:lnTo>
                  <a:close/>
                </a:path>
                <a:path w="970280" h="87630">
                  <a:moveTo>
                    <a:pt x="51765" y="30124"/>
                  </a:moveTo>
                  <a:lnTo>
                    <a:pt x="51460" y="25196"/>
                  </a:lnTo>
                  <a:lnTo>
                    <a:pt x="38519" y="25984"/>
                  </a:lnTo>
                  <a:lnTo>
                    <a:pt x="38823" y="30911"/>
                  </a:lnTo>
                  <a:lnTo>
                    <a:pt x="51765" y="30124"/>
                  </a:lnTo>
                  <a:close/>
                </a:path>
                <a:path w="970280" h="87630">
                  <a:moveTo>
                    <a:pt x="71031" y="28943"/>
                  </a:moveTo>
                  <a:lnTo>
                    <a:pt x="70726" y="24015"/>
                  </a:lnTo>
                  <a:lnTo>
                    <a:pt x="57785" y="24803"/>
                  </a:lnTo>
                  <a:lnTo>
                    <a:pt x="58089" y="29730"/>
                  </a:lnTo>
                  <a:lnTo>
                    <a:pt x="71031" y="28943"/>
                  </a:lnTo>
                  <a:close/>
                </a:path>
                <a:path w="970280" h="87630">
                  <a:moveTo>
                    <a:pt x="73266" y="86017"/>
                  </a:moveTo>
                  <a:lnTo>
                    <a:pt x="72821" y="81089"/>
                  </a:lnTo>
                  <a:lnTo>
                    <a:pt x="60274" y="82219"/>
                  </a:lnTo>
                  <a:lnTo>
                    <a:pt x="60718" y="87147"/>
                  </a:lnTo>
                  <a:lnTo>
                    <a:pt x="73266" y="86017"/>
                  </a:lnTo>
                  <a:close/>
                </a:path>
                <a:path w="970280" h="87630">
                  <a:moveTo>
                    <a:pt x="90284" y="27774"/>
                  </a:moveTo>
                  <a:lnTo>
                    <a:pt x="89979" y="22847"/>
                  </a:lnTo>
                  <a:lnTo>
                    <a:pt x="77050" y="23634"/>
                  </a:lnTo>
                  <a:lnTo>
                    <a:pt x="77355" y="28562"/>
                  </a:lnTo>
                  <a:lnTo>
                    <a:pt x="90284" y="27774"/>
                  </a:lnTo>
                  <a:close/>
                </a:path>
                <a:path w="970280" h="87630">
                  <a:moveTo>
                    <a:pt x="91948" y="84328"/>
                  </a:moveTo>
                  <a:lnTo>
                    <a:pt x="91503" y="79400"/>
                  </a:lnTo>
                  <a:lnTo>
                    <a:pt x="78955" y="80530"/>
                  </a:lnTo>
                  <a:lnTo>
                    <a:pt x="79400" y="85458"/>
                  </a:lnTo>
                  <a:lnTo>
                    <a:pt x="91948" y="84328"/>
                  </a:lnTo>
                  <a:close/>
                </a:path>
                <a:path w="970280" h="87630">
                  <a:moveTo>
                    <a:pt x="109550" y="26606"/>
                  </a:moveTo>
                  <a:lnTo>
                    <a:pt x="109245" y="21666"/>
                  </a:lnTo>
                  <a:lnTo>
                    <a:pt x="96316" y="22453"/>
                  </a:lnTo>
                  <a:lnTo>
                    <a:pt x="96621" y="27393"/>
                  </a:lnTo>
                  <a:lnTo>
                    <a:pt x="109550" y="26606"/>
                  </a:lnTo>
                  <a:close/>
                </a:path>
                <a:path w="970280" h="87630">
                  <a:moveTo>
                    <a:pt x="110629" y="82638"/>
                  </a:moveTo>
                  <a:lnTo>
                    <a:pt x="110185" y="77711"/>
                  </a:lnTo>
                  <a:lnTo>
                    <a:pt x="97637" y="78841"/>
                  </a:lnTo>
                  <a:lnTo>
                    <a:pt x="98082" y="83769"/>
                  </a:lnTo>
                  <a:lnTo>
                    <a:pt x="110629" y="82638"/>
                  </a:lnTo>
                  <a:close/>
                </a:path>
                <a:path w="970280" h="87630">
                  <a:moveTo>
                    <a:pt x="128816" y="25425"/>
                  </a:moveTo>
                  <a:lnTo>
                    <a:pt x="128511" y="20485"/>
                  </a:lnTo>
                  <a:lnTo>
                    <a:pt x="115582" y="21272"/>
                  </a:lnTo>
                  <a:lnTo>
                    <a:pt x="115874" y="26212"/>
                  </a:lnTo>
                  <a:lnTo>
                    <a:pt x="128816" y="25425"/>
                  </a:lnTo>
                  <a:close/>
                </a:path>
                <a:path w="970280" h="87630">
                  <a:moveTo>
                    <a:pt x="129311" y="80937"/>
                  </a:moveTo>
                  <a:lnTo>
                    <a:pt x="128866" y="76022"/>
                  </a:lnTo>
                  <a:lnTo>
                    <a:pt x="116332" y="77152"/>
                  </a:lnTo>
                  <a:lnTo>
                    <a:pt x="116776" y="82080"/>
                  </a:lnTo>
                  <a:lnTo>
                    <a:pt x="129311" y="80937"/>
                  </a:lnTo>
                  <a:close/>
                </a:path>
                <a:path w="970280" h="87630">
                  <a:moveTo>
                    <a:pt x="147993" y="79260"/>
                  </a:moveTo>
                  <a:lnTo>
                    <a:pt x="147548" y="74333"/>
                  </a:lnTo>
                  <a:lnTo>
                    <a:pt x="135013" y="75463"/>
                  </a:lnTo>
                  <a:lnTo>
                    <a:pt x="135458" y="80391"/>
                  </a:lnTo>
                  <a:lnTo>
                    <a:pt x="147993" y="79260"/>
                  </a:lnTo>
                  <a:close/>
                </a:path>
                <a:path w="970280" h="87630">
                  <a:moveTo>
                    <a:pt x="148082" y="24257"/>
                  </a:moveTo>
                  <a:lnTo>
                    <a:pt x="147777" y="19316"/>
                  </a:lnTo>
                  <a:lnTo>
                    <a:pt x="134848" y="20104"/>
                  </a:lnTo>
                  <a:lnTo>
                    <a:pt x="135140" y="25044"/>
                  </a:lnTo>
                  <a:lnTo>
                    <a:pt x="148082" y="24257"/>
                  </a:lnTo>
                  <a:close/>
                </a:path>
                <a:path w="970280" h="87630">
                  <a:moveTo>
                    <a:pt x="166687" y="77558"/>
                  </a:moveTo>
                  <a:lnTo>
                    <a:pt x="166230" y="72644"/>
                  </a:lnTo>
                  <a:lnTo>
                    <a:pt x="153695" y="73774"/>
                  </a:lnTo>
                  <a:lnTo>
                    <a:pt x="154139" y="78689"/>
                  </a:lnTo>
                  <a:lnTo>
                    <a:pt x="166687" y="77558"/>
                  </a:lnTo>
                  <a:close/>
                </a:path>
                <a:path w="970280" h="87630">
                  <a:moveTo>
                    <a:pt x="167347" y="23075"/>
                  </a:moveTo>
                  <a:lnTo>
                    <a:pt x="167043" y="18135"/>
                  </a:lnTo>
                  <a:lnTo>
                    <a:pt x="154101" y="18935"/>
                  </a:lnTo>
                  <a:lnTo>
                    <a:pt x="154406" y="23863"/>
                  </a:lnTo>
                  <a:lnTo>
                    <a:pt x="167347" y="23075"/>
                  </a:lnTo>
                  <a:close/>
                </a:path>
                <a:path w="970280" h="87630">
                  <a:moveTo>
                    <a:pt x="185369" y="75882"/>
                  </a:moveTo>
                  <a:lnTo>
                    <a:pt x="184912" y="70954"/>
                  </a:lnTo>
                  <a:lnTo>
                    <a:pt x="172377" y="72085"/>
                  </a:lnTo>
                  <a:lnTo>
                    <a:pt x="172821" y="77012"/>
                  </a:lnTo>
                  <a:lnTo>
                    <a:pt x="185369" y="75882"/>
                  </a:lnTo>
                  <a:close/>
                </a:path>
                <a:path w="970280" h="87630">
                  <a:moveTo>
                    <a:pt x="186601" y="21907"/>
                  </a:moveTo>
                  <a:lnTo>
                    <a:pt x="186309" y="16967"/>
                  </a:lnTo>
                  <a:lnTo>
                    <a:pt x="173367" y="17767"/>
                  </a:lnTo>
                  <a:lnTo>
                    <a:pt x="173672" y="22682"/>
                  </a:lnTo>
                  <a:lnTo>
                    <a:pt x="186601" y="21907"/>
                  </a:lnTo>
                  <a:close/>
                </a:path>
                <a:path w="970280" h="87630">
                  <a:moveTo>
                    <a:pt x="204050" y="74180"/>
                  </a:moveTo>
                  <a:lnTo>
                    <a:pt x="203606" y="69265"/>
                  </a:lnTo>
                  <a:lnTo>
                    <a:pt x="191058" y="70396"/>
                  </a:lnTo>
                  <a:lnTo>
                    <a:pt x="191503" y="75323"/>
                  </a:lnTo>
                  <a:lnTo>
                    <a:pt x="204050" y="74180"/>
                  </a:lnTo>
                  <a:close/>
                </a:path>
                <a:path w="970280" h="87630">
                  <a:moveTo>
                    <a:pt x="205867" y="20726"/>
                  </a:moveTo>
                  <a:lnTo>
                    <a:pt x="205562" y="15798"/>
                  </a:lnTo>
                  <a:lnTo>
                    <a:pt x="192633" y="16586"/>
                  </a:lnTo>
                  <a:lnTo>
                    <a:pt x="192938" y="21513"/>
                  </a:lnTo>
                  <a:lnTo>
                    <a:pt x="205867" y="20726"/>
                  </a:lnTo>
                  <a:close/>
                </a:path>
                <a:path w="970280" h="87630">
                  <a:moveTo>
                    <a:pt x="222732" y="72504"/>
                  </a:moveTo>
                  <a:lnTo>
                    <a:pt x="222288" y="67576"/>
                  </a:lnTo>
                  <a:lnTo>
                    <a:pt x="209740" y="68707"/>
                  </a:lnTo>
                  <a:lnTo>
                    <a:pt x="210185" y="73634"/>
                  </a:lnTo>
                  <a:lnTo>
                    <a:pt x="222732" y="72504"/>
                  </a:lnTo>
                  <a:close/>
                </a:path>
                <a:path w="970280" h="87630">
                  <a:moveTo>
                    <a:pt x="225132" y="19558"/>
                  </a:moveTo>
                  <a:lnTo>
                    <a:pt x="224828" y="14630"/>
                  </a:lnTo>
                  <a:lnTo>
                    <a:pt x="211886" y="15405"/>
                  </a:lnTo>
                  <a:lnTo>
                    <a:pt x="212204" y="20345"/>
                  </a:lnTo>
                  <a:lnTo>
                    <a:pt x="225132" y="19558"/>
                  </a:lnTo>
                  <a:close/>
                </a:path>
                <a:path w="970280" h="87630">
                  <a:moveTo>
                    <a:pt x="241414" y="70802"/>
                  </a:moveTo>
                  <a:lnTo>
                    <a:pt x="240969" y="65887"/>
                  </a:lnTo>
                  <a:lnTo>
                    <a:pt x="228422" y="67017"/>
                  </a:lnTo>
                  <a:lnTo>
                    <a:pt x="228866" y="71945"/>
                  </a:lnTo>
                  <a:lnTo>
                    <a:pt x="241414" y="70802"/>
                  </a:lnTo>
                  <a:close/>
                </a:path>
                <a:path w="970280" h="87630">
                  <a:moveTo>
                    <a:pt x="244398" y="18389"/>
                  </a:moveTo>
                  <a:lnTo>
                    <a:pt x="244094" y="13449"/>
                  </a:lnTo>
                  <a:lnTo>
                    <a:pt x="231165" y="14236"/>
                  </a:lnTo>
                  <a:lnTo>
                    <a:pt x="231457" y="19177"/>
                  </a:lnTo>
                  <a:lnTo>
                    <a:pt x="244398" y="18389"/>
                  </a:lnTo>
                  <a:close/>
                </a:path>
                <a:path w="970280" h="87630">
                  <a:moveTo>
                    <a:pt x="260096" y="69126"/>
                  </a:moveTo>
                  <a:lnTo>
                    <a:pt x="259651" y="64198"/>
                  </a:lnTo>
                  <a:lnTo>
                    <a:pt x="247116" y="65328"/>
                  </a:lnTo>
                  <a:lnTo>
                    <a:pt x="247561" y="70256"/>
                  </a:lnTo>
                  <a:lnTo>
                    <a:pt x="260096" y="69126"/>
                  </a:lnTo>
                  <a:close/>
                </a:path>
                <a:path w="970280" h="87630">
                  <a:moveTo>
                    <a:pt x="263652" y="17208"/>
                  </a:moveTo>
                  <a:lnTo>
                    <a:pt x="263359" y="12268"/>
                  </a:lnTo>
                  <a:lnTo>
                    <a:pt x="250418" y="13055"/>
                  </a:lnTo>
                  <a:lnTo>
                    <a:pt x="250723" y="17995"/>
                  </a:lnTo>
                  <a:lnTo>
                    <a:pt x="263652" y="17208"/>
                  </a:lnTo>
                  <a:close/>
                </a:path>
                <a:path w="970280" h="87630">
                  <a:moveTo>
                    <a:pt x="278777" y="67424"/>
                  </a:moveTo>
                  <a:lnTo>
                    <a:pt x="278333" y="62509"/>
                  </a:lnTo>
                  <a:lnTo>
                    <a:pt x="265798" y="63639"/>
                  </a:lnTo>
                  <a:lnTo>
                    <a:pt x="266242" y="68567"/>
                  </a:lnTo>
                  <a:lnTo>
                    <a:pt x="278777" y="67424"/>
                  </a:lnTo>
                  <a:close/>
                </a:path>
                <a:path w="970280" h="87630">
                  <a:moveTo>
                    <a:pt x="282930" y="16040"/>
                  </a:moveTo>
                  <a:lnTo>
                    <a:pt x="282613" y="11099"/>
                  </a:lnTo>
                  <a:lnTo>
                    <a:pt x="269684" y="11887"/>
                  </a:lnTo>
                  <a:lnTo>
                    <a:pt x="269976" y="16827"/>
                  </a:lnTo>
                  <a:lnTo>
                    <a:pt x="282930" y="16040"/>
                  </a:lnTo>
                  <a:close/>
                </a:path>
                <a:path w="970280" h="87630">
                  <a:moveTo>
                    <a:pt x="297472" y="65735"/>
                  </a:moveTo>
                  <a:lnTo>
                    <a:pt x="297027" y="60807"/>
                  </a:lnTo>
                  <a:lnTo>
                    <a:pt x="284480" y="61950"/>
                  </a:lnTo>
                  <a:lnTo>
                    <a:pt x="284924" y="66865"/>
                  </a:lnTo>
                  <a:lnTo>
                    <a:pt x="297472" y="65735"/>
                  </a:lnTo>
                  <a:close/>
                </a:path>
                <a:path w="970280" h="87630">
                  <a:moveTo>
                    <a:pt x="302183" y="14859"/>
                  </a:moveTo>
                  <a:lnTo>
                    <a:pt x="301891" y="9918"/>
                  </a:lnTo>
                  <a:lnTo>
                    <a:pt x="288950" y="10718"/>
                  </a:lnTo>
                  <a:lnTo>
                    <a:pt x="289255" y="15646"/>
                  </a:lnTo>
                  <a:lnTo>
                    <a:pt x="302183" y="14859"/>
                  </a:lnTo>
                  <a:close/>
                </a:path>
                <a:path w="970280" h="87630">
                  <a:moveTo>
                    <a:pt x="316153" y="64058"/>
                  </a:moveTo>
                  <a:lnTo>
                    <a:pt x="315709" y="59131"/>
                  </a:lnTo>
                  <a:lnTo>
                    <a:pt x="303161" y="60261"/>
                  </a:lnTo>
                  <a:lnTo>
                    <a:pt x="303606" y="65189"/>
                  </a:lnTo>
                  <a:lnTo>
                    <a:pt x="316153" y="64058"/>
                  </a:lnTo>
                  <a:close/>
                </a:path>
                <a:path w="970280" h="87630">
                  <a:moveTo>
                    <a:pt x="321449" y="13677"/>
                  </a:moveTo>
                  <a:lnTo>
                    <a:pt x="321144" y="8750"/>
                  </a:lnTo>
                  <a:lnTo>
                    <a:pt x="308203" y="9550"/>
                  </a:lnTo>
                  <a:lnTo>
                    <a:pt x="308508" y="14465"/>
                  </a:lnTo>
                  <a:lnTo>
                    <a:pt x="321449" y="13677"/>
                  </a:lnTo>
                  <a:close/>
                </a:path>
                <a:path w="970280" h="87630">
                  <a:moveTo>
                    <a:pt x="334835" y="62357"/>
                  </a:moveTo>
                  <a:lnTo>
                    <a:pt x="334391" y="57442"/>
                  </a:lnTo>
                  <a:lnTo>
                    <a:pt x="321843" y="58572"/>
                  </a:lnTo>
                  <a:lnTo>
                    <a:pt x="322287" y="63487"/>
                  </a:lnTo>
                  <a:lnTo>
                    <a:pt x="334835" y="62357"/>
                  </a:lnTo>
                  <a:close/>
                </a:path>
                <a:path w="970280" h="87630">
                  <a:moveTo>
                    <a:pt x="340715" y="12509"/>
                  </a:moveTo>
                  <a:lnTo>
                    <a:pt x="340410" y="7581"/>
                  </a:lnTo>
                  <a:lnTo>
                    <a:pt x="327482" y="8369"/>
                  </a:lnTo>
                  <a:lnTo>
                    <a:pt x="327774" y="13296"/>
                  </a:lnTo>
                  <a:lnTo>
                    <a:pt x="340715" y="12509"/>
                  </a:lnTo>
                  <a:close/>
                </a:path>
                <a:path w="970280" h="87630">
                  <a:moveTo>
                    <a:pt x="353517" y="60680"/>
                  </a:moveTo>
                  <a:lnTo>
                    <a:pt x="353072" y="55753"/>
                  </a:lnTo>
                  <a:lnTo>
                    <a:pt x="340537" y="56883"/>
                  </a:lnTo>
                  <a:lnTo>
                    <a:pt x="340969" y="61810"/>
                  </a:lnTo>
                  <a:lnTo>
                    <a:pt x="353517" y="60680"/>
                  </a:lnTo>
                  <a:close/>
                </a:path>
                <a:path w="970280" h="87630">
                  <a:moveTo>
                    <a:pt x="359968" y="11341"/>
                  </a:moveTo>
                  <a:lnTo>
                    <a:pt x="359676" y="6400"/>
                  </a:lnTo>
                  <a:lnTo>
                    <a:pt x="346735" y="7188"/>
                  </a:lnTo>
                  <a:lnTo>
                    <a:pt x="347040" y="12128"/>
                  </a:lnTo>
                  <a:lnTo>
                    <a:pt x="359968" y="11341"/>
                  </a:lnTo>
                  <a:close/>
                </a:path>
                <a:path w="970280" h="87630">
                  <a:moveTo>
                    <a:pt x="372198" y="58978"/>
                  </a:moveTo>
                  <a:lnTo>
                    <a:pt x="371754" y="54063"/>
                  </a:lnTo>
                  <a:lnTo>
                    <a:pt x="359219" y="55194"/>
                  </a:lnTo>
                  <a:lnTo>
                    <a:pt x="359664" y="60109"/>
                  </a:lnTo>
                  <a:lnTo>
                    <a:pt x="372198" y="58978"/>
                  </a:lnTo>
                  <a:close/>
                </a:path>
                <a:path w="970280" h="87630">
                  <a:moveTo>
                    <a:pt x="379234" y="10172"/>
                  </a:moveTo>
                  <a:lnTo>
                    <a:pt x="378942" y="5232"/>
                  </a:lnTo>
                  <a:lnTo>
                    <a:pt x="366014" y="6019"/>
                  </a:lnTo>
                  <a:lnTo>
                    <a:pt x="366306" y="10960"/>
                  </a:lnTo>
                  <a:lnTo>
                    <a:pt x="379234" y="10172"/>
                  </a:lnTo>
                  <a:close/>
                </a:path>
                <a:path w="970280" h="87630">
                  <a:moveTo>
                    <a:pt x="390893" y="57302"/>
                  </a:moveTo>
                  <a:lnTo>
                    <a:pt x="390448" y="52374"/>
                  </a:lnTo>
                  <a:lnTo>
                    <a:pt x="377901" y="53505"/>
                  </a:lnTo>
                  <a:lnTo>
                    <a:pt x="378345" y="58432"/>
                  </a:lnTo>
                  <a:lnTo>
                    <a:pt x="390893" y="57302"/>
                  </a:lnTo>
                  <a:close/>
                </a:path>
                <a:path w="970280" h="87630">
                  <a:moveTo>
                    <a:pt x="398500" y="8991"/>
                  </a:moveTo>
                  <a:lnTo>
                    <a:pt x="398195" y="4051"/>
                  </a:lnTo>
                  <a:lnTo>
                    <a:pt x="385267" y="4838"/>
                  </a:lnTo>
                  <a:lnTo>
                    <a:pt x="385572" y="9779"/>
                  </a:lnTo>
                  <a:lnTo>
                    <a:pt x="398500" y="8991"/>
                  </a:lnTo>
                  <a:close/>
                </a:path>
                <a:path w="970280" h="87630">
                  <a:moveTo>
                    <a:pt x="409575" y="55600"/>
                  </a:moveTo>
                  <a:lnTo>
                    <a:pt x="409130" y="50685"/>
                  </a:lnTo>
                  <a:lnTo>
                    <a:pt x="396582" y="51816"/>
                  </a:lnTo>
                  <a:lnTo>
                    <a:pt x="397027" y="56730"/>
                  </a:lnTo>
                  <a:lnTo>
                    <a:pt x="409575" y="55600"/>
                  </a:lnTo>
                  <a:close/>
                </a:path>
                <a:path w="970280" h="87630">
                  <a:moveTo>
                    <a:pt x="417766" y="7810"/>
                  </a:moveTo>
                  <a:lnTo>
                    <a:pt x="417461" y="2882"/>
                  </a:lnTo>
                  <a:lnTo>
                    <a:pt x="404520" y="3670"/>
                  </a:lnTo>
                  <a:lnTo>
                    <a:pt x="404837" y="8597"/>
                  </a:lnTo>
                  <a:lnTo>
                    <a:pt x="417766" y="7810"/>
                  </a:lnTo>
                  <a:close/>
                </a:path>
                <a:path w="970280" h="87630">
                  <a:moveTo>
                    <a:pt x="428256" y="53911"/>
                  </a:moveTo>
                  <a:lnTo>
                    <a:pt x="427812" y="48996"/>
                  </a:lnTo>
                  <a:lnTo>
                    <a:pt x="415277" y="50126"/>
                  </a:lnTo>
                  <a:lnTo>
                    <a:pt x="415709" y="55054"/>
                  </a:lnTo>
                  <a:lnTo>
                    <a:pt x="428256" y="53911"/>
                  </a:lnTo>
                  <a:close/>
                </a:path>
                <a:path w="970280" h="87630">
                  <a:moveTo>
                    <a:pt x="446938" y="52222"/>
                  </a:moveTo>
                  <a:lnTo>
                    <a:pt x="446493" y="47307"/>
                  </a:lnTo>
                  <a:lnTo>
                    <a:pt x="433946" y="48437"/>
                  </a:lnTo>
                  <a:lnTo>
                    <a:pt x="434390" y="53365"/>
                  </a:lnTo>
                  <a:lnTo>
                    <a:pt x="446938" y="52222"/>
                  </a:lnTo>
                  <a:close/>
                </a:path>
                <a:path w="970280" h="87630">
                  <a:moveTo>
                    <a:pt x="465632" y="50533"/>
                  </a:moveTo>
                  <a:lnTo>
                    <a:pt x="465188" y="45618"/>
                  </a:lnTo>
                  <a:lnTo>
                    <a:pt x="452640" y="46748"/>
                  </a:lnTo>
                  <a:lnTo>
                    <a:pt x="453072" y="51663"/>
                  </a:lnTo>
                  <a:lnTo>
                    <a:pt x="465632" y="50533"/>
                  </a:lnTo>
                  <a:close/>
                </a:path>
                <a:path w="970280" h="87630">
                  <a:moveTo>
                    <a:pt x="484314" y="48844"/>
                  </a:moveTo>
                  <a:lnTo>
                    <a:pt x="483870" y="43929"/>
                  </a:lnTo>
                  <a:lnTo>
                    <a:pt x="471322" y="45059"/>
                  </a:lnTo>
                  <a:lnTo>
                    <a:pt x="471766" y="49987"/>
                  </a:lnTo>
                  <a:lnTo>
                    <a:pt x="484314" y="48844"/>
                  </a:lnTo>
                  <a:close/>
                </a:path>
                <a:path w="970280" h="87630">
                  <a:moveTo>
                    <a:pt x="502996" y="47155"/>
                  </a:moveTo>
                  <a:lnTo>
                    <a:pt x="502551" y="42227"/>
                  </a:lnTo>
                  <a:lnTo>
                    <a:pt x="490004" y="43370"/>
                  </a:lnTo>
                  <a:lnTo>
                    <a:pt x="490448" y="48285"/>
                  </a:lnTo>
                  <a:lnTo>
                    <a:pt x="502996" y="47155"/>
                  </a:lnTo>
                  <a:close/>
                </a:path>
                <a:path w="970280" h="87630">
                  <a:moveTo>
                    <a:pt x="521677" y="45466"/>
                  </a:moveTo>
                  <a:lnTo>
                    <a:pt x="521233" y="40551"/>
                  </a:lnTo>
                  <a:lnTo>
                    <a:pt x="508685" y="41681"/>
                  </a:lnTo>
                  <a:lnTo>
                    <a:pt x="509130" y="46609"/>
                  </a:lnTo>
                  <a:lnTo>
                    <a:pt x="521677" y="45466"/>
                  </a:lnTo>
                  <a:close/>
                </a:path>
                <a:path w="970280" h="87630">
                  <a:moveTo>
                    <a:pt x="540359" y="43776"/>
                  </a:moveTo>
                  <a:lnTo>
                    <a:pt x="539915" y="38849"/>
                  </a:lnTo>
                  <a:lnTo>
                    <a:pt x="527380" y="39992"/>
                  </a:lnTo>
                  <a:lnTo>
                    <a:pt x="527812" y="44907"/>
                  </a:lnTo>
                  <a:lnTo>
                    <a:pt x="540359" y="43776"/>
                  </a:lnTo>
                  <a:close/>
                </a:path>
                <a:path w="970280" h="87630">
                  <a:moveTo>
                    <a:pt x="559054" y="42087"/>
                  </a:moveTo>
                  <a:lnTo>
                    <a:pt x="558609" y="37172"/>
                  </a:lnTo>
                  <a:lnTo>
                    <a:pt x="546061" y="38303"/>
                  </a:lnTo>
                  <a:lnTo>
                    <a:pt x="546493" y="43230"/>
                  </a:lnTo>
                  <a:lnTo>
                    <a:pt x="559054" y="42087"/>
                  </a:lnTo>
                  <a:close/>
                </a:path>
                <a:path w="970280" h="87630">
                  <a:moveTo>
                    <a:pt x="577723" y="40398"/>
                  </a:moveTo>
                  <a:lnTo>
                    <a:pt x="577278" y="35483"/>
                  </a:lnTo>
                  <a:lnTo>
                    <a:pt x="564730" y="36614"/>
                  </a:lnTo>
                  <a:lnTo>
                    <a:pt x="565188" y="41529"/>
                  </a:lnTo>
                  <a:lnTo>
                    <a:pt x="577723" y="40398"/>
                  </a:lnTo>
                  <a:close/>
                </a:path>
                <a:path w="970280" h="87630">
                  <a:moveTo>
                    <a:pt x="596417" y="38709"/>
                  </a:moveTo>
                  <a:lnTo>
                    <a:pt x="595972" y="33782"/>
                  </a:lnTo>
                  <a:lnTo>
                    <a:pt x="583425" y="34925"/>
                  </a:lnTo>
                  <a:lnTo>
                    <a:pt x="583869" y="39839"/>
                  </a:lnTo>
                  <a:lnTo>
                    <a:pt x="596417" y="38709"/>
                  </a:lnTo>
                  <a:close/>
                </a:path>
                <a:path w="970280" h="87630">
                  <a:moveTo>
                    <a:pt x="615099" y="37020"/>
                  </a:moveTo>
                  <a:lnTo>
                    <a:pt x="614654" y="32105"/>
                  </a:lnTo>
                  <a:lnTo>
                    <a:pt x="602107" y="33235"/>
                  </a:lnTo>
                  <a:lnTo>
                    <a:pt x="602551" y="38150"/>
                  </a:lnTo>
                  <a:lnTo>
                    <a:pt x="615099" y="37020"/>
                  </a:lnTo>
                  <a:close/>
                </a:path>
                <a:path w="970280" h="87630">
                  <a:moveTo>
                    <a:pt x="633780" y="35331"/>
                  </a:moveTo>
                  <a:lnTo>
                    <a:pt x="633336" y="30403"/>
                  </a:lnTo>
                  <a:lnTo>
                    <a:pt x="620788" y="31546"/>
                  </a:lnTo>
                  <a:lnTo>
                    <a:pt x="621233" y="36461"/>
                  </a:lnTo>
                  <a:lnTo>
                    <a:pt x="633780" y="35331"/>
                  </a:lnTo>
                  <a:close/>
                </a:path>
                <a:path w="970280" h="87630">
                  <a:moveTo>
                    <a:pt x="652462" y="33642"/>
                  </a:moveTo>
                  <a:lnTo>
                    <a:pt x="652018" y="28727"/>
                  </a:lnTo>
                  <a:lnTo>
                    <a:pt x="639470" y="29857"/>
                  </a:lnTo>
                  <a:lnTo>
                    <a:pt x="639927" y="34772"/>
                  </a:lnTo>
                  <a:lnTo>
                    <a:pt x="652462" y="33642"/>
                  </a:lnTo>
                  <a:close/>
                </a:path>
                <a:path w="970280" h="87630">
                  <a:moveTo>
                    <a:pt x="671144" y="31953"/>
                  </a:moveTo>
                  <a:lnTo>
                    <a:pt x="670699" y="27025"/>
                  </a:lnTo>
                  <a:lnTo>
                    <a:pt x="658164" y="28155"/>
                  </a:lnTo>
                  <a:lnTo>
                    <a:pt x="658596" y="33083"/>
                  </a:lnTo>
                  <a:lnTo>
                    <a:pt x="671144" y="31953"/>
                  </a:lnTo>
                  <a:close/>
                </a:path>
                <a:path w="970280" h="87630">
                  <a:moveTo>
                    <a:pt x="689838" y="30264"/>
                  </a:moveTo>
                  <a:lnTo>
                    <a:pt x="689394" y="25349"/>
                  </a:lnTo>
                  <a:lnTo>
                    <a:pt x="676846" y="26479"/>
                  </a:lnTo>
                  <a:lnTo>
                    <a:pt x="677291" y="31407"/>
                  </a:lnTo>
                  <a:lnTo>
                    <a:pt x="689838" y="30264"/>
                  </a:lnTo>
                  <a:close/>
                </a:path>
                <a:path w="970280" h="87630">
                  <a:moveTo>
                    <a:pt x="708507" y="28575"/>
                  </a:moveTo>
                  <a:lnTo>
                    <a:pt x="708063" y="23647"/>
                  </a:lnTo>
                  <a:lnTo>
                    <a:pt x="695528" y="24790"/>
                  </a:lnTo>
                  <a:lnTo>
                    <a:pt x="695972" y="29705"/>
                  </a:lnTo>
                  <a:lnTo>
                    <a:pt x="708507" y="28575"/>
                  </a:lnTo>
                  <a:close/>
                </a:path>
                <a:path w="970280" h="87630">
                  <a:moveTo>
                    <a:pt x="727202" y="26885"/>
                  </a:moveTo>
                  <a:lnTo>
                    <a:pt x="726757" y="21971"/>
                  </a:lnTo>
                  <a:lnTo>
                    <a:pt x="714209" y="23101"/>
                  </a:lnTo>
                  <a:lnTo>
                    <a:pt x="714654" y="28028"/>
                  </a:lnTo>
                  <a:lnTo>
                    <a:pt x="727202" y="26885"/>
                  </a:lnTo>
                  <a:close/>
                </a:path>
                <a:path w="970280" h="87630">
                  <a:moveTo>
                    <a:pt x="745883" y="25196"/>
                  </a:moveTo>
                  <a:lnTo>
                    <a:pt x="745439" y="20269"/>
                  </a:lnTo>
                  <a:lnTo>
                    <a:pt x="732891" y="21412"/>
                  </a:lnTo>
                  <a:lnTo>
                    <a:pt x="733336" y="26327"/>
                  </a:lnTo>
                  <a:lnTo>
                    <a:pt x="745883" y="25196"/>
                  </a:lnTo>
                  <a:close/>
                </a:path>
                <a:path w="970280" h="87630">
                  <a:moveTo>
                    <a:pt x="764565" y="23507"/>
                  </a:moveTo>
                  <a:lnTo>
                    <a:pt x="764120" y="18580"/>
                  </a:lnTo>
                  <a:lnTo>
                    <a:pt x="751573" y="19723"/>
                  </a:lnTo>
                  <a:lnTo>
                    <a:pt x="752017" y="24650"/>
                  </a:lnTo>
                  <a:lnTo>
                    <a:pt x="764565" y="23507"/>
                  </a:lnTo>
                  <a:close/>
                </a:path>
                <a:path w="970280" h="87630">
                  <a:moveTo>
                    <a:pt x="783247" y="21818"/>
                  </a:moveTo>
                  <a:lnTo>
                    <a:pt x="782802" y="16891"/>
                  </a:lnTo>
                  <a:lnTo>
                    <a:pt x="770267" y="18034"/>
                  </a:lnTo>
                  <a:lnTo>
                    <a:pt x="770712" y="22948"/>
                  </a:lnTo>
                  <a:lnTo>
                    <a:pt x="783247" y="21818"/>
                  </a:lnTo>
                  <a:close/>
                </a:path>
                <a:path w="970280" h="87630">
                  <a:moveTo>
                    <a:pt x="801941" y="20129"/>
                  </a:moveTo>
                  <a:lnTo>
                    <a:pt x="801497" y="15201"/>
                  </a:lnTo>
                  <a:lnTo>
                    <a:pt x="788949" y="16332"/>
                  </a:lnTo>
                  <a:lnTo>
                    <a:pt x="789381" y="21259"/>
                  </a:lnTo>
                  <a:lnTo>
                    <a:pt x="801941" y="20129"/>
                  </a:lnTo>
                  <a:close/>
                </a:path>
                <a:path w="970280" h="87630">
                  <a:moveTo>
                    <a:pt x="820623" y="18440"/>
                  </a:moveTo>
                  <a:lnTo>
                    <a:pt x="820178" y="13525"/>
                  </a:lnTo>
                  <a:lnTo>
                    <a:pt x="807631" y="14655"/>
                  </a:lnTo>
                  <a:lnTo>
                    <a:pt x="808075" y="19570"/>
                  </a:lnTo>
                  <a:lnTo>
                    <a:pt x="820623" y="18440"/>
                  </a:lnTo>
                  <a:close/>
                </a:path>
                <a:path w="970280" h="87630">
                  <a:moveTo>
                    <a:pt x="839304" y="16751"/>
                  </a:moveTo>
                  <a:lnTo>
                    <a:pt x="838860" y="11823"/>
                  </a:lnTo>
                  <a:lnTo>
                    <a:pt x="826312" y="12954"/>
                  </a:lnTo>
                  <a:lnTo>
                    <a:pt x="826757" y="17881"/>
                  </a:lnTo>
                  <a:lnTo>
                    <a:pt x="839304" y="16751"/>
                  </a:lnTo>
                  <a:close/>
                </a:path>
                <a:path w="970280" h="87630">
                  <a:moveTo>
                    <a:pt x="857986" y="15062"/>
                  </a:moveTo>
                  <a:lnTo>
                    <a:pt x="857542" y="10147"/>
                  </a:lnTo>
                  <a:lnTo>
                    <a:pt x="845007" y="11277"/>
                  </a:lnTo>
                  <a:lnTo>
                    <a:pt x="845439" y="16192"/>
                  </a:lnTo>
                  <a:lnTo>
                    <a:pt x="857986" y="15062"/>
                  </a:lnTo>
                  <a:close/>
                </a:path>
                <a:path w="970280" h="87630">
                  <a:moveTo>
                    <a:pt x="876668" y="13373"/>
                  </a:moveTo>
                  <a:lnTo>
                    <a:pt x="876223" y="8445"/>
                  </a:lnTo>
                  <a:lnTo>
                    <a:pt x="863688" y="9575"/>
                  </a:lnTo>
                  <a:lnTo>
                    <a:pt x="864133" y="14503"/>
                  </a:lnTo>
                  <a:lnTo>
                    <a:pt x="876668" y="13373"/>
                  </a:lnTo>
                  <a:close/>
                </a:path>
                <a:path w="970280" h="87630">
                  <a:moveTo>
                    <a:pt x="895362" y="11684"/>
                  </a:moveTo>
                  <a:lnTo>
                    <a:pt x="894918" y="6769"/>
                  </a:lnTo>
                  <a:lnTo>
                    <a:pt x="882370" y="7899"/>
                  </a:lnTo>
                  <a:lnTo>
                    <a:pt x="882802" y="12827"/>
                  </a:lnTo>
                  <a:lnTo>
                    <a:pt x="895362" y="11684"/>
                  </a:lnTo>
                  <a:close/>
                </a:path>
                <a:path w="970280" h="87630">
                  <a:moveTo>
                    <a:pt x="914044" y="9994"/>
                  </a:moveTo>
                  <a:lnTo>
                    <a:pt x="913599" y="5067"/>
                  </a:lnTo>
                  <a:lnTo>
                    <a:pt x="901052" y="6197"/>
                  </a:lnTo>
                  <a:lnTo>
                    <a:pt x="901496" y="11125"/>
                  </a:lnTo>
                  <a:lnTo>
                    <a:pt x="914044" y="9994"/>
                  </a:lnTo>
                  <a:close/>
                </a:path>
                <a:path w="970280" h="87630">
                  <a:moveTo>
                    <a:pt x="932726" y="8305"/>
                  </a:moveTo>
                  <a:lnTo>
                    <a:pt x="932281" y="3378"/>
                  </a:lnTo>
                  <a:lnTo>
                    <a:pt x="919734" y="4521"/>
                  </a:lnTo>
                  <a:lnTo>
                    <a:pt x="920178" y="9436"/>
                  </a:lnTo>
                  <a:lnTo>
                    <a:pt x="932726" y="8305"/>
                  </a:lnTo>
                  <a:close/>
                </a:path>
                <a:path w="970280" h="87630">
                  <a:moveTo>
                    <a:pt x="951407" y="6616"/>
                  </a:moveTo>
                  <a:lnTo>
                    <a:pt x="950963" y="1689"/>
                  </a:lnTo>
                  <a:lnTo>
                    <a:pt x="938428" y="2832"/>
                  </a:lnTo>
                  <a:lnTo>
                    <a:pt x="938872" y="7747"/>
                  </a:lnTo>
                  <a:lnTo>
                    <a:pt x="951407" y="6616"/>
                  </a:lnTo>
                  <a:close/>
                </a:path>
                <a:path w="970280" h="87630">
                  <a:moveTo>
                    <a:pt x="970089" y="4927"/>
                  </a:moveTo>
                  <a:lnTo>
                    <a:pt x="969645" y="0"/>
                  </a:lnTo>
                  <a:lnTo>
                    <a:pt x="957110" y="1130"/>
                  </a:lnTo>
                  <a:lnTo>
                    <a:pt x="957554" y="6057"/>
                  </a:lnTo>
                  <a:lnTo>
                    <a:pt x="970089" y="4927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" name="object 21"/>
            <p:cNvSpPr/>
            <p:nvPr/>
          </p:nvSpPr>
          <p:spPr>
            <a:xfrm>
              <a:off x="1354797" y="928979"/>
              <a:ext cx="533400" cy="37465"/>
            </a:xfrm>
            <a:custGeom>
              <a:avLst/>
              <a:gdLst/>
              <a:ahLst/>
              <a:cxnLst/>
              <a:rect l="l" t="t" r="r" b="b"/>
              <a:pathLst>
                <a:path w="533400" h="37465">
                  <a:moveTo>
                    <a:pt x="13246" y="36626"/>
                  </a:moveTo>
                  <a:lnTo>
                    <a:pt x="12941" y="31699"/>
                  </a:lnTo>
                  <a:lnTo>
                    <a:pt x="0" y="32486"/>
                  </a:lnTo>
                  <a:lnTo>
                    <a:pt x="317" y="37414"/>
                  </a:lnTo>
                  <a:lnTo>
                    <a:pt x="13246" y="36626"/>
                  </a:lnTo>
                  <a:close/>
                </a:path>
                <a:path w="533400" h="37465">
                  <a:moveTo>
                    <a:pt x="32512" y="35458"/>
                  </a:moveTo>
                  <a:lnTo>
                    <a:pt x="32207" y="30518"/>
                  </a:lnTo>
                  <a:lnTo>
                    <a:pt x="19265" y="31305"/>
                  </a:lnTo>
                  <a:lnTo>
                    <a:pt x="19570" y="36245"/>
                  </a:lnTo>
                  <a:lnTo>
                    <a:pt x="32512" y="35458"/>
                  </a:lnTo>
                  <a:close/>
                </a:path>
                <a:path w="533400" h="37465">
                  <a:moveTo>
                    <a:pt x="51765" y="34277"/>
                  </a:moveTo>
                  <a:lnTo>
                    <a:pt x="51473" y="29349"/>
                  </a:lnTo>
                  <a:lnTo>
                    <a:pt x="38544" y="30137"/>
                  </a:lnTo>
                  <a:lnTo>
                    <a:pt x="38836" y="35064"/>
                  </a:lnTo>
                  <a:lnTo>
                    <a:pt x="51765" y="34277"/>
                  </a:lnTo>
                  <a:close/>
                </a:path>
                <a:path w="533400" h="37465">
                  <a:moveTo>
                    <a:pt x="71031" y="33108"/>
                  </a:moveTo>
                  <a:lnTo>
                    <a:pt x="70739" y="28181"/>
                  </a:lnTo>
                  <a:lnTo>
                    <a:pt x="57797" y="28968"/>
                  </a:lnTo>
                  <a:lnTo>
                    <a:pt x="58102" y="33896"/>
                  </a:lnTo>
                  <a:lnTo>
                    <a:pt x="71031" y="33108"/>
                  </a:lnTo>
                  <a:close/>
                </a:path>
                <a:path w="533400" h="37465">
                  <a:moveTo>
                    <a:pt x="90297" y="31940"/>
                  </a:moveTo>
                  <a:lnTo>
                    <a:pt x="89992" y="27000"/>
                  </a:lnTo>
                  <a:lnTo>
                    <a:pt x="77063" y="27787"/>
                  </a:lnTo>
                  <a:lnTo>
                    <a:pt x="77355" y="32727"/>
                  </a:lnTo>
                  <a:lnTo>
                    <a:pt x="90297" y="31940"/>
                  </a:lnTo>
                  <a:close/>
                </a:path>
                <a:path w="533400" h="37465">
                  <a:moveTo>
                    <a:pt x="109562" y="30759"/>
                  </a:moveTo>
                  <a:lnTo>
                    <a:pt x="109258" y="25831"/>
                  </a:lnTo>
                  <a:lnTo>
                    <a:pt x="96329" y="26619"/>
                  </a:lnTo>
                  <a:lnTo>
                    <a:pt x="96621" y="31546"/>
                  </a:lnTo>
                  <a:lnTo>
                    <a:pt x="109562" y="30759"/>
                  </a:lnTo>
                  <a:close/>
                </a:path>
                <a:path w="533400" h="37465">
                  <a:moveTo>
                    <a:pt x="128816" y="29591"/>
                  </a:moveTo>
                  <a:lnTo>
                    <a:pt x="128511" y="24650"/>
                  </a:lnTo>
                  <a:lnTo>
                    <a:pt x="115595" y="25438"/>
                  </a:lnTo>
                  <a:lnTo>
                    <a:pt x="115887" y="30378"/>
                  </a:lnTo>
                  <a:lnTo>
                    <a:pt x="128816" y="29591"/>
                  </a:lnTo>
                  <a:close/>
                </a:path>
                <a:path w="533400" h="37465">
                  <a:moveTo>
                    <a:pt x="148082" y="28409"/>
                  </a:moveTo>
                  <a:lnTo>
                    <a:pt x="147789" y="23469"/>
                  </a:lnTo>
                  <a:lnTo>
                    <a:pt x="134848" y="24257"/>
                  </a:lnTo>
                  <a:lnTo>
                    <a:pt x="135153" y="29197"/>
                  </a:lnTo>
                  <a:lnTo>
                    <a:pt x="148082" y="28409"/>
                  </a:lnTo>
                  <a:close/>
                </a:path>
                <a:path w="533400" h="37465">
                  <a:moveTo>
                    <a:pt x="167347" y="27241"/>
                  </a:moveTo>
                  <a:lnTo>
                    <a:pt x="167055" y="22301"/>
                  </a:lnTo>
                  <a:lnTo>
                    <a:pt x="154114" y="23101"/>
                  </a:lnTo>
                  <a:lnTo>
                    <a:pt x="154419" y="28028"/>
                  </a:lnTo>
                  <a:lnTo>
                    <a:pt x="167347" y="27241"/>
                  </a:lnTo>
                  <a:close/>
                </a:path>
                <a:path w="533400" h="37465">
                  <a:moveTo>
                    <a:pt x="186613" y="26060"/>
                  </a:moveTo>
                  <a:lnTo>
                    <a:pt x="186309" y="21132"/>
                  </a:lnTo>
                  <a:lnTo>
                    <a:pt x="173380" y="21920"/>
                  </a:lnTo>
                  <a:lnTo>
                    <a:pt x="173672" y="26847"/>
                  </a:lnTo>
                  <a:lnTo>
                    <a:pt x="186613" y="26060"/>
                  </a:lnTo>
                  <a:close/>
                </a:path>
                <a:path w="533400" h="37465">
                  <a:moveTo>
                    <a:pt x="205879" y="24892"/>
                  </a:moveTo>
                  <a:lnTo>
                    <a:pt x="205574" y="19964"/>
                  </a:lnTo>
                  <a:lnTo>
                    <a:pt x="192646" y="20751"/>
                  </a:lnTo>
                  <a:lnTo>
                    <a:pt x="192938" y="25679"/>
                  </a:lnTo>
                  <a:lnTo>
                    <a:pt x="205879" y="24892"/>
                  </a:lnTo>
                  <a:close/>
                </a:path>
                <a:path w="533400" h="37465">
                  <a:moveTo>
                    <a:pt x="225132" y="23723"/>
                  </a:moveTo>
                  <a:lnTo>
                    <a:pt x="224840" y="18783"/>
                  </a:lnTo>
                  <a:lnTo>
                    <a:pt x="211912" y="19570"/>
                  </a:lnTo>
                  <a:lnTo>
                    <a:pt x="212204" y="24511"/>
                  </a:lnTo>
                  <a:lnTo>
                    <a:pt x="225132" y="23723"/>
                  </a:lnTo>
                  <a:close/>
                </a:path>
                <a:path w="533400" h="37465">
                  <a:moveTo>
                    <a:pt x="244398" y="22542"/>
                  </a:moveTo>
                  <a:lnTo>
                    <a:pt x="244106" y="17602"/>
                  </a:lnTo>
                  <a:lnTo>
                    <a:pt x="231178" y="18389"/>
                  </a:lnTo>
                  <a:lnTo>
                    <a:pt x="231470" y="23329"/>
                  </a:lnTo>
                  <a:lnTo>
                    <a:pt x="244398" y="22542"/>
                  </a:lnTo>
                  <a:close/>
                </a:path>
                <a:path w="533400" h="37465">
                  <a:moveTo>
                    <a:pt x="263664" y="21374"/>
                  </a:moveTo>
                  <a:lnTo>
                    <a:pt x="263359" y="16433"/>
                  </a:lnTo>
                  <a:lnTo>
                    <a:pt x="250431" y="17221"/>
                  </a:lnTo>
                  <a:lnTo>
                    <a:pt x="250736" y="22161"/>
                  </a:lnTo>
                  <a:lnTo>
                    <a:pt x="263664" y="21374"/>
                  </a:lnTo>
                  <a:close/>
                </a:path>
                <a:path w="533400" h="37465">
                  <a:moveTo>
                    <a:pt x="282930" y="20193"/>
                  </a:moveTo>
                  <a:lnTo>
                    <a:pt x="282638" y="15252"/>
                  </a:lnTo>
                  <a:lnTo>
                    <a:pt x="269684" y="16040"/>
                  </a:lnTo>
                  <a:lnTo>
                    <a:pt x="270002" y="20980"/>
                  </a:lnTo>
                  <a:lnTo>
                    <a:pt x="282930" y="20193"/>
                  </a:lnTo>
                  <a:close/>
                </a:path>
                <a:path w="533400" h="37465">
                  <a:moveTo>
                    <a:pt x="302196" y="19011"/>
                  </a:moveTo>
                  <a:lnTo>
                    <a:pt x="301891" y="14084"/>
                  </a:lnTo>
                  <a:lnTo>
                    <a:pt x="288950" y="14884"/>
                  </a:lnTo>
                  <a:lnTo>
                    <a:pt x="289255" y="19812"/>
                  </a:lnTo>
                  <a:lnTo>
                    <a:pt x="302196" y="19011"/>
                  </a:lnTo>
                  <a:close/>
                </a:path>
                <a:path w="533400" h="37465">
                  <a:moveTo>
                    <a:pt x="321449" y="17843"/>
                  </a:moveTo>
                  <a:lnTo>
                    <a:pt x="321144" y="12915"/>
                  </a:lnTo>
                  <a:lnTo>
                    <a:pt x="308216" y="13703"/>
                  </a:lnTo>
                  <a:lnTo>
                    <a:pt x="308508" y="18630"/>
                  </a:lnTo>
                  <a:lnTo>
                    <a:pt x="321449" y="17843"/>
                  </a:lnTo>
                  <a:close/>
                </a:path>
                <a:path w="533400" h="37465">
                  <a:moveTo>
                    <a:pt x="340715" y="16675"/>
                  </a:moveTo>
                  <a:lnTo>
                    <a:pt x="340423" y="11734"/>
                  </a:lnTo>
                  <a:lnTo>
                    <a:pt x="327482" y="12534"/>
                  </a:lnTo>
                  <a:lnTo>
                    <a:pt x="327787" y="17462"/>
                  </a:lnTo>
                  <a:lnTo>
                    <a:pt x="340715" y="16675"/>
                  </a:lnTo>
                  <a:close/>
                </a:path>
                <a:path w="533400" h="37465">
                  <a:moveTo>
                    <a:pt x="359981" y="15494"/>
                  </a:moveTo>
                  <a:lnTo>
                    <a:pt x="359676" y="10566"/>
                  </a:lnTo>
                  <a:lnTo>
                    <a:pt x="346748" y="11353"/>
                  </a:lnTo>
                  <a:lnTo>
                    <a:pt x="347040" y="16294"/>
                  </a:lnTo>
                  <a:lnTo>
                    <a:pt x="359981" y="15494"/>
                  </a:lnTo>
                  <a:close/>
                </a:path>
                <a:path w="533400" h="37465">
                  <a:moveTo>
                    <a:pt x="379247" y="14325"/>
                  </a:moveTo>
                  <a:lnTo>
                    <a:pt x="378942" y="9385"/>
                  </a:lnTo>
                  <a:lnTo>
                    <a:pt x="366014" y="10172"/>
                  </a:lnTo>
                  <a:lnTo>
                    <a:pt x="366318" y="15113"/>
                  </a:lnTo>
                  <a:lnTo>
                    <a:pt x="379247" y="14325"/>
                  </a:lnTo>
                  <a:close/>
                </a:path>
                <a:path w="533400" h="37465">
                  <a:moveTo>
                    <a:pt x="398500" y="13157"/>
                  </a:moveTo>
                  <a:lnTo>
                    <a:pt x="398208" y="8216"/>
                  </a:lnTo>
                  <a:lnTo>
                    <a:pt x="385279" y="9004"/>
                  </a:lnTo>
                  <a:lnTo>
                    <a:pt x="385572" y="13944"/>
                  </a:lnTo>
                  <a:lnTo>
                    <a:pt x="398500" y="13157"/>
                  </a:lnTo>
                  <a:close/>
                </a:path>
                <a:path w="533400" h="37465">
                  <a:moveTo>
                    <a:pt x="417766" y="11976"/>
                  </a:moveTo>
                  <a:lnTo>
                    <a:pt x="417474" y="7035"/>
                  </a:lnTo>
                  <a:lnTo>
                    <a:pt x="404545" y="7823"/>
                  </a:lnTo>
                  <a:lnTo>
                    <a:pt x="404837" y="12763"/>
                  </a:lnTo>
                  <a:lnTo>
                    <a:pt x="417766" y="11976"/>
                  </a:lnTo>
                  <a:close/>
                </a:path>
                <a:path w="533400" h="37465">
                  <a:moveTo>
                    <a:pt x="437032" y="10795"/>
                  </a:moveTo>
                  <a:lnTo>
                    <a:pt x="436727" y="5867"/>
                  </a:lnTo>
                  <a:lnTo>
                    <a:pt x="423799" y="6654"/>
                  </a:lnTo>
                  <a:lnTo>
                    <a:pt x="424091" y="11582"/>
                  </a:lnTo>
                  <a:lnTo>
                    <a:pt x="437032" y="10795"/>
                  </a:lnTo>
                  <a:close/>
                </a:path>
                <a:path w="533400" h="37465">
                  <a:moveTo>
                    <a:pt x="456298" y="9626"/>
                  </a:moveTo>
                  <a:lnTo>
                    <a:pt x="455993" y="4699"/>
                  </a:lnTo>
                  <a:lnTo>
                    <a:pt x="443064" y="5486"/>
                  </a:lnTo>
                  <a:lnTo>
                    <a:pt x="443357" y="10414"/>
                  </a:lnTo>
                  <a:lnTo>
                    <a:pt x="456298" y="9626"/>
                  </a:lnTo>
                  <a:close/>
                </a:path>
                <a:path w="533400" h="37465">
                  <a:moveTo>
                    <a:pt x="475564" y="8458"/>
                  </a:moveTo>
                  <a:lnTo>
                    <a:pt x="475259" y="3517"/>
                  </a:lnTo>
                  <a:lnTo>
                    <a:pt x="462330" y="4305"/>
                  </a:lnTo>
                  <a:lnTo>
                    <a:pt x="462622" y="9245"/>
                  </a:lnTo>
                  <a:lnTo>
                    <a:pt x="475564" y="8458"/>
                  </a:lnTo>
                  <a:close/>
                </a:path>
                <a:path w="533400" h="37465">
                  <a:moveTo>
                    <a:pt x="494830" y="7289"/>
                  </a:moveTo>
                  <a:lnTo>
                    <a:pt x="494512" y="2349"/>
                  </a:lnTo>
                  <a:lnTo>
                    <a:pt x="481584" y="3136"/>
                  </a:lnTo>
                  <a:lnTo>
                    <a:pt x="481888" y="8077"/>
                  </a:lnTo>
                  <a:lnTo>
                    <a:pt x="494830" y="7289"/>
                  </a:lnTo>
                  <a:close/>
                </a:path>
                <a:path w="533400" h="37465">
                  <a:moveTo>
                    <a:pt x="514096" y="6108"/>
                  </a:moveTo>
                  <a:lnTo>
                    <a:pt x="513791" y="1168"/>
                  </a:lnTo>
                  <a:lnTo>
                    <a:pt x="500849" y="1955"/>
                  </a:lnTo>
                  <a:lnTo>
                    <a:pt x="501154" y="6896"/>
                  </a:lnTo>
                  <a:lnTo>
                    <a:pt x="514096" y="6108"/>
                  </a:lnTo>
                  <a:close/>
                </a:path>
                <a:path w="533400" h="37465">
                  <a:moveTo>
                    <a:pt x="533349" y="4927"/>
                  </a:moveTo>
                  <a:lnTo>
                    <a:pt x="533044" y="0"/>
                  </a:lnTo>
                  <a:lnTo>
                    <a:pt x="520115" y="787"/>
                  </a:lnTo>
                  <a:lnTo>
                    <a:pt x="520407" y="5715"/>
                  </a:lnTo>
                  <a:lnTo>
                    <a:pt x="533349" y="4927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" name="object 22"/>
            <p:cNvSpPr/>
            <p:nvPr/>
          </p:nvSpPr>
          <p:spPr>
            <a:xfrm>
              <a:off x="849002" y="667002"/>
              <a:ext cx="245110" cy="369570"/>
            </a:xfrm>
            <a:custGeom>
              <a:avLst/>
              <a:gdLst/>
              <a:ahLst/>
              <a:cxnLst/>
              <a:rect l="l" t="t" r="r" b="b"/>
              <a:pathLst>
                <a:path w="245109" h="369569">
                  <a:moveTo>
                    <a:pt x="61490" y="0"/>
                  </a:moveTo>
                  <a:lnTo>
                    <a:pt x="25653" y="22041"/>
                  </a:lnTo>
                  <a:lnTo>
                    <a:pt x="11002" y="57354"/>
                  </a:lnTo>
                  <a:lnTo>
                    <a:pt x="4547" y="101262"/>
                  </a:lnTo>
                  <a:lnTo>
                    <a:pt x="3604" y="123509"/>
                  </a:lnTo>
                  <a:lnTo>
                    <a:pt x="5501" y="164198"/>
                  </a:lnTo>
                  <a:lnTo>
                    <a:pt x="5001" y="195215"/>
                  </a:lnTo>
                  <a:lnTo>
                    <a:pt x="3118" y="231167"/>
                  </a:lnTo>
                  <a:lnTo>
                    <a:pt x="0" y="267929"/>
                  </a:lnTo>
                  <a:lnTo>
                    <a:pt x="496" y="302798"/>
                  </a:lnTo>
                  <a:lnTo>
                    <a:pt x="8444" y="333584"/>
                  </a:lnTo>
                  <a:lnTo>
                    <a:pt x="22491" y="356953"/>
                  </a:lnTo>
                  <a:lnTo>
                    <a:pt x="41283" y="369571"/>
                  </a:lnTo>
                  <a:lnTo>
                    <a:pt x="65003" y="369361"/>
                  </a:lnTo>
                  <a:lnTo>
                    <a:pt x="120274" y="336904"/>
                  </a:lnTo>
                  <a:lnTo>
                    <a:pt x="191306" y="243131"/>
                  </a:lnTo>
                  <a:lnTo>
                    <a:pt x="212087" y="208831"/>
                  </a:lnTo>
                  <a:lnTo>
                    <a:pt x="229105" y="171453"/>
                  </a:lnTo>
                  <a:lnTo>
                    <a:pt x="244826" y="105530"/>
                  </a:lnTo>
                  <a:lnTo>
                    <a:pt x="237885" y="79493"/>
                  </a:lnTo>
                  <a:lnTo>
                    <a:pt x="191015" y="32794"/>
                  </a:lnTo>
                  <a:lnTo>
                    <a:pt x="120854" y="8618"/>
                  </a:lnTo>
                  <a:lnTo>
                    <a:pt x="87846" y="2479"/>
                  </a:lnTo>
                  <a:lnTo>
                    <a:pt x="61490" y="0"/>
                  </a:lnTo>
                  <a:close/>
                </a:path>
              </a:pathLst>
            </a:custGeom>
            <a:solidFill>
              <a:srgbClr val="A97B5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3" name="object 23"/>
            <p:cNvSpPr/>
            <p:nvPr/>
          </p:nvSpPr>
          <p:spPr>
            <a:xfrm>
              <a:off x="849002" y="667002"/>
              <a:ext cx="245110" cy="369570"/>
            </a:xfrm>
            <a:custGeom>
              <a:avLst/>
              <a:gdLst/>
              <a:ahLst/>
              <a:cxnLst/>
              <a:rect l="l" t="t" r="r" b="b"/>
              <a:pathLst>
                <a:path w="245109" h="369569">
                  <a:moveTo>
                    <a:pt x="11002" y="57354"/>
                  </a:moveTo>
                  <a:lnTo>
                    <a:pt x="7084" y="78282"/>
                  </a:lnTo>
                  <a:lnTo>
                    <a:pt x="4547" y="101262"/>
                  </a:lnTo>
                  <a:lnTo>
                    <a:pt x="3604" y="123510"/>
                  </a:lnTo>
                  <a:lnTo>
                    <a:pt x="4471" y="142241"/>
                  </a:lnTo>
                  <a:lnTo>
                    <a:pt x="5501" y="164198"/>
                  </a:lnTo>
                  <a:lnTo>
                    <a:pt x="5001" y="195215"/>
                  </a:lnTo>
                  <a:lnTo>
                    <a:pt x="3118" y="231167"/>
                  </a:lnTo>
                  <a:lnTo>
                    <a:pt x="0" y="267929"/>
                  </a:lnTo>
                  <a:lnTo>
                    <a:pt x="496" y="302798"/>
                  </a:lnTo>
                  <a:lnTo>
                    <a:pt x="8444" y="333584"/>
                  </a:lnTo>
                  <a:lnTo>
                    <a:pt x="22491" y="356953"/>
                  </a:lnTo>
                  <a:lnTo>
                    <a:pt x="41283" y="369571"/>
                  </a:lnTo>
                  <a:lnTo>
                    <a:pt x="65003" y="369361"/>
                  </a:lnTo>
                  <a:lnTo>
                    <a:pt x="120274" y="336905"/>
                  </a:lnTo>
                  <a:lnTo>
                    <a:pt x="191306" y="243131"/>
                  </a:lnTo>
                  <a:lnTo>
                    <a:pt x="212087" y="208831"/>
                  </a:lnTo>
                  <a:lnTo>
                    <a:pt x="229105" y="171454"/>
                  </a:lnTo>
                  <a:lnTo>
                    <a:pt x="244826" y="105531"/>
                  </a:lnTo>
                  <a:lnTo>
                    <a:pt x="237885" y="79494"/>
                  </a:lnTo>
                  <a:lnTo>
                    <a:pt x="191015" y="32794"/>
                  </a:lnTo>
                  <a:lnTo>
                    <a:pt x="120854" y="8618"/>
                  </a:lnTo>
                  <a:lnTo>
                    <a:pt x="61489" y="0"/>
                  </a:lnTo>
                  <a:lnTo>
                    <a:pt x="45440" y="1709"/>
                  </a:lnTo>
                  <a:lnTo>
                    <a:pt x="35469" y="9090"/>
                  </a:lnTo>
                  <a:lnTo>
                    <a:pt x="25653" y="22041"/>
                  </a:lnTo>
                  <a:lnTo>
                    <a:pt x="17122" y="38738"/>
                  </a:lnTo>
                  <a:lnTo>
                    <a:pt x="11002" y="57354"/>
                  </a:lnTo>
                  <a:close/>
                </a:path>
              </a:pathLst>
            </a:custGeom>
            <a:ln w="9277">
              <a:solidFill>
                <a:srgbClr val="A97B5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" name="object 24"/>
            <p:cNvSpPr/>
            <p:nvPr/>
          </p:nvSpPr>
          <p:spPr>
            <a:xfrm>
              <a:off x="549127" y="868863"/>
              <a:ext cx="408305" cy="217804"/>
            </a:xfrm>
            <a:custGeom>
              <a:avLst/>
              <a:gdLst/>
              <a:ahLst/>
              <a:cxnLst/>
              <a:rect l="l" t="t" r="r" b="b"/>
              <a:pathLst>
                <a:path w="408305" h="217805">
                  <a:moveTo>
                    <a:pt x="187133" y="0"/>
                  </a:moveTo>
                  <a:lnTo>
                    <a:pt x="140638" y="1742"/>
                  </a:lnTo>
                  <a:lnTo>
                    <a:pt x="99637" y="10250"/>
                  </a:lnTo>
                  <a:lnTo>
                    <a:pt x="57072" y="29585"/>
                  </a:lnTo>
                  <a:lnTo>
                    <a:pt x="8289" y="81589"/>
                  </a:lnTo>
                  <a:lnTo>
                    <a:pt x="0" y="110509"/>
                  </a:lnTo>
                  <a:lnTo>
                    <a:pt x="5766" y="138910"/>
                  </a:lnTo>
                  <a:lnTo>
                    <a:pt x="51890" y="187444"/>
                  </a:lnTo>
                  <a:lnTo>
                    <a:pt x="97763" y="204404"/>
                  </a:lnTo>
                  <a:lnTo>
                    <a:pt x="139960" y="212133"/>
                  </a:lnTo>
                  <a:lnTo>
                    <a:pt x="188319" y="216543"/>
                  </a:lnTo>
                  <a:lnTo>
                    <a:pt x="236872" y="217315"/>
                  </a:lnTo>
                  <a:lnTo>
                    <a:pt x="279653" y="214127"/>
                  </a:lnTo>
                  <a:lnTo>
                    <a:pt x="345627" y="200121"/>
                  </a:lnTo>
                  <a:lnTo>
                    <a:pt x="398181" y="160260"/>
                  </a:lnTo>
                  <a:lnTo>
                    <a:pt x="408051" y="135168"/>
                  </a:lnTo>
                  <a:lnTo>
                    <a:pt x="403890" y="108339"/>
                  </a:lnTo>
                  <a:lnTo>
                    <a:pt x="361671" y="56748"/>
                  </a:lnTo>
                  <a:lnTo>
                    <a:pt x="273753" y="16057"/>
                  </a:lnTo>
                  <a:lnTo>
                    <a:pt x="233410" y="4834"/>
                  </a:lnTo>
                  <a:lnTo>
                    <a:pt x="187133" y="0"/>
                  </a:lnTo>
                  <a:close/>
                </a:path>
              </a:pathLst>
            </a:custGeom>
            <a:solidFill>
              <a:srgbClr val="CBDB2A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5" name="object 25"/>
            <p:cNvSpPr/>
            <p:nvPr/>
          </p:nvSpPr>
          <p:spPr>
            <a:xfrm>
              <a:off x="549127" y="868863"/>
              <a:ext cx="408305" cy="217804"/>
            </a:xfrm>
            <a:custGeom>
              <a:avLst/>
              <a:gdLst/>
              <a:ahLst/>
              <a:cxnLst/>
              <a:rect l="l" t="t" r="r" b="b"/>
              <a:pathLst>
                <a:path w="408305" h="217805">
                  <a:moveTo>
                    <a:pt x="0" y="110509"/>
                  </a:moveTo>
                  <a:lnTo>
                    <a:pt x="24009" y="165552"/>
                  </a:lnTo>
                  <a:lnTo>
                    <a:pt x="86566" y="201593"/>
                  </a:lnTo>
                  <a:lnTo>
                    <a:pt x="139960" y="212133"/>
                  </a:lnTo>
                  <a:lnTo>
                    <a:pt x="188319" y="216544"/>
                  </a:lnTo>
                  <a:lnTo>
                    <a:pt x="236872" y="217315"/>
                  </a:lnTo>
                  <a:lnTo>
                    <a:pt x="279653" y="214127"/>
                  </a:lnTo>
                  <a:lnTo>
                    <a:pt x="345627" y="200121"/>
                  </a:lnTo>
                  <a:lnTo>
                    <a:pt x="398181" y="160260"/>
                  </a:lnTo>
                  <a:lnTo>
                    <a:pt x="408051" y="135168"/>
                  </a:lnTo>
                  <a:lnTo>
                    <a:pt x="403890" y="108339"/>
                  </a:lnTo>
                  <a:lnTo>
                    <a:pt x="361670" y="56748"/>
                  </a:lnTo>
                  <a:lnTo>
                    <a:pt x="273753" y="16057"/>
                  </a:lnTo>
                  <a:lnTo>
                    <a:pt x="233410" y="4834"/>
                  </a:lnTo>
                  <a:lnTo>
                    <a:pt x="187133" y="0"/>
                  </a:lnTo>
                  <a:lnTo>
                    <a:pt x="140638" y="1742"/>
                  </a:lnTo>
                  <a:lnTo>
                    <a:pt x="99637" y="10250"/>
                  </a:lnTo>
                  <a:lnTo>
                    <a:pt x="57071" y="29585"/>
                  </a:lnTo>
                  <a:lnTo>
                    <a:pt x="8288" y="81589"/>
                  </a:lnTo>
                  <a:lnTo>
                    <a:pt x="0" y="110509"/>
                  </a:lnTo>
                  <a:close/>
                </a:path>
              </a:pathLst>
            </a:custGeom>
            <a:ln w="9277">
              <a:solidFill>
                <a:srgbClr val="D7DF23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6" name="object 26"/>
            <p:cNvSpPr/>
            <p:nvPr/>
          </p:nvSpPr>
          <p:spPr>
            <a:xfrm>
              <a:off x="474526" y="554825"/>
              <a:ext cx="267970" cy="231775"/>
            </a:xfrm>
            <a:custGeom>
              <a:avLst/>
              <a:gdLst/>
              <a:ahLst/>
              <a:cxnLst/>
              <a:rect l="l" t="t" r="r" b="b"/>
              <a:pathLst>
                <a:path w="267970" h="231775">
                  <a:moveTo>
                    <a:pt x="145132" y="0"/>
                  </a:moveTo>
                  <a:lnTo>
                    <a:pt x="88634" y="15806"/>
                  </a:lnTo>
                  <a:lnTo>
                    <a:pt x="37368" y="46024"/>
                  </a:lnTo>
                  <a:lnTo>
                    <a:pt x="6872" y="94416"/>
                  </a:lnTo>
                  <a:lnTo>
                    <a:pt x="0" y="124530"/>
                  </a:lnTo>
                  <a:lnTo>
                    <a:pt x="333" y="153872"/>
                  </a:lnTo>
                  <a:lnTo>
                    <a:pt x="30892" y="204163"/>
                  </a:lnTo>
                  <a:lnTo>
                    <a:pt x="89589" y="230484"/>
                  </a:lnTo>
                  <a:lnTo>
                    <a:pt x="124272" y="231675"/>
                  </a:lnTo>
                  <a:lnTo>
                    <a:pt x="160501" y="228074"/>
                  </a:lnTo>
                  <a:lnTo>
                    <a:pt x="220427" y="209285"/>
                  </a:lnTo>
                  <a:lnTo>
                    <a:pt x="255732" y="172719"/>
                  </a:lnTo>
                  <a:lnTo>
                    <a:pt x="267444" y="127580"/>
                  </a:lnTo>
                  <a:lnTo>
                    <a:pt x="263221" y="104449"/>
                  </a:lnTo>
                  <a:lnTo>
                    <a:pt x="245321" y="55342"/>
                  </a:lnTo>
                  <a:lnTo>
                    <a:pt x="218035" y="19952"/>
                  </a:lnTo>
                  <a:lnTo>
                    <a:pt x="170763" y="1086"/>
                  </a:lnTo>
                  <a:lnTo>
                    <a:pt x="145132" y="0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7" name="object 27"/>
            <p:cNvSpPr/>
            <p:nvPr/>
          </p:nvSpPr>
          <p:spPr>
            <a:xfrm>
              <a:off x="1263062" y="844273"/>
              <a:ext cx="350520" cy="303530"/>
            </a:xfrm>
            <a:custGeom>
              <a:avLst/>
              <a:gdLst/>
              <a:ahLst/>
              <a:cxnLst/>
              <a:rect l="l" t="t" r="r" b="b"/>
              <a:pathLst>
                <a:path w="350519" h="303530">
                  <a:moveTo>
                    <a:pt x="145371" y="0"/>
                  </a:moveTo>
                  <a:lnTo>
                    <a:pt x="112232" y="26684"/>
                  </a:lnTo>
                  <a:lnTo>
                    <a:pt x="71580" y="84841"/>
                  </a:lnTo>
                  <a:lnTo>
                    <a:pt x="31205" y="155552"/>
                  </a:lnTo>
                  <a:lnTo>
                    <a:pt x="14784" y="189980"/>
                  </a:lnTo>
                  <a:lnTo>
                    <a:pt x="0" y="254130"/>
                  </a:lnTo>
                  <a:lnTo>
                    <a:pt x="3456" y="275951"/>
                  </a:lnTo>
                  <a:lnTo>
                    <a:pt x="17765" y="290214"/>
                  </a:lnTo>
                  <a:lnTo>
                    <a:pt x="43232" y="299609"/>
                  </a:lnTo>
                  <a:lnTo>
                    <a:pt x="76253" y="303325"/>
                  </a:lnTo>
                  <a:lnTo>
                    <a:pt x="113225" y="300554"/>
                  </a:lnTo>
                  <a:lnTo>
                    <a:pt x="246224" y="278437"/>
                  </a:lnTo>
                  <a:lnTo>
                    <a:pt x="314487" y="255088"/>
                  </a:lnTo>
                  <a:lnTo>
                    <a:pt x="350110" y="220334"/>
                  </a:lnTo>
                  <a:lnTo>
                    <a:pt x="349631" y="198611"/>
                  </a:lnTo>
                  <a:lnTo>
                    <a:pt x="320563" y="141531"/>
                  </a:lnTo>
                  <a:lnTo>
                    <a:pt x="240082" y="59959"/>
                  </a:lnTo>
                  <a:lnTo>
                    <a:pt x="184655" y="15844"/>
                  </a:lnTo>
                  <a:lnTo>
                    <a:pt x="145371" y="0"/>
                  </a:lnTo>
                  <a:close/>
                </a:path>
              </a:pathLst>
            </a:custGeom>
            <a:solidFill>
              <a:srgbClr val="EF4136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8" name="object 28"/>
            <p:cNvSpPr/>
            <p:nvPr/>
          </p:nvSpPr>
          <p:spPr>
            <a:xfrm>
              <a:off x="1263063" y="844273"/>
              <a:ext cx="350520" cy="303530"/>
            </a:xfrm>
            <a:custGeom>
              <a:avLst/>
              <a:gdLst/>
              <a:ahLst/>
              <a:cxnLst/>
              <a:rect l="l" t="t" r="r" b="b"/>
              <a:pathLst>
                <a:path w="350519" h="303530">
                  <a:moveTo>
                    <a:pt x="295551" y="113201"/>
                  </a:moveTo>
                  <a:lnTo>
                    <a:pt x="320562" y="141530"/>
                  </a:lnTo>
                  <a:lnTo>
                    <a:pt x="339185" y="171172"/>
                  </a:lnTo>
                  <a:lnTo>
                    <a:pt x="349631" y="198611"/>
                  </a:lnTo>
                  <a:lnTo>
                    <a:pt x="350110" y="220334"/>
                  </a:lnTo>
                  <a:lnTo>
                    <a:pt x="338083" y="238184"/>
                  </a:lnTo>
                  <a:lnTo>
                    <a:pt x="282731" y="269141"/>
                  </a:lnTo>
                  <a:lnTo>
                    <a:pt x="113225" y="300555"/>
                  </a:lnTo>
                  <a:lnTo>
                    <a:pt x="76252" y="303325"/>
                  </a:lnTo>
                  <a:lnTo>
                    <a:pt x="43231" y="299609"/>
                  </a:lnTo>
                  <a:lnTo>
                    <a:pt x="17765" y="290215"/>
                  </a:lnTo>
                  <a:lnTo>
                    <a:pt x="3456" y="275952"/>
                  </a:lnTo>
                  <a:lnTo>
                    <a:pt x="0" y="254131"/>
                  </a:lnTo>
                  <a:lnTo>
                    <a:pt x="4079" y="224157"/>
                  </a:lnTo>
                  <a:lnTo>
                    <a:pt x="31205" y="155551"/>
                  </a:lnTo>
                  <a:lnTo>
                    <a:pt x="71579" y="84840"/>
                  </a:lnTo>
                  <a:lnTo>
                    <a:pt x="112232" y="26684"/>
                  </a:lnTo>
                  <a:lnTo>
                    <a:pt x="145371" y="0"/>
                  </a:lnTo>
                  <a:lnTo>
                    <a:pt x="161440" y="3405"/>
                  </a:lnTo>
                  <a:lnTo>
                    <a:pt x="184655" y="15844"/>
                  </a:lnTo>
                  <a:lnTo>
                    <a:pt x="211906" y="35351"/>
                  </a:lnTo>
                  <a:lnTo>
                    <a:pt x="240082" y="59958"/>
                  </a:lnTo>
                  <a:lnTo>
                    <a:pt x="295551" y="113201"/>
                  </a:lnTo>
                  <a:close/>
                </a:path>
              </a:pathLst>
            </a:custGeom>
            <a:ln w="9277">
              <a:solidFill>
                <a:srgbClr val="EF4136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751" y="636713"/>
              <a:ext cx="83328" cy="833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015" y="562658"/>
              <a:ext cx="83328" cy="833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161" y="914723"/>
              <a:ext cx="83328" cy="8332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344821" y="952283"/>
              <a:ext cx="50800" cy="99695"/>
            </a:xfrm>
            <a:custGeom>
              <a:avLst/>
              <a:gdLst/>
              <a:ahLst/>
              <a:cxnLst/>
              <a:rect l="l" t="t" r="r" b="b"/>
              <a:pathLst>
                <a:path w="50800" h="99694">
                  <a:moveTo>
                    <a:pt x="50774" y="0"/>
                  </a:moveTo>
                  <a:lnTo>
                    <a:pt x="0" y="99155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3" name="object 33"/>
            <p:cNvSpPr/>
            <p:nvPr/>
          </p:nvSpPr>
          <p:spPr>
            <a:xfrm>
              <a:off x="1449601" y="941293"/>
              <a:ext cx="76200" cy="90805"/>
            </a:xfrm>
            <a:custGeom>
              <a:avLst/>
              <a:gdLst/>
              <a:ahLst/>
              <a:cxnLst/>
              <a:rect l="l" t="t" r="r" b="b"/>
              <a:pathLst>
                <a:path w="76200" h="90805">
                  <a:moveTo>
                    <a:pt x="0" y="0"/>
                  </a:moveTo>
                  <a:lnTo>
                    <a:pt x="75600" y="90601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58830" y="1058745"/>
              <a:ext cx="154940" cy="22225"/>
            </a:xfrm>
            <a:custGeom>
              <a:avLst/>
              <a:gdLst/>
              <a:ahLst/>
              <a:cxnLst/>
              <a:rect l="l" t="t" r="r" b="b"/>
              <a:pathLst>
                <a:path w="154940" h="22225">
                  <a:moveTo>
                    <a:pt x="0" y="21653"/>
                  </a:moveTo>
                  <a:lnTo>
                    <a:pt x="154781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742" y="946849"/>
              <a:ext cx="83328" cy="833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4578" y="1091131"/>
              <a:ext cx="214836" cy="1190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141" y="1038734"/>
              <a:ext cx="83328" cy="833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6007" y="880938"/>
              <a:ext cx="83328" cy="8332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05826" y="696625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5">
                  <a:moveTo>
                    <a:pt x="37026" y="0"/>
                  </a:moveTo>
                  <a:lnTo>
                    <a:pt x="22614" y="2909"/>
                  </a:lnTo>
                  <a:lnTo>
                    <a:pt x="10845" y="10845"/>
                  </a:lnTo>
                  <a:lnTo>
                    <a:pt x="2909" y="22614"/>
                  </a:lnTo>
                  <a:lnTo>
                    <a:pt x="0" y="37026"/>
                  </a:lnTo>
                  <a:lnTo>
                    <a:pt x="2909" y="51441"/>
                  </a:lnTo>
                  <a:lnTo>
                    <a:pt x="10845" y="63210"/>
                  </a:lnTo>
                  <a:lnTo>
                    <a:pt x="22614" y="71143"/>
                  </a:lnTo>
                  <a:lnTo>
                    <a:pt x="37026" y="74052"/>
                  </a:lnTo>
                  <a:lnTo>
                    <a:pt x="51437" y="71143"/>
                  </a:lnTo>
                  <a:lnTo>
                    <a:pt x="63206" y="63210"/>
                  </a:lnTo>
                  <a:lnTo>
                    <a:pt x="71141" y="51441"/>
                  </a:lnTo>
                  <a:lnTo>
                    <a:pt x="74051" y="37026"/>
                  </a:lnTo>
                  <a:lnTo>
                    <a:pt x="71141" y="22614"/>
                  </a:lnTo>
                  <a:lnTo>
                    <a:pt x="63206" y="10845"/>
                  </a:lnTo>
                  <a:lnTo>
                    <a:pt x="51437" y="2909"/>
                  </a:lnTo>
                  <a:lnTo>
                    <a:pt x="37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0" name="object 40"/>
            <p:cNvSpPr/>
            <p:nvPr/>
          </p:nvSpPr>
          <p:spPr>
            <a:xfrm>
              <a:off x="605826" y="696625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5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1" name="object 41"/>
            <p:cNvSpPr/>
            <p:nvPr/>
          </p:nvSpPr>
          <p:spPr>
            <a:xfrm>
              <a:off x="704257" y="882334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026" y="0"/>
                  </a:moveTo>
                  <a:lnTo>
                    <a:pt x="22614" y="2909"/>
                  </a:lnTo>
                  <a:lnTo>
                    <a:pt x="10845" y="10844"/>
                  </a:lnTo>
                  <a:lnTo>
                    <a:pt x="2909" y="22613"/>
                  </a:lnTo>
                  <a:lnTo>
                    <a:pt x="0" y="37025"/>
                  </a:lnTo>
                  <a:lnTo>
                    <a:pt x="2909" y="51440"/>
                  </a:lnTo>
                  <a:lnTo>
                    <a:pt x="10845" y="63209"/>
                  </a:lnTo>
                  <a:lnTo>
                    <a:pt x="22614" y="71142"/>
                  </a:lnTo>
                  <a:lnTo>
                    <a:pt x="37026" y="74051"/>
                  </a:lnTo>
                  <a:lnTo>
                    <a:pt x="51437" y="71142"/>
                  </a:lnTo>
                  <a:lnTo>
                    <a:pt x="63206" y="63209"/>
                  </a:lnTo>
                  <a:lnTo>
                    <a:pt x="71141" y="51440"/>
                  </a:lnTo>
                  <a:lnTo>
                    <a:pt x="74051" y="37025"/>
                  </a:lnTo>
                  <a:lnTo>
                    <a:pt x="71141" y="22613"/>
                  </a:lnTo>
                  <a:lnTo>
                    <a:pt x="63206" y="10844"/>
                  </a:lnTo>
                  <a:lnTo>
                    <a:pt x="51437" y="2909"/>
                  </a:lnTo>
                  <a:lnTo>
                    <a:pt x="37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2" name="object 42"/>
            <p:cNvSpPr/>
            <p:nvPr/>
          </p:nvSpPr>
          <p:spPr>
            <a:xfrm>
              <a:off x="704257" y="882334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3" name="object 43"/>
            <p:cNvSpPr/>
            <p:nvPr/>
          </p:nvSpPr>
          <p:spPr>
            <a:xfrm>
              <a:off x="679881" y="1010929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026" y="0"/>
                  </a:moveTo>
                  <a:lnTo>
                    <a:pt x="22614" y="2909"/>
                  </a:lnTo>
                  <a:lnTo>
                    <a:pt x="10845" y="10845"/>
                  </a:lnTo>
                  <a:lnTo>
                    <a:pt x="2909" y="22614"/>
                  </a:lnTo>
                  <a:lnTo>
                    <a:pt x="0" y="37026"/>
                  </a:lnTo>
                  <a:lnTo>
                    <a:pt x="2909" y="51441"/>
                  </a:lnTo>
                  <a:lnTo>
                    <a:pt x="10845" y="63209"/>
                  </a:lnTo>
                  <a:lnTo>
                    <a:pt x="22614" y="71142"/>
                  </a:lnTo>
                  <a:lnTo>
                    <a:pt x="37026" y="74051"/>
                  </a:lnTo>
                  <a:lnTo>
                    <a:pt x="51437" y="71142"/>
                  </a:lnTo>
                  <a:lnTo>
                    <a:pt x="63206" y="63209"/>
                  </a:lnTo>
                  <a:lnTo>
                    <a:pt x="71141" y="51441"/>
                  </a:lnTo>
                  <a:lnTo>
                    <a:pt x="74051" y="37026"/>
                  </a:lnTo>
                  <a:lnTo>
                    <a:pt x="71141" y="22614"/>
                  </a:lnTo>
                  <a:lnTo>
                    <a:pt x="63206" y="10845"/>
                  </a:lnTo>
                  <a:lnTo>
                    <a:pt x="51437" y="2909"/>
                  </a:lnTo>
                  <a:lnTo>
                    <a:pt x="37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4" name="object 44"/>
            <p:cNvSpPr/>
            <p:nvPr/>
          </p:nvSpPr>
          <p:spPr>
            <a:xfrm>
              <a:off x="679881" y="1010929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5" name="object 45"/>
            <p:cNvSpPr/>
            <p:nvPr/>
          </p:nvSpPr>
          <p:spPr>
            <a:xfrm>
              <a:off x="895216" y="800415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37025" y="0"/>
                  </a:moveTo>
                  <a:lnTo>
                    <a:pt x="22613" y="2909"/>
                  </a:lnTo>
                  <a:lnTo>
                    <a:pt x="10844" y="10844"/>
                  </a:lnTo>
                  <a:lnTo>
                    <a:pt x="2909" y="22613"/>
                  </a:lnTo>
                  <a:lnTo>
                    <a:pt x="0" y="37025"/>
                  </a:lnTo>
                  <a:lnTo>
                    <a:pt x="2909" y="51440"/>
                  </a:lnTo>
                  <a:lnTo>
                    <a:pt x="10844" y="63209"/>
                  </a:lnTo>
                  <a:lnTo>
                    <a:pt x="22613" y="71142"/>
                  </a:lnTo>
                  <a:lnTo>
                    <a:pt x="37025" y="74051"/>
                  </a:lnTo>
                  <a:lnTo>
                    <a:pt x="51436" y="71142"/>
                  </a:lnTo>
                  <a:lnTo>
                    <a:pt x="63205" y="63209"/>
                  </a:lnTo>
                  <a:lnTo>
                    <a:pt x="71141" y="51440"/>
                  </a:lnTo>
                  <a:lnTo>
                    <a:pt x="74051" y="37025"/>
                  </a:lnTo>
                  <a:lnTo>
                    <a:pt x="71141" y="22613"/>
                  </a:lnTo>
                  <a:lnTo>
                    <a:pt x="63205" y="10844"/>
                  </a:lnTo>
                  <a:lnTo>
                    <a:pt x="51436" y="2909"/>
                  </a:lnTo>
                  <a:lnTo>
                    <a:pt x="37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6" name="object 46"/>
            <p:cNvSpPr/>
            <p:nvPr/>
          </p:nvSpPr>
          <p:spPr>
            <a:xfrm>
              <a:off x="895216" y="800414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7" name="object 47"/>
            <p:cNvSpPr/>
            <p:nvPr/>
          </p:nvSpPr>
          <p:spPr>
            <a:xfrm>
              <a:off x="631367" y="983150"/>
              <a:ext cx="55244" cy="44450"/>
            </a:xfrm>
            <a:custGeom>
              <a:avLst/>
              <a:gdLst/>
              <a:ahLst/>
              <a:cxnLst/>
              <a:rect l="l" t="t" r="r" b="b"/>
              <a:pathLst>
                <a:path w="55245" h="44450">
                  <a:moveTo>
                    <a:pt x="0" y="0"/>
                  </a:moveTo>
                  <a:lnTo>
                    <a:pt x="54893" y="44029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8" name="object 48"/>
            <p:cNvSpPr/>
            <p:nvPr/>
          </p:nvSpPr>
          <p:spPr>
            <a:xfrm>
              <a:off x="639589" y="919363"/>
              <a:ext cx="64769" cy="22225"/>
            </a:xfrm>
            <a:custGeom>
              <a:avLst/>
              <a:gdLst/>
              <a:ahLst/>
              <a:cxnLst/>
              <a:rect l="l" t="t" r="r" b="b"/>
              <a:pathLst>
                <a:path w="64770" h="22225">
                  <a:moveTo>
                    <a:pt x="0" y="21875"/>
                  </a:moveTo>
                  <a:lnTo>
                    <a:pt x="64662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9" name="object 49"/>
            <p:cNvSpPr/>
            <p:nvPr/>
          </p:nvSpPr>
          <p:spPr>
            <a:xfrm>
              <a:off x="732496" y="956387"/>
              <a:ext cx="8890" cy="58419"/>
            </a:xfrm>
            <a:custGeom>
              <a:avLst/>
              <a:gdLst/>
              <a:ahLst/>
              <a:cxnLst/>
              <a:rect l="l" t="t" r="r" b="b"/>
              <a:pathLst>
                <a:path w="8890" h="58419">
                  <a:moveTo>
                    <a:pt x="8785" y="0"/>
                  </a:moveTo>
                  <a:lnTo>
                    <a:pt x="0" y="58019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0" name="object 50"/>
            <p:cNvSpPr/>
            <p:nvPr/>
          </p:nvSpPr>
          <p:spPr>
            <a:xfrm>
              <a:off x="950061" y="720504"/>
              <a:ext cx="59055" cy="20955"/>
            </a:xfrm>
            <a:custGeom>
              <a:avLst/>
              <a:gdLst/>
              <a:ahLst/>
              <a:cxnLst/>
              <a:rect l="l" t="t" r="r" b="b"/>
              <a:pathLst>
                <a:path w="59055" h="20954">
                  <a:moveTo>
                    <a:pt x="0" y="0"/>
                  </a:moveTo>
                  <a:lnTo>
                    <a:pt x="58836" y="20892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1" name="object 51"/>
            <p:cNvSpPr/>
            <p:nvPr/>
          </p:nvSpPr>
          <p:spPr>
            <a:xfrm>
              <a:off x="913404" y="752433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29">
                  <a:moveTo>
                    <a:pt x="0" y="0"/>
                  </a:moveTo>
                  <a:lnTo>
                    <a:pt x="8980" y="49345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2" name="object 52"/>
            <p:cNvSpPr/>
            <p:nvPr/>
          </p:nvSpPr>
          <p:spPr>
            <a:xfrm>
              <a:off x="965761" y="788971"/>
              <a:ext cx="57150" cy="33020"/>
            </a:xfrm>
            <a:custGeom>
              <a:avLst/>
              <a:gdLst/>
              <a:ahLst/>
              <a:cxnLst/>
              <a:rect l="l" t="t" r="r" b="b"/>
              <a:pathLst>
                <a:path w="57150" h="33019">
                  <a:moveTo>
                    <a:pt x="0" y="32822"/>
                  </a:moveTo>
                  <a:lnTo>
                    <a:pt x="56925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3" name="object 53"/>
            <p:cNvSpPr/>
            <p:nvPr/>
          </p:nvSpPr>
          <p:spPr>
            <a:xfrm>
              <a:off x="553956" y="619039"/>
              <a:ext cx="66040" cy="40640"/>
            </a:xfrm>
            <a:custGeom>
              <a:avLst/>
              <a:gdLst/>
              <a:ahLst/>
              <a:cxnLst/>
              <a:rect l="l" t="t" r="r" b="b"/>
              <a:pathLst>
                <a:path w="66040" h="40640">
                  <a:moveTo>
                    <a:pt x="0" y="40012"/>
                  </a:moveTo>
                  <a:lnTo>
                    <a:pt x="65747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4" name="object 54"/>
            <p:cNvSpPr/>
            <p:nvPr/>
          </p:nvSpPr>
          <p:spPr>
            <a:xfrm>
              <a:off x="554613" y="696624"/>
              <a:ext cx="56515" cy="19050"/>
            </a:xfrm>
            <a:custGeom>
              <a:avLst/>
              <a:gdLst/>
              <a:ahLst/>
              <a:cxnLst/>
              <a:rect l="l" t="t" r="r" b="b"/>
              <a:pathLst>
                <a:path w="56515" h="19050">
                  <a:moveTo>
                    <a:pt x="0" y="0"/>
                  </a:moveTo>
                  <a:lnTo>
                    <a:pt x="56043" y="18777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5" name="object 55"/>
            <p:cNvSpPr/>
            <p:nvPr/>
          </p:nvSpPr>
          <p:spPr>
            <a:xfrm>
              <a:off x="653677" y="641350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h="55879">
                  <a:moveTo>
                    <a:pt x="0" y="55273"/>
                  </a:moveTo>
                  <a:lnTo>
                    <a:pt x="0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6" name="object 56"/>
            <p:cNvSpPr/>
            <p:nvPr/>
          </p:nvSpPr>
          <p:spPr>
            <a:xfrm>
              <a:off x="660649" y="766121"/>
              <a:ext cx="63500" cy="120650"/>
            </a:xfrm>
            <a:custGeom>
              <a:avLst/>
              <a:gdLst/>
              <a:ahLst/>
              <a:cxnLst/>
              <a:rect l="l" t="t" r="r" b="b"/>
              <a:pathLst>
                <a:path w="63500" h="120650">
                  <a:moveTo>
                    <a:pt x="0" y="0"/>
                  </a:moveTo>
                  <a:lnTo>
                    <a:pt x="63243" y="120558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7" name="object 57"/>
            <p:cNvSpPr/>
            <p:nvPr/>
          </p:nvSpPr>
          <p:spPr>
            <a:xfrm>
              <a:off x="679878" y="733651"/>
              <a:ext cx="217170" cy="93345"/>
            </a:xfrm>
            <a:custGeom>
              <a:avLst/>
              <a:gdLst/>
              <a:ahLst/>
              <a:cxnLst/>
              <a:rect l="l" t="t" r="r" b="b"/>
              <a:pathLst>
                <a:path w="217169" h="93344">
                  <a:moveTo>
                    <a:pt x="0" y="0"/>
                  </a:moveTo>
                  <a:lnTo>
                    <a:pt x="217013" y="92754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8" name="object 58"/>
            <p:cNvSpPr/>
            <p:nvPr/>
          </p:nvSpPr>
          <p:spPr>
            <a:xfrm>
              <a:off x="922382" y="874466"/>
              <a:ext cx="10160" cy="78740"/>
            </a:xfrm>
            <a:custGeom>
              <a:avLst/>
              <a:gdLst/>
              <a:ahLst/>
              <a:cxnLst/>
              <a:rect l="l" t="t" r="r" b="b"/>
              <a:pathLst>
                <a:path w="10159" h="78740">
                  <a:moveTo>
                    <a:pt x="0" y="78160"/>
                  </a:moveTo>
                  <a:lnTo>
                    <a:pt x="9852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9" name="object 59"/>
            <p:cNvSpPr/>
            <p:nvPr/>
          </p:nvSpPr>
          <p:spPr>
            <a:xfrm>
              <a:off x="940497" y="1007204"/>
              <a:ext cx="146050" cy="140335"/>
            </a:xfrm>
            <a:custGeom>
              <a:avLst/>
              <a:gdLst/>
              <a:ahLst/>
              <a:cxnLst/>
              <a:rect l="l" t="t" r="r" b="b"/>
              <a:pathLst>
                <a:path w="146050" h="140334">
                  <a:moveTo>
                    <a:pt x="0" y="0"/>
                  </a:moveTo>
                  <a:lnTo>
                    <a:pt x="145588" y="139882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0" name="object 60"/>
            <p:cNvSpPr/>
            <p:nvPr/>
          </p:nvSpPr>
          <p:spPr>
            <a:xfrm>
              <a:off x="827067" y="133826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1" name="object 61"/>
            <p:cNvSpPr/>
            <p:nvPr/>
          </p:nvSpPr>
          <p:spPr>
            <a:xfrm>
              <a:off x="827067" y="133826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2" name="object 62"/>
            <p:cNvSpPr/>
            <p:nvPr/>
          </p:nvSpPr>
          <p:spPr>
            <a:xfrm>
              <a:off x="827068" y="1373329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3" name="object 63"/>
            <p:cNvSpPr/>
            <p:nvPr/>
          </p:nvSpPr>
          <p:spPr>
            <a:xfrm>
              <a:off x="827068" y="1373329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4" name="object 64"/>
            <p:cNvSpPr/>
            <p:nvPr/>
          </p:nvSpPr>
          <p:spPr>
            <a:xfrm>
              <a:off x="827068" y="1409062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5" name="object 65"/>
            <p:cNvSpPr/>
            <p:nvPr/>
          </p:nvSpPr>
          <p:spPr>
            <a:xfrm>
              <a:off x="809923" y="1122795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6" name="object 66"/>
            <p:cNvSpPr/>
            <p:nvPr/>
          </p:nvSpPr>
          <p:spPr>
            <a:xfrm>
              <a:off x="809923" y="1122795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7" name="object 67"/>
            <p:cNvSpPr/>
            <p:nvPr/>
          </p:nvSpPr>
          <p:spPr>
            <a:xfrm>
              <a:off x="809918" y="1157859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8" name="object 68"/>
            <p:cNvSpPr/>
            <p:nvPr/>
          </p:nvSpPr>
          <p:spPr>
            <a:xfrm>
              <a:off x="809918" y="1157859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9" name="object 69"/>
            <p:cNvSpPr/>
            <p:nvPr/>
          </p:nvSpPr>
          <p:spPr>
            <a:xfrm>
              <a:off x="809918" y="119359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0" name="object 70"/>
            <p:cNvSpPr/>
            <p:nvPr/>
          </p:nvSpPr>
          <p:spPr>
            <a:xfrm>
              <a:off x="809918" y="119359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1" name="object 71"/>
            <p:cNvSpPr/>
            <p:nvPr/>
          </p:nvSpPr>
          <p:spPr>
            <a:xfrm>
              <a:off x="1086088" y="1044996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2" name="object 72"/>
            <p:cNvSpPr/>
            <p:nvPr/>
          </p:nvSpPr>
          <p:spPr>
            <a:xfrm>
              <a:off x="1086089" y="108006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3" name="object 73"/>
            <p:cNvSpPr/>
            <p:nvPr/>
          </p:nvSpPr>
          <p:spPr>
            <a:xfrm>
              <a:off x="1086089" y="108006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4" name="object 74"/>
            <p:cNvSpPr/>
            <p:nvPr/>
          </p:nvSpPr>
          <p:spPr>
            <a:xfrm>
              <a:off x="1086089" y="111579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5" name="object 75"/>
            <p:cNvSpPr/>
            <p:nvPr/>
          </p:nvSpPr>
          <p:spPr>
            <a:xfrm>
              <a:off x="1086089" y="111579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6" name="object 76"/>
            <p:cNvSpPr/>
            <p:nvPr/>
          </p:nvSpPr>
          <p:spPr>
            <a:xfrm>
              <a:off x="1267737" y="96461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7" name="object 77"/>
            <p:cNvSpPr/>
            <p:nvPr/>
          </p:nvSpPr>
          <p:spPr>
            <a:xfrm>
              <a:off x="1267737" y="96461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8" name="object 78"/>
            <p:cNvSpPr/>
            <p:nvPr/>
          </p:nvSpPr>
          <p:spPr>
            <a:xfrm>
              <a:off x="1267738" y="99968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9" name="object 79"/>
            <p:cNvSpPr/>
            <p:nvPr/>
          </p:nvSpPr>
          <p:spPr>
            <a:xfrm>
              <a:off x="1267738" y="99968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0" name="object 80"/>
            <p:cNvSpPr/>
            <p:nvPr/>
          </p:nvSpPr>
          <p:spPr>
            <a:xfrm>
              <a:off x="1267738" y="1035416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1" name="object 81"/>
            <p:cNvSpPr/>
            <p:nvPr/>
          </p:nvSpPr>
          <p:spPr>
            <a:xfrm>
              <a:off x="1267738" y="1035416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2" name="object 82"/>
            <p:cNvSpPr/>
            <p:nvPr/>
          </p:nvSpPr>
          <p:spPr>
            <a:xfrm>
              <a:off x="1380641" y="795586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3" name="object 83"/>
            <p:cNvSpPr/>
            <p:nvPr/>
          </p:nvSpPr>
          <p:spPr>
            <a:xfrm>
              <a:off x="1380641" y="795586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4" name="object 84"/>
            <p:cNvSpPr/>
            <p:nvPr/>
          </p:nvSpPr>
          <p:spPr>
            <a:xfrm>
              <a:off x="1380642" y="83064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5" name="object 85"/>
            <p:cNvSpPr/>
            <p:nvPr/>
          </p:nvSpPr>
          <p:spPr>
            <a:xfrm>
              <a:off x="1380642" y="83064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6" name="object 86"/>
            <p:cNvSpPr/>
            <p:nvPr/>
          </p:nvSpPr>
          <p:spPr>
            <a:xfrm>
              <a:off x="1380642" y="866378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7" name="object 87"/>
            <p:cNvSpPr/>
            <p:nvPr/>
          </p:nvSpPr>
          <p:spPr>
            <a:xfrm>
              <a:off x="1380642" y="866378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8" name="object 88"/>
            <p:cNvSpPr/>
            <p:nvPr/>
          </p:nvSpPr>
          <p:spPr>
            <a:xfrm>
              <a:off x="686758" y="1111690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9" name="object 89"/>
            <p:cNvSpPr/>
            <p:nvPr/>
          </p:nvSpPr>
          <p:spPr>
            <a:xfrm>
              <a:off x="686754" y="114675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0" name="object 90"/>
            <p:cNvSpPr/>
            <p:nvPr/>
          </p:nvSpPr>
          <p:spPr>
            <a:xfrm>
              <a:off x="686754" y="114675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1" name="object 91"/>
            <p:cNvSpPr/>
            <p:nvPr/>
          </p:nvSpPr>
          <p:spPr>
            <a:xfrm>
              <a:off x="686754" y="118248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2" name="object 92"/>
            <p:cNvSpPr/>
            <p:nvPr/>
          </p:nvSpPr>
          <p:spPr>
            <a:xfrm>
              <a:off x="492260" y="910782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3" name="object 93"/>
            <p:cNvSpPr/>
            <p:nvPr/>
          </p:nvSpPr>
          <p:spPr>
            <a:xfrm>
              <a:off x="492263" y="94584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4" name="object 94"/>
            <p:cNvSpPr/>
            <p:nvPr/>
          </p:nvSpPr>
          <p:spPr>
            <a:xfrm>
              <a:off x="492263" y="94584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5" name="object 95"/>
            <p:cNvSpPr/>
            <p:nvPr/>
          </p:nvSpPr>
          <p:spPr>
            <a:xfrm>
              <a:off x="492263" y="98157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6" name="object 96"/>
            <p:cNvSpPr/>
            <p:nvPr/>
          </p:nvSpPr>
          <p:spPr>
            <a:xfrm>
              <a:off x="492263" y="98157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7" name="object 97"/>
            <p:cNvSpPr/>
            <p:nvPr/>
          </p:nvSpPr>
          <p:spPr>
            <a:xfrm>
              <a:off x="641772" y="813083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8" name="object 98"/>
            <p:cNvSpPr/>
            <p:nvPr/>
          </p:nvSpPr>
          <p:spPr>
            <a:xfrm>
              <a:off x="641772" y="813083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9" name="object 99"/>
            <p:cNvSpPr/>
            <p:nvPr/>
          </p:nvSpPr>
          <p:spPr>
            <a:xfrm>
              <a:off x="641768" y="848149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41768" y="848149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41768" y="88388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41768" y="88388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63935" y="942009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63935" y="942009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63936" y="97707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63936" y="97707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63936" y="101280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63936" y="101280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83139" y="830979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83139" y="830979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83142" y="866042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83142" y="866042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83142" y="90177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83142" y="90177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85386" y="560361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5386" y="560361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85386" y="59542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85386" y="59542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85386" y="631158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5386" y="631158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15537" y="744626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15537" y="744626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15537" y="77969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15537" y="77969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15537" y="81542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26" name="object 1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4626" y="741476"/>
              <a:ext cx="183175" cy="431692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2085542" y="848149"/>
              <a:ext cx="15240" cy="310515"/>
            </a:xfrm>
            <a:custGeom>
              <a:avLst/>
              <a:gdLst/>
              <a:ahLst/>
              <a:cxnLst/>
              <a:rect l="l" t="t" r="r" b="b"/>
              <a:pathLst>
                <a:path w="15239" h="310515">
                  <a:moveTo>
                    <a:pt x="14852" y="0"/>
                  </a:moveTo>
                  <a:lnTo>
                    <a:pt x="0" y="310046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28" name="object 1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06524" y="970260"/>
              <a:ext cx="183357" cy="20291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6897" y="771423"/>
              <a:ext cx="83328" cy="83328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5292" y="704453"/>
              <a:ext cx="83328" cy="83328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1153223" y="1166139"/>
              <a:ext cx="889635" cy="19050"/>
            </a:xfrm>
            <a:custGeom>
              <a:avLst/>
              <a:gdLst/>
              <a:ahLst/>
              <a:cxnLst/>
              <a:rect l="l" t="t" r="r" b="b"/>
              <a:pathLst>
                <a:path w="889635" h="19050">
                  <a:moveTo>
                    <a:pt x="12344" y="190"/>
                  </a:moveTo>
                  <a:lnTo>
                    <a:pt x="76" y="0"/>
                  </a:lnTo>
                  <a:lnTo>
                    <a:pt x="38" y="2400"/>
                  </a:lnTo>
                  <a:lnTo>
                    <a:pt x="0" y="4927"/>
                  </a:lnTo>
                  <a:lnTo>
                    <a:pt x="12268" y="5130"/>
                  </a:lnTo>
                  <a:lnTo>
                    <a:pt x="12306" y="2603"/>
                  </a:lnTo>
                  <a:lnTo>
                    <a:pt x="12344" y="190"/>
                  </a:lnTo>
                  <a:close/>
                </a:path>
                <a:path w="889635" h="19050">
                  <a:moveTo>
                    <a:pt x="30607" y="469"/>
                  </a:moveTo>
                  <a:lnTo>
                    <a:pt x="18351" y="279"/>
                  </a:lnTo>
                  <a:lnTo>
                    <a:pt x="18262" y="5219"/>
                  </a:lnTo>
                  <a:lnTo>
                    <a:pt x="30543" y="5410"/>
                  </a:lnTo>
                  <a:lnTo>
                    <a:pt x="30607" y="469"/>
                  </a:lnTo>
                  <a:close/>
                </a:path>
                <a:path w="889635" h="19050">
                  <a:moveTo>
                    <a:pt x="48882" y="762"/>
                  </a:moveTo>
                  <a:lnTo>
                    <a:pt x="36614" y="558"/>
                  </a:lnTo>
                  <a:lnTo>
                    <a:pt x="36537" y="5499"/>
                  </a:lnTo>
                  <a:lnTo>
                    <a:pt x="48806" y="5702"/>
                  </a:lnTo>
                  <a:lnTo>
                    <a:pt x="48882" y="762"/>
                  </a:lnTo>
                  <a:close/>
                </a:path>
                <a:path w="889635" h="19050">
                  <a:moveTo>
                    <a:pt x="67144" y="1041"/>
                  </a:moveTo>
                  <a:lnTo>
                    <a:pt x="54889" y="850"/>
                  </a:lnTo>
                  <a:lnTo>
                    <a:pt x="54813" y="5791"/>
                  </a:lnTo>
                  <a:lnTo>
                    <a:pt x="67081" y="5981"/>
                  </a:lnTo>
                  <a:lnTo>
                    <a:pt x="67144" y="1041"/>
                  </a:lnTo>
                  <a:close/>
                </a:path>
                <a:path w="889635" h="19050">
                  <a:moveTo>
                    <a:pt x="85420" y="1320"/>
                  </a:moveTo>
                  <a:lnTo>
                    <a:pt x="73152" y="1130"/>
                  </a:lnTo>
                  <a:lnTo>
                    <a:pt x="73075" y="6070"/>
                  </a:lnTo>
                  <a:lnTo>
                    <a:pt x="85344" y="6261"/>
                  </a:lnTo>
                  <a:lnTo>
                    <a:pt x="85420" y="1320"/>
                  </a:lnTo>
                  <a:close/>
                </a:path>
                <a:path w="889635" h="19050">
                  <a:moveTo>
                    <a:pt x="103695" y="1612"/>
                  </a:moveTo>
                  <a:lnTo>
                    <a:pt x="91427" y="1422"/>
                  </a:lnTo>
                  <a:lnTo>
                    <a:pt x="91351" y="6362"/>
                  </a:lnTo>
                  <a:lnTo>
                    <a:pt x="103619" y="6553"/>
                  </a:lnTo>
                  <a:lnTo>
                    <a:pt x="103695" y="1612"/>
                  </a:lnTo>
                  <a:close/>
                </a:path>
                <a:path w="889635" h="19050">
                  <a:moveTo>
                    <a:pt x="121958" y="1892"/>
                  </a:moveTo>
                  <a:lnTo>
                    <a:pt x="109702" y="1701"/>
                  </a:lnTo>
                  <a:lnTo>
                    <a:pt x="109613" y="6642"/>
                  </a:lnTo>
                  <a:lnTo>
                    <a:pt x="121881" y="6832"/>
                  </a:lnTo>
                  <a:lnTo>
                    <a:pt x="121958" y="1892"/>
                  </a:lnTo>
                  <a:close/>
                </a:path>
                <a:path w="889635" h="19050">
                  <a:moveTo>
                    <a:pt x="140233" y="2184"/>
                  </a:moveTo>
                  <a:lnTo>
                    <a:pt x="127965" y="1993"/>
                  </a:lnTo>
                  <a:lnTo>
                    <a:pt x="127889" y="6921"/>
                  </a:lnTo>
                  <a:lnTo>
                    <a:pt x="140157" y="7124"/>
                  </a:lnTo>
                  <a:lnTo>
                    <a:pt x="140233" y="2184"/>
                  </a:lnTo>
                  <a:close/>
                </a:path>
                <a:path w="889635" h="19050">
                  <a:moveTo>
                    <a:pt x="158508" y="2463"/>
                  </a:moveTo>
                  <a:lnTo>
                    <a:pt x="146240" y="2273"/>
                  </a:lnTo>
                  <a:lnTo>
                    <a:pt x="146164" y="7213"/>
                  </a:lnTo>
                  <a:lnTo>
                    <a:pt x="158419" y="7404"/>
                  </a:lnTo>
                  <a:lnTo>
                    <a:pt x="158508" y="2463"/>
                  </a:lnTo>
                  <a:close/>
                </a:path>
                <a:path w="889635" h="19050">
                  <a:moveTo>
                    <a:pt x="176771" y="2755"/>
                  </a:moveTo>
                  <a:lnTo>
                    <a:pt x="164503" y="2552"/>
                  </a:lnTo>
                  <a:lnTo>
                    <a:pt x="164426" y="7493"/>
                  </a:lnTo>
                  <a:lnTo>
                    <a:pt x="176695" y="7696"/>
                  </a:lnTo>
                  <a:lnTo>
                    <a:pt x="176771" y="2755"/>
                  </a:lnTo>
                  <a:close/>
                </a:path>
                <a:path w="889635" h="19050">
                  <a:moveTo>
                    <a:pt x="195046" y="3035"/>
                  </a:moveTo>
                  <a:lnTo>
                    <a:pt x="182778" y="2844"/>
                  </a:lnTo>
                  <a:lnTo>
                    <a:pt x="182702" y="7785"/>
                  </a:lnTo>
                  <a:lnTo>
                    <a:pt x="194970" y="7975"/>
                  </a:lnTo>
                  <a:lnTo>
                    <a:pt x="195046" y="3035"/>
                  </a:lnTo>
                  <a:close/>
                </a:path>
                <a:path w="889635" h="19050">
                  <a:moveTo>
                    <a:pt x="213309" y="3314"/>
                  </a:moveTo>
                  <a:lnTo>
                    <a:pt x="201053" y="3124"/>
                  </a:lnTo>
                  <a:lnTo>
                    <a:pt x="200977" y="8064"/>
                  </a:lnTo>
                  <a:lnTo>
                    <a:pt x="213233" y="8255"/>
                  </a:lnTo>
                  <a:lnTo>
                    <a:pt x="213309" y="3314"/>
                  </a:lnTo>
                  <a:close/>
                </a:path>
                <a:path w="889635" h="19050">
                  <a:moveTo>
                    <a:pt x="231584" y="3606"/>
                  </a:moveTo>
                  <a:lnTo>
                    <a:pt x="219329" y="3416"/>
                  </a:lnTo>
                  <a:lnTo>
                    <a:pt x="219252" y="8356"/>
                  </a:lnTo>
                  <a:lnTo>
                    <a:pt x="231508" y="8547"/>
                  </a:lnTo>
                  <a:lnTo>
                    <a:pt x="231584" y="3606"/>
                  </a:lnTo>
                  <a:close/>
                </a:path>
                <a:path w="889635" h="19050">
                  <a:moveTo>
                    <a:pt x="249847" y="3886"/>
                  </a:moveTo>
                  <a:lnTo>
                    <a:pt x="237591" y="3695"/>
                  </a:lnTo>
                  <a:lnTo>
                    <a:pt x="237515" y="8636"/>
                  </a:lnTo>
                  <a:lnTo>
                    <a:pt x="249770" y="8826"/>
                  </a:lnTo>
                  <a:lnTo>
                    <a:pt x="249847" y="3886"/>
                  </a:lnTo>
                  <a:close/>
                </a:path>
                <a:path w="889635" h="19050">
                  <a:moveTo>
                    <a:pt x="268122" y="4178"/>
                  </a:moveTo>
                  <a:lnTo>
                    <a:pt x="255854" y="3987"/>
                  </a:lnTo>
                  <a:lnTo>
                    <a:pt x="255790" y="8915"/>
                  </a:lnTo>
                  <a:lnTo>
                    <a:pt x="268046" y="9105"/>
                  </a:lnTo>
                  <a:lnTo>
                    <a:pt x="268122" y="4178"/>
                  </a:lnTo>
                  <a:close/>
                </a:path>
                <a:path w="889635" h="19050">
                  <a:moveTo>
                    <a:pt x="286397" y="4457"/>
                  </a:moveTo>
                  <a:lnTo>
                    <a:pt x="274129" y="4267"/>
                  </a:lnTo>
                  <a:lnTo>
                    <a:pt x="274053" y="9207"/>
                  </a:lnTo>
                  <a:lnTo>
                    <a:pt x="286321" y="9398"/>
                  </a:lnTo>
                  <a:lnTo>
                    <a:pt x="286397" y="4457"/>
                  </a:lnTo>
                  <a:close/>
                </a:path>
                <a:path w="889635" h="19050">
                  <a:moveTo>
                    <a:pt x="304660" y="4749"/>
                  </a:moveTo>
                  <a:lnTo>
                    <a:pt x="292392" y="4546"/>
                  </a:lnTo>
                  <a:lnTo>
                    <a:pt x="292328" y="9486"/>
                  </a:lnTo>
                  <a:lnTo>
                    <a:pt x="304584" y="9677"/>
                  </a:lnTo>
                  <a:lnTo>
                    <a:pt x="304660" y="4749"/>
                  </a:lnTo>
                  <a:close/>
                </a:path>
                <a:path w="889635" h="19050">
                  <a:moveTo>
                    <a:pt x="322935" y="5029"/>
                  </a:moveTo>
                  <a:lnTo>
                    <a:pt x="310667" y="4838"/>
                  </a:lnTo>
                  <a:lnTo>
                    <a:pt x="310591" y="9779"/>
                  </a:lnTo>
                  <a:lnTo>
                    <a:pt x="322859" y="9969"/>
                  </a:lnTo>
                  <a:lnTo>
                    <a:pt x="322935" y="5029"/>
                  </a:lnTo>
                  <a:close/>
                </a:path>
                <a:path w="889635" h="19050">
                  <a:moveTo>
                    <a:pt x="341210" y="5308"/>
                  </a:moveTo>
                  <a:lnTo>
                    <a:pt x="328942" y="5118"/>
                  </a:lnTo>
                  <a:lnTo>
                    <a:pt x="328866" y="10058"/>
                  </a:lnTo>
                  <a:lnTo>
                    <a:pt x="341134" y="10248"/>
                  </a:lnTo>
                  <a:lnTo>
                    <a:pt x="341210" y="5308"/>
                  </a:lnTo>
                  <a:close/>
                </a:path>
                <a:path w="889635" h="19050">
                  <a:moveTo>
                    <a:pt x="359473" y="5600"/>
                  </a:moveTo>
                  <a:lnTo>
                    <a:pt x="347218" y="5410"/>
                  </a:lnTo>
                  <a:lnTo>
                    <a:pt x="347141" y="10350"/>
                  </a:lnTo>
                  <a:lnTo>
                    <a:pt x="359410" y="10541"/>
                  </a:lnTo>
                  <a:lnTo>
                    <a:pt x="359473" y="5600"/>
                  </a:lnTo>
                  <a:close/>
                </a:path>
                <a:path w="889635" h="19050">
                  <a:moveTo>
                    <a:pt x="377748" y="5880"/>
                  </a:moveTo>
                  <a:lnTo>
                    <a:pt x="365480" y="5689"/>
                  </a:lnTo>
                  <a:lnTo>
                    <a:pt x="365404" y="10629"/>
                  </a:lnTo>
                  <a:lnTo>
                    <a:pt x="377672" y="10820"/>
                  </a:lnTo>
                  <a:lnTo>
                    <a:pt x="377748" y="5880"/>
                  </a:lnTo>
                  <a:close/>
                </a:path>
                <a:path w="889635" h="19050">
                  <a:moveTo>
                    <a:pt x="396011" y="6172"/>
                  </a:moveTo>
                  <a:lnTo>
                    <a:pt x="383755" y="5969"/>
                  </a:lnTo>
                  <a:lnTo>
                    <a:pt x="383679" y="10909"/>
                  </a:lnTo>
                  <a:lnTo>
                    <a:pt x="395947" y="11099"/>
                  </a:lnTo>
                  <a:lnTo>
                    <a:pt x="396011" y="6172"/>
                  </a:lnTo>
                  <a:close/>
                </a:path>
                <a:path w="889635" h="19050">
                  <a:moveTo>
                    <a:pt x="414286" y="6451"/>
                  </a:moveTo>
                  <a:lnTo>
                    <a:pt x="402018" y="6261"/>
                  </a:lnTo>
                  <a:lnTo>
                    <a:pt x="401942" y="11201"/>
                  </a:lnTo>
                  <a:lnTo>
                    <a:pt x="414210" y="11391"/>
                  </a:lnTo>
                  <a:lnTo>
                    <a:pt x="414286" y="6451"/>
                  </a:lnTo>
                  <a:close/>
                </a:path>
                <a:path w="889635" h="19050">
                  <a:moveTo>
                    <a:pt x="432562" y="6743"/>
                  </a:moveTo>
                  <a:lnTo>
                    <a:pt x="420293" y="6540"/>
                  </a:lnTo>
                  <a:lnTo>
                    <a:pt x="420217" y="11480"/>
                  </a:lnTo>
                  <a:lnTo>
                    <a:pt x="432485" y="11671"/>
                  </a:lnTo>
                  <a:lnTo>
                    <a:pt x="432562" y="6743"/>
                  </a:lnTo>
                  <a:close/>
                </a:path>
                <a:path w="889635" h="19050">
                  <a:moveTo>
                    <a:pt x="450824" y="7023"/>
                  </a:moveTo>
                  <a:lnTo>
                    <a:pt x="438569" y="6832"/>
                  </a:lnTo>
                  <a:lnTo>
                    <a:pt x="438492" y="11772"/>
                  </a:lnTo>
                  <a:lnTo>
                    <a:pt x="450761" y="11963"/>
                  </a:lnTo>
                  <a:lnTo>
                    <a:pt x="450824" y="7023"/>
                  </a:lnTo>
                  <a:close/>
                </a:path>
                <a:path w="889635" h="19050">
                  <a:moveTo>
                    <a:pt x="469099" y="7302"/>
                  </a:moveTo>
                  <a:lnTo>
                    <a:pt x="456831" y="7112"/>
                  </a:lnTo>
                  <a:lnTo>
                    <a:pt x="456755" y="12052"/>
                  </a:lnTo>
                  <a:lnTo>
                    <a:pt x="469023" y="12242"/>
                  </a:lnTo>
                  <a:lnTo>
                    <a:pt x="469099" y="7302"/>
                  </a:lnTo>
                  <a:close/>
                </a:path>
                <a:path w="889635" h="19050">
                  <a:moveTo>
                    <a:pt x="487375" y="7594"/>
                  </a:moveTo>
                  <a:lnTo>
                    <a:pt x="475107" y="7404"/>
                  </a:lnTo>
                  <a:lnTo>
                    <a:pt x="475030" y="12344"/>
                  </a:lnTo>
                  <a:lnTo>
                    <a:pt x="487299" y="12534"/>
                  </a:lnTo>
                  <a:lnTo>
                    <a:pt x="487375" y="7594"/>
                  </a:lnTo>
                  <a:close/>
                </a:path>
                <a:path w="889635" h="19050">
                  <a:moveTo>
                    <a:pt x="505637" y="7874"/>
                  </a:moveTo>
                  <a:lnTo>
                    <a:pt x="493369" y="7683"/>
                  </a:lnTo>
                  <a:lnTo>
                    <a:pt x="493293" y="12623"/>
                  </a:lnTo>
                  <a:lnTo>
                    <a:pt x="505561" y="12814"/>
                  </a:lnTo>
                  <a:lnTo>
                    <a:pt x="505637" y="7874"/>
                  </a:lnTo>
                  <a:close/>
                </a:path>
                <a:path w="889635" h="19050">
                  <a:moveTo>
                    <a:pt x="523913" y="8166"/>
                  </a:moveTo>
                  <a:lnTo>
                    <a:pt x="511644" y="7962"/>
                  </a:lnTo>
                  <a:lnTo>
                    <a:pt x="511568" y="12903"/>
                  </a:lnTo>
                  <a:lnTo>
                    <a:pt x="523836" y="13093"/>
                  </a:lnTo>
                  <a:lnTo>
                    <a:pt x="523913" y="8166"/>
                  </a:lnTo>
                  <a:close/>
                </a:path>
                <a:path w="889635" h="19050">
                  <a:moveTo>
                    <a:pt x="542175" y="8445"/>
                  </a:moveTo>
                  <a:lnTo>
                    <a:pt x="529920" y="8255"/>
                  </a:lnTo>
                  <a:lnTo>
                    <a:pt x="529844" y="13195"/>
                  </a:lnTo>
                  <a:lnTo>
                    <a:pt x="542112" y="13385"/>
                  </a:lnTo>
                  <a:lnTo>
                    <a:pt x="542175" y="8445"/>
                  </a:lnTo>
                  <a:close/>
                </a:path>
                <a:path w="889635" h="19050">
                  <a:moveTo>
                    <a:pt x="560451" y="8737"/>
                  </a:moveTo>
                  <a:lnTo>
                    <a:pt x="548182" y="8534"/>
                  </a:lnTo>
                  <a:lnTo>
                    <a:pt x="548106" y="13474"/>
                  </a:lnTo>
                  <a:lnTo>
                    <a:pt x="560374" y="13665"/>
                  </a:lnTo>
                  <a:lnTo>
                    <a:pt x="560451" y="8737"/>
                  </a:lnTo>
                  <a:close/>
                </a:path>
                <a:path w="889635" h="19050">
                  <a:moveTo>
                    <a:pt x="578713" y="9017"/>
                  </a:moveTo>
                  <a:lnTo>
                    <a:pt x="566458" y="8813"/>
                  </a:lnTo>
                  <a:lnTo>
                    <a:pt x="566381" y="13766"/>
                  </a:lnTo>
                  <a:lnTo>
                    <a:pt x="578637" y="13957"/>
                  </a:lnTo>
                  <a:lnTo>
                    <a:pt x="578713" y="9017"/>
                  </a:lnTo>
                  <a:close/>
                </a:path>
                <a:path w="889635" h="19050">
                  <a:moveTo>
                    <a:pt x="596988" y="9296"/>
                  </a:moveTo>
                  <a:lnTo>
                    <a:pt x="584733" y="9105"/>
                  </a:lnTo>
                  <a:lnTo>
                    <a:pt x="584644" y="14046"/>
                  </a:lnTo>
                  <a:lnTo>
                    <a:pt x="596912" y="14236"/>
                  </a:lnTo>
                  <a:lnTo>
                    <a:pt x="596988" y="9296"/>
                  </a:lnTo>
                  <a:close/>
                </a:path>
                <a:path w="889635" h="19050">
                  <a:moveTo>
                    <a:pt x="615264" y="9588"/>
                  </a:moveTo>
                  <a:lnTo>
                    <a:pt x="603008" y="9385"/>
                  </a:lnTo>
                  <a:lnTo>
                    <a:pt x="602919" y="14338"/>
                  </a:lnTo>
                  <a:lnTo>
                    <a:pt x="615188" y="14528"/>
                  </a:lnTo>
                  <a:lnTo>
                    <a:pt x="615264" y="9588"/>
                  </a:lnTo>
                  <a:close/>
                </a:path>
                <a:path w="889635" h="19050">
                  <a:moveTo>
                    <a:pt x="633526" y="9867"/>
                  </a:moveTo>
                  <a:lnTo>
                    <a:pt x="621271" y="9677"/>
                  </a:lnTo>
                  <a:lnTo>
                    <a:pt x="621195" y="14617"/>
                  </a:lnTo>
                  <a:lnTo>
                    <a:pt x="633450" y="14808"/>
                  </a:lnTo>
                  <a:lnTo>
                    <a:pt x="633526" y="9867"/>
                  </a:lnTo>
                  <a:close/>
                </a:path>
                <a:path w="889635" h="19050">
                  <a:moveTo>
                    <a:pt x="651802" y="10160"/>
                  </a:moveTo>
                  <a:lnTo>
                    <a:pt x="639533" y="9956"/>
                  </a:lnTo>
                  <a:lnTo>
                    <a:pt x="639470" y="14897"/>
                  </a:lnTo>
                  <a:lnTo>
                    <a:pt x="651725" y="15087"/>
                  </a:lnTo>
                  <a:lnTo>
                    <a:pt x="651802" y="10160"/>
                  </a:lnTo>
                  <a:close/>
                </a:path>
                <a:path w="889635" h="19050">
                  <a:moveTo>
                    <a:pt x="670077" y="10439"/>
                  </a:moveTo>
                  <a:lnTo>
                    <a:pt x="657809" y="10236"/>
                  </a:lnTo>
                  <a:lnTo>
                    <a:pt x="657733" y="15189"/>
                  </a:lnTo>
                  <a:lnTo>
                    <a:pt x="670001" y="15379"/>
                  </a:lnTo>
                  <a:lnTo>
                    <a:pt x="670077" y="10439"/>
                  </a:lnTo>
                  <a:close/>
                </a:path>
                <a:path w="889635" h="19050">
                  <a:moveTo>
                    <a:pt x="688340" y="10731"/>
                  </a:moveTo>
                  <a:lnTo>
                    <a:pt x="676071" y="10528"/>
                  </a:lnTo>
                  <a:lnTo>
                    <a:pt x="676008" y="15468"/>
                  </a:lnTo>
                  <a:lnTo>
                    <a:pt x="688263" y="15659"/>
                  </a:lnTo>
                  <a:lnTo>
                    <a:pt x="688340" y="10731"/>
                  </a:lnTo>
                  <a:close/>
                </a:path>
                <a:path w="889635" h="19050">
                  <a:moveTo>
                    <a:pt x="706615" y="11010"/>
                  </a:moveTo>
                  <a:lnTo>
                    <a:pt x="694359" y="10807"/>
                  </a:lnTo>
                  <a:lnTo>
                    <a:pt x="694270" y="15760"/>
                  </a:lnTo>
                  <a:lnTo>
                    <a:pt x="706539" y="15951"/>
                  </a:lnTo>
                  <a:lnTo>
                    <a:pt x="706615" y="11010"/>
                  </a:lnTo>
                  <a:close/>
                </a:path>
                <a:path w="889635" h="19050">
                  <a:moveTo>
                    <a:pt x="724877" y="11290"/>
                  </a:moveTo>
                  <a:lnTo>
                    <a:pt x="712609" y="11087"/>
                  </a:lnTo>
                  <a:lnTo>
                    <a:pt x="712546" y="16040"/>
                  </a:lnTo>
                  <a:lnTo>
                    <a:pt x="724801" y="16230"/>
                  </a:lnTo>
                  <a:lnTo>
                    <a:pt x="724877" y="11290"/>
                  </a:lnTo>
                  <a:close/>
                </a:path>
                <a:path w="889635" h="19050">
                  <a:moveTo>
                    <a:pt x="743153" y="11582"/>
                  </a:moveTo>
                  <a:lnTo>
                    <a:pt x="730885" y="11379"/>
                  </a:lnTo>
                  <a:lnTo>
                    <a:pt x="730821" y="16332"/>
                  </a:lnTo>
                  <a:lnTo>
                    <a:pt x="743077" y="16522"/>
                  </a:lnTo>
                  <a:lnTo>
                    <a:pt x="743153" y="11582"/>
                  </a:lnTo>
                  <a:close/>
                </a:path>
                <a:path w="889635" h="19050">
                  <a:moveTo>
                    <a:pt x="761428" y="11861"/>
                  </a:moveTo>
                  <a:lnTo>
                    <a:pt x="749160" y="11658"/>
                  </a:lnTo>
                  <a:lnTo>
                    <a:pt x="749084" y="16611"/>
                  </a:lnTo>
                  <a:lnTo>
                    <a:pt x="761352" y="16802"/>
                  </a:lnTo>
                  <a:lnTo>
                    <a:pt x="761428" y="11861"/>
                  </a:lnTo>
                  <a:close/>
                </a:path>
                <a:path w="889635" h="19050">
                  <a:moveTo>
                    <a:pt x="779691" y="12153"/>
                  </a:moveTo>
                  <a:lnTo>
                    <a:pt x="767435" y="11950"/>
                  </a:lnTo>
                  <a:lnTo>
                    <a:pt x="767346" y="16891"/>
                  </a:lnTo>
                  <a:lnTo>
                    <a:pt x="779627" y="17081"/>
                  </a:lnTo>
                  <a:lnTo>
                    <a:pt x="779691" y="12153"/>
                  </a:lnTo>
                  <a:close/>
                </a:path>
                <a:path w="889635" h="19050">
                  <a:moveTo>
                    <a:pt x="797966" y="12433"/>
                  </a:moveTo>
                  <a:lnTo>
                    <a:pt x="785698" y="12230"/>
                  </a:lnTo>
                  <a:lnTo>
                    <a:pt x="785622" y="17183"/>
                  </a:lnTo>
                  <a:lnTo>
                    <a:pt x="797890" y="17373"/>
                  </a:lnTo>
                  <a:lnTo>
                    <a:pt x="797966" y="12433"/>
                  </a:lnTo>
                  <a:close/>
                </a:path>
                <a:path w="889635" h="19050">
                  <a:moveTo>
                    <a:pt x="816241" y="12725"/>
                  </a:moveTo>
                  <a:lnTo>
                    <a:pt x="803973" y="12522"/>
                  </a:lnTo>
                  <a:lnTo>
                    <a:pt x="803884" y="17462"/>
                  </a:lnTo>
                  <a:lnTo>
                    <a:pt x="816165" y="17653"/>
                  </a:lnTo>
                  <a:lnTo>
                    <a:pt x="816241" y="12725"/>
                  </a:lnTo>
                  <a:close/>
                </a:path>
                <a:path w="889635" h="19050">
                  <a:moveTo>
                    <a:pt x="834504" y="13004"/>
                  </a:moveTo>
                  <a:lnTo>
                    <a:pt x="822248" y="12801"/>
                  </a:lnTo>
                  <a:lnTo>
                    <a:pt x="822159" y="17754"/>
                  </a:lnTo>
                  <a:lnTo>
                    <a:pt x="834428" y="17945"/>
                  </a:lnTo>
                  <a:lnTo>
                    <a:pt x="834504" y="13004"/>
                  </a:lnTo>
                  <a:close/>
                </a:path>
                <a:path w="889635" h="19050">
                  <a:moveTo>
                    <a:pt x="852779" y="13284"/>
                  </a:moveTo>
                  <a:lnTo>
                    <a:pt x="840511" y="13093"/>
                  </a:lnTo>
                  <a:lnTo>
                    <a:pt x="840435" y="18034"/>
                  </a:lnTo>
                  <a:lnTo>
                    <a:pt x="852703" y="18224"/>
                  </a:lnTo>
                  <a:lnTo>
                    <a:pt x="852779" y="13284"/>
                  </a:lnTo>
                  <a:close/>
                </a:path>
                <a:path w="889635" h="19050">
                  <a:moveTo>
                    <a:pt x="871042" y="13576"/>
                  </a:moveTo>
                  <a:lnTo>
                    <a:pt x="858786" y="13373"/>
                  </a:lnTo>
                  <a:lnTo>
                    <a:pt x="858710" y="18326"/>
                  </a:lnTo>
                  <a:lnTo>
                    <a:pt x="870978" y="18516"/>
                  </a:lnTo>
                  <a:lnTo>
                    <a:pt x="871042" y="13576"/>
                  </a:lnTo>
                  <a:close/>
                </a:path>
                <a:path w="889635" h="19050">
                  <a:moveTo>
                    <a:pt x="889304" y="13855"/>
                  </a:moveTo>
                  <a:lnTo>
                    <a:pt x="877062" y="13652"/>
                  </a:lnTo>
                  <a:lnTo>
                    <a:pt x="876973" y="18605"/>
                  </a:lnTo>
                  <a:lnTo>
                    <a:pt x="889241" y="18796"/>
                  </a:lnTo>
                  <a:lnTo>
                    <a:pt x="889304" y="13855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048518" y="1158197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37026" y="0"/>
                  </a:moveTo>
                  <a:lnTo>
                    <a:pt x="22614" y="2909"/>
                  </a:lnTo>
                  <a:lnTo>
                    <a:pt x="10845" y="10844"/>
                  </a:lnTo>
                  <a:lnTo>
                    <a:pt x="2909" y="22613"/>
                  </a:lnTo>
                  <a:lnTo>
                    <a:pt x="0" y="37025"/>
                  </a:lnTo>
                  <a:lnTo>
                    <a:pt x="2909" y="51440"/>
                  </a:lnTo>
                  <a:lnTo>
                    <a:pt x="10845" y="63209"/>
                  </a:lnTo>
                  <a:lnTo>
                    <a:pt x="22614" y="71142"/>
                  </a:lnTo>
                  <a:lnTo>
                    <a:pt x="37026" y="74051"/>
                  </a:lnTo>
                  <a:lnTo>
                    <a:pt x="51437" y="71142"/>
                  </a:lnTo>
                  <a:lnTo>
                    <a:pt x="63206" y="63209"/>
                  </a:lnTo>
                  <a:lnTo>
                    <a:pt x="71141" y="51440"/>
                  </a:lnTo>
                  <a:lnTo>
                    <a:pt x="74051" y="37025"/>
                  </a:lnTo>
                  <a:lnTo>
                    <a:pt x="71141" y="22613"/>
                  </a:lnTo>
                  <a:lnTo>
                    <a:pt x="63206" y="10844"/>
                  </a:lnTo>
                  <a:lnTo>
                    <a:pt x="51437" y="2909"/>
                  </a:lnTo>
                  <a:lnTo>
                    <a:pt x="37026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048518" y="1158196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154137" y="1337935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154137" y="1337935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154132" y="137299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154132" y="137299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154132" y="1408726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454416" y="920216"/>
              <a:ext cx="751840" cy="141605"/>
            </a:xfrm>
            <a:custGeom>
              <a:avLst/>
              <a:gdLst/>
              <a:ahLst/>
              <a:cxnLst/>
              <a:rect l="l" t="t" r="r" b="b"/>
              <a:pathLst>
                <a:path w="751839" h="141605">
                  <a:moveTo>
                    <a:pt x="12636" y="1320"/>
                  </a:moveTo>
                  <a:lnTo>
                    <a:pt x="533" y="0"/>
                  </a:lnTo>
                  <a:lnTo>
                    <a:pt x="0" y="4914"/>
                  </a:lnTo>
                  <a:lnTo>
                    <a:pt x="12103" y="6235"/>
                  </a:lnTo>
                  <a:lnTo>
                    <a:pt x="12636" y="1320"/>
                  </a:lnTo>
                  <a:close/>
                </a:path>
                <a:path w="751839" h="141605">
                  <a:moveTo>
                    <a:pt x="30670" y="3289"/>
                  </a:moveTo>
                  <a:lnTo>
                    <a:pt x="18567" y="1968"/>
                  </a:lnTo>
                  <a:lnTo>
                    <a:pt x="18021" y="6883"/>
                  </a:lnTo>
                  <a:lnTo>
                    <a:pt x="30124" y="8204"/>
                  </a:lnTo>
                  <a:lnTo>
                    <a:pt x="30670" y="3289"/>
                  </a:lnTo>
                  <a:close/>
                </a:path>
                <a:path w="751839" h="141605">
                  <a:moveTo>
                    <a:pt x="48691" y="5257"/>
                  </a:moveTo>
                  <a:lnTo>
                    <a:pt x="36588" y="3937"/>
                  </a:lnTo>
                  <a:lnTo>
                    <a:pt x="36042" y="8851"/>
                  </a:lnTo>
                  <a:lnTo>
                    <a:pt x="48158" y="10160"/>
                  </a:lnTo>
                  <a:lnTo>
                    <a:pt x="48691" y="5257"/>
                  </a:lnTo>
                  <a:close/>
                </a:path>
                <a:path w="751839" h="141605">
                  <a:moveTo>
                    <a:pt x="66725" y="7226"/>
                  </a:moveTo>
                  <a:lnTo>
                    <a:pt x="54622" y="5892"/>
                  </a:lnTo>
                  <a:lnTo>
                    <a:pt x="54076" y="10820"/>
                  </a:lnTo>
                  <a:lnTo>
                    <a:pt x="66179" y="12128"/>
                  </a:lnTo>
                  <a:lnTo>
                    <a:pt x="66725" y="7226"/>
                  </a:lnTo>
                  <a:close/>
                </a:path>
                <a:path w="751839" h="141605">
                  <a:moveTo>
                    <a:pt x="84747" y="9194"/>
                  </a:moveTo>
                  <a:lnTo>
                    <a:pt x="72644" y="7861"/>
                  </a:lnTo>
                  <a:lnTo>
                    <a:pt x="72097" y="12776"/>
                  </a:lnTo>
                  <a:lnTo>
                    <a:pt x="84213" y="14097"/>
                  </a:lnTo>
                  <a:lnTo>
                    <a:pt x="84747" y="9194"/>
                  </a:lnTo>
                  <a:close/>
                </a:path>
                <a:path w="751839" h="141605">
                  <a:moveTo>
                    <a:pt x="102781" y="11163"/>
                  </a:moveTo>
                  <a:lnTo>
                    <a:pt x="90665" y="9829"/>
                  </a:lnTo>
                  <a:lnTo>
                    <a:pt x="90131" y="14744"/>
                  </a:lnTo>
                  <a:lnTo>
                    <a:pt x="102235" y="16065"/>
                  </a:lnTo>
                  <a:lnTo>
                    <a:pt x="102781" y="11163"/>
                  </a:lnTo>
                  <a:close/>
                </a:path>
                <a:path w="751839" h="141605">
                  <a:moveTo>
                    <a:pt x="120802" y="13119"/>
                  </a:moveTo>
                  <a:lnTo>
                    <a:pt x="108699" y="11798"/>
                  </a:lnTo>
                  <a:lnTo>
                    <a:pt x="108153" y="16713"/>
                  </a:lnTo>
                  <a:lnTo>
                    <a:pt x="120256" y="18034"/>
                  </a:lnTo>
                  <a:lnTo>
                    <a:pt x="120802" y="13119"/>
                  </a:lnTo>
                  <a:close/>
                </a:path>
                <a:path w="751839" h="141605">
                  <a:moveTo>
                    <a:pt x="138823" y="15087"/>
                  </a:moveTo>
                  <a:lnTo>
                    <a:pt x="126720" y="13766"/>
                  </a:lnTo>
                  <a:lnTo>
                    <a:pt x="126187" y="18681"/>
                  </a:lnTo>
                  <a:lnTo>
                    <a:pt x="138290" y="20002"/>
                  </a:lnTo>
                  <a:lnTo>
                    <a:pt x="138823" y="15087"/>
                  </a:lnTo>
                  <a:close/>
                </a:path>
                <a:path w="751839" h="141605">
                  <a:moveTo>
                    <a:pt x="145402" y="140169"/>
                  </a:moveTo>
                  <a:lnTo>
                    <a:pt x="145034" y="135242"/>
                  </a:lnTo>
                  <a:lnTo>
                    <a:pt x="133057" y="136131"/>
                  </a:lnTo>
                  <a:lnTo>
                    <a:pt x="133426" y="141071"/>
                  </a:lnTo>
                  <a:lnTo>
                    <a:pt x="145402" y="140169"/>
                  </a:lnTo>
                  <a:close/>
                </a:path>
                <a:path w="751839" h="141605">
                  <a:moveTo>
                    <a:pt x="156857" y="17056"/>
                  </a:moveTo>
                  <a:lnTo>
                    <a:pt x="144754" y="15722"/>
                  </a:lnTo>
                  <a:lnTo>
                    <a:pt x="144208" y="20637"/>
                  </a:lnTo>
                  <a:lnTo>
                    <a:pt x="156324" y="21958"/>
                  </a:lnTo>
                  <a:lnTo>
                    <a:pt x="156857" y="17056"/>
                  </a:lnTo>
                  <a:close/>
                </a:path>
                <a:path w="751839" h="141605">
                  <a:moveTo>
                    <a:pt x="162763" y="133896"/>
                  </a:moveTo>
                  <a:lnTo>
                    <a:pt x="150876" y="133896"/>
                  </a:lnTo>
                  <a:lnTo>
                    <a:pt x="150876" y="139738"/>
                  </a:lnTo>
                  <a:lnTo>
                    <a:pt x="162763" y="139738"/>
                  </a:lnTo>
                  <a:lnTo>
                    <a:pt x="162763" y="133896"/>
                  </a:lnTo>
                  <a:close/>
                </a:path>
                <a:path w="751839" h="141605">
                  <a:moveTo>
                    <a:pt x="174879" y="19011"/>
                  </a:moveTo>
                  <a:lnTo>
                    <a:pt x="162775" y="17691"/>
                  </a:lnTo>
                  <a:lnTo>
                    <a:pt x="162242" y="22606"/>
                  </a:lnTo>
                  <a:lnTo>
                    <a:pt x="174345" y="23926"/>
                  </a:lnTo>
                  <a:lnTo>
                    <a:pt x="174879" y="19011"/>
                  </a:lnTo>
                  <a:close/>
                </a:path>
                <a:path w="751839" h="141605">
                  <a:moveTo>
                    <a:pt x="192913" y="20980"/>
                  </a:moveTo>
                  <a:lnTo>
                    <a:pt x="180809" y="19659"/>
                  </a:lnTo>
                  <a:lnTo>
                    <a:pt x="180263" y="24561"/>
                  </a:lnTo>
                  <a:lnTo>
                    <a:pt x="192379" y="25895"/>
                  </a:lnTo>
                  <a:lnTo>
                    <a:pt x="192913" y="20980"/>
                  </a:lnTo>
                  <a:close/>
                </a:path>
                <a:path w="751839" h="141605">
                  <a:moveTo>
                    <a:pt x="210934" y="22948"/>
                  </a:moveTo>
                  <a:lnTo>
                    <a:pt x="198831" y="21628"/>
                  </a:lnTo>
                  <a:lnTo>
                    <a:pt x="198297" y="26530"/>
                  </a:lnTo>
                  <a:lnTo>
                    <a:pt x="210400" y="27863"/>
                  </a:lnTo>
                  <a:lnTo>
                    <a:pt x="210934" y="22948"/>
                  </a:lnTo>
                  <a:close/>
                </a:path>
                <a:path w="751839" h="141605">
                  <a:moveTo>
                    <a:pt x="228968" y="24917"/>
                  </a:moveTo>
                  <a:lnTo>
                    <a:pt x="216865" y="23596"/>
                  </a:lnTo>
                  <a:lnTo>
                    <a:pt x="216319" y="28498"/>
                  </a:lnTo>
                  <a:lnTo>
                    <a:pt x="228422" y="29832"/>
                  </a:lnTo>
                  <a:lnTo>
                    <a:pt x="228968" y="24917"/>
                  </a:lnTo>
                  <a:close/>
                </a:path>
                <a:path w="751839" h="141605">
                  <a:moveTo>
                    <a:pt x="234467" y="128549"/>
                  </a:moveTo>
                  <a:lnTo>
                    <a:pt x="223062" y="128549"/>
                  </a:lnTo>
                  <a:lnTo>
                    <a:pt x="223062" y="134378"/>
                  </a:lnTo>
                  <a:lnTo>
                    <a:pt x="234467" y="134378"/>
                  </a:lnTo>
                  <a:lnTo>
                    <a:pt x="234467" y="128549"/>
                  </a:lnTo>
                  <a:close/>
                </a:path>
                <a:path w="751839" h="141605">
                  <a:moveTo>
                    <a:pt x="246989" y="26873"/>
                  </a:moveTo>
                  <a:lnTo>
                    <a:pt x="234886" y="25552"/>
                  </a:lnTo>
                  <a:lnTo>
                    <a:pt x="234340" y="30467"/>
                  </a:lnTo>
                  <a:lnTo>
                    <a:pt x="246456" y="31788"/>
                  </a:lnTo>
                  <a:lnTo>
                    <a:pt x="246989" y="26873"/>
                  </a:lnTo>
                  <a:close/>
                </a:path>
                <a:path w="751839" h="141605">
                  <a:moveTo>
                    <a:pt x="252285" y="132143"/>
                  </a:moveTo>
                  <a:lnTo>
                    <a:pt x="251904" y="127215"/>
                  </a:lnTo>
                  <a:lnTo>
                    <a:pt x="239953" y="128104"/>
                  </a:lnTo>
                  <a:lnTo>
                    <a:pt x="240322" y="133045"/>
                  </a:lnTo>
                  <a:lnTo>
                    <a:pt x="252285" y="132143"/>
                  </a:lnTo>
                  <a:close/>
                </a:path>
                <a:path w="751839" h="141605">
                  <a:moveTo>
                    <a:pt x="265023" y="28841"/>
                  </a:moveTo>
                  <a:lnTo>
                    <a:pt x="252907" y="27520"/>
                  </a:lnTo>
                  <a:lnTo>
                    <a:pt x="252374" y="32435"/>
                  </a:lnTo>
                  <a:lnTo>
                    <a:pt x="264477" y="33756"/>
                  </a:lnTo>
                  <a:lnTo>
                    <a:pt x="265023" y="28841"/>
                  </a:lnTo>
                  <a:close/>
                </a:path>
                <a:path w="751839" h="141605">
                  <a:moveTo>
                    <a:pt x="270103" y="130810"/>
                  </a:moveTo>
                  <a:lnTo>
                    <a:pt x="269735" y="125882"/>
                  </a:lnTo>
                  <a:lnTo>
                    <a:pt x="257759" y="126771"/>
                  </a:lnTo>
                  <a:lnTo>
                    <a:pt x="258140" y="131711"/>
                  </a:lnTo>
                  <a:lnTo>
                    <a:pt x="270103" y="130810"/>
                  </a:lnTo>
                  <a:close/>
                </a:path>
                <a:path w="751839" h="141605">
                  <a:moveTo>
                    <a:pt x="283044" y="30810"/>
                  </a:moveTo>
                  <a:lnTo>
                    <a:pt x="270941" y="29489"/>
                  </a:lnTo>
                  <a:lnTo>
                    <a:pt x="270395" y="34404"/>
                  </a:lnTo>
                  <a:lnTo>
                    <a:pt x="282511" y="35725"/>
                  </a:lnTo>
                  <a:lnTo>
                    <a:pt x="283044" y="30810"/>
                  </a:lnTo>
                  <a:close/>
                </a:path>
                <a:path w="751839" h="141605">
                  <a:moveTo>
                    <a:pt x="287909" y="129463"/>
                  </a:moveTo>
                  <a:lnTo>
                    <a:pt x="287540" y="124536"/>
                  </a:lnTo>
                  <a:lnTo>
                    <a:pt x="275590" y="125425"/>
                  </a:lnTo>
                  <a:lnTo>
                    <a:pt x="275958" y="130365"/>
                  </a:lnTo>
                  <a:lnTo>
                    <a:pt x="287909" y="129463"/>
                  </a:lnTo>
                  <a:close/>
                </a:path>
                <a:path w="751839" h="141605">
                  <a:moveTo>
                    <a:pt x="301078" y="32778"/>
                  </a:moveTo>
                  <a:lnTo>
                    <a:pt x="288963" y="31457"/>
                  </a:lnTo>
                  <a:lnTo>
                    <a:pt x="288429" y="36360"/>
                  </a:lnTo>
                  <a:lnTo>
                    <a:pt x="300532" y="37693"/>
                  </a:lnTo>
                  <a:lnTo>
                    <a:pt x="301078" y="32778"/>
                  </a:lnTo>
                  <a:close/>
                </a:path>
                <a:path w="751839" h="141605">
                  <a:moveTo>
                    <a:pt x="305727" y="128130"/>
                  </a:moveTo>
                  <a:lnTo>
                    <a:pt x="305358" y="123202"/>
                  </a:lnTo>
                  <a:lnTo>
                    <a:pt x="293395" y="124091"/>
                  </a:lnTo>
                  <a:lnTo>
                    <a:pt x="293763" y="129032"/>
                  </a:lnTo>
                  <a:lnTo>
                    <a:pt x="305727" y="128130"/>
                  </a:lnTo>
                  <a:close/>
                </a:path>
                <a:path w="751839" h="141605">
                  <a:moveTo>
                    <a:pt x="319100" y="34734"/>
                  </a:moveTo>
                  <a:lnTo>
                    <a:pt x="306997" y="33426"/>
                  </a:lnTo>
                  <a:lnTo>
                    <a:pt x="306463" y="38328"/>
                  </a:lnTo>
                  <a:lnTo>
                    <a:pt x="318554" y="39662"/>
                  </a:lnTo>
                  <a:lnTo>
                    <a:pt x="319100" y="34734"/>
                  </a:lnTo>
                  <a:close/>
                </a:path>
                <a:path w="751839" h="141605">
                  <a:moveTo>
                    <a:pt x="323545" y="126796"/>
                  </a:moveTo>
                  <a:lnTo>
                    <a:pt x="323176" y="121869"/>
                  </a:lnTo>
                  <a:lnTo>
                    <a:pt x="311213" y="122758"/>
                  </a:lnTo>
                  <a:lnTo>
                    <a:pt x="311581" y="127698"/>
                  </a:lnTo>
                  <a:lnTo>
                    <a:pt x="323545" y="126796"/>
                  </a:lnTo>
                  <a:close/>
                </a:path>
                <a:path w="751839" h="141605">
                  <a:moveTo>
                    <a:pt x="337121" y="36703"/>
                  </a:moveTo>
                  <a:lnTo>
                    <a:pt x="325018" y="35382"/>
                  </a:lnTo>
                  <a:lnTo>
                    <a:pt x="324485" y="40297"/>
                  </a:lnTo>
                  <a:lnTo>
                    <a:pt x="336588" y="41617"/>
                  </a:lnTo>
                  <a:lnTo>
                    <a:pt x="337121" y="36703"/>
                  </a:lnTo>
                  <a:close/>
                </a:path>
                <a:path w="751839" h="141605">
                  <a:moveTo>
                    <a:pt x="341363" y="125450"/>
                  </a:moveTo>
                  <a:lnTo>
                    <a:pt x="340982" y="120523"/>
                  </a:lnTo>
                  <a:lnTo>
                    <a:pt x="329031" y="121412"/>
                  </a:lnTo>
                  <a:lnTo>
                    <a:pt x="329399" y="126352"/>
                  </a:lnTo>
                  <a:lnTo>
                    <a:pt x="341363" y="125450"/>
                  </a:lnTo>
                  <a:close/>
                </a:path>
                <a:path w="751839" h="141605">
                  <a:moveTo>
                    <a:pt x="355155" y="38671"/>
                  </a:moveTo>
                  <a:lnTo>
                    <a:pt x="343052" y="37350"/>
                  </a:lnTo>
                  <a:lnTo>
                    <a:pt x="342506" y="42265"/>
                  </a:lnTo>
                  <a:lnTo>
                    <a:pt x="354622" y="43586"/>
                  </a:lnTo>
                  <a:lnTo>
                    <a:pt x="355155" y="38671"/>
                  </a:lnTo>
                  <a:close/>
                </a:path>
                <a:path w="751839" h="141605">
                  <a:moveTo>
                    <a:pt x="359168" y="124117"/>
                  </a:moveTo>
                  <a:lnTo>
                    <a:pt x="358800" y="119189"/>
                  </a:lnTo>
                  <a:lnTo>
                    <a:pt x="346849" y="120078"/>
                  </a:lnTo>
                  <a:lnTo>
                    <a:pt x="347218" y="125018"/>
                  </a:lnTo>
                  <a:lnTo>
                    <a:pt x="359168" y="124117"/>
                  </a:lnTo>
                  <a:close/>
                </a:path>
                <a:path w="751839" h="141605">
                  <a:moveTo>
                    <a:pt x="373176" y="40640"/>
                  </a:moveTo>
                  <a:lnTo>
                    <a:pt x="361073" y="39319"/>
                  </a:lnTo>
                  <a:lnTo>
                    <a:pt x="360540" y="44234"/>
                  </a:lnTo>
                  <a:lnTo>
                    <a:pt x="372643" y="45554"/>
                  </a:lnTo>
                  <a:lnTo>
                    <a:pt x="373176" y="40640"/>
                  </a:lnTo>
                  <a:close/>
                </a:path>
                <a:path w="751839" h="141605">
                  <a:moveTo>
                    <a:pt x="376986" y="122783"/>
                  </a:moveTo>
                  <a:lnTo>
                    <a:pt x="376618" y="117856"/>
                  </a:lnTo>
                  <a:lnTo>
                    <a:pt x="364655" y="118745"/>
                  </a:lnTo>
                  <a:lnTo>
                    <a:pt x="365023" y="123685"/>
                  </a:lnTo>
                  <a:lnTo>
                    <a:pt x="376986" y="122783"/>
                  </a:lnTo>
                  <a:close/>
                </a:path>
                <a:path w="751839" h="141605">
                  <a:moveTo>
                    <a:pt x="391210" y="42608"/>
                  </a:moveTo>
                  <a:lnTo>
                    <a:pt x="379107" y="41287"/>
                  </a:lnTo>
                  <a:lnTo>
                    <a:pt x="378561" y="46189"/>
                  </a:lnTo>
                  <a:lnTo>
                    <a:pt x="390677" y="47523"/>
                  </a:lnTo>
                  <a:lnTo>
                    <a:pt x="391210" y="42608"/>
                  </a:lnTo>
                  <a:close/>
                </a:path>
                <a:path w="751839" h="141605">
                  <a:moveTo>
                    <a:pt x="394804" y="121437"/>
                  </a:moveTo>
                  <a:lnTo>
                    <a:pt x="394436" y="116509"/>
                  </a:lnTo>
                  <a:lnTo>
                    <a:pt x="382473" y="117398"/>
                  </a:lnTo>
                  <a:lnTo>
                    <a:pt x="382841" y="122339"/>
                  </a:lnTo>
                  <a:lnTo>
                    <a:pt x="394804" y="121437"/>
                  </a:lnTo>
                  <a:close/>
                </a:path>
                <a:path w="751839" h="141605">
                  <a:moveTo>
                    <a:pt x="409232" y="44564"/>
                  </a:moveTo>
                  <a:lnTo>
                    <a:pt x="397129" y="43256"/>
                  </a:lnTo>
                  <a:lnTo>
                    <a:pt x="396582" y="48158"/>
                  </a:lnTo>
                  <a:lnTo>
                    <a:pt x="408698" y="49491"/>
                  </a:lnTo>
                  <a:lnTo>
                    <a:pt x="409232" y="44564"/>
                  </a:lnTo>
                  <a:close/>
                </a:path>
                <a:path w="751839" h="141605">
                  <a:moveTo>
                    <a:pt x="412623" y="120103"/>
                  </a:moveTo>
                  <a:lnTo>
                    <a:pt x="412242" y="115176"/>
                  </a:lnTo>
                  <a:lnTo>
                    <a:pt x="400291" y="116065"/>
                  </a:lnTo>
                  <a:lnTo>
                    <a:pt x="400659" y="121005"/>
                  </a:lnTo>
                  <a:lnTo>
                    <a:pt x="412623" y="120103"/>
                  </a:lnTo>
                  <a:close/>
                </a:path>
                <a:path w="751839" h="141605">
                  <a:moveTo>
                    <a:pt x="427253" y="46532"/>
                  </a:moveTo>
                  <a:lnTo>
                    <a:pt x="415150" y="45212"/>
                  </a:lnTo>
                  <a:lnTo>
                    <a:pt x="414616" y="50126"/>
                  </a:lnTo>
                  <a:lnTo>
                    <a:pt x="426720" y="51447"/>
                  </a:lnTo>
                  <a:lnTo>
                    <a:pt x="427253" y="46532"/>
                  </a:lnTo>
                  <a:close/>
                </a:path>
                <a:path w="751839" h="141605">
                  <a:moveTo>
                    <a:pt x="430441" y="118770"/>
                  </a:moveTo>
                  <a:lnTo>
                    <a:pt x="430060" y="113842"/>
                  </a:lnTo>
                  <a:lnTo>
                    <a:pt x="418096" y="114731"/>
                  </a:lnTo>
                  <a:lnTo>
                    <a:pt x="418465" y="119672"/>
                  </a:lnTo>
                  <a:lnTo>
                    <a:pt x="430441" y="118770"/>
                  </a:lnTo>
                  <a:close/>
                </a:path>
                <a:path w="751839" h="141605">
                  <a:moveTo>
                    <a:pt x="445287" y="48501"/>
                  </a:moveTo>
                  <a:lnTo>
                    <a:pt x="433184" y="47180"/>
                  </a:lnTo>
                  <a:lnTo>
                    <a:pt x="432650" y="52095"/>
                  </a:lnTo>
                  <a:lnTo>
                    <a:pt x="444754" y="53416"/>
                  </a:lnTo>
                  <a:lnTo>
                    <a:pt x="445287" y="48501"/>
                  </a:lnTo>
                  <a:close/>
                </a:path>
                <a:path w="751839" h="141605">
                  <a:moveTo>
                    <a:pt x="448246" y="117424"/>
                  </a:moveTo>
                  <a:lnTo>
                    <a:pt x="447878" y="112496"/>
                  </a:lnTo>
                  <a:lnTo>
                    <a:pt x="435927" y="113385"/>
                  </a:lnTo>
                  <a:lnTo>
                    <a:pt x="436283" y="118325"/>
                  </a:lnTo>
                  <a:lnTo>
                    <a:pt x="448246" y="117424"/>
                  </a:lnTo>
                  <a:close/>
                </a:path>
                <a:path w="751839" h="141605">
                  <a:moveTo>
                    <a:pt x="463321" y="50469"/>
                  </a:moveTo>
                  <a:lnTo>
                    <a:pt x="451205" y="49136"/>
                  </a:lnTo>
                  <a:lnTo>
                    <a:pt x="450672" y="54051"/>
                  </a:lnTo>
                  <a:lnTo>
                    <a:pt x="462775" y="55384"/>
                  </a:lnTo>
                  <a:lnTo>
                    <a:pt x="463321" y="50469"/>
                  </a:lnTo>
                  <a:close/>
                </a:path>
                <a:path w="751839" h="141605">
                  <a:moveTo>
                    <a:pt x="466064" y="116090"/>
                  </a:moveTo>
                  <a:lnTo>
                    <a:pt x="465696" y="111163"/>
                  </a:lnTo>
                  <a:lnTo>
                    <a:pt x="453732" y="112052"/>
                  </a:lnTo>
                  <a:lnTo>
                    <a:pt x="454101" y="116992"/>
                  </a:lnTo>
                  <a:lnTo>
                    <a:pt x="466064" y="116090"/>
                  </a:lnTo>
                  <a:close/>
                </a:path>
                <a:path w="751839" h="141605">
                  <a:moveTo>
                    <a:pt x="481342" y="52438"/>
                  </a:moveTo>
                  <a:lnTo>
                    <a:pt x="469239" y="51117"/>
                  </a:lnTo>
                  <a:lnTo>
                    <a:pt x="468706" y="56019"/>
                  </a:lnTo>
                  <a:lnTo>
                    <a:pt x="480809" y="57353"/>
                  </a:lnTo>
                  <a:lnTo>
                    <a:pt x="481342" y="52438"/>
                  </a:lnTo>
                  <a:close/>
                </a:path>
                <a:path w="751839" h="141605">
                  <a:moveTo>
                    <a:pt x="483882" y="114757"/>
                  </a:moveTo>
                  <a:lnTo>
                    <a:pt x="483501" y="109829"/>
                  </a:lnTo>
                  <a:lnTo>
                    <a:pt x="471551" y="110718"/>
                  </a:lnTo>
                  <a:lnTo>
                    <a:pt x="471919" y="115658"/>
                  </a:lnTo>
                  <a:lnTo>
                    <a:pt x="483882" y="114757"/>
                  </a:lnTo>
                  <a:close/>
                </a:path>
                <a:path w="751839" h="141605">
                  <a:moveTo>
                    <a:pt x="499364" y="54394"/>
                  </a:moveTo>
                  <a:lnTo>
                    <a:pt x="487260" y="53073"/>
                  </a:lnTo>
                  <a:lnTo>
                    <a:pt x="486727" y="57988"/>
                  </a:lnTo>
                  <a:lnTo>
                    <a:pt x="498830" y="59321"/>
                  </a:lnTo>
                  <a:lnTo>
                    <a:pt x="499364" y="54394"/>
                  </a:lnTo>
                  <a:close/>
                </a:path>
                <a:path w="751839" h="141605">
                  <a:moveTo>
                    <a:pt x="501688" y="113411"/>
                  </a:moveTo>
                  <a:lnTo>
                    <a:pt x="501319" y="108483"/>
                  </a:lnTo>
                  <a:lnTo>
                    <a:pt x="489356" y="109372"/>
                  </a:lnTo>
                  <a:lnTo>
                    <a:pt x="489737" y="114312"/>
                  </a:lnTo>
                  <a:lnTo>
                    <a:pt x="501688" y="113411"/>
                  </a:lnTo>
                  <a:close/>
                </a:path>
                <a:path w="751839" h="141605">
                  <a:moveTo>
                    <a:pt x="517398" y="56362"/>
                  </a:moveTo>
                  <a:lnTo>
                    <a:pt x="505294" y="55041"/>
                  </a:lnTo>
                  <a:lnTo>
                    <a:pt x="504748" y="59956"/>
                  </a:lnTo>
                  <a:lnTo>
                    <a:pt x="516864" y="61277"/>
                  </a:lnTo>
                  <a:lnTo>
                    <a:pt x="517398" y="56362"/>
                  </a:lnTo>
                  <a:close/>
                </a:path>
                <a:path w="751839" h="141605">
                  <a:moveTo>
                    <a:pt x="519506" y="112077"/>
                  </a:moveTo>
                  <a:lnTo>
                    <a:pt x="519137" y="107149"/>
                  </a:lnTo>
                  <a:lnTo>
                    <a:pt x="507174" y="108038"/>
                  </a:lnTo>
                  <a:lnTo>
                    <a:pt x="507542" y="112979"/>
                  </a:lnTo>
                  <a:lnTo>
                    <a:pt x="519506" y="112077"/>
                  </a:lnTo>
                  <a:close/>
                </a:path>
                <a:path w="751839" h="141605">
                  <a:moveTo>
                    <a:pt x="535419" y="58331"/>
                  </a:moveTo>
                  <a:lnTo>
                    <a:pt x="523316" y="57010"/>
                  </a:lnTo>
                  <a:lnTo>
                    <a:pt x="522782" y="61925"/>
                  </a:lnTo>
                  <a:lnTo>
                    <a:pt x="534885" y="63246"/>
                  </a:lnTo>
                  <a:lnTo>
                    <a:pt x="535419" y="58331"/>
                  </a:lnTo>
                  <a:close/>
                </a:path>
                <a:path w="751839" h="141605">
                  <a:moveTo>
                    <a:pt x="537324" y="110744"/>
                  </a:moveTo>
                  <a:lnTo>
                    <a:pt x="536956" y="105816"/>
                  </a:lnTo>
                  <a:lnTo>
                    <a:pt x="524992" y="106705"/>
                  </a:lnTo>
                  <a:lnTo>
                    <a:pt x="525360" y="111645"/>
                  </a:lnTo>
                  <a:lnTo>
                    <a:pt x="537324" y="110744"/>
                  </a:lnTo>
                  <a:close/>
                </a:path>
                <a:path w="751839" h="141605">
                  <a:moveTo>
                    <a:pt x="553453" y="60299"/>
                  </a:moveTo>
                  <a:lnTo>
                    <a:pt x="541337" y="58966"/>
                  </a:lnTo>
                  <a:lnTo>
                    <a:pt x="540804" y="63881"/>
                  </a:lnTo>
                  <a:lnTo>
                    <a:pt x="552907" y="65214"/>
                  </a:lnTo>
                  <a:lnTo>
                    <a:pt x="553453" y="60299"/>
                  </a:lnTo>
                  <a:close/>
                </a:path>
                <a:path w="751839" h="141605">
                  <a:moveTo>
                    <a:pt x="555142" y="109397"/>
                  </a:moveTo>
                  <a:lnTo>
                    <a:pt x="554774" y="104470"/>
                  </a:lnTo>
                  <a:lnTo>
                    <a:pt x="542798" y="105359"/>
                  </a:lnTo>
                  <a:lnTo>
                    <a:pt x="543166" y="110299"/>
                  </a:lnTo>
                  <a:lnTo>
                    <a:pt x="555142" y="109397"/>
                  </a:lnTo>
                  <a:close/>
                </a:path>
                <a:path w="751839" h="141605">
                  <a:moveTo>
                    <a:pt x="571474" y="62268"/>
                  </a:moveTo>
                  <a:lnTo>
                    <a:pt x="559371" y="60934"/>
                  </a:lnTo>
                  <a:lnTo>
                    <a:pt x="558838" y="65849"/>
                  </a:lnTo>
                  <a:lnTo>
                    <a:pt x="570941" y="67183"/>
                  </a:lnTo>
                  <a:lnTo>
                    <a:pt x="571474" y="62268"/>
                  </a:lnTo>
                  <a:close/>
                </a:path>
                <a:path w="751839" h="141605">
                  <a:moveTo>
                    <a:pt x="572960" y="108064"/>
                  </a:moveTo>
                  <a:lnTo>
                    <a:pt x="572579" y="103136"/>
                  </a:lnTo>
                  <a:lnTo>
                    <a:pt x="560628" y="104025"/>
                  </a:lnTo>
                  <a:lnTo>
                    <a:pt x="560984" y="108966"/>
                  </a:lnTo>
                  <a:lnTo>
                    <a:pt x="572960" y="108064"/>
                  </a:lnTo>
                  <a:close/>
                </a:path>
                <a:path w="751839" h="141605">
                  <a:moveTo>
                    <a:pt x="589508" y="64223"/>
                  </a:moveTo>
                  <a:lnTo>
                    <a:pt x="577392" y="62903"/>
                  </a:lnTo>
                  <a:lnTo>
                    <a:pt x="576859" y="67818"/>
                  </a:lnTo>
                  <a:lnTo>
                    <a:pt x="588962" y="69151"/>
                  </a:lnTo>
                  <a:lnTo>
                    <a:pt x="589508" y="64223"/>
                  </a:lnTo>
                  <a:close/>
                </a:path>
                <a:path w="751839" h="141605">
                  <a:moveTo>
                    <a:pt x="590765" y="106730"/>
                  </a:moveTo>
                  <a:lnTo>
                    <a:pt x="590397" y="101803"/>
                  </a:lnTo>
                  <a:lnTo>
                    <a:pt x="578434" y="102692"/>
                  </a:lnTo>
                  <a:lnTo>
                    <a:pt x="578802" y="107619"/>
                  </a:lnTo>
                  <a:lnTo>
                    <a:pt x="590765" y="106730"/>
                  </a:lnTo>
                  <a:close/>
                </a:path>
                <a:path w="751839" h="141605">
                  <a:moveTo>
                    <a:pt x="607529" y="66192"/>
                  </a:moveTo>
                  <a:lnTo>
                    <a:pt x="595426" y="64871"/>
                  </a:lnTo>
                  <a:lnTo>
                    <a:pt x="594893" y="69786"/>
                  </a:lnTo>
                  <a:lnTo>
                    <a:pt x="606996" y="71107"/>
                  </a:lnTo>
                  <a:lnTo>
                    <a:pt x="607529" y="66192"/>
                  </a:lnTo>
                  <a:close/>
                </a:path>
                <a:path w="751839" h="141605">
                  <a:moveTo>
                    <a:pt x="608584" y="105384"/>
                  </a:moveTo>
                  <a:lnTo>
                    <a:pt x="608215" y="100457"/>
                  </a:lnTo>
                  <a:lnTo>
                    <a:pt x="596252" y="101346"/>
                  </a:lnTo>
                  <a:lnTo>
                    <a:pt x="596620" y="106286"/>
                  </a:lnTo>
                  <a:lnTo>
                    <a:pt x="608584" y="105384"/>
                  </a:lnTo>
                  <a:close/>
                </a:path>
                <a:path w="751839" h="141605">
                  <a:moveTo>
                    <a:pt x="625551" y="68160"/>
                  </a:moveTo>
                  <a:lnTo>
                    <a:pt x="613448" y="66840"/>
                  </a:lnTo>
                  <a:lnTo>
                    <a:pt x="612914" y="71755"/>
                  </a:lnTo>
                  <a:lnTo>
                    <a:pt x="625017" y="73075"/>
                  </a:lnTo>
                  <a:lnTo>
                    <a:pt x="625551" y="68160"/>
                  </a:lnTo>
                  <a:close/>
                </a:path>
                <a:path w="751839" h="141605">
                  <a:moveTo>
                    <a:pt x="626389" y="104051"/>
                  </a:moveTo>
                  <a:lnTo>
                    <a:pt x="626021" y="99110"/>
                  </a:lnTo>
                  <a:lnTo>
                    <a:pt x="614070" y="100012"/>
                  </a:lnTo>
                  <a:lnTo>
                    <a:pt x="614438" y="104952"/>
                  </a:lnTo>
                  <a:lnTo>
                    <a:pt x="626389" y="104051"/>
                  </a:lnTo>
                  <a:close/>
                </a:path>
                <a:path w="751839" h="141605">
                  <a:moveTo>
                    <a:pt x="643585" y="70129"/>
                  </a:moveTo>
                  <a:lnTo>
                    <a:pt x="631482" y="68795"/>
                  </a:lnTo>
                  <a:lnTo>
                    <a:pt x="630936" y="73710"/>
                  </a:lnTo>
                  <a:lnTo>
                    <a:pt x="643051" y="75044"/>
                  </a:lnTo>
                  <a:lnTo>
                    <a:pt x="643585" y="70129"/>
                  </a:lnTo>
                  <a:close/>
                </a:path>
                <a:path w="751839" h="141605">
                  <a:moveTo>
                    <a:pt x="644220" y="102717"/>
                  </a:moveTo>
                  <a:lnTo>
                    <a:pt x="643839" y="97790"/>
                  </a:lnTo>
                  <a:lnTo>
                    <a:pt x="631875" y="98679"/>
                  </a:lnTo>
                  <a:lnTo>
                    <a:pt x="632244" y="103606"/>
                  </a:lnTo>
                  <a:lnTo>
                    <a:pt x="644220" y="102717"/>
                  </a:lnTo>
                  <a:close/>
                </a:path>
                <a:path w="751839" h="141605">
                  <a:moveTo>
                    <a:pt x="661619" y="72097"/>
                  </a:moveTo>
                  <a:lnTo>
                    <a:pt x="649503" y="70764"/>
                  </a:lnTo>
                  <a:lnTo>
                    <a:pt x="648970" y="75679"/>
                  </a:lnTo>
                  <a:lnTo>
                    <a:pt x="661073" y="77012"/>
                  </a:lnTo>
                  <a:lnTo>
                    <a:pt x="661619" y="72097"/>
                  </a:lnTo>
                  <a:close/>
                </a:path>
                <a:path w="751839" h="141605">
                  <a:moveTo>
                    <a:pt x="662025" y="101371"/>
                  </a:moveTo>
                  <a:lnTo>
                    <a:pt x="661657" y="96443"/>
                  </a:lnTo>
                  <a:lnTo>
                    <a:pt x="649693" y="97332"/>
                  </a:lnTo>
                  <a:lnTo>
                    <a:pt x="650062" y="102273"/>
                  </a:lnTo>
                  <a:lnTo>
                    <a:pt x="662025" y="101371"/>
                  </a:lnTo>
                  <a:close/>
                </a:path>
                <a:path w="751839" h="141605">
                  <a:moveTo>
                    <a:pt x="679640" y="74053"/>
                  </a:moveTo>
                  <a:lnTo>
                    <a:pt x="667524" y="72732"/>
                  </a:lnTo>
                  <a:lnTo>
                    <a:pt x="666991" y="77647"/>
                  </a:lnTo>
                  <a:lnTo>
                    <a:pt x="679094" y="78968"/>
                  </a:lnTo>
                  <a:lnTo>
                    <a:pt x="679640" y="74053"/>
                  </a:lnTo>
                  <a:close/>
                </a:path>
                <a:path w="751839" h="141605">
                  <a:moveTo>
                    <a:pt x="679843" y="100037"/>
                  </a:moveTo>
                  <a:lnTo>
                    <a:pt x="679475" y="95110"/>
                  </a:lnTo>
                  <a:lnTo>
                    <a:pt x="667499" y="95999"/>
                  </a:lnTo>
                  <a:lnTo>
                    <a:pt x="667880" y="100939"/>
                  </a:lnTo>
                  <a:lnTo>
                    <a:pt x="679843" y="100037"/>
                  </a:lnTo>
                  <a:close/>
                </a:path>
                <a:path w="751839" h="141605">
                  <a:moveTo>
                    <a:pt x="697661" y="98704"/>
                  </a:moveTo>
                  <a:lnTo>
                    <a:pt x="697293" y="93776"/>
                  </a:lnTo>
                  <a:lnTo>
                    <a:pt x="685330" y="94665"/>
                  </a:lnTo>
                  <a:lnTo>
                    <a:pt x="685685" y="99593"/>
                  </a:lnTo>
                  <a:lnTo>
                    <a:pt x="697661" y="98704"/>
                  </a:lnTo>
                  <a:close/>
                </a:path>
                <a:path w="751839" h="141605">
                  <a:moveTo>
                    <a:pt x="697661" y="76022"/>
                  </a:moveTo>
                  <a:lnTo>
                    <a:pt x="685558" y="74701"/>
                  </a:lnTo>
                  <a:lnTo>
                    <a:pt x="685025" y="79616"/>
                  </a:lnTo>
                  <a:lnTo>
                    <a:pt x="697128" y="80937"/>
                  </a:lnTo>
                  <a:lnTo>
                    <a:pt x="697661" y="76022"/>
                  </a:lnTo>
                  <a:close/>
                </a:path>
                <a:path w="751839" h="141605">
                  <a:moveTo>
                    <a:pt x="715695" y="77990"/>
                  </a:moveTo>
                  <a:lnTo>
                    <a:pt x="703580" y="76669"/>
                  </a:lnTo>
                  <a:lnTo>
                    <a:pt x="703046" y="81584"/>
                  </a:lnTo>
                  <a:lnTo>
                    <a:pt x="715149" y="82892"/>
                  </a:lnTo>
                  <a:lnTo>
                    <a:pt x="715695" y="77990"/>
                  </a:lnTo>
                  <a:close/>
                </a:path>
                <a:path w="751839" h="141605">
                  <a:moveTo>
                    <a:pt x="733717" y="79959"/>
                  </a:moveTo>
                  <a:lnTo>
                    <a:pt x="721614" y="78625"/>
                  </a:lnTo>
                  <a:lnTo>
                    <a:pt x="721080" y="83553"/>
                  </a:lnTo>
                  <a:lnTo>
                    <a:pt x="733183" y="84861"/>
                  </a:lnTo>
                  <a:lnTo>
                    <a:pt x="733717" y="79959"/>
                  </a:lnTo>
                  <a:close/>
                </a:path>
                <a:path w="751839" h="141605">
                  <a:moveTo>
                    <a:pt x="751751" y="81927"/>
                  </a:moveTo>
                  <a:lnTo>
                    <a:pt x="739635" y="80594"/>
                  </a:lnTo>
                  <a:lnTo>
                    <a:pt x="739101" y="85509"/>
                  </a:lnTo>
                  <a:lnTo>
                    <a:pt x="751205" y="86829"/>
                  </a:lnTo>
                  <a:lnTo>
                    <a:pt x="751751" y="81927"/>
                  </a:lnTo>
                  <a:close/>
                </a:path>
              </a:pathLst>
            </a:custGeom>
            <a:solidFill>
              <a:srgbClr val="BE1E2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352854" y="1009980"/>
              <a:ext cx="859155" cy="93345"/>
            </a:xfrm>
            <a:custGeom>
              <a:avLst/>
              <a:gdLst/>
              <a:ahLst/>
              <a:cxnLst/>
              <a:rect l="l" t="t" r="r" b="b"/>
              <a:pathLst>
                <a:path w="859155" h="93344">
                  <a:moveTo>
                    <a:pt x="12230" y="91833"/>
                  </a:moveTo>
                  <a:lnTo>
                    <a:pt x="11836" y="86906"/>
                  </a:lnTo>
                  <a:lnTo>
                    <a:pt x="0" y="87833"/>
                  </a:lnTo>
                  <a:lnTo>
                    <a:pt x="393" y="92773"/>
                  </a:lnTo>
                  <a:lnTo>
                    <a:pt x="12230" y="91833"/>
                  </a:lnTo>
                  <a:close/>
                </a:path>
                <a:path w="859155" h="93344">
                  <a:moveTo>
                    <a:pt x="29857" y="90436"/>
                  </a:moveTo>
                  <a:lnTo>
                    <a:pt x="29476" y="85509"/>
                  </a:lnTo>
                  <a:lnTo>
                    <a:pt x="17627" y="86436"/>
                  </a:lnTo>
                  <a:lnTo>
                    <a:pt x="18021" y="91389"/>
                  </a:lnTo>
                  <a:lnTo>
                    <a:pt x="29857" y="90436"/>
                  </a:lnTo>
                  <a:close/>
                </a:path>
                <a:path w="859155" h="93344">
                  <a:moveTo>
                    <a:pt x="47498" y="89039"/>
                  </a:moveTo>
                  <a:lnTo>
                    <a:pt x="47104" y="84112"/>
                  </a:lnTo>
                  <a:lnTo>
                    <a:pt x="35267" y="85051"/>
                  </a:lnTo>
                  <a:lnTo>
                    <a:pt x="35661" y="89992"/>
                  </a:lnTo>
                  <a:lnTo>
                    <a:pt x="47498" y="89039"/>
                  </a:lnTo>
                  <a:close/>
                </a:path>
                <a:path w="859155" h="93344">
                  <a:moveTo>
                    <a:pt x="65125" y="87642"/>
                  </a:moveTo>
                  <a:lnTo>
                    <a:pt x="64731" y="82715"/>
                  </a:lnTo>
                  <a:lnTo>
                    <a:pt x="52895" y="83654"/>
                  </a:lnTo>
                  <a:lnTo>
                    <a:pt x="53289" y="88595"/>
                  </a:lnTo>
                  <a:lnTo>
                    <a:pt x="65125" y="87642"/>
                  </a:lnTo>
                  <a:close/>
                </a:path>
                <a:path w="859155" h="93344">
                  <a:moveTo>
                    <a:pt x="82765" y="86258"/>
                  </a:moveTo>
                  <a:lnTo>
                    <a:pt x="82372" y="81330"/>
                  </a:lnTo>
                  <a:lnTo>
                    <a:pt x="70535" y="82257"/>
                  </a:lnTo>
                  <a:lnTo>
                    <a:pt x="70916" y="87198"/>
                  </a:lnTo>
                  <a:lnTo>
                    <a:pt x="82765" y="86258"/>
                  </a:lnTo>
                  <a:close/>
                </a:path>
                <a:path w="859155" h="93344">
                  <a:moveTo>
                    <a:pt x="100393" y="84861"/>
                  </a:moveTo>
                  <a:lnTo>
                    <a:pt x="99999" y="79933"/>
                  </a:lnTo>
                  <a:lnTo>
                    <a:pt x="88163" y="80873"/>
                  </a:lnTo>
                  <a:lnTo>
                    <a:pt x="88557" y="85801"/>
                  </a:lnTo>
                  <a:lnTo>
                    <a:pt x="100393" y="84861"/>
                  </a:lnTo>
                  <a:close/>
                </a:path>
                <a:path w="859155" h="93344">
                  <a:moveTo>
                    <a:pt x="118021" y="83477"/>
                  </a:moveTo>
                  <a:lnTo>
                    <a:pt x="117627" y="78549"/>
                  </a:lnTo>
                  <a:lnTo>
                    <a:pt x="105791" y="79476"/>
                  </a:lnTo>
                  <a:lnTo>
                    <a:pt x="106184" y="84404"/>
                  </a:lnTo>
                  <a:lnTo>
                    <a:pt x="118021" y="83477"/>
                  </a:lnTo>
                  <a:close/>
                </a:path>
                <a:path w="859155" h="93344">
                  <a:moveTo>
                    <a:pt x="135661" y="82080"/>
                  </a:moveTo>
                  <a:lnTo>
                    <a:pt x="135267" y="77152"/>
                  </a:lnTo>
                  <a:lnTo>
                    <a:pt x="123431" y="78079"/>
                  </a:lnTo>
                  <a:lnTo>
                    <a:pt x="123825" y="83007"/>
                  </a:lnTo>
                  <a:lnTo>
                    <a:pt x="135661" y="82080"/>
                  </a:lnTo>
                  <a:close/>
                </a:path>
                <a:path w="859155" h="93344">
                  <a:moveTo>
                    <a:pt x="153289" y="80683"/>
                  </a:moveTo>
                  <a:lnTo>
                    <a:pt x="152908" y="75755"/>
                  </a:lnTo>
                  <a:lnTo>
                    <a:pt x="141058" y="76682"/>
                  </a:lnTo>
                  <a:lnTo>
                    <a:pt x="141452" y="81622"/>
                  </a:lnTo>
                  <a:lnTo>
                    <a:pt x="153289" y="80683"/>
                  </a:lnTo>
                  <a:close/>
                </a:path>
                <a:path w="859155" h="93344">
                  <a:moveTo>
                    <a:pt x="170916" y="79286"/>
                  </a:moveTo>
                  <a:lnTo>
                    <a:pt x="170535" y="74358"/>
                  </a:lnTo>
                  <a:lnTo>
                    <a:pt x="158699" y="75285"/>
                  </a:lnTo>
                  <a:lnTo>
                    <a:pt x="159080" y="80225"/>
                  </a:lnTo>
                  <a:lnTo>
                    <a:pt x="170916" y="79286"/>
                  </a:lnTo>
                  <a:close/>
                </a:path>
                <a:path w="859155" h="93344">
                  <a:moveTo>
                    <a:pt x="188556" y="77889"/>
                  </a:moveTo>
                  <a:lnTo>
                    <a:pt x="188163" y="72961"/>
                  </a:lnTo>
                  <a:lnTo>
                    <a:pt x="176326" y="73888"/>
                  </a:lnTo>
                  <a:lnTo>
                    <a:pt x="176720" y="78828"/>
                  </a:lnTo>
                  <a:lnTo>
                    <a:pt x="188556" y="77889"/>
                  </a:lnTo>
                  <a:close/>
                </a:path>
                <a:path w="859155" h="93344">
                  <a:moveTo>
                    <a:pt x="206197" y="76492"/>
                  </a:moveTo>
                  <a:lnTo>
                    <a:pt x="205803" y="71564"/>
                  </a:lnTo>
                  <a:lnTo>
                    <a:pt x="193967" y="72491"/>
                  </a:lnTo>
                  <a:lnTo>
                    <a:pt x="194348" y="77444"/>
                  </a:lnTo>
                  <a:lnTo>
                    <a:pt x="206197" y="76492"/>
                  </a:lnTo>
                  <a:close/>
                </a:path>
                <a:path w="859155" h="93344">
                  <a:moveTo>
                    <a:pt x="223824" y="75095"/>
                  </a:moveTo>
                  <a:lnTo>
                    <a:pt x="223443" y="70167"/>
                  </a:lnTo>
                  <a:lnTo>
                    <a:pt x="211594" y="71107"/>
                  </a:lnTo>
                  <a:lnTo>
                    <a:pt x="211988" y="76047"/>
                  </a:lnTo>
                  <a:lnTo>
                    <a:pt x="223824" y="75095"/>
                  </a:lnTo>
                  <a:close/>
                </a:path>
                <a:path w="859155" h="93344">
                  <a:moveTo>
                    <a:pt x="241452" y="73710"/>
                  </a:moveTo>
                  <a:lnTo>
                    <a:pt x="241058" y="68783"/>
                  </a:lnTo>
                  <a:lnTo>
                    <a:pt x="229222" y="69710"/>
                  </a:lnTo>
                  <a:lnTo>
                    <a:pt x="229616" y="74650"/>
                  </a:lnTo>
                  <a:lnTo>
                    <a:pt x="241452" y="73710"/>
                  </a:lnTo>
                  <a:close/>
                </a:path>
                <a:path w="859155" h="93344">
                  <a:moveTo>
                    <a:pt x="259092" y="72313"/>
                  </a:moveTo>
                  <a:lnTo>
                    <a:pt x="258699" y="67386"/>
                  </a:lnTo>
                  <a:lnTo>
                    <a:pt x="246862" y="68313"/>
                  </a:lnTo>
                  <a:lnTo>
                    <a:pt x="247256" y="73253"/>
                  </a:lnTo>
                  <a:lnTo>
                    <a:pt x="259092" y="72313"/>
                  </a:lnTo>
                  <a:close/>
                </a:path>
                <a:path w="859155" h="93344">
                  <a:moveTo>
                    <a:pt x="329628" y="61810"/>
                  </a:moveTo>
                  <a:lnTo>
                    <a:pt x="324624" y="61810"/>
                  </a:lnTo>
                  <a:lnTo>
                    <a:pt x="324624" y="67678"/>
                  </a:lnTo>
                  <a:lnTo>
                    <a:pt x="329628" y="67678"/>
                  </a:lnTo>
                  <a:lnTo>
                    <a:pt x="329628" y="61810"/>
                  </a:lnTo>
                  <a:close/>
                </a:path>
                <a:path w="859155" h="93344">
                  <a:moveTo>
                    <a:pt x="347256" y="65341"/>
                  </a:moveTo>
                  <a:lnTo>
                    <a:pt x="346862" y="60413"/>
                  </a:lnTo>
                  <a:lnTo>
                    <a:pt x="335026" y="61341"/>
                  </a:lnTo>
                  <a:lnTo>
                    <a:pt x="335419" y="66281"/>
                  </a:lnTo>
                  <a:lnTo>
                    <a:pt x="347256" y="65341"/>
                  </a:lnTo>
                  <a:close/>
                </a:path>
                <a:path w="859155" h="93344">
                  <a:moveTo>
                    <a:pt x="364883" y="63944"/>
                  </a:moveTo>
                  <a:lnTo>
                    <a:pt x="364490" y="59016"/>
                  </a:lnTo>
                  <a:lnTo>
                    <a:pt x="352653" y="59944"/>
                  </a:lnTo>
                  <a:lnTo>
                    <a:pt x="353047" y="64897"/>
                  </a:lnTo>
                  <a:lnTo>
                    <a:pt x="364883" y="63944"/>
                  </a:lnTo>
                  <a:close/>
                </a:path>
                <a:path w="859155" h="93344">
                  <a:moveTo>
                    <a:pt x="382524" y="62547"/>
                  </a:moveTo>
                  <a:lnTo>
                    <a:pt x="382130" y="57619"/>
                  </a:lnTo>
                  <a:lnTo>
                    <a:pt x="370293" y="58559"/>
                  </a:lnTo>
                  <a:lnTo>
                    <a:pt x="370687" y="63500"/>
                  </a:lnTo>
                  <a:lnTo>
                    <a:pt x="382524" y="62547"/>
                  </a:lnTo>
                  <a:close/>
                </a:path>
                <a:path w="859155" h="93344">
                  <a:moveTo>
                    <a:pt x="400151" y="61150"/>
                  </a:moveTo>
                  <a:lnTo>
                    <a:pt x="399757" y="56235"/>
                  </a:lnTo>
                  <a:lnTo>
                    <a:pt x="387921" y="57162"/>
                  </a:lnTo>
                  <a:lnTo>
                    <a:pt x="388315" y="62103"/>
                  </a:lnTo>
                  <a:lnTo>
                    <a:pt x="400151" y="61150"/>
                  </a:lnTo>
                  <a:close/>
                </a:path>
                <a:path w="859155" h="93344">
                  <a:moveTo>
                    <a:pt x="417779" y="59766"/>
                  </a:moveTo>
                  <a:lnTo>
                    <a:pt x="417398" y="54838"/>
                  </a:lnTo>
                  <a:lnTo>
                    <a:pt x="405561" y="55778"/>
                  </a:lnTo>
                  <a:lnTo>
                    <a:pt x="405942" y="60706"/>
                  </a:lnTo>
                  <a:lnTo>
                    <a:pt x="417779" y="59766"/>
                  </a:lnTo>
                  <a:close/>
                </a:path>
                <a:path w="859155" h="93344">
                  <a:moveTo>
                    <a:pt x="435419" y="58369"/>
                  </a:moveTo>
                  <a:lnTo>
                    <a:pt x="435025" y="53441"/>
                  </a:lnTo>
                  <a:lnTo>
                    <a:pt x="423189" y="54381"/>
                  </a:lnTo>
                  <a:lnTo>
                    <a:pt x="423583" y="59309"/>
                  </a:lnTo>
                  <a:lnTo>
                    <a:pt x="435419" y="58369"/>
                  </a:lnTo>
                  <a:close/>
                </a:path>
                <a:path w="859155" h="93344">
                  <a:moveTo>
                    <a:pt x="453047" y="56984"/>
                  </a:moveTo>
                  <a:lnTo>
                    <a:pt x="452666" y="52057"/>
                  </a:lnTo>
                  <a:lnTo>
                    <a:pt x="440817" y="52984"/>
                  </a:lnTo>
                  <a:lnTo>
                    <a:pt x="441210" y="57912"/>
                  </a:lnTo>
                  <a:lnTo>
                    <a:pt x="453047" y="56984"/>
                  </a:lnTo>
                  <a:close/>
                </a:path>
                <a:path w="859155" h="93344">
                  <a:moveTo>
                    <a:pt x="470687" y="55587"/>
                  </a:moveTo>
                  <a:lnTo>
                    <a:pt x="470293" y="50660"/>
                  </a:lnTo>
                  <a:lnTo>
                    <a:pt x="458457" y="51587"/>
                  </a:lnTo>
                  <a:lnTo>
                    <a:pt x="458851" y="56515"/>
                  </a:lnTo>
                  <a:lnTo>
                    <a:pt x="470687" y="55587"/>
                  </a:lnTo>
                  <a:close/>
                </a:path>
                <a:path w="859155" h="93344">
                  <a:moveTo>
                    <a:pt x="488315" y="54190"/>
                  </a:moveTo>
                  <a:lnTo>
                    <a:pt x="487921" y="49263"/>
                  </a:lnTo>
                  <a:lnTo>
                    <a:pt x="476084" y="50190"/>
                  </a:lnTo>
                  <a:lnTo>
                    <a:pt x="476478" y="55130"/>
                  </a:lnTo>
                  <a:lnTo>
                    <a:pt x="488315" y="54190"/>
                  </a:lnTo>
                  <a:close/>
                </a:path>
                <a:path w="859155" h="93344">
                  <a:moveTo>
                    <a:pt x="505955" y="52793"/>
                  </a:moveTo>
                  <a:lnTo>
                    <a:pt x="505561" y="47866"/>
                  </a:lnTo>
                  <a:lnTo>
                    <a:pt x="493725" y="48793"/>
                  </a:lnTo>
                  <a:lnTo>
                    <a:pt x="494106" y="53733"/>
                  </a:lnTo>
                  <a:lnTo>
                    <a:pt x="505955" y="52793"/>
                  </a:lnTo>
                  <a:close/>
                </a:path>
                <a:path w="859155" h="93344">
                  <a:moveTo>
                    <a:pt x="523582" y="51396"/>
                  </a:moveTo>
                  <a:lnTo>
                    <a:pt x="523189" y="46469"/>
                  </a:lnTo>
                  <a:lnTo>
                    <a:pt x="511352" y="47396"/>
                  </a:lnTo>
                  <a:lnTo>
                    <a:pt x="511746" y="52336"/>
                  </a:lnTo>
                  <a:lnTo>
                    <a:pt x="523582" y="51396"/>
                  </a:lnTo>
                  <a:close/>
                </a:path>
                <a:path w="859155" h="93344">
                  <a:moveTo>
                    <a:pt x="541210" y="49999"/>
                  </a:moveTo>
                  <a:lnTo>
                    <a:pt x="540829" y="45072"/>
                  </a:lnTo>
                  <a:lnTo>
                    <a:pt x="528993" y="45999"/>
                  </a:lnTo>
                  <a:lnTo>
                    <a:pt x="529374" y="50952"/>
                  </a:lnTo>
                  <a:lnTo>
                    <a:pt x="541210" y="49999"/>
                  </a:lnTo>
                  <a:close/>
                </a:path>
                <a:path w="859155" h="93344">
                  <a:moveTo>
                    <a:pt x="558850" y="48602"/>
                  </a:moveTo>
                  <a:lnTo>
                    <a:pt x="558457" y="43688"/>
                  </a:lnTo>
                  <a:lnTo>
                    <a:pt x="546620" y="44615"/>
                  </a:lnTo>
                  <a:lnTo>
                    <a:pt x="547014" y="49555"/>
                  </a:lnTo>
                  <a:lnTo>
                    <a:pt x="558850" y="48602"/>
                  </a:lnTo>
                  <a:close/>
                </a:path>
                <a:path w="859155" h="93344">
                  <a:moveTo>
                    <a:pt x="576478" y="47218"/>
                  </a:moveTo>
                  <a:lnTo>
                    <a:pt x="576084" y="42291"/>
                  </a:lnTo>
                  <a:lnTo>
                    <a:pt x="564248" y="43218"/>
                  </a:lnTo>
                  <a:lnTo>
                    <a:pt x="564642" y="48158"/>
                  </a:lnTo>
                  <a:lnTo>
                    <a:pt x="576478" y="47218"/>
                  </a:lnTo>
                  <a:close/>
                </a:path>
                <a:path w="859155" h="93344">
                  <a:moveTo>
                    <a:pt x="594118" y="45821"/>
                  </a:moveTo>
                  <a:lnTo>
                    <a:pt x="593725" y="40894"/>
                  </a:lnTo>
                  <a:lnTo>
                    <a:pt x="581888" y="41833"/>
                  </a:lnTo>
                  <a:lnTo>
                    <a:pt x="582282" y="46761"/>
                  </a:lnTo>
                  <a:lnTo>
                    <a:pt x="594118" y="45821"/>
                  </a:lnTo>
                  <a:close/>
                </a:path>
                <a:path w="859155" h="93344">
                  <a:moveTo>
                    <a:pt x="611746" y="44437"/>
                  </a:moveTo>
                  <a:lnTo>
                    <a:pt x="611352" y="39509"/>
                  </a:lnTo>
                  <a:lnTo>
                    <a:pt x="599516" y="40436"/>
                  </a:lnTo>
                  <a:lnTo>
                    <a:pt x="599909" y="45364"/>
                  </a:lnTo>
                  <a:lnTo>
                    <a:pt x="611746" y="44437"/>
                  </a:lnTo>
                  <a:close/>
                </a:path>
                <a:path w="859155" h="93344">
                  <a:moveTo>
                    <a:pt x="629386" y="43040"/>
                  </a:moveTo>
                  <a:lnTo>
                    <a:pt x="628992" y="38112"/>
                  </a:lnTo>
                  <a:lnTo>
                    <a:pt x="617156" y="39039"/>
                  </a:lnTo>
                  <a:lnTo>
                    <a:pt x="617537" y="43980"/>
                  </a:lnTo>
                  <a:lnTo>
                    <a:pt x="629386" y="43040"/>
                  </a:lnTo>
                  <a:close/>
                </a:path>
                <a:path w="859155" h="93344">
                  <a:moveTo>
                    <a:pt x="647014" y="41643"/>
                  </a:moveTo>
                  <a:lnTo>
                    <a:pt x="646620" y="36715"/>
                  </a:lnTo>
                  <a:lnTo>
                    <a:pt x="634784" y="37642"/>
                  </a:lnTo>
                  <a:lnTo>
                    <a:pt x="635177" y="42583"/>
                  </a:lnTo>
                  <a:lnTo>
                    <a:pt x="647014" y="41643"/>
                  </a:lnTo>
                  <a:close/>
                </a:path>
                <a:path w="859155" h="93344">
                  <a:moveTo>
                    <a:pt x="664641" y="40246"/>
                  </a:moveTo>
                  <a:lnTo>
                    <a:pt x="664260" y="35318"/>
                  </a:lnTo>
                  <a:lnTo>
                    <a:pt x="652424" y="36245"/>
                  </a:lnTo>
                  <a:lnTo>
                    <a:pt x="652805" y="41186"/>
                  </a:lnTo>
                  <a:lnTo>
                    <a:pt x="664641" y="40246"/>
                  </a:lnTo>
                  <a:close/>
                </a:path>
                <a:path w="859155" h="93344">
                  <a:moveTo>
                    <a:pt x="682282" y="38849"/>
                  </a:moveTo>
                  <a:lnTo>
                    <a:pt x="681888" y="33921"/>
                  </a:lnTo>
                  <a:lnTo>
                    <a:pt x="670052" y="34848"/>
                  </a:lnTo>
                  <a:lnTo>
                    <a:pt x="670445" y="39789"/>
                  </a:lnTo>
                  <a:lnTo>
                    <a:pt x="682282" y="38849"/>
                  </a:lnTo>
                  <a:close/>
                </a:path>
                <a:path w="859155" h="93344">
                  <a:moveTo>
                    <a:pt x="699909" y="37452"/>
                  </a:moveTo>
                  <a:lnTo>
                    <a:pt x="699516" y="32524"/>
                  </a:lnTo>
                  <a:lnTo>
                    <a:pt x="687679" y="33451"/>
                  </a:lnTo>
                  <a:lnTo>
                    <a:pt x="688073" y="38404"/>
                  </a:lnTo>
                  <a:lnTo>
                    <a:pt x="699909" y="37452"/>
                  </a:lnTo>
                  <a:close/>
                </a:path>
                <a:path w="859155" h="93344">
                  <a:moveTo>
                    <a:pt x="717550" y="36055"/>
                  </a:moveTo>
                  <a:lnTo>
                    <a:pt x="717156" y="31140"/>
                  </a:lnTo>
                  <a:lnTo>
                    <a:pt x="705319" y="32067"/>
                  </a:lnTo>
                  <a:lnTo>
                    <a:pt x="705713" y="37007"/>
                  </a:lnTo>
                  <a:lnTo>
                    <a:pt x="717550" y="36055"/>
                  </a:lnTo>
                  <a:close/>
                </a:path>
                <a:path w="859155" h="93344">
                  <a:moveTo>
                    <a:pt x="735177" y="34671"/>
                  </a:moveTo>
                  <a:lnTo>
                    <a:pt x="734783" y="29743"/>
                  </a:lnTo>
                  <a:lnTo>
                    <a:pt x="722947" y="30670"/>
                  </a:lnTo>
                  <a:lnTo>
                    <a:pt x="723341" y="35610"/>
                  </a:lnTo>
                  <a:lnTo>
                    <a:pt x="735177" y="34671"/>
                  </a:lnTo>
                  <a:close/>
                </a:path>
                <a:path w="859155" h="93344">
                  <a:moveTo>
                    <a:pt x="752817" y="33274"/>
                  </a:moveTo>
                  <a:lnTo>
                    <a:pt x="752424" y="28346"/>
                  </a:lnTo>
                  <a:lnTo>
                    <a:pt x="740587" y="29286"/>
                  </a:lnTo>
                  <a:lnTo>
                    <a:pt x="740968" y="34213"/>
                  </a:lnTo>
                  <a:lnTo>
                    <a:pt x="752817" y="33274"/>
                  </a:lnTo>
                  <a:close/>
                </a:path>
                <a:path w="859155" h="93344">
                  <a:moveTo>
                    <a:pt x="770445" y="31889"/>
                  </a:moveTo>
                  <a:lnTo>
                    <a:pt x="770051" y="26949"/>
                  </a:lnTo>
                  <a:lnTo>
                    <a:pt x="758215" y="27889"/>
                  </a:lnTo>
                  <a:lnTo>
                    <a:pt x="758609" y="32816"/>
                  </a:lnTo>
                  <a:lnTo>
                    <a:pt x="770445" y="31889"/>
                  </a:lnTo>
                  <a:close/>
                </a:path>
                <a:path w="859155" h="93344">
                  <a:moveTo>
                    <a:pt x="788073" y="30492"/>
                  </a:moveTo>
                  <a:lnTo>
                    <a:pt x="787692" y="25552"/>
                  </a:lnTo>
                  <a:lnTo>
                    <a:pt x="775855" y="26492"/>
                  </a:lnTo>
                  <a:lnTo>
                    <a:pt x="776236" y="31419"/>
                  </a:lnTo>
                  <a:lnTo>
                    <a:pt x="788073" y="30492"/>
                  </a:lnTo>
                  <a:close/>
                </a:path>
                <a:path w="859155" h="93344">
                  <a:moveTo>
                    <a:pt x="799223" y="8940"/>
                  </a:moveTo>
                  <a:lnTo>
                    <a:pt x="798855" y="4013"/>
                  </a:lnTo>
                  <a:lnTo>
                    <a:pt x="786892" y="4902"/>
                  </a:lnTo>
                  <a:lnTo>
                    <a:pt x="787247" y="9829"/>
                  </a:lnTo>
                  <a:lnTo>
                    <a:pt x="799223" y="8940"/>
                  </a:lnTo>
                  <a:close/>
                </a:path>
                <a:path w="859155" h="93344">
                  <a:moveTo>
                    <a:pt x="805713" y="29095"/>
                  </a:moveTo>
                  <a:lnTo>
                    <a:pt x="805319" y="24168"/>
                  </a:lnTo>
                  <a:lnTo>
                    <a:pt x="793483" y="25095"/>
                  </a:lnTo>
                  <a:lnTo>
                    <a:pt x="793864" y="30035"/>
                  </a:lnTo>
                  <a:lnTo>
                    <a:pt x="805713" y="29095"/>
                  </a:lnTo>
                  <a:close/>
                </a:path>
                <a:path w="859155" h="93344">
                  <a:moveTo>
                    <a:pt x="817029" y="7594"/>
                  </a:moveTo>
                  <a:lnTo>
                    <a:pt x="816660" y="2667"/>
                  </a:lnTo>
                  <a:lnTo>
                    <a:pt x="804697" y="3556"/>
                  </a:lnTo>
                  <a:lnTo>
                    <a:pt x="805078" y="8509"/>
                  </a:lnTo>
                  <a:lnTo>
                    <a:pt x="817029" y="7594"/>
                  </a:lnTo>
                  <a:close/>
                </a:path>
                <a:path w="859155" h="93344">
                  <a:moveTo>
                    <a:pt x="823341" y="27698"/>
                  </a:moveTo>
                  <a:lnTo>
                    <a:pt x="822960" y="22771"/>
                  </a:lnTo>
                  <a:lnTo>
                    <a:pt x="811110" y="23698"/>
                  </a:lnTo>
                  <a:lnTo>
                    <a:pt x="811504" y="28638"/>
                  </a:lnTo>
                  <a:lnTo>
                    <a:pt x="823341" y="27698"/>
                  </a:lnTo>
                  <a:close/>
                </a:path>
                <a:path w="859155" h="93344">
                  <a:moveTo>
                    <a:pt x="834847" y="6261"/>
                  </a:moveTo>
                  <a:lnTo>
                    <a:pt x="834478" y="1333"/>
                  </a:lnTo>
                  <a:lnTo>
                    <a:pt x="822515" y="2222"/>
                  </a:lnTo>
                  <a:lnTo>
                    <a:pt x="822896" y="7162"/>
                  </a:lnTo>
                  <a:lnTo>
                    <a:pt x="834847" y="6261"/>
                  </a:lnTo>
                  <a:close/>
                </a:path>
                <a:path w="859155" h="93344">
                  <a:moveTo>
                    <a:pt x="840981" y="26301"/>
                  </a:moveTo>
                  <a:lnTo>
                    <a:pt x="840587" y="21374"/>
                  </a:lnTo>
                  <a:lnTo>
                    <a:pt x="828751" y="22301"/>
                  </a:lnTo>
                  <a:lnTo>
                    <a:pt x="829144" y="27241"/>
                  </a:lnTo>
                  <a:lnTo>
                    <a:pt x="840981" y="26301"/>
                  </a:lnTo>
                  <a:close/>
                </a:path>
                <a:path w="859155" h="93344">
                  <a:moveTo>
                    <a:pt x="852665" y="4927"/>
                  </a:moveTo>
                  <a:lnTo>
                    <a:pt x="852284" y="0"/>
                  </a:lnTo>
                  <a:lnTo>
                    <a:pt x="840333" y="889"/>
                  </a:lnTo>
                  <a:lnTo>
                    <a:pt x="840701" y="5816"/>
                  </a:lnTo>
                  <a:lnTo>
                    <a:pt x="852665" y="4927"/>
                  </a:lnTo>
                  <a:close/>
                </a:path>
                <a:path w="859155" h="93344">
                  <a:moveTo>
                    <a:pt x="858608" y="24904"/>
                  </a:moveTo>
                  <a:lnTo>
                    <a:pt x="858215" y="19977"/>
                  </a:lnTo>
                  <a:lnTo>
                    <a:pt x="846378" y="20904"/>
                  </a:lnTo>
                  <a:lnTo>
                    <a:pt x="846772" y="25844"/>
                  </a:lnTo>
                  <a:lnTo>
                    <a:pt x="858608" y="24904"/>
                  </a:lnTo>
                  <a:close/>
                </a:path>
              </a:pathLst>
            </a:custGeom>
            <a:solidFill>
              <a:srgbClr val="BE1E2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617184" y="1023343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617180" y="1058410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617180" y="1058410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617180" y="1094142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513617" y="1021719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37025" y="0"/>
                  </a:moveTo>
                  <a:lnTo>
                    <a:pt x="22613" y="2909"/>
                  </a:lnTo>
                  <a:lnTo>
                    <a:pt x="10844" y="10845"/>
                  </a:lnTo>
                  <a:lnTo>
                    <a:pt x="2909" y="22614"/>
                  </a:lnTo>
                  <a:lnTo>
                    <a:pt x="0" y="37026"/>
                  </a:lnTo>
                  <a:lnTo>
                    <a:pt x="2909" y="51441"/>
                  </a:lnTo>
                  <a:lnTo>
                    <a:pt x="10844" y="63210"/>
                  </a:lnTo>
                  <a:lnTo>
                    <a:pt x="22613" y="71143"/>
                  </a:lnTo>
                  <a:lnTo>
                    <a:pt x="37025" y="74052"/>
                  </a:lnTo>
                  <a:lnTo>
                    <a:pt x="51436" y="71143"/>
                  </a:lnTo>
                  <a:lnTo>
                    <a:pt x="63205" y="63210"/>
                  </a:lnTo>
                  <a:lnTo>
                    <a:pt x="71141" y="51441"/>
                  </a:lnTo>
                  <a:lnTo>
                    <a:pt x="74051" y="37026"/>
                  </a:lnTo>
                  <a:lnTo>
                    <a:pt x="71141" y="22614"/>
                  </a:lnTo>
                  <a:lnTo>
                    <a:pt x="63205" y="10845"/>
                  </a:lnTo>
                  <a:lnTo>
                    <a:pt x="51436" y="2909"/>
                  </a:lnTo>
                  <a:lnTo>
                    <a:pt x="37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513617" y="1021719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76420" y="930983"/>
              <a:ext cx="102235" cy="46355"/>
            </a:xfrm>
            <a:custGeom>
              <a:avLst/>
              <a:gdLst/>
              <a:ahLst/>
              <a:cxnLst/>
              <a:rect l="l" t="t" r="r" b="b"/>
              <a:pathLst>
                <a:path w="102234" h="46355">
                  <a:moveTo>
                    <a:pt x="0" y="0"/>
                  </a:moveTo>
                  <a:lnTo>
                    <a:pt x="101780" y="46089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06732" y="53189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60302" y="0"/>
                  </a:moveTo>
                  <a:lnTo>
                    <a:pt x="0" y="0"/>
                  </a:lnTo>
                  <a:lnTo>
                    <a:pt x="0" y="70794"/>
                  </a:lnTo>
                  <a:lnTo>
                    <a:pt x="60302" y="70794"/>
                  </a:lnTo>
                  <a:lnTo>
                    <a:pt x="60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06732" y="53189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06736" y="566960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06736" y="566960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06736" y="60269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06736" y="60269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54" name="object 1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4536" y="658844"/>
              <a:ext cx="160533" cy="98224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1005161" y="720508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5">
                  <a:moveTo>
                    <a:pt x="37026" y="0"/>
                  </a:moveTo>
                  <a:lnTo>
                    <a:pt x="22614" y="2909"/>
                  </a:lnTo>
                  <a:lnTo>
                    <a:pt x="10845" y="10845"/>
                  </a:lnTo>
                  <a:lnTo>
                    <a:pt x="2909" y="22614"/>
                  </a:lnTo>
                  <a:lnTo>
                    <a:pt x="0" y="37026"/>
                  </a:lnTo>
                  <a:lnTo>
                    <a:pt x="2909" y="51441"/>
                  </a:lnTo>
                  <a:lnTo>
                    <a:pt x="10845" y="63209"/>
                  </a:lnTo>
                  <a:lnTo>
                    <a:pt x="22614" y="71142"/>
                  </a:lnTo>
                  <a:lnTo>
                    <a:pt x="37026" y="74051"/>
                  </a:lnTo>
                  <a:lnTo>
                    <a:pt x="51437" y="71142"/>
                  </a:lnTo>
                  <a:lnTo>
                    <a:pt x="63206" y="63209"/>
                  </a:lnTo>
                  <a:lnTo>
                    <a:pt x="71141" y="51441"/>
                  </a:lnTo>
                  <a:lnTo>
                    <a:pt x="74051" y="37026"/>
                  </a:lnTo>
                  <a:lnTo>
                    <a:pt x="71141" y="22614"/>
                  </a:lnTo>
                  <a:lnTo>
                    <a:pt x="63206" y="10845"/>
                  </a:lnTo>
                  <a:lnTo>
                    <a:pt x="51437" y="2909"/>
                  </a:lnTo>
                  <a:lnTo>
                    <a:pt x="37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005161" y="720508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5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093835" y="710717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60302" y="70794"/>
                  </a:moveTo>
                  <a:lnTo>
                    <a:pt x="0" y="70794"/>
                  </a:lnTo>
                  <a:lnTo>
                    <a:pt x="0" y="0"/>
                  </a:lnTo>
                  <a:lnTo>
                    <a:pt x="60302" y="0"/>
                  </a:lnTo>
                  <a:lnTo>
                    <a:pt x="60302" y="70794"/>
                  </a:lnTo>
                  <a:close/>
                </a:path>
              </a:pathLst>
            </a:custGeom>
            <a:ln w="47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093830" y="74578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093830" y="745783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093830" y="78151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30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093830" y="78151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0" y="0"/>
                  </a:moveTo>
                  <a:lnTo>
                    <a:pt x="60302" y="0"/>
                  </a:lnTo>
                </a:path>
              </a:pathLst>
            </a:custGeom>
            <a:ln w="64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646042" y="764342"/>
              <a:ext cx="203835" cy="338455"/>
            </a:xfrm>
            <a:custGeom>
              <a:avLst/>
              <a:gdLst/>
              <a:ahLst/>
              <a:cxnLst/>
              <a:rect l="l" t="t" r="r" b="b"/>
              <a:pathLst>
                <a:path w="203835" h="338455">
                  <a:moveTo>
                    <a:pt x="67879" y="0"/>
                  </a:moveTo>
                  <a:lnTo>
                    <a:pt x="43503" y="7970"/>
                  </a:lnTo>
                  <a:lnTo>
                    <a:pt x="24627" y="22915"/>
                  </a:lnTo>
                  <a:lnTo>
                    <a:pt x="13915" y="43425"/>
                  </a:lnTo>
                  <a:lnTo>
                    <a:pt x="0" y="98764"/>
                  </a:lnTo>
                  <a:lnTo>
                    <a:pt x="52574" y="287092"/>
                  </a:lnTo>
                  <a:lnTo>
                    <a:pt x="89460" y="324340"/>
                  </a:lnTo>
                  <a:lnTo>
                    <a:pt x="107461" y="335360"/>
                  </a:lnTo>
                  <a:lnTo>
                    <a:pt x="129204" y="337832"/>
                  </a:lnTo>
                  <a:lnTo>
                    <a:pt x="151949" y="331965"/>
                  </a:lnTo>
                  <a:lnTo>
                    <a:pt x="172955" y="317967"/>
                  </a:lnTo>
                  <a:lnTo>
                    <a:pt x="189487" y="293872"/>
                  </a:lnTo>
                  <a:lnTo>
                    <a:pt x="200047" y="260524"/>
                  </a:lnTo>
                  <a:lnTo>
                    <a:pt x="203757" y="222331"/>
                  </a:lnTo>
                  <a:lnTo>
                    <a:pt x="199739" y="183697"/>
                  </a:lnTo>
                  <a:lnTo>
                    <a:pt x="182177" y="103393"/>
                  </a:lnTo>
                  <a:lnTo>
                    <a:pt x="169169" y="67229"/>
                  </a:lnTo>
                  <a:lnTo>
                    <a:pt x="122769" y="12361"/>
                  </a:lnTo>
                  <a:lnTo>
                    <a:pt x="67879" y="0"/>
                  </a:lnTo>
                  <a:close/>
                </a:path>
              </a:pathLst>
            </a:custGeom>
            <a:solidFill>
              <a:srgbClr val="006738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646042" y="764342"/>
              <a:ext cx="203835" cy="338455"/>
            </a:xfrm>
            <a:custGeom>
              <a:avLst/>
              <a:gdLst/>
              <a:ahLst/>
              <a:cxnLst/>
              <a:rect l="l" t="t" r="r" b="b"/>
              <a:pathLst>
                <a:path w="203835" h="338455">
                  <a:moveTo>
                    <a:pt x="0" y="98764"/>
                  </a:moveTo>
                  <a:lnTo>
                    <a:pt x="13915" y="43425"/>
                  </a:lnTo>
                  <a:lnTo>
                    <a:pt x="43503" y="7970"/>
                  </a:lnTo>
                  <a:lnTo>
                    <a:pt x="67879" y="0"/>
                  </a:lnTo>
                  <a:lnTo>
                    <a:pt x="95091" y="416"/>
                  </a:lnTo>
                  <a:lnTo>
                    <a:pt x="148414" y="35758"/>
                  </a:lnTo>
                  <a:lnTo>
                    <a:pt x="182177" y="103393"/>
                  </a:lnTo>
                  <a:lnTo>
                    <a:pt x="199739" y="183697"/>
                  </a:lnTo>
                  <a:lnTo>
                    <a:pt x="203757" y="222331"/>
                  </a:lnTo>
                  <a:lnTo>
                    <a:pt x="200047" y="260524"/>
                  </a:lnTo>
                  <a:lnTo>
                    <a:pt x="189487" y="293872"/>
                  </a:lnTo>
                  <a:lnTo>
                    <a:pt x="172955" y="317967"/>
                  </a:lnTo>
                  <a:lnTo>
                    <a:pt x="151949" y="331965"/>
                  </a:lnTo>
                  <a:lnTo>
                    <a:pt x="129204" y="337832"/>
                  </a:lnTo>
                  <a:lnTo>
                    <a:pt x="107461" y="335360"/>
                  </a:lnTo>
                  <a:lnTo>
                    <a:pt x="89460" y="324340"/>
                  </a:lnTo>
                  <a:lnTo>
                    <a:pt x="75137" y="309875"/>
                  </a:lnTo>
                  <a:lnTo>
                    <a:pt x="63408" y="298031"/>
                  </a:lnTo>
                  <a:lnTo>
                    <a:pt x="55484" y="290030"/>
                  </a:lnTo>
                  <a:lnTo>
                    <a:pt x="52574" y="287092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64" name="object 1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80146" y="771423"/>
              <a:ext cx="83328" cy="83328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40444" y="1002929"/>
              <a:ext cx="83328" cy="83328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1937943" y="723925"/>
              <a:ext cx="741680" cy="80010"/>
            </a:xfrm>
            <a:custGeom>
              <a:avLst/>
              <a:gdLst/>
              <a:ahLst/>
              <a:cxnLst/>
              <a:rect l="l" t="t" r="r" b="b"/>
              <a:pathLst>
                <a:path w="741680" h="80009">
                  <a:moveTo>
                    <a:pt x="12433" y="1206"/>
                  </a:moveTo>
                  <a:lnTo>
                    <a:pt x="495" y="0"/>
                  </a:lnTo>
                  <a:lnTo>
                    <a:pt x="254" y="2387"/>
                  </a:lnTo>
                  <a:lnTo>
                    <a:pt x="0" y="4914"/>
                  </a:lnTo>
                  <a:lnTo>
                    <a:pt x="11925" y="6121"/>
                  </a:lnTo>
                  <a:lnTo>
                    <a:pt x="12179" y="3594"/>
                  </a:lnTo>
                  <a:lnTo>
                    <a:pt x="12433" y="1206"/>
                  </a:lnTo>
                  <a:close/>
                </a:path>
                <a:path w="741680" h="80009">
                  <a:moveTo>
                    <a:pt x="30200" y="3009"/>
                  </a:moveTo>
                  <a:lnTo>
                    <a:pt x="18262" y="1803"/>
                  </a:lnTo>
                  <a:lnTo>
                    <a:pt x="17780" y="6718"/>
                  </a:lnTo>
                  <a:lnTo>
                    <a:pt x="29705" y="7924"/>
                  </a:lnTo>
                  <a:lnTo>
                    <a:pt x="30200" y="3009"/>
                  </a:lnTo>
                  <a:close/>
                </a:path>
                <a:path w="741680" h="80009">
                  <a:moveTo>
                    <a:pt x="47980" y="4800"/>
                  </a:moveTo>
                  <a:lnTo>
                    <a:pt x="36042" y="3594"/>
                  </a:lnTo>
                  <a:lnTo>
                    <a:pt x="35547" y="8521"/>
                  </a:lnTo>
                  <a:lnTo>
                    <a:pt x="47485" y="9728"/>
                  </a:lnTo>
                  <a:lnTo>
                    <a:pt x="47980" y="4800"/>
                  </a:lnTo>
                  <a:close/>
                </a:path>
                <a:path w="741680" h="80009">
                  <a:moveTo>
                    <a:pt x="65760" y="6604"/>
                  </a:moveTo>
                  <a:lnTo>
                    <a:pt x="53822" y="5397"/>
                  </a:lnTo>
                  <a:lnTo>
                    <a:pt x="53327" y="10312"/>
                  </a:lnTo>
                  <a:lnTo>
                    <a:pt x="65252" y="11518"/>
                  </a:lnTo>
                  <a:lnTo>
                    <a:pt x="65760" y="6604"/>
                  </a:lnTo>
                  <a:close/>
                </a:path>
                <a:path w="741680" h="80009">
                  <a:moveTo>
                    <a:pt x="83527" y="8394"/>
                  </a:moveTo>
                  <a:lnTo>
                    <a:pt x="71589" y="7188"/>
                  </a:lnTo>
                  <a:lnTo>
                    <a:pt x="71094" y="12103"/>
                  </a:lnTo>
                  <a:lnTo>
                    <a:pt x="83032" y="13309"/>
                  </a:lnTo>
                  <a:lnTo>
                    <a:pt x="83527" y="8394"/>
                  </a:lnTo>
                  <a:close/>
                </a:path>
                <a:path w="741680" h="80009">
                  <a:moveTo>
                    <a:pt x="101307" y="10198"/>
                  </a:moveTo>
                  <a:lnTo>
                    <a:pt x="89369" y="8991"/>
                  </a:lnTo>
                  <a:lnTo>
                    <a:pt x="88874" y="13906"/>
                  </a:lnTo>
                  <a:lnTo>
                    <a:pt x="100812" y="15113"/>
                  </a:lnTo>
                  <a:lnTo>
                    <a:pt x="101307" y="10198"/>
                  </a:lnTo>
                  <a:close/>
                </a:path>
                <a:path w="741680" h="80009">
                  <a:moveTo>
                    <a:pt x="119087" y="11988"/>
                  </a:moveTo>
                  <a:lnTo>
                    <a:pt x="107149" y="10782"/>
                  </a:lnTo>
                  <a:lnTo>
                    <a:pt x="106654" y="15697"/>
                  </a:lnTo>
                  <a:lnTo>
                    <a:pt x="118579" y="16903"/>
                  </a:lnTo>
                  <a:lnTo>
                    <a:pt x="119087" y="11988"/>
                  </a:lnTo>
                  <a:close/>
                </a:path>
                <a:path w="741680" h="80009">
                  <a:moveTo>
                    <a:pt x="136867" y="13779"/>
                  </a:moveTo>
                  <a:lnTo>
                    <a:pt x="124917" y="12573"/>
                  </a:lnTo>
                  <a:lnTo>
                    <a:pt x="124421" y="17500"/>
                  </a:lnTo>
                  <a:lnTo>
                    <a:pt x="136359" y="18707"/>
                  </a:lnTo>
                  <a:lnTo>
                    <a:pt x="136867" y="13779"/>
                  </a:lnTo>
                  <a:close/>
                </a:path>
                <a:path w="741680" h="80009">
                  <a:moveTo>
                    <a:pt x="154635" y="15582"/>
                  </a:moveTo>
                  <a:lnTo>
                    <a:pt x="142697" y="14376"/>
                  </a:lnTo>
                  <a:lnTo>
                    <a:pt x="142201" y="19304"/>
                  </a:lnTo>
                  <a:lnTo>
                    <a:pt x="154139" y="20510"/>
                  </a:lnTo>
                  <a:lnTo>
                    <a:pt x="154635" y="15582"/>
                  </a:lnTo>
                  <a:close/>
                </a:path>
                <a:path w="741680" h="80009">
                  <a:moveTo>
                    <a:pt x="172402" y="17386"/>
                  </a:moveTo>
                  <a:lnTo>
                    <a:pt x="160477" y="16179"/>
                  </a:lnTo>
                  <a:lnTo>
                    <a:pt x="159969" y="21094"/>
                  </a:lnTo>
                  <a:lnTo>
                    <a:pt x="171907" y="22301"/>
                  </a:lnTo>
                  <a:lnTo>
                    <a:pt x="172402" y="17386"/>
                  </a:lnTo>
                  <a:close/>
                </a:path>
                <a:path w="741680" h="80009">
                  <a:moveTo>
                    <a:pt x="190195" y="19177"/>
                  </a:moveTo>
                  <a:lnTo>
                    <a:pt x="178244" y="17970"/>
                  </a:lnTo>
                  <a:lnTo>
                    <a:pt x="177761" y="22885"/>
                  </a:lnTo>
                  <a:lnTo>
                    <a:pt x="189687" y="24091"/>
                  </a:lnTo>
                  <a:lnTo>
                    <a:pt x="190195" y="19177"/>
                  </a:lnTo>
                  <a:close/>
                </a:path>
                <a:path w="741680" h="80009">
                  <a:moveTo>
                    <a:pt x="207962" y="20980"/>
                  </a:moveTo>
                  <a:lnTo>
                    <a:pt x="196024" y="19773"/>
                  </a:lnTo>
                  <a:lnTo>
                    <a:pt x="195529" y="24688"/>
                  </a:lnTo>
                  <a:lnTo>
                    <a:pt x="207467" y="25895"/>
                  </a:lnTo>
                  <a:lnTo>
                    <a:pt x="207962" y="20980"/>
                  </a:lnTo>
                  <a:close/>
                </a:path>
                <a:path w="741680" h="80009">
                  <a:moveTo>
                    <a:pt x="225742" y="22771"/>
                  </a:moveTo>
                  <a:lnTo>
                    <a:pt x="213804" y="21564"/>
                  </a:lnTo>
                  <a:lnTo>
                    <a:pt x="213309" y="26479"/>
                  </a:lnTo>
                  <a:lnTo>
                    <a:pt x="225234" y="27686"/>
                  </a:lnTo>
                  <a:lnTo>
                    <a:pt x="225742" y="22771"/>
                  </a:lnTo>
                  <a:close/>
                </a:path>
                <a:path w="741680" h="80009">
                  <a:moveTo>
                    <a:pt x="243509" y="24561"/>
                  </a:moveTo>
                  <a:lnTo>
                    <a:pt x="231571" y="23355"/>
                  </a:lnTo>
                  <a:lnTo>
                    <a:pt x="231076" y="28282"/>
                  </a:lnTo>
                  <a:lnTo>
                    <a:pt x="243014" y="29476"/>
                  </a:lnTo>
                  <a:lnTo>
                    <a:pt x="243509" y="24561"/>
                  </a:lnTo>
                  <a:close/>
                </a:path>
                <a:path w="741680" h="80009">
                  <a:moveTo>
                    <a:pt x="261289" y="26365"/>
                  </a:moveTo>
                  <a:lnTo>
                    <a:pt x="249351" y="25158"/>
                  </a:lnTo>
                  <a:lnTo>
                    <a:pt x="248856" y="30073"/>
                  </a:lnTo>
                  <a:lnTo>
                    <a:pt x="260794" y="31280"/>
                  </a:lnTo>
                  <a:lnTo>
                    <a:pt x="261289" y="26365"/>
                  </a:lnTo>
                  <a:close/>
                </a:path>
                <a:path w="741680" h="80009">
                  <a:moveTo>
                    <a:pt x="279069" y="28168"/>
                  </a:moveTo>
                  <a:lnTo>
                    <a:pt x="267131" y="26962"/>
                  </a:lnTo>
                  <a:lnTo>
                    <a:pt x="266636" y="31877"/>
                  </a:lnTo>
                  <a:lnTo>
                    <a:pt x="278561" y="33083"/>
                  </a:lnTo>
                  <a:lnTo>
                    <a:pt x="279069" y="28168"/>
                  </a:lnTo>
                  <a:close/>
                </a:path>
                <a:path w="741680" h="80009">
                  <a:moveTo>
                    <a:pt x="296837" y="29959"/>
                  </a:moveTo>
                  <a:lnTo>
                    <a:pt x="284899" y="28752"/>
                  </a:lnTo>
                  <a:lnTo>
                    <a:pt x="284403" y="33667"/>
                  </a:lnTo>
                  <a:lnTo>
                    <a:pt x="296341" y="34874"/>
                  </a:lnTo>
                  <a:lnTo>
                    <a:pt x="296837" y="29959"/>
                  </a:lnTo>
                  <a:close/>
                </a:path>
                <a:path w="741680" h="80009">
                  <a:moveTo>
                    <a:pt x="314617" y="31762"/>
                  </a:moveTo>
                  <a:lnTo>
                    <a:pt x="302691" y="30556"/>
                  </a:lnTo>
                  <a:lnTo>
                    <a:pt x="302183" y="35471"/>
                  </a:lnTo>
                  <a:lnTo>
                    <a:pt x="314121" y="36677"/>
                  </a:lnTo>
                  <a:lnTo>
                    <a:pt x="314617" y="31762"/>
                  </a:lnTo>
                  <a:close/>
                </a:path>
                <a:path w="741680" h="80009">
                  <a:moveTo>
                    <a:pt x="332397" y="33553"/>
                  </a:moveTo>
                  <a:lnTo>
                    <a:pt x="320446" y="32346"/>
                  </a:lnTo>
                  <a:lnTo>
                    <a:pt x="319963" y="37261"/>
                  </a:lnTo>
                  <a:lnTo>
                    <a:pt x="331889" y="38468"/>
                  </a:lnTo>
                  <a:lnTo>
                    <a:pt x="332397" y="33553"/>
                  </a:lnTo>
                  <a:close/>
                </a:path>
                <a:path w="741680" h="80009">
                  <a:moveTo>
                    <a:pt x="350177" y="35344"/>
                  </a:moveTo>
                  <a:lnTo>
                    <a:pt x="338226" y="34137"/>
                  </a:lnTo>
                  <a:lnTo>
                    <a:pt x="337731" y="39052"/>
                  </a:lnTo>
                  <a:lnTo>
                    <a:pt x="349669" y="40259"/>
                  </a:lnTo>
                  <a:lnTo>
                    <a:pt x="350177" y="35344"/>
                  </a:lnTo>
                  <a:close/>
                </a:path>
                <a:path w="741680" h="80009">
                  <a:moveTo>
                    <a:pt x="367944" y="37147"/>
                  </a:moveTo>
                  <a:lnTo>
                    <a:pt x="356019" y="35941"/>
                  </a:lnTo>
                  <a:lnTo>
                    <a:pt x="355511" y="40855"/>
                  </a:lnTo>
                  <a:lnTo>
                    <a:pt x="367436" y="42062"/>
                  </a:lnTo>
                  <a:lnTo>
                    <a:pt x="367944" y="37147"/>
                  </a:lnTo>
                  <a:close/>
                </a:path>
                <a:path w="741680" h="80009">
                  <a:moveTo>
                    <a:pt x="385724" y="38938"/>
                  </a:moveTo>
                  <a:lnTo>
                    <a:pt x="373786" y="37731"/>
                  </a:lnTo>
                  <a:lnTo>
                    <a:pt x="373278" y="42659"/>
                  </a:lnTo>
                  <a:lnTo>
                    <a:pt x="385229" y="43865"/>
                  </a:lnTo>
                  <a:lnTo>
                    <a:pt x="385724" y="38938"/>
                  </a:lnTo>
                  <a:close/>
                </a:path>
                <a:path w="741680" h="80009">
                  <a:moveTo>
                    <a:pt x="403504" y="40741"/>
                  </a:moveTo>
                  <a:lnTo>
                    <a:pt x="391553" y="39535"/>
                  </a:lnTo>
                  <a:lnTo>
                    <a:pt x="391058" y="44450"/>
                  </a:lnTo>
                  <a:lnTo>
                    <a:pt x="402996" y="45656"/>
                  </a:lnTo>
                  <a:lnTo>
                    <a:pt x="403504" y="40741"/>
                  </a:lnTo>
                  <a:close/>
                </a:path>
                <a:path w="741680" h="80009">
                  <a:moveTo>
                    <a:pt x="421259" y="42545"/>
                  </a:moveTo>
                  <a:lnTo>
                    <a:pt x="409333" y="41338"/>
                  </a:lnTo>
                  <a:lnTo>
                    <a:pt x="408838" y="46253"/>
                  </a:lnTo>
                  <a:lnTo>
                    <a:pt x="420776" y="47459"/>
                  </a:lnTo>
                  <a:lnTo>
                    <a:pt x="421259" y="42545"/>
                  </a:lnTo>
                  <a:close/>
                </a:path>
                <a:path w="741680" h="80009">
                  <a:moveTo>
                    <a:pt x="439051" y="44335"/>
                  </a:moveTo>
                  <a:lnTo>
                    <a:pt x="427113" y="43129"/>
                  </a:lnTo>
                  <a:lnTo>
                    <a:pt x="426618" y="48044"/>
                  </a:lnTo>
                  <a:lnTo>
                    <a:pt x="438543" y="49250"/>
                  </a:lnTo>
                  <a:lnTo>
                    <a:pt x="439051" y="44335"/>
                  </a:lnTo>
                  <a:close/>
                </a:path>
                <a:path w="741680" h="80009">
                  <a:moveTo>
                    <a:pt x="456819" y="46126"/>
                  </a:moveTo>
                  <a:lnTo>
                    <a:pt x="444881" y="44919"/>
                  </a:lnTo>
                  <a:lnTo>
                    <a:pt x="444385" y="49834"/>
                  </a:lnTo>
                  <a:lnTo>
                    <a:pt x="456323" y="51041"/>
                  </a:lnTo>
                  <a:lnTo>
                    <a:pt x="456819" y="46126"/>
                  </a:lnTo>
                  <a:close/>
                </a:path>
                <a:path w="741680" h="80009">
                  <a:moveTo>
                    <a:pt x="474599" y="47929"/>
                  </a:moveTo>
                  <a:lnTo>
                    <a:pt x="462661" y="46723"/>
                  </a:lnTo>
                  <a:lnTo>
                    <a:pt x="462165" y="51638"/>
                  </a:lnTo>
                  <a:lnTo>
                    <a:pt x="474103" y="52844"/>
                  </a:lnTo>
                  <a:lnTo>
                    <a:pt x="474599" y="47929"/>
                  </a:lnTo>
                  <a:close/>
                </a:path>
                <a:path w="741680" h="80009">
                  <a:moveTo>
                    <a:pt x="492366" y="49720"/>
                  </a:moveTo>
                  <a:lnTo>
                    <a:pt x="480441" y="48514"/>
                  </a:lnTo>
                  <a:lnTo>
                    <a:pt x="479933" y="53441"/>
                  </a:lnTo>
                  <a:lnTo>
                    <a:pt x="491871" y="54648"/>
                  </a:lnTo>
                  <a:lnTo>
                    <a:pt x="492366" y="49720"/>
                  </a:lnTo>
                  <a:close/>
                </a:path>
                <a:path w="741680" h="80009">
                  <a:moveTo>
                    <a:pt x="510146" y="51523"/>
                  </a:moveTo>
                  <a:lnTo>
                    <a:pt x="498208" y="50317"/>
                  </a:lnTo>
                  <a:lnTo>
                    <a:pt x="497725" y="55232"/>
                  </a:lnTo>
                  <a:lnTo>
                    <a:pt x="509651" y="56438"/>
                  </a:lnTo>
                  <a:lnTo>
                    <a:pt x="510146" y="51523"/>
                  </a:lnTo>
                  <a:close/>
                </a:path>
                <a:path w="741680" h="80009">
                  <a:moveTo>
                    <a:pt x="527926" y="53327"/>
                  </a:moveTo>
                  <a:lnTo>
                    <a:pt x="515988" y="52120"/>
                  </a:lnTo>
                  <a:lnTo>
                    <a:pt x="515493" y="57035"/>
                  </a:lnTo>
                  <a:lnTo>
                    <a:pt x="527431" y="58242"/>
                  </a:lnTo>
                  <a:lnTo>
                    <a:pt x="527926" y="53327"/>
                  </a:lnTo>
                  <a:close/>
                </a:path>
                <a:path w="741680" h="80009">
                  <a:moveTo>
                    <a:pt x="545706" y="55118"/>
                  </a:moveTo>
                  <a:lnTo>
                    <a:pt x="533755" y="53911"/>
                  </a:lnTo>
                  <a:lnTo>
                    <a:pt x="533260" y="58826"/>
                  </a:lnTo>
                  <a:lnTo>
                    <a:pt x="545198" y="60032"/>
                  </a:lnTo>
                  <a:lnTo>
                    <a:pt x="545706" y="55118"/>
                  </a:lnTo>
                  <a:close/>
                </a:path>
                <a:path w="741680" h="80009">
                  <a:moveTo>
                    <a:pt x="563473" y="56908"/>
                  </a:moveTo>
                  <a:lnTo>
                    <a:pt x="551548" y="55702"/>
                  </a:lnTo>
                  <a:lnTo>
                    <a:pt x="551040" y="60617"/>
                  </a:lnTo>
                  <a:lnTo>
                    <a:pt x="562978" y="61823"/>
                  </a:lnTo>
                  <a:lnTo>
                    <a:pt x="563473" y="56908"/>
                  </a:lnTo>
                  <a:close/>
                </a:path>
                <a:path w="741680" h="80009">
                  <a:moveTo>
                    <a:pt x="581253" y="58712"/>
                  </a:moveTo>
                  <a:lnTo>
                    <a:pt x="569315" y="57492"/>
                  </a:lnTo>
                  <a:lnTo>
                    <a:pt x="568820" y="62420"/>
                  </a:lnTo>
                  <a:lnTo>
                    <a:pt x="580745" y="63627"/>
                  </a:lnTo>
                  <a:lnTo>
                    <a:pt x="581253" y="58712"/>
                  </a:lnTo>
                  <a:close/>
                </a:path>
                <a:path w="741680" h="80009">
                  <a:moveTo>
                    <a:pt x="599033" y="60502"/>
                  </a:moveTo>
                  <a:lnTo>
                    <a:pt x="587095" y="59296"/>
                  </a:lnTo>
                  <a:lnTo>
                    <a:pt x="586587" y="64211"/>
                  </a:lnTo>
                  <a:lnTo>
                    <a:pt x="598525" y="65417"/>
                  </a:lnTo>
                  <a:lnTo>
                    <a:pt x="599033" y="60502"/>
                  </a:lnTo>
                  <a:close/>
                </a:path>
                <a:path w="741680" h="80009">
                  <a:moveTo>
                    <a:pt x="616800" y="62306"/>
                  </a:moveTo>
                  <a:lnTo>
                    <a:pt x="604875" y="61099"/>
                  </a:lnTo>
                  <a:lnTo>
                    <a:pt x="604367" y="66014"/>
                  </a:lnTo>
                  <a:lnTo>
                    <a:pt x="616305" y="67221"/>
                  </a:lnTo>
                  <a:lnTo>
                    <a:pt x="616800" y="62306"/>
                  </a:lnTo>
                  <a:close/>
                </a:path>
                <a:path w="741680" h="80009">
                  <a:moveTo>
                    <a:pt x="634580" y="64109"/>
                  </a:moveTo>
                  <a:lnTo>
                    <a:pt x="622642" y="62903"/>
                  </a:lnTo>
                  <a:lnTo>
                    <a:pt x="622147" y="67818"/>
                  </a:lnTo>
                  <a:lnTo>
                    <a:pt x="634085" y="69024"/>
                  </a:lnTo>
                  <a:lnTo>
                    <a:pt x="634580" y="64109"/>
                  </a:lnTo>
                  <a:close/>
                </a:path>
                <a:path w="741680" h="80009">
                  <a:moveTo>
                    <a:pt x="652360" y="65900"/>
                  </a:moveTo>
                  <a:lnTo>
                    <a:pt x="640422" y="64693"/>
                  </a:lnTo>
                  <a:lnTo>
                    <a:pt x="639914" y="69608"/>
                  </a:lnTo>
                  <a:lnTo>
                    <a:pt x="651852" y="70815"/>
                  </a:lnTo>
                  <a:lnTo>
                    <a:pt x="652360" y="65900"/>
                  </a:lnTo>
                  <a:close/>
                </a:path>
                <a:path w="741680" h="80009">
                  <a:moveTo>
                    <a:pt x="670128" y="67691"/>
                  </a:moveTo>
                  <a:lnTo>
                    <a:pt x="658190" y="66484"/>
                  </a:lnTo>
                  <a:lnTo>
                    <a:pt x="657694" y="71399"/>
                  </a:lnTo>
                  <a:lnTo>
                    <a:pt x="669632" y="72605"/>
                  </a:lnTo>
                  <a:lnTo>
                    <a:pt x="670128" y="67691"/>
                  </a:lnTo>
                  <a:close/>
                </a:path>
                <a:path w="741680" h="80009">
                  <a:moveTo>
                    <a:pt x="687908" y="69494"/>
                  </a:moveTo>
                  <a:lnTo>
                    <a:pt x="675970" y="68275"/>
                  </a:lnTo>
                  <a:lnTo>
                    <a:pt x="675474" y="73202"/>
                  </a:lnTo>
                  <a:lnTo>
                    <a:pt x="687412" y="74409"/>
                  </a:lnTo>
                  <a:lnTo>
                    <a:pt x="687908" y="69494"/>
                  </a:lnTo>
                  <a:close/>
                </a:path>
                <a:path w="741680" h="80009">
                  <a:moveTo>
                    <a:pt x="705688" y="71285"/>
                  </a:moveTo>
                  <a:lnTo>
                    <a:pt x="693750" y="70078"/>
                  </a:lnTo>
                  <a:lnTo>
                    <a:pt x="693242" y="74993"/>
                  </a:lnTo>
                  <a:lnTo>
                    <a:pt x="705180" y="76200"/>
                  </a:lnTo>
                  <a:lnTo>
                    <a:pt x="705688" y="71285"/>
                  </a:lnTo>
                  <a:close/>
                </a:path>
                <a:path w="741680" h="80009">
                  <a:moveTo>
                    <a:pt x="723455" y="73075"/>
                  </a:moveTo>
                  <a:lnTo>
                    <a:pt x="711530" y="71869"/>
                  </a:lnTo>
                  <a:lnTo>
                    <a:pt x="711022" y="76796"/>
                  </a:lnTo>
                  <a:lnTo>
                    <a:pt x="722960" y="78003"/>
                  </a:lnTo>
                  <a:lnTo>
                    <a:pt x="723455" y="73075"/>
                  </a:lnTo>
                  <a:close/>
                </a:path>
                <a:path w="741680" h="80009">
                  <a:moveTo>
                    <a:pt x="741222" y="74879"/>
                  </a:moveTo>
                  <a:lnTo>
                    <a:pt x="729297" y="73672"/>
                  </a:lnTo>
                  <a:lnTo>
                    <a:pt x="728789" y="78600"/>
                  </a:lnTo>
                  <a:lnTo>
                    <a:pt x="740740" y="79806"/>
                  </a:lnTo>
                  <a:lnTo>
                    <a:pt x="741222" y="74879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125587" y="813152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627" y="0"/>
                  </a:lnTo>
                </a:path>
              </a:pathLst>
            </a:custGeom>
            <a:ln w="4945">
              <a:solidFill>
                <a:srgbClr val="F794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962124" y="825461"/>
              <a:ext cx="721360" cy="113664"/>
            </a:xfrm>
            <a:custGeom>
              <a:avLst/>
              <a:gdLst/>
              <a:ahLst/>
              <a:cxnLst/>
              <a:rect l="l" t="t" r="r" b="b"/>
              <a:pathLst>
                <a:path w="721360" h="113665">
                  <a:moveTo>
                    <a:pt x="12357" y="111340"/>
                  </a:moveTo>
                  <a:lnTo>
                    <a:pt x="11976" y="108839"/>
                  </a:lnTo>
                  <a:lnTo>
                    <a:pt x="11620" y="106451"/>
                  </a:lnTo>
                  <a:lnTo>
                    <a:pt x="0" y="108191"/>
                  </a:lnTo>
                  <a:lnTo>
                    <a:pt x="749" y="113080"/>
                  </a:lnTo>
                  <a:lnTo>
                    <a:pt x="12357" y="111340"/>
                  </a:lnTo>
                  <a:close/>
                </a:path>
                <a:path w="721360" h="113665">
                  <a:moveTo>
                    <a:pt x="29641" y="108737"/>
                  </a:moveTo>
                  <a:lnTo>
                    <a:pt x="28905" y="103860"/>
                  </a:lnTo>
                  <a:lnTo>
                    <a:pt x="17297" y="105600"/>
                  </a:lnTo>
                  <a:lnTo>
                    <a:pt x="18034" y="110490"/>
                  </a:lnTo>
                  <a:lnTo>
                    <a:pt x="29641" y="108737"/>
                  </a:lnTo>
                  <a:close/>
                </a:path>
                <a:path w="721360" h="113665">
                  <a:moveTo>
                    <a:pt x="46926" y="106146"/>
                  </a:moveTo>
                  <a:lnTo>
                    <a:pt x="46189" y="101269"/>
                  </a:lnTo>
                  <a:lnTo>
                    <a:pt x="34582" y="102997"/>
                  </a:lnTo>
                  <a:lnTo>
                    <a:pt x="35318" y="107886"/>
                  </a:lnTo>
                  <a:lnTo>
                    <a:pt x="46926" y="106146"/>
                  </a:lnTo>
                  <a:close/>
                </a:path>
                <a:path w="721360" h="113665">
                  <a:moveTo>
                    <a:pt x="64223" y="103555"/>
                  </a:moveTo>
                  <a:lnTo>
                    <a:pt x="63487" y="98666"/>
                  </a:lnTo>
                  <a:lnTo>
                    <a:pt x="51879" y="100406"/>
                  </a:lnTo>
                  <a:lnTo>
                    <a:pt x="52616" y="105283"/>
                  </a:lnTo>
                  <a:lnTo>
                    <a:pt x="64223" y="103555"/>
                  </a:lnTo>
                  <a:close/>
                </a:path>
                <a:path w="721360" h="113665">
                  <a:moveTo>
                    <a:pt x="81508" y="100952"/>
                  </a:moveTo>
                  <a:lnTo>
                    <a:pt x="80772" y="96075"/>
                  </a:lnTo>
                  <a:lnTo>
                    <a:pt x="69164" y="97802"/>
                  </a:lnTo>
                  <a:lnTo>
                    <a:pt x="69900" y="102692"/>
                  </a:lnTo>
                  <a:lnTo>
                    <a:pt x="81508" y="100952"/>
                  </a:lnTo>
                  <a:close/>
                </a:path>
                <a:path w="721360" h="113665">
                  <a:moveTo>
                    <a:pt x="98806" y="98361"/>
                  </a:moveTo>
                  <a:lnTo>
                    <a:pt x="98069" y="93472"/>
                  </a:lnTo>
                  <a:lnTo>
                    <a:pt x="86461" y="95211"/>
                  </a:lnTo>
                  <a:lnTo>
                    <a:pt x="87198" y="100101"/>
                  </a:lnTo>
                  <a:lnTo>
                    <a:pt x="98806" y="98361"/>
                  </a:lnTo>
                  <a:close/>
                </a:path>
                <a:path w="721360" h="113665">
                  <a:moveTo>
                    <a:pt x="116090" y="95758"/>
                  </a:moveTo>
                  <a:lnTo>
                    <a:pt x="115354" y="90881"/>
                  </a:lnTo>
                  <a:lnTo>
                    <a:pt x="103746" y="92621"/>
                  </a:lnTo>
                  <a:lnTo>
                    <a:pt x="104482" y="97510"/>
                  </a:lnTo>
                  <a:lnTo>
                    <a:pt x="116090" y="95758"/>
                  </a:lnTo>
                  <a:close/>
                </a:path>
                <a:path w="721360" h="113665">
                  <a:moveTo>
                    <a:pt x="133375" y="93167"/>
                  </a:moveTo>
                  <a:lnTo>
                    <a:pt x="132638" y="88277"/>
                  </a:lnTo>
                  <a:lnTo>
                    <a:pt x="121031" y="90017"/>
                  </a:lnTo>
                  <a:lnTo>
                    <a:pt x="121780" y="94907"/>
                  </a:lnTo>
                  <a:lnTo>
                    <a:pt x="133375" y="93167"/>
                  </a:lnTo>
                  <a:close/>
                </a:path>
                <a:path w="721360" h="113665">
                  <a:moveTo>
                    <a:pt x="150672" y="90563"/>
                  </a:moveTo>
                  <a:lnTo>
                    <a:pt x="149936" y="85674"/>
                  </a:lnTo>
                  <a:lnTo>
                    <a:pt x="138315" y="87426"/>
                  </a:lnTo>
                  <a:lnTo>
                    <a:pt x="139065" y="92303"/>
                  </a:lnTo>
                  <a:lnTo>
                    <a:pt x="150672" y="90563"/>
                  </a:lnTo>
                  <a:close/>
                </a:path>
                <a:path w="721360" h="113665">
                  <a:moveTo>
                    <a:pt x="167957" y="87972"/>
                  </a:moveTo>
                  <a:lnTo>
                    <a:pt x="167220" y="83083"/>
                  </a:lnTo>
                  <a:lnTo>
                    <a:pt x="155613" y="84823"/>
                  </a:lnTo>
                  <a:lnTo>
                    <a:pt x="156349" y="89712"/>
                  </a:lnTo>
                  <a:lnTo>
                    <a:pt x="167957" y="87972"/>
                  </a:lnTo>
                  <a:close/>
                </a:path>
                <a:path w="721360" h="113665">
                  <a:moveTo>
                    <a:pt x="185254" y="85382"/>
                  </a:moveTo>
                  <a:lnTo>
                    <a:pt x="184518" y="80492"/>
                  </a:lnTo>
                  <a:lnTo>
                    <a:pt x="172897" y="82219"/>
                  </a:lnTo>
                  <a:lnTo>
                    <a:pt x="173647" y="87109"/>
                  </a:lnTo>
                  <a:lnTo>
                    <a:pt x="185254" y="85382"/>
                  </a:lnTo>
                  <a:close/>
                </a:path>
                <a:path w="721360" h="113665">
                  <a:moveTo>
                    <a:pt x="202539" y="82778"/>
                  </a:moveTo>
                  <a:lnTo>
                    <a:pt x="201803" y="77889"/>
                  </a:lnTo>
                  <a:lnTo>
                    <a:pt x="190182" y="79629"/>
                  </a:lnTo>
                  <a:lnTo>
                    <a:pt x="190931" y="84518"/>
                  </a:lnTo>
                  <a:lnTo>
                    <a:pt x="202539" y="82778"/>
                  </a:lnTo>
                  <a:close/>
                </a:path>
                <a:path w="721360" h="113665">
                  <a:moveTo>
                    <a:pt x="219824" y="80187"/>
                  </a:moveTo>
                  <a:lnTo>
                    <a:pt x="219100" y="75298"/>
                  </a:lnTo>
                  <a:lnTo>
                    <a:pt x="207479" y="77038"/>
                  </a:lnTo>
                  <a:lnTo>
                    <a:pt x="208229" y="81927"/>
                  </a:lnTo>
                  <a:lnTo>
                    <a:pt x="219824" y="80187"/>
                  </a:lnTo>
                  <a:close/>
                </a:path>
                <a:path w="721360" h="113665">
                  <a:moveTo>
                    <a:pt x="237121" y="77584"/>
                  </a:moveTo>
                  <a:lnTo>
                    <a:pt x="236372" y="72694"/>
                  </a:lnTo>
                  <a:lnTo>
                    <a:pt x="224764" y="74447"/>
                  </a:lnTo>
                  <a:lnTo>
                    <a:pt x="225513" y="79336"/>
                  </a:lnTo>
                  <a:lnTo>
                    <a:pt x="237121" y="77584"/>
                  </a:lnTo>
                  <a:close/>
                </a:path>
                <a:path w="721360" h="113665">
                  <a:moveTo>
                    <a:pt x="254406" y="74993"/>
                  </a:moveTo>
                  <a:lnTo>
                    <a:pt x="253669" y="70104"/>
                  </a:lnTo>
                  <a:lnTo>
                    <a:pt x="242062" y="71843"/>
                  </a:lnTo>
                  <a:lnTo>
                    <a:pt x="242798" y="76733"/>
                  </a:lnTo>
                  <a:lnTo>
                    <a:pt x="254406" y="74993"/>
                  </a:lnTo>
                  <a:close/>
                </a:path>
                <a:path w="721360" h="113665">
                  <a:moveTo>
                    <a:pt x="271703" y="72402"/>
                  </a:moveTo>
                  <a:lnTo>
                    <a:pt x="270967" y="67513"/>
                  </a:lnTo>
                  <a:lnTo>
                    <a:pt x="259346" y="69240"/>
                  </a:lnTo>
                  <a:lnTo>
                    <a:pt x="260096" y="74129"/>
                  </a:lnTo>
                  <a:lnTo>
                    <a:pt x="271703" y="72402"/>
                  </a:lnTo>
                  <a:close/>
                </a:path>
                <a:path w="721360" h="113665">
                  <a:moveTo>
                    <a:pt x="288988" y="69799"/>
                  </a:moveTo>
                  <a:lnTo>
                    <a:pt x="288251" y="64909"/>
                  </a:lnTo>
                  <a:lnTo>
                    <a:pt x="276631" y="66649"/>
                  </a:lnTo>
                  <a:lnTo>
                    <a:pt x="277380" y="71539"/>
                  </a:lnTo>
                  <a:lnTo>
                    <a:pt x="288988" y="69799"/>
                  </a:lnTo>
                  <a:close/>
                </a:path>
                <a:path w="721360" h="113665">
                  <a:moveTo>
                    <a:pt x="306273" y="67208"/>
                  </a:moveTo>
                  <a:lnTo>
                    <a:pt x="305536" y="62318"/>
                  </a:lnTo>
                  <a:lnTo>
                    <a:pt x="293941" y="64046"/>
                  </a:lnTo>
                  <a:lnTo>
                    <a:pt x="294665" y="68935"/>
                  </a:lnTo>
                  <a:lnTo>
                    <a:pt x="306273" y="67208"/>
                  </a:lnTo>
                  <a:close/>
                </a:path>
                <a:path w="721360" h="113665">
                  <a:moveTo>
                    <a:pt x="323570" y="64604"/>
                  </a:moveTo>
                  <a:lnTo>
                    <a:pt x="322834" y="59715"/>
                  </a:lnTo>
                  <a:lnTo>
                    <a:pt x="311213" y="61455"/>
                  </a:lnTo>
                  <a:lnTo>
                    <a:pt x="311962" y="66344"/>
                  </a:lnTo>
                  <a:lnTo>
                    <a:pt x="323570" y="64604"/>
                  </a:lnTo>
                  <a:close/>
                </a:path>
                <a:path w="721360" h="113665">
                  <a:moveTo>
                    <a:pt x="340855" y="62014"/>
                  </a:moveTo>
                  <a:lnTo>
                    <a:pt x="340118" y="57124"/>
                  </a:lnTo>
                  <a:lnTo>
                    <a:pt x="328510" y="58864"/>
                  </a:lnTo>
                  <a:lnTo>
                    <a:pt x="329247" y="63754"/>
                  </a:lnTo>
                  <a:lnTo>
                    <a:pt x="340855" y="62014"/>
                  </a:lnTo>
                  <a:close/>
                </a:path>
                <a:path w="721360" h="113665">
                  <a:moveTo>
                    <a:pt x="358140" y="59410"/>
                  </a:moveTo>
                  <a:lnTo>
                    <a:pt x="357403" y="54521"/>
                  </a:lnTo>
                  <a:lnTo>
                    <a:pt x="345808" y="56273"/>
                  </a:lnTo>
                  <a:lnTo>
                    <a:pt x="346532" y="61150"/>
                  </a:lnTo>
                  <a:lnTo>
                    <a:pt x="358140" y="59410"/>
                  </a:lnTo>
                  <a:close/>
                </a:path>
                <a:path w="721360" h="113665">
                  <a:moveTo>
                    <a:pt x="375437" y="56819"/>
                  </a:moveTo>
                  <a:lnTo>
                    <a:pt x="374700" y="51930"/>
                  </a:lnTo>
                  <a:lnTo>
                    <a:pt x="363093" y="53670"/>
                  </a:lnTo>
                  <a:lnTo>
                    <a:pt x="363829" y="58559"/>
                  </a:lnTo>
                  <a:lnTo>
                    <a:pt x="375437" y="56819"/>
                  </a:lnTo>
                  <a:close/>
                </a:path>
                <a:path w="721360" h="113665">
                  <a:moveTo>
                    <a:pt x="392722" y="54229"/>
                  </a:moveTo>
                  <a:lnTo>
                    <a:pt x="391985" y="49326"/>
                  </a:lnTo>
                  <a:lnTo>
                    <a:pt x="380377" y="51066"/>
                  </a:lnTo>
                  <a:lnTo>
                    <a:pt x="381114" y="55956"/>
                  </a:lnTo>
                  <a:lnTo>
                    <a:pt x="392722" y="54229"/>
                  </a:lnTo>
                  <a:close/>
                </a:path>
                <a:path w="721360" h="113665">
                  <a:moveTo>
                    <a:pt x="410019" y="51625"/>
                  </a:moveTo>
                  <a:lnTo>
                    <a:pt x="409282" y="46736"/>
                  </a:lnTo>
                  <a:lnTo>
                    <a:pt x="397662" y="48475"/>
                  </a:lnTo>
                  <a:lnTo>
                    <a:pt x="398411" y="53365"/>
                  </a:lnTo>
                  <a:lnTo>
                    <a:pt x="410019" y="51625"/>
                  </a:lnTo>
                  <a:close/>
                </a:path>
                <a:path w="721360" h="113665">
                  <a:moveTo>
                    <a:pt x="427304" y="49034"/>
                  </a:moveTo>
                  <a:lnTo>
                    <a:pt x="426567" y="44145"/>
                  </a:lnTo>
                  <a:lnTo>
                    <a:pt x="414959" y="45872"/>
                  </a:lnTo>
                  <a:lnTo>
                    <a:pt x="415696" y="50761"/>
                  </a:lnTo>
                  <a:lnTo>
                    <a:pt x="427304" y="49034"/>
                  </a:lnTo>
                  <a:close/>
                </a:path>
                <a:path w="721360" h="113665">
                  <a:moveTo>
                    <a:pt x="444588" y="46431"/>
                  </a:moveTo>
                  <a:lnTo>
                    <a:pt x="443852" y="41541"/>
                  </a:lnTo>
                  <a:lnTo>
                    <a:pt x="432244" y="43281"/>
                  </a:lnTo>
                  <a:lnTo>
                    <a:pt x="432981" y="48171"/>
                  </a:lnTo>
                  <a:lnTo>
                    <a:pt x="444588" y="46431"/>
                  </a:lnTo>
                  <a:close/>
                </a:path>
                <a:path w="721360" h="113665">
                  <a:moveTo>
                    <a:pt x="461886" y="43827"/>
                  </a:moveTo>
                  <a:lnTo>
                    <a:pt x="461149" y="38950"/>
                  </a:lnTo>
                  <a:lnTo>
                    <a:pt x="449541" y="40690"/>
                  </a:lnTo>
                  <a:lnTo>
                    <a:pt x="450278" y="45580"/>
                  </a:lnTo>
                  <a:lnTo>
                    <a:pt x="461886" y="43827"/>
                  </a:lnTo>
                  <a:close/>
                </a:path>
                <a:path w="721360" h="113665">
                  <a:moveTo>
                    <a:pt x="479171" y="41236"/>
                  </a:moveTo>
                  <a:lnTo>
                    <a:pt x="478434" y="36347"/>
                  </a:lnTo>
                  <a:lnTo>
                    <a:pt x="466826" y="38087"/>
                  </a:lnTo>
                  <a:lnTo>
                    <a:pt x="467563" y="42976"/>
                  </a:lnTo>
                  <a:lnTo>
                    <a:pt x="479171" y="41236"/>
                  </a:lnTo>
                  <a:close/>
                </a:path>
                <a:path w="721360" h="113665">
                  <a:moveTo>
                    <a:pt x="496468" y="38646"/>
                  </a:moveTo>
                  <a:lnTo>
                    <a:pt x="495731" y="33743"/>
                  </a:lnTo>
                  <a:lnTo>
                    <a:pt x="484111" y="35496"/>
                  </a:lnTo>
                  <a:lnTo>
                    <a:pt x="484860" y="40386"/>
                  </a:lnTo>
                  <a:lnTo>
                    <a:pt x="496468" y="38646"/>
                  </a:lnTo>
                  <a:close/>
                </a:path>
                <a:path w="721360" h="113665">
                  <a:moveTo>
                    <a:pt x="513753" y="36042"/>
                  </a:moveTo>
                  <a:lnTo>
                    <a:pt x="513016" y="31153"/>
                  </a:lnTo>
                  <a:lnTo>
                    <a:pt x="501408" y="32893"/>
                  </a:lnTo>
                  <a:lnTo>
                    <a:pt x="502145" y="37782"/>
                  </a:lnTo>
                  <a:lnTo>
                    <a:pt x="513753" y="36042"/>
                  </a:lnTo>
                  <a:close/>
                </a:path>
                <a:path w="721360" h="113665">
                  <a:moveTo>
                    <a:pt x="531037" y="33451"/>
                  </a:moveTo>
                  <a:lnTo>
                    <a:pt x="530301" y="28562"/>
                  </a:lnTo>
                  <a:lnTo>
                    <a:pt x="518693" y="30302"/>
                  </a:lnTo>
                  <a:lnTo>
                    <a:pt x="519430" y="35179"/>
                  </a:lnTo>
                  <a:lnTo>
                    <a:pt x="531037" y="33451"/>
                  </a:lnTo>
                  <a:close/>
                </a:path>
                <a:path w="721360" h="113665">
                  <a:moveTo>
                    <a:pt x="548335" y="30848"/>
                  </a:moveTo>
                  <a:lnTo>
                    <a:pt x="547598" y="25971"/>
                  </a:lnTo>
                  <a:lnTo>
                    <a:pt x="535990" y="27698"/>
                  </a:lnTo>
                  <a:lnTo>
                    <a:pt x="536727" y="32588"/>
                  </a:lnTo>
                  <a:lnTo>
                    <a:pt x="548335" y="30848"/>
                  </a:lnTo>
                  <a:close/>
                </a:path>
                <a:path w="721360" h="113665">
                  <a:moveTo>
                    <a:pt x="565619" y="28257"/>
                  </a:moveTo>
                  <a:lnTo>
                    <a:pt x="564883" y="23368"/>
                  </a:lnTo>
                  <a:lnTo>
                    <a:pt x="553275" y="25107"/>
                  </a:lnTo>
                  <a:lnTo>
                    <a:pt x="554012" y="29997"/>
                  </a:lnTo>
                  <a:lnTo>
                    <a:pt x="565619" y="28257"/>
                  </a:lnTo>
                  <a:close/>
                </a:path>
                <a:path w="721360" h="113665">
                  <a:moveTo>
                    <a:pt x="582917" y="25654"/>
                  </a:moveTo>
                  <a:lnTo>
                    <a:pt x="582180" y="20764"/>
                  </a:lnTo>
                  <a:lnTo>
                    <a:pt x="570572" y="22517"/>
                  </a:lnTo>
                  <a:lnTo>
                    <a:pt x="571309" y="27406"/>
                  </a:lnTo>
                  <a:lnTo>
                    <a:pt x="582917" y="25654"/>
                  </a:lnTo>
                  <a:close/>
                </a:path>
                <a:path w="721360" h="113665">
                  <a:moveTo>
                    <a:pt x="600202" y="23063"/>
                  </a:moveTo>
                  <a:lnTo>
                    <a:pt x="599465" y="18173"/>
                  </a:lnTo>
                  <a:lnTo>
                    <a:pt x="587857" y="19913"/>
                  </a:lnTo>
                  <a:lnTo>
                    <a:pt x="588594" y="24803"/>
                  </a:lnTo>
                  <a:lnTo>
                    <a:pt x="600202" y="23063"/>
                  </a:lnTo>
                  <a:close/>
                </a:path>
                <a:path w="721360" h="113665">
                  <a:moveTo>
                    <a:pt x="617486" y="20459"/>
                  </a:moveTo>
                  <a:lnTo>
                    <a:pt x="616750" y="15582"/>
                  </a:lnTo>
                  <a:lnTo>
                    <a:pt x="605142" y="17322"/>
                  </a:lnTo>
                  <a:lnTo>
                    <a:pt x="605891" y="22199"/>
                  </a:lnTo>
                  <a:lnTo>
                    <a:pt x="617486" y="20459"/>
                  </a:lnTo>
                  <a:close/>
                </a:path>
                <a:path w="721360" h="113665">
                  <a:moveTo>
                    <a:pt x="634784" y="17868"/>
                  </a:moveTo>
                  <a:lnTo>
                    <a:pt x="634047" y="12979"/>
                  </a:lnTo>
                  <a:lnTo>
                    <a:pt x="622427" y="14719"/>
                  </a:lnTo>
                  <a:lnTo>
                    <a:pt x="623176" y="19608"/>
                  </a:lnTo>
                  <a:lnTo>
                    <a:pt x="634784" y="17868"/>
                  </a:lnTo>
                  <a:close/>
                </a:path>
                <a:path w="721360" h="113665">
                  <a:moveTo>
                    <a:pt x="652068" y="15278"/>
                  </a:moveTo>
                  <a:lnTo>
                    <a:pt x="651332" y="10388"/>
                  </a:lnTo>
                  <a:lnTo>
                    <a:pt x="639724" y="12115"/>
                  </a:lnTo>
                  <a:lnTo>
                    <a:pt x="640461" y="17005"/>
                  </a:lnTo>
                  <a:lnTo>
                    <a:pt x="652068" y="15278"/>
                  </a:lnTo>
                  <a:close/>
                </a:path>
                <a:path w="721360" h="113665">
                  <a:moveTo>
                    <a:pt x="669366" y="12674"/>
                  </a:moveTo>
                  <a:lnTo>
                    <a:pt x="668629" y="7785"/>
                  </a:lnTo>
                  <a:lnTo>
                    <a:pt x="657009" y="9525"/>
                  </a:lnTo>
                  <a:lnTo>
                    <a:pt x="657758" y="14414"/>
                  </a:lnTo>
                  <a:lnTo>
                    <a:pt x="669366" y="12674"/>
                  </a:lnTo>
                  <a:close/>
                </a:path>
                <a:path w="721360" h="113665">
                  <a:moveTo>
                    <a:pt x="686650" y="10083"/>
                  </a:moveTo>
                  <a:lnTo>
                    <a:pt x="685914" y="5194"/>
                  </a:lnTo>
                  <a:lnTo>
                    <a:pt x="674293" y="6934"/>
                  </a:lnTo>
                  <a:lnTo>
                    <a:pt x="675043" y="11823"/>
                  </a:lnTo>
                  <a:lnTo>
                    <a:pt x="686650" y="10083"/>
                  </a:lnTo>
                  <a:close/>
                </a:path>
                <a:path w="721360" h="113665">
                  <a:moveTo>
                    <a:pt x="703948" y="7480"/>
                  </a:moveTo>
                  <a:lnTo>
                    <a:pt x="703211" y="2590"/>
                  </a:lnTo>
                  <a:lnTo>
                    <a:pt x="691591" y="4343"/>
                  </a:lnTo>
                  <a:lnTo>
                    <a:pt x="692340" y="9220"/>
                  </a:lnTo>
                  <a:lnTo>
                    <a:pt x="703948" y="7480"/>
                  </a:lnTo>
                  <a:close/>
                </a:path>
                <a:path w="721360" h="113665">
                  <a:moveTo>
                    <a:pt x="721233" y="4876"/>
                  </a:moveTo>
                  <a:lnTo>
                    <a:pt x="720483" y="0"/>
                  </a:lnTo>
                  <a:lnTo>
                    <a:pt x="708875" y="1739"/>
                  </a:lnTo>
                  <a:lnTo>
                    <a:pt x="709625" y="6629"/>
                  </a:lnTo>
                  <a:lnTo>
                    <a:pt x="721233" y="4876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122043" y="1002766"/>
              <a:ext cx="619125" cy="194945"/>
            </a:xfrm>
            <a:custGeom>
              <a:avLst/>
              <a:gdLst/>
              <a:ahLst/>
              <a:cxnLst/>
              <a:rect l="l" t="t" r="r" b="b"/>
              <a:pathLst>
                <a:path w="619125" h="194944">
                  <a:moveTo>
                    <a:pt x="13030" y="192278"/>
                  </a:moveTo>
                  <a:lnTo>
                    <a:pt x="11950" y="187452"/>
                  </a:lnTo>
                  <a:lnTo>
                    <a:pt x="0" y="190119"/>
                  </a:lnTo>
                  <a:lnTo>
                    <a:pt x="1066" y="194945"/>
                  </a:lnTo>
                  <a:lnTo>
                    <a:pt x="13030" y="192278"/>
                  </a:lnTo>
                  <a:close/>
                </a:path>
                <a:path w="619125" h="194944">
                  <a:moveTo>
                    <a:pt x="30848" y="188328"/>
                  </a:moveTo>
                  <a:lnTo>
                    <a:pt x="29768" y="183489"/>
                  </a:lnTo>
                  <a:lnTo>
                    <a:pt x="17805" y="186156"/>
                  </a:lnTo>
                  <a:lnTo>
                    <a:pt x="18884" y="190982"/>
                  </a:lnTo>
                  <a:lnTo>
                    <a:pt x="30848" y="188328"/>
                  </a:lnTo>
                  <a:close/>
                </a:path>
                <a:path w="619125" h="194944">
                  <a:moveTo>
                    <a:pt x="48653" y="184365"/>
                  </a:moveTo>
                  <a:lnTo>
                    <a:pt x="47586" y="179527"/>
                  </a:lnTo>
                  <a:lnTo>
                    <a:pt x="35623" y="182206"/>
                  </a:lnTo>
                  <a:lnTo>
                    <a:pt x="36690" y="187020"/>
                  </a:lnTo>
                  <a:lnTo>
                    <a:pt x="48653" y="184365"/>
                  </a:lnTo>
                  <a:close/>
                </a:path>
                <a:path w="619125" h="194944">
                  <a:moveTo>
                    <a:pt x="66471" y="180403"/>
                  </a:moveTo>
                  <a:lnTo>
                    <a:pt x="65392" y="175564"/>
                  </a:lnTo>
                  <a:lnTo>
                    <a:pt x="53441" y="178244"/>
                  </a:lnTo>
                  <a:lnTo>
                    <a:pt x="54508" y="183070"/>
                  </a:lnTo>
                  <a:lnTo>
                    <a:pt x="66471" y="180403"/>
                  </a:lnTo>
                  <a:close/>
                </a:path>
                <a:path w="619125" h="194944">
                  <a:moveTo>
                    <a:pt x="84277" y="176441"/>
                  </a:moveTo>
                  <a:lnTo>
                    <a:pt x="83210" y="171615"/>
                  </a:lnTo>
                  <a:lnTo>
                    <a:pt x="71247" y="174282"/>
                  </a:lnTo>
                  <a:lnTo>
                    <a:pt x="72326" y="179108"/>
                  </a:lnTo>
                  <a:lnTo>
                    <a:pt x="84277" y="176441"/>
                  </a:lnTo>
                  <a:close/>
                </a:path>
                <a:path w="619125" h="194944">
                  <a:moveTo>
                    <a:pt x="102095" y="172478"/>
                  </a:moveTo>
                  <a:lnTo>
                    <a:pt x="101028" y="167652"/>
                  </a:lnTo>
                  <a:lnTo>
                    <a:pt x="89065" y="170319"/>
                  </a:lnTo>
                  <a:lnTo>
                    <a:pt x="90144" y="175145"/>
                  </a:lnTo>
                  <a:lnTo>
                    <a:pt x="102095" y="172478"/>
                  </a:lnTo>
                  <a:close/>
                </a:path>
                <a:path w="619125" h="194944">
                  <a:moveTo>
                    <a:pt x="119913" y="168529"/>
                  </a:moveTo>
                  <a:lnTo>
                    <a:pt x="118833" y="163690"/>
                  </a:lnTo>
                  <a:lnTo>
                    <a:pt x="106870" y="166370"/>
                  </a:lnTo>
                  <a:lnTo>
                    <a:pt x="107950" y="171183"/>
                  </a:lnTo>
                  <a:lnTo>
                    <a:pt x="119913" y="168529"/>
                  </a:lnTo>
                  <a:close/>
                </a:path>
                <a:path w="619125" h="194944">
                  <a:moveTo>
                    <a:pt x="137731" y="164566"/>
                  </a:moveTo>
                  <a:lnTo>
                    <a:pt x="136652" y="159727"/>
                  </a:lnTo>
                  <a:lnTo>
                    <a:pt x="124688" y="162407"/>
                  </a:lnTo>
                  <a:lnTo>
                    <a:pt x="125755" y="167233"/>
                  </a:lnTo>
                  <a:lnTo>
                    <a:pt x="137731" y="164566"/>
                  </a:lnTo>
                  <a:close/>
                </a:path>
                <a:path w="619125" h="194944">
                  <a:moveTo>
                    <a:pt x="155536" y="160604"/>
                  </a:moveTo>
                  <a:lnTo>
                    <a:pt x="154457" y="155778"/>
                  </a:lnTo>
                  <a:lnTo>
                    <a:pt x="142506" y="158445"/>
                  </a:lnTo>
                  <a:lnTo>
                    <a:pt x="143586" y="163258"/>
                  </a:lnTo>
                  <a:lnTo>
                    <a:pt x="155536" y="160604"/>
                  </a:lnTo>
                  <a:close/>
                </a:path>
                <a:path w="619125" h="194944">
                  <a:moveTo>
                    <a:pt x="167347" y="647"/>
                  </a:moveTo>
                  <a:lnTo>
                    <a:pt x="156146" y="0"/>
                  </a:lnTo>
                  <a:lnTo>
                    <a:pt x="155867" y="4940"/>
                  </a:lnTo>
                  <a:lnTo>
                    <a:pt x="167068" y="5588"/>
                  </a:lnTo>
                  <a:lnTo>
                    <a:pt x="167347" y="647"/>
                  </a:lnTo>
                  <a:close/>
                </a:path>
                <a:path w="619125" h="194944">
                  <a:moveTo>
                    <a:pt x="173355" y="156654"/>
                  </a:moveTo>
                  <a:lnTo>
                    <a:pt x="172275" y="151815"/>
                  </a:lnTo>
                  <a:lnTo>
                    <a:pt x="160312" y="154482"/>
                  </a:lnTo>
                  <a:lnTo>
                    <a:pt x="161391" y="159296"/>
                  </a:lnTo>
                  <a:lnTo>
                    <a:pt x="173355" y="156654"/>
                  </a:lnTo>
                  <a:close/>
                </a:path>
                <a:path w="619125" h="194944">
                  <a:moveTo>
                    <a:pt x="184023" y="1600"/>
                  </a:moveTo>
                  <a:lnTo>
                    <a:pt x="172821" y="952"/>
                  </a:lnTo>
                  <a:lnTo>
                    <a:pt x="172542" y="5892"/>
                  </a:lnTo>
                  <a:lnTo>
                    <a:pt x="183743" y="6540"/>
                  </a:lnTo>
                  <a:lnTo>
                    <a:pt x="184023" y="1600"/>
                  </a:lnTo>
                  <a:close/>
                </a:path>
                <a:path w="619125" h="194944">
                  <a:moveTo>
                    <a:pt x="191160" y="152692"/>
                  </a:moveTo>
                  <a:lnTo>
                    <a:pt x="190093" y="147853"/>
                  </a:lnTo>
                  <a:lnTo>
                    <a:pt x="178130" y="150533"/>
                  </a:lnTo>
                  <a:lnTo>
                    <a:pt x="179209" y="155346"/>
                  </a:lnTo>
                  <a:lnTo>
                    <a:pt x="191160" y="152692"/>
                  </a:lnTo>
                  <a:close/>
                </a:path>
                <a:path w="619125" h="194944">
                  <a:moveTo>
                    <a:pt x="200698" y="2552"/>
                  </a:moveTo>
                  <a:lnTo>
                    <a:pt x="189496" y="1917"/>
                  </a:lnTo>
                  <a:lnTo>
                    <a:pt x="189217" y="6858"/>
                  </a:lnTo>
                  <a:lnTo>
                    <a:pt x="200418" y="7493"/>
                  </a:lnTo>
                  <a:lnTo>
                    <a:pt x="200698" y="2552"/>
                  </a:lnTo>
                  <a:close/>
                </a:path>
                <a:path w="619125" h="194944">
                  <a:moveTo>
                    <a:pt x="208978" y="148729"/>
                  </a:moveTo>
                  <a:lnTo>
                    <a:pt x="207899" y="143891"/>
                  </a:lnTo>
                  <a:lnTo>
                    <a:pt x="195948" y="146570"/>
                  </a:lnTo>
                  <a:lnTo>
                    <a:pt x="197015" y="151384"/>
                  </a:lnTo>
                  <a:lnTo>
                    <a:pt x="208978" y="148729"/>
                  </a:lnTo>
                  <a:close/>
                </a:path>
                <a:path w="619125" h="194944">
                  <a:moveTo>
                    <a:pt x="217385" y="3517"/>
                  </a:moveTo>
                  <a:lnTo>
                    <a:pt x="206184" y="2857"/>
                  </a:lnTo>
                  <a:lnTo>
                    <a:pt x="205905" y="7810"/>
                  </a:lnTo>
                  <a:lnTo>
                    <a:pt x="217093" y="8445"/>
                  </a:lnTo>
                  <a:lnTo>
                    <a:pt x="217385" y="3517"/>
                  </a:lnTo>
                  <a:close/>
                </a:path>
                <a:path w="619125" h="194944">
                  <a:moveTo>
                    <a:pt x="226796" y="144767"/>
                  </a:moveTo>
                  <a:lnTo>
                    <a:pt x="225717" y="139941"/>
                  </a:lnTo>
                  <a:lnTo>
                    <a:pt x="213766" y="142595"/>
                  </a:lnTo>
                  <a:lnTo>
                    <a:pt x="214833" y="147421"/>
                  </a:lnTo>
                  <a:lnTo>
                    <a:pt x="226796" y="144767"/>
                  </a:lnTo>
                  <a:close/>
                </a:path>
                <a:path w="619125" h="194944">
                  <a:moveTo>
                    <a:pt x="234061" y="4457"/>
                  </a:moveTo>
                  <a:lnTo>
                    <a:pt x="222859" y="3810"/>
                  </a:lnTo>
                  <a:lnTo>
                    <a:pt x="222580" y="8763"/>
                  </a:lnTo>
                  <a:lnTo>
                    <a:pt x="233781" y="9398"/>
                  </a:lnTo>
                  <a:lnTo>
                    <a:pt x="234061" y="4457"/>
                  </a:lnTo>
                  <a:close/>
                </a:path>
                <a:path w="619125" h="194944">
                  <a:moveTo>
                    <a:pt x="244602" y="140817"/>
                  </a:moveTo>
                  <a:lnTo>
                    <a:pt x="243522" y="135978"/>
                  </a:lnTo>
                  <a:lnTo>
                    <a:pt x="231571" y="138645"/>
                  </a:lnTo>
                  <a:lnTo>
                    <a:pt x="232638" y="143459"/>
                  </a:lnTo>
                  <a:lnTo>
                    <a:pt x="244602" y="140817"/>
                  </a:lnTo>
                  <a:close/>
                </a:path>
                <a:path w="619125" h="194944">
                  <a:moveTo>
                    <a:pt x="250736" y="5410"/>
                  </a:moveTo>
                  <a:lnTo>
                    <a:pt x="239547" y="4775"/>
                  </a:lnTo>
                  <a:lnTo>
                    <a:pt x="239268" y="9715"/>
                  </a:lnTo>
                  <a:lnTo>
                    <a:pt x="250456" y="10350"/>
                  </a:lnTo>
                  <a:lnTo>
                    <a:pt x="250736" y="5410"/>
                  </a:lnTo>
                  <a:close/>
                </a:path>
                <a:path w="619125" h="194944">
                  <a:moveTo>
                    <a:pt x="262420" y="136855"/>
                  </a:moveTo>
                  <a:lnTo>
                    <a:pt x="261340" y="132016"/>
                  </a:lnTo>
                  <a:lnTo>
                    <a:pt x="249377" y="134683"/>
                  </a:lnTo>
                  <a:lnTo>
                    <a:pt x="250456" y="139509"/>
                  </a:lnTo>
                  <a:lnTo>
                    <a:pt x="262420" y="136855"/>
                  </a:lnTo>
                  <a:close/>
                </a:path>
                <a:path w="619125" h="194944">
                  <a:moveTo>
                    <a:pt x="267411" y="6375"/>
                  </a:moveTo>
                  <a:lnTo>
                    <a:pt x="256222" y="5727"/>
                  </a:lnTo>
                  <a:lnTo>
                    <a:pt x="255943" y="10668"/>
                  </a:lnTo>
                  <a:lnTo>
                    <a:pt x="267131" y="11315"/>
                  </a:lnTo>
                  <a:lnTo>
                    <a:pt x="267411" y="6375"/>
                  </a:lnTo>
                  <a:close/>
                </a:path>
                <a:path w="619125" h="194944">
                  <a:moveTo>
                    <a:pt x="280238" y="132892"/>
                  </a:moveTo>
                  <a:lnTo>
                    <a:pt x="279158" y="128054"/>
                  </a:lnTo>
                  <a:lnTo>
                    <a:pt x="267195" y="130721"/>
                  </a:lnTo>
                  <a:lnTo>
                    <a:pt x="268262" y="135547"/>
                  </a:lnTo>
                  <a:lnTo>
                    <a:pt x="280238" y="132892"/>
                  </a:lnTo>
                  <a:close/>
                </a:path>
                <a:path w="619125" h="194944">
                  <a:moveTo>
                    <a:pt x="284099" y="7327"/>
                  </a:moveTo>
                  <a:lnTo>
                    <a:pt x="272897" y="6680"/>
                  </a:lnTo>
                  <a:lnTo>
                    <a:pt x="272618" y="11620"/>
                  </a:lnTo>
                  <a:lnTo>
                    <a:pt x="283819" y="12255"/>
                  </a:lnTo>
                  <a:lnTo>
                    <a:pt x="284099" y="7327"/>
                  </a:lnTo>
                  <a:close/>
                </a:path>
                <a:path w="619125" h="194944">
                  <a:moveTo>
                    <a:pt x="298043" y="128930"/>
                  </a:moveTo>
                  <a:lnTo>
                    <a:pt x="296964" y="124104"/>
                  </a:lnTo>
                  <a:lnTo>
                    <a:pt x="285013" y="126758"/>
                  </a:lnTo>
                  <a:lnTo>
                    <a:pt x="286080" y="131584"/>
                  </a:lnTo>
                  <a:lnTo>
                    <a:pt x="298043" y="128930"/>
                  </a:lnTo>
                  <a:close/>
                </a:path>
                <a:path w="619125" h="194944">
                  <a:moveTo>
                    <a:pt x="300774" y="8293"/>
                  </a:moveTo>
                  <a:lnTo>
                    <a:pt x="289585" y="7632"/>
                  </a:lnTo>
                  <a:lnTo>
                    <a:pt x="289293" y="12585"/>
                  </a:lnTo>
                  <a:lnTo>
                    <a:pt x="300494" y="13208"/>
                  </a:lnTo>
                  <a:lnTo>
                    <a:pt x="300774" y="8293"/>
                  </a:lnTo>
                  <a:close/>
                </a:path>
                <a:path w="619125" h="194944">
                  <a:moveTo>
                    <a:pt x="315861" y="124980"/>
                  </a:moveTo>
                  <a:lnTo>
                    <a:pt x="314782" y="120142"/>
                  </a:lnTo>
                  <a:lnTo>
                    <a:pt x="302818" y="122809"/>
                  </a:lnTo>
                  <a:lnTo>
                    <a:pt x="303898" y="127635"/>
                  </a:lnTo>
                  <a:lnTo>
                    <a:pt x="315861" y="124980"/>
                  </a:lnTo>
                  <a:close/>
                </a:path>
                <a:path w="619125" h="194944">
                  <a:moveTo>
                    <a:pt x="317461" y="9232"/>
                  </a:moveTo>
                  <a:lnTo>
                    <a:pt x="306260" y="8585"/>
                  </a:lnTo>
                  <a:lnTo>
                    <a:pt x="305981" y="13538"/>
                  </a:lnTo>
                  <a:lnTo>
                    <a:pt x="317169" y="14173"/>
                  </a:lnTo>
                  <a:lnTo>
                    <a:pt x="317461" y="9232"/>
                  </a:lnTo>
                  <a:close/>
                </a:path>
                <a:path w="619125" h="194944">
                  <a:moveTo>
                    <a:pt x="333667" y="121018"/>
                  </a:moveTo>
                  <a:lnTo>
                    <a:pt x="332600" y="116179"/>
                  </a:lnTo>
                  <a:lnTo>
                    <a:pt x="320636" y="118846"/>
                  </a:lnTo>
                  <a:lnTo>
                    <a:pt x="321716" y="123672"/>
                  </a:lnTo>
                  <a:lnTo>
                    <a:pt x="333667" y="121018"/>
                  </a:lnTo>
                  <a:close/>
                </a:path>
                <a:path w="619125" h="194944">
                  <a:moveTo>
                    <a:pt x="334137" y="10185"/>
                  </a:moveTo>
                  <a:lnTo>
                    <a:pt x="322948" y="9550"/>
                  </a:lnTo>
                  <a:lnTo>
                    <a:pt x="322656" y="14490"/>
                  </a:lnTo>
                  <a:lnTo>
                    <a:pt x="333857" y="15125"/>
                  </a:lnTo>
                  <a:lnTo>
                    <a:pt x="334137" y="10185"/>
                  </a:lnTo>
                  <a:close/>
                </a:path>
                <a:path w="619125" h="194944">
                  <a:moveTo>
                    <a:pt x="350824" y="11150"/>
                  </a:moveTo>
                  <a:lnTo>
                    <a:pt x="339610" y="10502"/>
                  </a:lnTo>
                  <a:lnTo>
                    <a:pt x="339331" y="15443"/>
                  </a:lnTo>
                  <a:lnTo>
                    <a:pt x="350532" y="16090"/>
                  </a:lnTo>
                  <a:lnTo>
                    <a:pt x="350824" y="11150"/>
                  </a:lnTo>
                  <a:close/>
                </a:path>
                <a:path w="619125" h="194944">
                  <a:moveTo>
                    <a:pt x="351485" y="117055"/>
                  </a:moveTo>
                  <a:lnTo>
                    <a:pt x="350405" y="112217"/>
                  </a:lnTo>
                  <a:lnTo>
                    <a:pt x="338455" y="114884"/>
                  </a:lnTo>
                  <a:lnTo>
                    <a:pt x="339521" y="119710"/>
                  </a:lnTo>
                  <a:lnTo>
                    <a:pt x="351485" y="117055"/>
                  </a:lnTo>
                  <a:close/>
                </a:path>
                <a:path w="619125" h="194944">
                  <a:moveTo>
                    <a:pt x="367499" y="12103"/>
                  </a:moveTo>
                  <a:lnTo>
                    <a:pt x="356298" y="11455"/>
                  </a:lnTo>
                  <a:lnTo>
                    <a:pt x="356019" y="16395"/>
                  </a:lnTo>
                  <a:lnTo>
                    <a:pt x="367220" y="17030"/>
                  </a:lnTo>
                  <a:lnTo>
                    <a:pt x="367499" y="12103"/>
                  </a:lnTo>
                  <a:close/>
                </a:path>
                <a:path w="619125" h="194944">
                  <a:moveTo>
                    <a:pt x="369290" y="113093"/>
                  </a:moveTo>
                  <a:lnTo>
                    <a:pt x="368223" y="108267"/>
                  </a:lnTo>
                  <a:lnTo>
                    <a:pt x="356260" y="110921"/>
                  </a:lnTo>
                  <a:lnTo>
                    <a:pt x="357339" y="115747"/>
                  </a:lnTo>
                  <a:lnTo>
                    <a:pt x="369290" y="113093"/>
                  </a:lnTo>
                  <a:close/>
                </a:path>
                <a:path w="619125" h="194944">
                  <a:moveTo>
                    <a:pt x="384175" y="13055"/>
                  </a:moveTo>
                  <a:lnTo>
                    <a:pt x="372986" y="12407"/>
                  </a:lnTo>
                  <a:lnTo>
                    <a:pt x="372694" y="17348"/>
                  </a:lnTo>
                  <a:lnTo>
                    <a:pt x="383895" y="17983"/>
                  </a:lnTo>
                  <a:lnTo>
                    <a:pt x="384175" y="13055"/>
                  </a:lnTo>
                  <a:close/>
                </a:path>
                <a:path w="619125" h="194944">
                  <a:moveTo>
                    <a:pt x="387108" y="109143"/>
                  </a:moveTo>
                  <a:lnTo>
                    <a:pt x="386041" y="104305"/>
                  </a:lnTo>
                  <a:lnTo>
                    <a:pt x="374078" y="106972"/>
                  </a:lnTo>
                  <a:lnTo>
                    <a:pt x="375145" y="111798"/>
                  </a:lnTo>
                  <a:lnTo>
                    <a:pt x="387108" y="109143"/>
                  </a:lnTo>
                  <a:close/>
                </a:path>
                <a:path w="619125" h="194944">
                  <a:moveTo>
                    <a:pt x="400850" y="14008"/>
                  </a:moveTo>
                  <a:lnTo>
                    <a:pt x="389661" y="13360"/>
                  </a:lnTo>
                  <a:lnTo>
                    <a:pt x="389369" y="18313"/>
                  </a:lnTo>
                  <a:lnTo>
                    <a:pt x="400570" y="18948"/>
                  </a:lnTo>
                  <a:lnTo>
                    <a:pt x="400850" y="14008"/>
                  </a:lnTo>
                  <a:close/>
                </a:path>
                <a:path w="619125" h="194944">
                  <a:moveTo>
                    <a:pt x="404926" y="105181"/>
                  </a:moveTo>
                  <a:lnTo>
                    <a:pt x="403847" y="100342"/>
                  </a:lnTo>
                  <a:lnTo>
                    <a:pt x="391883" y="103009"/>
                  </a:lnTo>
                  <a:lnTo>
                    <a:pt x="392963" y="107835"/>
                  </a:lnTo>
                  <a:lnTo>
                    <a:pt x="404926" y="105181"/>
                  </a:lnTo>
                  <a:close/>
                </a:path>
                <a:path w="619125" h="194944">
                  <a:moveTo>
                    <a:pt x="417537" y="14960"/>
                  </a:moveTo>
                  <a:lnTo>
                    <a:pt x="406336" y="14312"/>
                  </a:lnTo>
                  <a:lnTo>
                    <a:pt x="406044" y="19253"/>
                  </a:lnTo>
                  <a:lnTo>
                    <a:pt x="417258" y="19900"/>
                  </a:lnTo>
                  <a:lnTo>
                    <a:pt x="417537" y="14960"/>
                  </a:lnTo>
                  <a:close/>
                </a:path>
                <a:path w="619125" h="194944">
                  <a:moveTo>
                    <a:pt x="422732" y="101219"/>
                  </a:moveTo>
                  <a:lnTo>
                    <a:pt x="421665" y="96393"/>
                  </a:lnTo>
                  <a:lnTo>
                    <a:pt x="409702" y="99047"/>
                  </a:lnTo>
                  <a:lnTo>
                    <a:pt x="410781" y="103873"/>
                  </a:lnTo>
                  <a:lnTo>
                    <a:pt x="422732" y="101219"/>
                  </a:lnTo>
                  <a:close/>
                </a:path>
                <a:path w="619125" h="194944">
                  <a:moveTo>
                    <a:pt x="434213" y="15913"/>
                  </a:moveTo>
                  <a:lnTo>
                    <a:pt x="423011" y="15278"/>
                  </a:lnTo>
                  <a:lnTo>
                    <a:pt x="422732" y="20218"/>
                  </a:lnTo>
                  <a:lnTo>
                    <a:pt x="433933" y="20853"/>
                  </a:lnTo>
                  <a:lnTo>
                    <a:pt x="434213" y="15913"/>
                  </a:lnTo>
                  <a:close/>
                </a:path>
                <a:path w="619125" h="194944">
                  <a:moveTo>
                    <a:pt x="440550" y="97256"/>
                  </a:moveTo>
                  <a:lnTo>
                    <a:pt x="439470" y="92430"/>
                  </a:lnTo>
                  <a:lnTo>
                    <a:pt x="427520" y="95084"/>
                  </a:lnTo>
                  <a:lnTo>
                    <a:pt x="428599" y="99910"/>
                  </a:lnTo>
                  <a:lnTo>
                    <a:pt x="440550" y="97256"/>
                  </a:lnTo>
                  <a:close/>
                </a:path>
                <a:path w="619125" h="194944">
                  <a:moveTo>
                    <a:pt x="450888" y="16878"/>
                  </a:moveTo>
                  <a:lnTo>
                    <a:pt x="439686" y="16230"/>
                  </a:lnTo>
                  <a:lnTo>
                    <a:pt x="439420" y="21170"/>
                  </a:lnTo>
                  <a:lnTo>
                    <a:pt x="450608" y="21805"/>
                  </a:lnTo>
                  <a:lnTo>
                    <a:pt x="450888" y="16878"/>
                  </a:lnTo>
                  <a:close/>
                </a:path>
                <a:path w="619125" h="194944">
                  <a:moveTo>
                    <a:pt x="458368" y="93306"/>
                  </a:moveTo>
                  <a:lnTo>
                    <a:pt x="457288" y="88468"/>
                  </a:lnTo>
                  <a:lnTo>
                    <a:pt x="445325" y="91135"/>
                  </a:lnTo>
                  <a:lnTo>
                    <a:pt x="446405" y="95961"/>
                  </a:lnTo>
                  <a:lnTo>
                    <a:pt x="458368" y="93306"/>
                  </a:lnTo>
                  <a:close/>
                </a:path>
                <a:path w="619125" h="194944">
                  <a:moveTo>
                    <a:pt x="467563" y="17830"/>
                  </a:moveTo>
                  <a:lnTo>
                    <a:pt x="456374" y="17183"/>
                  </a:lnTo>
                  <a:lnTo>
                    <a:pt x="456082" y="22123"/>
                  </a:lnTo>
                  <a:lnTo>
                    <a:pt x="467296" y="22758"/>
                  </a:lnTo>
                  <a:lnTo>
                    <a:pt x="467563" y="17830"/>
                  </a:lnTo>
                  <a:close/>
                </a:path>
                <a:path w="619125" h="194944">
                  <a:moveTo>
                    <a:pt x="476173" y="89331"/>
                  </a:moveTo>
                  <a:lnTo>
                    <a:pt x="475107" y="84505"/>
                  </a:lnTo>
                  <a:lnTo>
                    <a:pt x="463143" y="87172"/>
                  </a:lnTo>
                  <a:lnTo>
                    <a:pt x="464223" y="91998"/>
                  </a:lnTo>
                  <a:lnTo>
                    <a:pt x="476173" y="89331"/>
                  </a:lnTo>
                  <a:close/>
                </a:path>
                <a:path w="619125" h="194944">
                  <a:moveTo>
                    <a:pt x="484263" y="18783"/>
                  </a:moveTo>
                  <a:lnTo>
                    <a:pt x="473049" y="18135"/>
                  </a:lnTo>
                  <a:lnTo>
                    <a:pt x="472770" y="23088"/>
                  </a:lnTo>
                  <a:lnTo>
                    <a:pt x="483971" y="23710"/>
                  </a:lnTo>
                  <a:lnTo>
                    <a:pt x="484263" y="18783"/>
                  </a:lnTo>
                  <a:close/>
                </a:path>
                <a:path w="619125" h="194944">
                  <a:moveTo>
                    <a:pt x="493991" y="85382"/>
                  </a:moveTo>
                  <a:lnTo>
                    <a:pt x="492912" y="80556"/>
                  </a:lnTo>
                  <a:lnTo>
                    <a:pt x="480961" y="83210"/>
                  </a:lnTo>
                  <a:lnTo>
                    <a:pt x="482028" y="88036"/>
                  </a:lnTo>
                  <a:lnTo>
                    <a:pt x="493991" y="85382"/>
                  </a:lnTo>
                  <a:close/>
                </a:path>
                <a:path w="619125" h="194944">
                  <a:moveTo>
                    <a:pt x="500938" y="19735"/>
                  </a:moveTo>
                  <a:lnTo>
                    <a:pt x="489737" y="19088"/>
                  </a:lnTo>
                  <a:lnTo>
                    <a:pt x="489445" y="24028"/>
                  </a:lnTo>
                  <a:lnTo>
                    <a:pt x="500646" y="24676"/>
                  </a:lnTo>
                  <a:lnTo>
                    <a:pt x="500938" y="19735"/>
                  </a:lnTo>
                  <a:close/>
                </a:path>
                <a:path w="619125" h="194944">
                  <a:moveTo>
                    <a:pt x="511810" y="81419"/>
                  </a:moveTo>
                  <a:lnTo>
                    <a:pt x="510730" y="76593"/>
                  </a:lnTo>
                  <a:lnTo>
                    <a:pt x="498767" y="79248"/>
                  </a:lnTo>
                  <a:lnTo>
                    <a:pt x="499833" y="84074"/>
                  </a:lnTo>
                  <a:lnTo>
                    <a:pt x="511810" y="81419"/>
                  </a:lnTo>
                  <a:close/>
                </a:path>
                <a:path w="619125" h="194944">
                  <a:moveTo>
                    <a:pt x="517601" y="20688"/>
                  </a:moveTo>
                  <a:lnTo>
                    <a:pt x="506412" y="20040"/>
                  </a:lnTo>
                  <a:lnTo>
                    <a:pt x="506133" y="24980"/>
                  </a:lnTo>
                  <a:lnTo>
                    <a:pt x="517334" y="25628"/>
                  </a:lnTo>
                  <a:lnTo>
                    <a:pt x="517601" y="20688"/>
                  </a:lnTo>
                  <a:close/>
                </a:path>
                <a:path w="619125" h="194944">
                  <a:moveTo>
                    <a:pt x="529615" y="77457"/>
                  </a:moveTo>
                  <a:lnTo>
                    <a:pt x="528548" y="72631"/>
                  </a:lnTo>
                  <a:lnTo>
                    <a:pt x="516585" y="75298"/>
                  </a:lnTo>
                  <a:lnTo>
                    <a:pt x="517652" y="80124"/>
                  </a:lnTo>
                  <a:lnTo>
                    <a:pt x="529615" y="77457"/>
                  </a:lnTo>
                  <a:close/>
                </a:path>
                <a:path w="619125" h="194944">
                  <a:moveTo>
                    <a:pt x="534289" y="21653"/>
                  </a:moveTo>
                  <a:lnTo>
                    <a:pt x="523087" y="21005"/>
                  </a:lnTo>
                  <a:lnTo>
                    <a:pt x="522808" y="25946"/>
                  </a:lnTo>
                  <a:lnTo>
                    <a:pt x="534009" y="26581"/>
                  </a:lnTo>
                  <a:lnTo>
                    <a:pt x="534289" y="21653"/>
                  </a:lnTo>
                  <a:close/>
                </a:path>
                <a:path w="619125" h="194944">
                  <a:moveTo>
                    <a:pt x="547433" y="73494"/>
                  </a:moveTo>
                  <a:lnTo>
                    <a:pt x="546354" y="68668"/>
                  </a:lnTo>
                  <a:lnTo>
                    <a:pt x="534390" y="71335"/>
                  </a:lnTo>
                  <a:lnTo>
                    <a:pt x="535457" y="76161"/>
                  </a:lnTo>
                  <a:lnTo>
                    <a:pt x="547433" y="73494"/>
                  </a:lnTo>
                  <a:close/>
                </a:path>
                <a:path w="619125" h="194944">
                  <a:moveTo>
                    <a:pt x="550964" y="22606"/>
                  </a:moveTo>
                  <a:lnTo>
                    <a:pt x="539762" y="21945"/>
                  </a:lnTo>
                  <a:lnTo>
                    <a:pt x="539483" y="26898"/>
                  </a:lnTo>
                  <a:lnTo>
                    <a:pt x="550684" y="27533"/>
                  </a:lnTo>
                  <a:lnTo>
                    <a:pt x="550964" y="22606"/>
                  </a:lnTo>
                  <a:close/>
                </a:path>
                <a:path w="619125" h="194944">
                  <a:moveTo>
                    <a:pt x="565238" y="69532"/>
                  </a:moveTo>
                  <a:lnTo>
                    <a:pt x="564172" y="64706"/>
                  </a:lnTo>
                  <a:lnTo>
                    <a:pt x="552221" y="67373"/>
                  </a:lnTo>
                  <a:lnTo>
                    <a:pt x="553288" y="72199"/>
                  </a:lnTo>
                  <a:lnTo>
                    <a:pt x="565238" y="69532"/>
                  </a:lnTo>
                  <a:close/>
                </a:path>
                <a:path w="619125" h="194944">
                  <a:moveTo>
                    <a:pt x="567639" y="23558"/>
                  </a:moveTo>
                  <a:lnTo>
                    <a:pt x="556450" y="22898"/>
                  </a:lnTo>
                  <a:lnTo>
                    <a:pt x="556171" y="27863"/>
                  </a:lnTo>
                  <a:lnTo>
                    <a:pt x="567372" y="28486"/>
                  </a:lnTo>
                  <a:lnTo>
                    <a:pt x="567639" y="23558"/>
                  </a:lnTo>
                  <a:close/>
                </a:path>
                <a:path w="619125" h="194944">
                  <a:moveTo>
                    <a:pt x="583057" y="65582"/>
                  </a:moveTo>
                  <a:lnTo>
                    <a:pt x="581977" y="60756"/>
                  </a:lnTo>
                  <a:lnTo>
                    <a:pt x="570026" y="63411"/>
                  </a:lnTo>
                  <a:lnTo>
                    <a:pt x="571093" y="68237"/>
                  </a:lnTo>
                  <a:lnTo>
                    <a:pt x="583057" y="65582"/>
                  </a:lnTo>
                  <a:close/>
                </a:path>
                <a:path w="619125" h="194944">
                  <a:moveTo>
                    <a:pt x="584327" y="24511"/>
                  </a:moveTo>
                  <a:lnTo>
                    <a:pt x="573125" y="23863"/>
                  </a:lnTo>
                  <a:lnTo>
                    <a:pt x="572846" y="28803"/>
                  </a:lnTo>
                  <a:lnTo>
                    <a:pt x="584047" y="29451"/>
                  </a:lnTo>
                  <a:lnTo>
                    <a:pt x="584327" y="24511"/>
                  </a:lnTo>
                  <a:close/>
                </a:path>
                <a:path w="619125" h="194944">
                  <a:moveTo>
                    <a:pt x="600875" y="61620"/>
                  </a:moveTo>
                  <a:lnTo>
                    <a:pt x="599795" y="56781"/>
                  </a:lnTo>
                  <a:lnTo>
                    <a:pt x="587844" y="59461"/>
                  </a:lnTo>
                  <a:lnTo>
                    <a:pt x="588911" y="64287"/>
                  </a:lnTo>
                  <a:lnTo>
                    <a:pt x="600875" y="61620"/>
                  </a:lnTo>
                  <a:close/>
                </a:path>
                <a:path w="619125" h="194944">
                  <a:moveTo>
                    <a:pt x="601014" y="25463"/>
                  </a:moveTo>
                  <a:lnTo>
                    <a:pt x="589813" y="24815"/>
                  </a:lnTo>
                  <a:lnTo>
                    <a:pt x="589521" y="29756"/>
                  </a:lnTo>
                  <a:lnTo>
                    <a:pt x="600722" y="30403"/>
                  </a:lnTo>
                  <a:lnTo>
                    <a:pt x="601014" y="25463"/>
                  </a:lnTo>
                  <a:close/>
                </a:path>
                <a:path w="619125" h="194944">
                  <a:moveTo>
                    <a:pt x="617677" y="26416"/>
                  </a:moveTo>
                  <a:lnTo>
                    <a:pt x="606488" y="25781"/>
                  </a:lnTo>
                  <a:lnTo>
                    <a:pt x="606209" y="30721"/>
                  </a:lnTo>
                  <a:lnTo>
                    <a:pt x="617397" y="31356"/>
                  </a:lnTo>
                  <a:lnTo>
                    <a:pt x="617677" y="26416"/>
                  </a:lnTo>
                  <a:close/>
                </a:path>
                <a:path w="619125" h="194944">
                  <a:moveTo>
                    <a:pt x="618680" y="57658"/>
                  </a:moveTo>
                  <a:lnTo>
                    <a:pt x="617601" y="52832"/>
                  </a:lnTo>
                  <a:lnTo>
                    <a:pt x="605650" y="55499"/>
                  </a:lnTo>
                  <a:lnTo>
                    <a:pt x="606729" y="60325"/>
                  </a:lnTo>
                  <a:lnTo>
                    <a:pt x="618680" y="5765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731104" y="848892"/>
              <a:ext cx="41910" cy="160020"/>
            </a:xfrm>
            <a:custGeom>
              <a:avLst/>
              <a:gdLst/>
              <a:ahLst/>
              <a:cxnLst/>
              <a:rect l="l" t="t" r="r" b="b"/>
              <a:pathLst>
                <a:path w="41910" h="160019">
                  <a:moveTo>
                    <a:pt x="0" y="0"/>
                  </a:moveTo>
                  <a:lnTo>
                    <a:pt x="41283" y="160004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646036" y="863105"/>
              <a:ext cx="52705" cy="188595"/>
            </a:xfrm>
            <a:custGeom>
              <a:avLst/>
              <a:gdLst/>
              <a:ahLst/>
              <a:cxnLst/>
              <a:rect l="l" t="t" r="r" b="b"/>
              <a:pathLst>
                <a:path w="52705" h="188594">
                  <a:moveTo>
                    <a:pt x="52574" y="1883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755100" y="799477"/>
              <a:ext cx="415290" cy="126364"/>
            </a:xfrm>
            <a:custGeom>
              <a:avLst/>
              <a:gdLst/>
              <a:ahLst/>
              <a:cxnLst/>
              <a:rect l="l" t="t" r="r" b="b"/>
              <a:pathLst>
                <a:path w="415289" h="126365">
                  <a:moveTo>
                    <a:pt x="12636" y="3289"/>
                  </a:moveTo>
                  <a:lnTo>
                    <a:pt x="1384" y="0"/>
                  </a:lnTo>
                  <a:lnTo>
                    <a:pt x="0" y="4749"/>
                  </a:lnTo>
                  <a:lnTo>
                    <a:pt x="11264" y="8039"/>
                  </a:lnTo>
                  <a:lnTo>
                    <a:pt x="12636" y="3289"/>
                  </a:lnTo>
                  <a:close/>
                </a:path>
                <a:path w="415289" h="126365">
                  <a:moveTo>
                    <a:pt x="29413" y="8191"/>
                  </a:moveTo>
                  <a:lnTo>
                    <a:pt x="18161" y="4914"/>
                  </a:lnTo>
                  <a:lnTo>
                    <a:pt x="16764" y="9664"/>
                  </a:lnTo>
                  <a:lnTo>
                    <a:pt x="28016" y="12941"/>
                  </a:lnTo>
                  <a:lnTo>
                    <a:pt x="29413" y="8191"/>
                  </a:lnTo>
                  <a:close/>
                </a:path>
                <a:path w="415289" h="126365">
                  <a:moveTo>
                    <a:pt x="46177" y="13106"/>
                  </a:moveTo>
                  <a:lnTo>
                    <a:pt x="34925" y="9817"/>
                  </a:lnTo>
                  <a:lnTo>
                    <a:pt x="33528" y="14566"/>
                  </a:lnTo>
                  <a:lnTo>
                    <a:pt x="44780" y="17856"/>
                  </a:lnTo>
                  <a:lnTo>
                    <a:pt x="46177" y="13106"/>
                  </a:lnTo>
                  <a:close/>
                </a:path>
                <a:path w="415289" h="126365">
                  <a:moveTo>
                    <a:pt x="62941" y="18021"/>
                  </a:moveTo>
                  <a:lnTo>
                    <a:pt x="51689" y="14719"/>
                  </a:lnTo>
                  <a:lnTo>
                    <a:pt x="50292" y="19469"/>
                  </a:lnTo>
                  <a:lnTo>
                    <a:pt x="61544" y="22771"/>
                  </a:lnTo>
                  <a:lnTo>
                    <a:pt x="62941" y="18021"/>
                  </a:lnTo>
                  <a:close/>
                </a:path>
                <a:path w="415289" h="126365">
                  <a:moveTo>
                    <a:pt x="79705" y="22923"/>
                  </a:moveTo>
                  <a:lnTo>
                    <a:pt x="68453" y="19634"/>
                  </a:lnTo>
                  <a:lnTo>
                    <a:pt x="67056" y="24384"/>
                  </a:lnTo>
                  <a:lnTo>
                    <a:pt x="78320" y="27673"/>
                  </a:lnTo>
                  <a:lnTo>
                    <a:pt x="79705" y="22923"/>
                  </a:lnTo>
                  <a:close/>
                </a:path>
                <a:path w="415289" h="126365">
                  <a:moveTo>
                    <a:pt x="96469" y="27825"/>
                  </a:moveTo>
                  <a:lnTo>
                    <a:pt x="85217" y="24536"/>
                  </a:lnTo>
                  <a:lnTo>
                    <a:pt x="83832" y="29286"/>
                  </a:lnTo>
                  <a:lnTo>
                    <a:pt x="95084" y="32575"/>
                  </a:lnTo>
                  <a:lnTo>
                    <a:pt x="96469" y="27825"/>
                  </a:lnTo>
                  <a:close/>
                </a:path>
                <a:path w="415289" h="126365">
                  <a:moveTo>
                    <a:pt x="113233" y="32740"/>
                  </a:moveTo>
                  <a:lnTo>
                    <a:pt x="101981" y="29451"/>
                  </a:lnTo>
                  <a:lnTo>
                    <a:pt x="100596" y="34201"/>
                  </a:lnTo>
                  <a:lnTo>
                    <a:pt x="111848" y="37477"/>
                  </a:lnTo>
                  <a:lnTo>
                    <a:pt x="113233" y="32740"/>
                  </a:lnTo>
                  <a:close/>
                </a:path>
                <a:path w="415289" h="126365">
                  <a:moveTo>
                    <a:pt x="129997" y="37642"/>
                  </a:moveTo>
                  <a:lnTo>
                    <a:pt x="118745" y="34353"/>
                  </a:lnTo>
                  <a:lnTo>
                    <a:pt x="117360" y="39103"/>
                  </a:lnTo>
                  <a:lnTo>
                    <a:pt x="128612" y="42392"/>
                  </a:lnTo>
                  <a:lnTo>
                    <a:pt x="129997" y="37642"/>
                  </a:lnTo>
                  <a:close/>
                </a:path>
                <a:path w="415289" h="126365">
                  <a:moveTo>
                    <a:pt x="146773" y="42545"/>
                  </a:moveTo>
                  <a:lnTo>
                    <a:pt x="135509" y="39255"/>
                  </a:lnTo>
                  <a:lnTo>
                    <a:pt x="134124" y="44005"/>
                  </a:lnTo>
                  <a:lnTo>
                    <a:pt x="145376" y="47294"/>
                  </a:lnTo>
                  <a:lnTo>
                    <a:pt x="146773" y="42545"/>
                  </a:lnTo>
                  <a:close/>
                </a:path>
                <a:path w="415289" h="126365">
                  <a:moveTo>
                    <a:pt x="163525" y="47459"/>
                  </a:moveTo>
                  <a:lnTo>
                    <a:pt x="152273" y="44170"/>
                  </a:lnTo>
                  <a:lnTo>
                    <a:pt x="150888" y="48920"/>
                  </a:lnTo>
                  <a:lnTo>
                    <a:pt x="162140" y="52209"/>
                  </a:lnTo>
                  <a:lnTo>
                    <a:pt x="163525" y="47459"/>
                  </a:lnTo>
                  <a:close/>
                </a:path>
                <a:path w="415289" h="126365">
                  <a:moveTo>
                    <a:pt x="180301" y="52362"/>
                  </a:moveTo>
                  <a:lnTo>
                    <a:pt x="169049" y="49072"/>
                  </a:lnTo>
                  <a:lnTo>
                    <a:pt x="167652" y="53822"/>
                  </a:lnTo>
                  <a:lnTo>
                    <a:pt x="178904" y="57111"/>
                  </a:lnTo>
                  <a:lnTo>
                    <a:pt x="180301" y="52362"/>
                  </a:lnTo>
                  <a:close/>
                </a:path>
                <a:path w="415289" h="126365">
                  <a:moveTo>
                    <a:pt x="197053" y="57277"/>
                  </a:moveTo>
                  <a:lnTo>
                    <a:pt x="185813" y="53975"/>
                  </a:lnTo>
                  <a:lnTo>
                    <a:pt x="184416" y="58724"/>
                  </a:lnTo>
                  <a:lnTo>
                    <a:pt x="195668" y="62026"/>
                  </a:lnTo>
                  <a:lnTo>
                    <a:pt x="197053" y="57277"/>
                  </a:lnTo>
                  <a:close/>
                </a:path>
                <a:path w="415289" h="126365">
                  <a:moveTo>
                    <a:pt x="213829" y="62179"/>
                  </a:moveTo>
                  <a:lnTo>
                    <a:pt x="202577" y="58889"/>
                  </a:lnTo>
                  <a:lnTo>
                    <a:pt x="201180" y="63639"/>
                  </a:lnTo>
                  <a:lnTo>
                    <a:pt x="212432" y="66929"/>
                  </a:lnTo>
                  <a:lnTo>
                    <a:pt x="213829" y="62179"/>
                  </a:lnTo>
                  <a:close/>
                </a:path>
                <a:path w="415289" h="126365">
                  <a:moveTo>
                    <a:pt x="230593" y="67081"/>
                  </a:moveTo>
                  <a:lnTo>
                    <a:pt x="219341" y="63792"/>
                  </a:lnTo>
                  <a:lnTo>
                    <a:pt x="217944" y="68541"/>
                  </a:lnTo>
                  <a:lnTo>
                    <a:pt x="229196" y="71831"/>
                  </a:lnTo>
                  <a:lnTo>
                    <a:pt x="230593" y="67081"/>
                  </a:lnTo>
                  <a:close/>
                </a:path>
                <a:path w="415289" h="126365">
                  <a:moveTo>
                    <a:pt x="247357" y="71996"/>
                  </a:moveTo>
                  <a:lnTo>
                    <a:pt x="236105" y="68707"/>
                  </a:lnTo>
                  <a:lnTo>
                    <a:pt x="234708" y="73456"/>
                  </a:lnTo>
                  <a:lnTo>
                    <a:pt x="245973" y="76746"/>
                  </a:lnTo>
                  <a:lnTo>
                    <a:pt x="247357" y="71996"/>
                  </a:lnTo>
                  <a:close/>
                </a:path>
                <a:path w="415289" h="126365">
                  <a:moveTo>
                    <a:pt x="264121" y="76911"/>
                  </a:moveTo>
                  <a:lnTo>
                    <a:pt x="252869" y="73609"/>
                  </a:lnTo>
                  <a:lnTo>
                    <a:pt x="251485" y="78359"/>
                  </a:lnTo>
                  <a:lnTo>
                    <a:pt x="262737" y="81648"/>
                  </a:lnTo>
                  <a:lnTo>
                    <a:pt x="264121" y="76911"/>
                  </a:lnTo>
                  <a:close/>
                </a:path>
                <a:path w="415289" h="126365">
                  <a:moveTo>
                    <a:pt x="280885" y="81813"/>
                  </a:moveTo>
                  <a:lnTo>
                    <a:pt x="269621" y="78511"/>
                  </a:lnTo>
                  <a:lnTo>
                    <a:pt x="268249" y="83261"/>
                  </a:lnTo>
                  <a:lnTo>
                    <a:pt x="279501" y="86563"/>
                  </a:lnTo>
                  <a:lnTo>
                    <a:pt x="280885" y="81813"/>
                  </a:lnTo>
                  <a:close/>
                </a:path>
                <a:path w="415289" h="126365">
                  <a:moveTo>
                    <a:pt x="297649" y="86715"/>
                  </a:moveTo>
                  <a:lnTo>
                    <a:pt x="286397" y="83426"/>
                  </a:lnTo>
                  <a:lnTo>
                    <a:pt x="285013" y="88176"/>
                  </a:lnTo>
                  <a:lnTo>
                    <a:pt x="296265" y="91465"/>
                  </a:lnTo>
                  <a:lnTo>
                    <a:pt x="297649" y="86715"/>
                  </a:lnTo>
                  <a:close/>
                </a:path>
                <a:path w="415289" h="126365">
                  <a:moveTo>
                    <a:pt x="314413" y="91617"/>
                  </a:moveTo>
                  <a:lnTo>
                    <a:pt x="303161" y="88341"/>
                  </a:lnTo>
                  <a:lnTo>
                    <a:pt x="301777" y="93091"/>
                  </a:lnTo>
                  <a:lnTo>
                    <a:pt x="313029" y="96367"/>
                  </a:lnTo>
                  <a:lnTo>
                    <a:pt x="314413" y="91617"/>
                  </a:lnTo>
                  <a:close/>
                </a:path>
                <a:path w="415289" h="126365">
                  <a:moveTo>
                    <a:pt x="331190" y="96532"/>
                  </a:moveTo>
                  <a:lnTo>
                    <a:pt x="319938" y="93230"/>
                  </a:lnTo>
                  <a:lnTo>
                    <a:pt x="318541" y="97993"/>
                  </a:lnTo>
                  <a:lnTo>
                    <a:pt x="329793" y="101282"/>
                  </a:lnTo>
                  <a:lnTo>
                    <a:pt x="331190" y="96532"/>
                  </a:lnTo>
                  <a:close/>
                </a:path>
                <a:path w="415289" h="126365">
                  <a:moveTo>
                    <a:pt x="347941" y="101434"/>
                  </a:moveTo>
                  <a:lnTo>
                    <a:pt x="336689" y="98145"/>
                  </a:lnTo>
                  <a:lnTo>
                    <a:pt x="335305" y="102895"/>
                  </a:lnTo>
                  <a:lnTo>
                    <a:pt x="346557" y="106184"/>
                  </a:lnTo>
                  <a:lnTo>
                    <a:pt x="347941" y="101434"/>
                  </a:lnTo>
                  <a:close/>
                </a:path>
                <a:path w="415289" h="126365">
                  <a:moveTo>
                    <a:pt x="364705" y="106337"/>
                  </a:moveTo>
                  <a:lnTo>
                    <a:pt x="353453" y="103060"/>
                  </a:lnTo>
                  <a:lnTo>
                    <a:pt x="352069" y="107810"/>
                  </a:lnTo>
                  <a:lnTo>
                    <a:pt x="363321" y="111086"/>
                  </a:lnTo>
                  <a:lnTo>
                    <a:pt x="364705" y="106337"/>
                  </a:lnTo>
                  <a:close/>
                </a:path>
                <a:path w="415289" h="126365">
                  <a:moveTo>
                    <a:pt x="381469" y="111252"/>
                  </a:moveTo>
                  <a:lnTo>
                    <a:pt x="370217" y="107962"/>
                  </a:lnTo>
                  <a:lnTo>
                    <a:pt x="368833" y="112712"/>
                  </a:lnTo>
                  <a:lnTo>
                    <a:pt x="380085" y="116001"/>
                  </a:lnTo>
                  <a:lnTo>
                    <a:pt x="381469" y="111252"/>
                  </a:lnTo>
                  <a:close/>
                </a:path>
                <a:path w="415289" h="126365">
                  <a:moveTo>
                    <a:pt x="398246" y="116166"/>
                  </a:moveTo>
                  <a:lnTo>
                    <a:pt x="386994" y="112864"/>
                  </a:lnTo>
                  <a:lnTo>
                    <a:pt x="385597" y="117614"/>
                  </a:lnTo>
                  <a:lnTo>
                    <a:pt x="396849" y="120904"/>
                  </a:lnTo>
                  <a:lnTo>
                    <a:pt x="398246" y="116166"/>
                  </a:lnTo>
                  <a:close/>
                </a:path>
                <a:path w="415289" h="126365">
                  <a:moveTo>
                    <a:pt x="415010" y="121069"/>
                  </a:moveTo>
                  <a:lnTo>
                    <a:pt x="403758" y="117779"/>
                  </a:lnTo>
                  <a:lnTo>
                    <a:pt x="402361" y="122529"/>
                  </a:lnTo>
                  <a:lnTo>
                    <a:pt x="413613" y="125818"/>
                  </a:lnTo>
                  <a:lnTo>
                    <a:pt x="415010" y="121069"/>
                  </a:lnTo>
                  <a:close/>
                </a:path>
              </a:pathLst>
            </a:custGeom>
            <a:solidFill>
              <a:srgbClr val="006738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347516" y="934390"/>
              <a:ext cx="92075" cy="26034"/>
            </a:xfrm>
            <a:custGeom>
              <a:avLst/>
              <a:gdLst/>
              <a:ahLst/>
              <a:cxnLst/>
              <a:rect l="l" t="t" r="r" b="b"/>
              <a:pathLst>
                <a:path w="92075" h="26034">
                  <a:moveTo>
                    <a:pt x="69523" y="0"/>
                  </a:moveTo>
                  <a:lnTo>
                    <a:pt x="69523" y="11198"/>
                  </a:lnTo>
                  <a:lnTo>
                    <a:pt x="0" y="11198"/>
                  </a:lnTo>
                  <a:lnTo>
                    <a:pt x="0" y="14278"/>
                  </a:lnTo>
                  <a:lnTo>
                    <a:pt x="69523" y="14278"/>
                  </a:lnTo>
                  <a:lnTo>
                    <a:pt x="69523" y="25475"/>
                  </a:lnTo>
                  <a:lnTo>
                    <a:pt x="91594" y="12738"/>
                  </a:lnTo>
                  <a:lnTo>
                    <a:pt x="6952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24415" y="909921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025" y="0"/>
                  </a:moveTo>
                  <a:lnTo>
                    <a:pt x="22613" y="2909"/>
                  </a:lnTo>
                  <a:lnTo>
                    <a:pt x="10844" y="10844"/>
                  </a:lnTo>
                  <a:lnTo>
                    <a:pt x="2909" y="22613"/>
                  </a:lnTo>
                  <a:lnTo>
                    <a:pt x="0" y="37025"/>
                  </a:lnTo>
                  <a:lnTo>
                    <a:pt x="2909" y="51440"/>
                  </a:lnTo>
                  <a:lnTo>
                    <a:pt x="10844" y="63209"/>
                  </a:lnTo>
                  <a:lnTo>
                    <a:pt x="22613" y="71142"/>
                  </a:lnTo>
                  <a:lnTo>
                    <a:pt x="37025" y="74051"/>
                  </a:lnTo>
                  <a:lnTo>
                    <a:pt x="51436" y="71142"/>
                  </a:lnTo>
                  <a:lnTo>
                    <a:pt x="63205" y="63209"/>
                  </a:lnTo>
                  <a:lnTo>
                    <a:pt x="71141" y="51440"/>
                  </a:lnTo>
                  <a:lnTo>
                    <a:pt x="74051" y="37025"/>
                  </a:lnTo>
                  <a:lnTo>
                    <a:pt x="71141" y="22613"/>
                  </a:lnTo>
                  <a:lnTo>
                    <a:pt x="63205" y="10844"/>
                  </a:lnTo>
                  <a:lnTo>
                    <a:pt x="51436" y="2909"/>
                  </a:lnTo>
                  <a:lnTo>
                    <a:pt x="37025" y="0"/>
                  </a:lnTo>
                  <a:close/>
                </a:path>
              </a:pathLst>
            </a:custGeom>
            <a:solidFill>
              <a:srgbClr val="006738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224415" y="909920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818625" y="922159"/>
              <a:ext cx="401955" cy="125095"/>
            </a:xfrm>
            <a:custGeom>
              <a:avLst/>
              <a:gdLst/>
              <a:ahLst/>
              <a:cxnLst/>
              <a:rect l="l" t="t" r="r" b="b"/>
              <a:pathLst>
                <a:path w="401955" h="125094">
                  <a:moveTo>
                    <a:pt x="14046" y="122174"/>
                  </a:moveTo>
                  <a:lnTo>
                    <a:pt x="13030" y="117335"/>
                  </a:lnTo>
                  <a:lnTo>
                    <a:pt x="0" y="120078"/>
                  </a:lnTo>
                  <a:lnTo>
                    <a:pt x="1028" y="124929"/>
                  </a:lnTo>
                  <a:lnTo>
                    <a:pt x="14046" y="122174"/>
                  </a:lnTo>
                  <a:close/>
                </a:path>
                <a:path w="401955" h="125094">
                  <a:moveTo>
                    <a:pt x="33426" y="118059"/>
                  </a:moveTo>
                  <a:lnTo>
                    <a:pt x="32410" y="113233"/>
                  </a:lnTo>
                  <a:lnTo>
                    <a:pt x="19380" y="115976"/>
                  </a:lnTo>
                  <a:lnTo>
                    <a:pt x="20408" y="120815"/>
                  </a:lnTo>
                  <a:lnTo>
                    <a:pt x="33426" y="118059"/>
                  </a:lnTo>
                  <a:close/>
                </a:path>
                <a:path w="401955" h="125094">
                  <a:moveTo>
                    <a:pt x="52819" y="113957"/>
                  </a:moveTo>
                  <a:lnTo>
                    <a:pt x="51790" y="109131"/>
                  </a:lnTo>
                  <a:lnTo>
                    <a:pt x="38773" y="111874"/>
                  </a:lnTo>
                  <a:lnTo>
                    <a:pt x="39801" y="116713"/>
                  </a:lnTo>
                  <a:lnTo>
                    <a:pt x="52819" y="113957"/>
                  </a:lnTo>
                  <a:close/>
                </a:path>
                <a:path w="401955" h="125094">
                  <a:moveTo>
                    <a:pt x="72199" y="109855"/>
                  </a:moveTo>
                  <a:lnTo>
                    <a:pt x="71183" y="105016"/>
                  </a:lnTo>
                  <a:lnTo>
                    <a:pt x="58166" y="107772"/>
                  </a:lnTo>
                  <a:lnTo>
                    <a:pt x="59182" y="112610"/>
                  </a:lnTo>
                  <a:lnTo>
                    <a:pt x="72199" y="109855"/>
                  </a:lnTo>
                  <a:close/>
                </a:path>
                <a:path w="401955" h="125094">
                  <a:moveTo>
                    <a:pt x="91592" y="105752"/>
                  </a:moveTo>
                  <a:lnTo>
                    <a:pt x="90563" y="100914"/>
                  </a:lnTo>
                  <a:lnTo>
                    <a:pt x="77546" y="103670"/>
                  </a:lnTo>
                  <a:lnTo>
                    <a:pt x="78574" y="108508"/>
                  </a:lnTo>
                  <a:lnTo>
                    <a:pt x="91592" y="105752"/>
                  </a:lnTo>
                  <a:close/>
                </a:path>
                <a:path w="401955" h="125094">
                  <a:moveTo>
                    <a:pt x="110972" y="101650"/>
                  </a:moveTo>
                  <a:lnTo>
                    <a:pt x="109956" y="96812"/>
                  </a:lnTo>
                  <a:lnTo>
                    <a:pt x="96926" y="99555"/>
                  </a:lnTo>
                  <a:lnTo>
                    <a:pt x="97967" y="104406"/>
                  </a:lnTo>
                  <a:lnTo>
                    <a:pt x="110972" y="101650"/>
                  </a:lnTo>
                  <a:close/>
                </a:path>
                <a:path w="401955" h="125094">
                  <a:moveTo>
                    <a:pt x="130352" y="97548"/>
                  </a:moveTo>
                  <a:lnTo>
                    <a:pt x="129336" y="92710"/>
                  </a:lnTo>
                  <a:lnTo>
                    <a:pt x="116319" y="95453"/>
                  </a:lnTo>
                  <a:lnTo>
                    <a:pt x="117335" y="100304"/>
                  </a:lnTo>
                  <a:lnTo>
                    <a:pt x="130352" y="97548"/>
                  </a:lnTo>
                  <a:close/>
                </a:path>
                <a:path w="401955" h="125094">
                  <a:moveTo>
                    <a:pt x="149745" y="93446"/>
                  </a:moveTo>
                  <a:lnTo>
                    <a:pt x="148729" y="88607"/>
                  </a:lnTo>
                  <a:lnTo>
                    <a:pt x="135699" y="91351"/>
                  </a:lnTo>
                  <a:lnTo>
                    <a:pt x="136728" y="96189"/>
                  </a:lnTo>
                  <a:lnTo>
                    <a:pt x="149745" y="93446"/>
                  </a:lnTo>
                  <a:close/>
                </a:path>
                <a:path w="401955" h="125094">
                  <a:moveTo>
                    <a:pt x="169138" y="89331"/>
                  </a:moveTo>
                  <a:lnTo>
                    <a:pt x="168109" y="84505"/>
                  </a:lnTo>
                  <a:lnTo>
                    <a:pt x="155092" y="87249"/>
                  </a:lnTo>
                  <a:lnTo>
                    <a:pt x="156121" y="92087"/>
                  </a:lnTo>
                  <a:lnTo>
                    <a:pt x="169138" y="89331"/>
                  </a:lnTo>
                  <a:close/>
                </a:path>
                <a:path w="401955" h="125094">
                  <a:moveTo>
                    <a:pt x="188518" y="85229"/>
                  </a:moveTo>
                  <a:lnTo>
                    <a:pt x="187490" y="80403"/>
                  </a:lnTo>
                  <a:lnTo>
                    <a:pt x="174485" y="83146"/>
                  </a:lnTo>
                  <a:lnTo>
                    <a:pt x="175501" y="87985"/>
                  </a:lnTo>
                  <a:lnTo>
                    <a:pt x="188518" y="85229"/>
                  </a:lnTo>
                  <a:close/>
                </a:path>
                <a:path w="401955" h="125094">
                  <a:moveTo>
                    <a:pt x="207899" y="81127"/>
                  </a:moveTo>
                  <a:lnTo>
                    <a:pt x="206883" y="76288"/>
                  </a:lnTo>
                  <a:lnTo>
                    <a:pt x="193865" y="79044"/>
                  </a:lnTo>
                  <a:lnTo>
                    <a:pt x="194894" y="83883"/>
                  </a:lnTo>
                  <a:lnTo>
                    <a:pt x="207899" y="81127"/>
                  </a:lnTo>
                  <a:close/>
                </a:path>
                <a:path w="401955" h="125094">
                  <a:moveTo>
                    <a:pt x="227291" y="77025"/>
                  </a:moveTo>
                  <a:lnTo>
                    <a:pt x="226275" y="72186"/>
                  </a:lnTo>
                  <a:lnTo>
                    <a:pt x="213245" y="74930"/>
                  </a:lnTo>
                  <a:lnTo>
                    <a:pt x="214274" y="79781"/>
                  </a:lnTo>
                  <a:lnTo>
                    <a:pt x="227291" y="77025"/>
                  </a:lnTo>
                  <a:close/>
                </a:path>
                <a:path w="401955" h="125094">
                  <a:moveTo>
                    <a:pt x="246684" y="72923"/>
                  </a:moveTo>
                  <a:lnTo>
                    <a:pt x="245656" y="68084"/>
                  </a:lnTo>
                  <a:lnTo>
                    <a:pt x="232638" y="70827"/>
                  </a:lnTo>
                  <a:lnTo>
                    <a:pt x="233667" y="75679"/>
                  </a:lnTo>
                  <a:lnTo>
                    <a:pt x="246684" y="72923"/>
                  </a:lnTo>
                  <a:close/>
                </a:path>
                <a:path w="401955" h="125094">
                  <a:moveTo>
                    <a:pt x="266065" y="68821"/>
                  </a:moveTo>
                  <a:lnTo>
                    <a:pt x="265036" y="63982"/>
                  </a:lnTo>
                  <a:lnTo>
                    <a:pt x="252018" y="66725"/>
                  </a:lnTo>
                  <a:lnTo>
                    <a:pt x="253047" y="71564"/>
                  </a:lnTo>
                  <a:lnTo>
                    <a:pt x="266065" y="68821"/>
                  </a:lnTo>
                  <a:close/>
                </a:path>
                <a:path w="401955" h="125094">
                  <a:moveTo>
                    <a:pt x="285457" y="64706"/>
                  </a:moveTo>
                  <a:lnTo>
                    <a:pt x="284429" y="59880"/>
                  </a:lnTo>
                  <a:lnTo>
                    <a:pt x="271411" y="62623"/>
                  </a:lnTo>
                  <a:lnTo>
                    <a:pt x="272440" y="67462"/>
                  </a:lnTo>
                  <a:lnTo>
                    <a:pt x="285457" y="64706"/>
                  </a:lnTo>
                  <a:close/>
                </a:path>
                <a:path w="401955" h="125094">
                  <a:moveTo>
                    <a:pt x="304838" y="60604"/>
                  </a:moveTo>
                  <a:lnTo>
                    <a:pt x="303809" y="55778"/>
                  </a:lnTo>
                  <a:lnTo>
                    <a:pt x="290791" y="58521"/>
                  </a:lnTo>
                  <a:lnTo>
                    <a:pt x="291820" y="63360"/>
                  </a:lnTo>
                  <a:lnTo>
                    <a:pt x="304838" y="60604"/>
                  </a:lnTo>
                  <a:close/>
                </a:path>
                <a:path w="401955" h="125094">
                  <a:moveTo>
                    <a:pt x="324218" y="56502"/>
                  </a:moveTo>
                  <a:lnTo>
                    <a:pt x="323202" y="51663"/>
                  </a:lnTo>
                  <a:lnTo>
                    <a:pt x="310184" y="54419"/>
                  </a:lnTo>
                  <a:lnTo>
                    <a:pt x="311200" y="59258"/>
                  </a:lnTo>
                  <a:lnTo>
                    <a:pt x="324218" y="56502"/>
                  </a:lnTo>
                  <a:close/>
                </a:path>
                <a:path w="401955" h="125094">
                  <a:moveTo>
                    <a:pt x="343611" y="52400"/>
                  </a:moveTo>
                  <a:lnTo>
                    <a:pt x="342582" y="47561"/>
                  </a:lnTo>
                  <a:lnTo>
                    <a:pt x="329565" y="50317"/>
                  </a:lnTo>
                  <a:lnTo>
                    <a:pt x="330593" y="55156"/>
                  </a:lnTo>
                  <a:lnTo>
                    <a:pt x="343611" y="52400"/>
                  </a:lnTo>
                  <a:close/>
                </a:path>
                <a:path w="401955" h="125094">
                  <a:moveTo>
                    <a:pt x="362991" y="48298"/>
                  </a:moveTo>
                  <a:lnTo>
                    <a:pt x="361962" y="43459"/>
                  </a:lnTo>
                  <a:lnTo>
                    <a:pt x="348945" y="46202"/>
                  </a:lnTo>
                  <a:lnTo>
                    <a:pt x="349973" y="51054"/>
                  </a:lnTo>
                  <a:lnTo>
                    <a:pt x="362991" y="48298"/>
                  </a:lnTo>
                  <a:close/>
                </a:path>
                <a:path w="401955" h="125094">
                  <a:moveTo>
                    <a:pt x="368249" y="3289"/>
                  </a:moveTo>
                  <a:lnTo>
                    <a:pt x="356997" y="0"/>
                  </a:lnTo>
                  <a:lnTo>
                    <a:pt x="355600" y="4749"/>
                  </a:lnTo>
                  <a:lnTo>
                    <a:pt x="366852" y="8039"/>
                  </a:lnTo>
                  <a:lnTo>
                    <a:pt x="368249" y="3289"/>
                  </a:lnTo>
                  <a:close/>
                </a:path>
                <a:path w="401955" h="125094">
                  <a:moveTo>
                    <a:pt x="382384" y="44196"/>
                  </a:moveTo>
                  <a:lnTo>
                    <a:pt x="381368" y="39357"/>
                  </a:lnTo>
                  <a:lnTo>
                    <a:pt x="368338" y="42100"/>
                  </a:lnTo>
                  <a:lnTo>
                    <a:pt x="369366" y="46951"/>
                  </a:lnTo>
                  <a:lnTo>
                    <a:pt x="382384" y="44196"/>
                  </a:lnTo>
                  <a:close/>
                </a:path>
                <a:path w="401955" h="125094">
                  <a:moveTo>
                    <a:pt x="385013" y="8204"/>
                  </a:moveTo>
                  <a:lnTo>
                    <a:pt x="373761" y="4914"/>
                  </a:lnTo>
                  <a:lnTo>
                    <a:pt x="372376" y="9664"/>
                  </a:lnTo>
                  <a:lnTo>
                    <a:pt x="383628" y="12954"/>
                  </a:lnTo>
                  <a:lnTo>
                    <a:pt x="385013" y="8204"/>
                  </a:lnTo>
                  <a:close/>
                </a:path>
                <a:path w="401955" h="125094">
                  <a:moveTo>
                    <a:pt x="401764" y="40081"/>
                  </a:moveTo>
                  <a:lnTo>
                    <a:pt x="400748" y="35255"/>
                  </a:lnTo>
                  <a:lnTo>
                    <a:pt x="387731" y="37998"/>
                  </a:lnTo>
                  <a:lnTo>
                    <a:pt x="388747" y="42837"/>
                  </a:lnTo>
                  <a:lnTo>
                    <a:pt x="401764" y="40081"/>
                  </a:lnTo>
                  <a:close/>
                </a:path>
                <a:path w="401955" h="125094">
                  <a:moveTo>
                    <a:pt x="401777" y="13106"/>
                  </a:moveTo>
                  <a:lnTo>
                    <a:pt x="390525" y="9817"/>
                  </a:lnTo>
                  <a:lnTo>
                    <a:pt x="389128" y="14554"/>
                  </a:lnTo>
                  <a:lnTo>
                    <a:pt x="400380" y="17856"/>
                  </a:lnTo>
                  <a:lnTo>
                    <a:pt x="401777" y="13106"/>
                  </a:lnTo>
                  <a:close/>
                </a:path>
              </a:pathLst>
            </a:custGeom>
            <a:solidFill>
              <a:srgbClr val="006738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866446" y="1192922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37026" y="0"/>
                  </a:moveTo>
                  <a:lnTo>
                    <a:pt x="22614" y="2909"/>
                  </a:lnTo>
                  <a:lnTo>
                    <a:pt x="10845" y="10845"/>
                  </a:lnTo>
                  <a:lnTo>
                    <a:pt x="2909" y="22614"/>
                  </a:lnTo>
                  <a:lnTo>
                    <a:pt x="0" y="37026"/>
                  </a:lnTo>
                  <a:lnTo>
                    <a:pt x="2909" y="51441"/>
                  </a:lnTo>
                  <a:lnTo>
                    <a:pt x="10845" y="63209"/>
                  </a:lnTo>
                  <a:lnTo>
                    <a:pt x="22614" y="71142"/>
                  </a:lnTo>
                  <a:lnTo>
                    <a:pt x="37026" y="74051"/>
                  </a:lnTo>
                  <a:lnTo>
                    <a:pt x="51437" y="71142"/>
                  </a:lnTo>
                  <a:lnTo>
                    <a:pt x="63206" y="63209"/>
                  </a:lnTo>
                  <a:lnTo>
                    <a:pt x="71141" y="51441"/>
                  </a:lnTo>
                  <a:lnTo>
                    <a:pt x="74051" y="37026"/>
                  </a:lnTo>
                  <a:lnTo>
                    <a:pt x="71141" y="22614"/>
                  </a:lnTo>
                  <a:lnTo>
                    <a:pt x="63206" y="10845"/>
                  </a:lnTo>
                  <a:lnTo>
                    <a:pt x="51437" y="2909"/>
                  </a:lnTo>
                  <a:lnTo>
                    <a:pt x="37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866446" y="1192923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079217" y="1266978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37025" y="0"/>
                  </a:moveTo>
                  <a:lnTo>
                    <a:pt x="22613" y="2909"/>
                  </a:lnTo>
                  <a:lnTo>
                    <a:pt x="10844" y="10845"/>
                  </a:lnTo>
                  <a:lnTo>
                    <a:pt x="2909" y="22614"/>
                  </a:lnTo>
                  <a:lnTo>
                    <a:pt x="0" y="37026"/>
                  </a:lnTo>
                  <a:lnTo>
                    <a:pt x="2909" y="51441"/>
                  </a:lnTo>
                  <a:lnTo>
                    <a:pt x="10844" y="63209"/>
                  </a:lnTo>
                  <a:lnTo>
                    <a:pt x="22613" y="71142"/>
                  </a:lnTo>
                  <a:lnTo>
                    <a:pt x="37025" y="74051"/>
                  </a:lnTo>
                  <a:lnTo>
                    <a:pt x="51436" y="71142"/>
                  </a:lnTo>
                  <a:lnTo>
                    <a:pt x="63205" y="63209"/>
                  </a:lnTo>
                  <a:lnTo>
                    <a:pt x="71141" y="51441"/>
                  </a:lnTo>
                  <a:lnTo>
                    <a:pt x="74051" y="37026"/>
                  </a:lnTo>
                  <a:lnTo>
                    <a:pt x="71141" y="22614"/>
                  </a:lnTo>
                  <a:lnTo>
                    <a:pt x="63205" y="10845"/>
                  </a:lnTo>
                  <a:lnTo>
                    <a:pt x="51436" y="2909"/>
                  </a:lnTo>
                  <a:lnTo>
                    <a:pt x="37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079217" y="1266979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913408" y="1304006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37026" y="0"/>
                  </a:moveTo>
                  <a:lnTo>
                    <a:pt x="22614" y="2909"/>
                  </a:lnTo>
                  <a:lnTo>
                    <a:pt x="10845" y="10844"/>
                  </a:lnTo>
                  <a:lnTo>
                    <a:pt x="2909" y="22613"/>
                  </a:lnTo>
                  <a:lnTo>
                    <a:pt x="0" y="37025"/>
                  </a:lnTo>
                  <a:lnTo>
                    <a:pt x="2909" y="51440"/>
                  </a:lnTo>
                  <a:lnTo>
                    <a:pt x="10845" y="63209"/>
                  </a:lnTo>
                  <a:lnTo>
                    <a:pt x="22614" y="71142"/>
                  </a:lnTo>
                  <a:lnTo>
                    <a:pt x="37026" y="74051"/>
                  </a:lnTo>
                  <a:lnTo>
                    <a:pt x="51437" y="71142"/>
                  </a:lnTo>
                  <a:lnTo>
                    <a:pt x="63206" y="63209"/>
                  </a:lnTo>
                  <a:lnTo>
                    <a:pt x="71141" y="51440"/>
                  </a:lnTo>
                  <a:lnTo>
                    <a:pt x="74051" y="37025"/>
                  </a:lnTo>
                  <a:lnTo>
                    <a:pt x="71141" y="22613"/>
                  </a:lnTo>
                  <a:lnTo>
                    <a:pt x="63206" y="10844"/>
                  </a:lnTo>
                  <a:lnTo>
                    <a:pt x="51437" y="2909"/>
                  </a:lnTo>
                  <a:lnTo>
                    <a:pt x="37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913408" y="1304006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74051" y="37025"/>
                  </a:moveTo>
                  <a:lnTo>
                    <a:pt x="71141" y="51440"/>
                  </a:lnTo>
                  <a:lnTo>
                    <a:pt x="63205" y="63209"/>
                  </a:lnTo>
                  <a:lnTo>
                    <a:pt x="51436" y="71142"/>
                  </a:lnTo>
                  <a:lnTo>
                    <a:pt x="37025" y="74051"/>
                  </a:lnTo>
                  <a:lnTo>
                    <a:pt x="22614" y="71142"/>
                  </a:lnTo>
                  <a:lnTo>
                    <a:pt x="10845" y="63209"/>
                  </a:lnTo>
                  <a:lnTo>
                    <a:pt x="2909" y="51440"/>
                  </a:lnTo>
                  <a:lnTo>
                    <a:pt x="0" y="37025"/>
                  </a:lnTo>
                  <a:lnTo>
                    <a:pt x="2909" y="22614"/>
                  </a:lnTo>
                  <a:lnTo>
                    <a:pt x="10845" y="10845"/>
                  </a:lnTo>
                  <a:lnTo>
                    <a:pt x="22614" y="2909"/>
                  </a:lnTo>
                  <a:lnTo>
                    <a:pt x="37025" y="0"/>
                  </a:lnTo>
                  <a:lnTo>
                    <a:pt x="51436" y="2909"/>
                  </a:lnTo>
                  <a:lnTo>
                    <a:pt x="63205" y="10845"/>
                  </a:lnTo>
                  <a:lnTo>
                    <a:pt x="71141" y="22614"/>
                  </a:lnTo>
                  <a:lnTo>
                    <a:pt x="74051" y="37025"/>
                  </a:lnTo>
                  <a:close/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3" name="object 183"/>
            <p:cNvSpPr/>
            <p:nvPr/>
          </p:nvSpPr>
          <p:spPr>
            <a:xfrm>
              <a:off x="940497" y="1182483"/>
              <a:ext cx="139065" cy="36830"/>
            </a:xfrm>
            <a:custGeom>
              <a:avLst/>
              <a:gdLst/>
              <a:ahLst/>
              <a:cxnLst/>
              <a:rect l="l" t="t" r="r" b="b"/>
              <a:pathLst>
                <a:path w="139065" h="36830">
                  <a:moveTo>
                    <a:pt x="0" y="36376"/>
                  </a:moveTo>
                  <a:lnTo>
                    <a:pt x="138713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116240" y="1205559"/>
              <a:ext cx="0" cy="61594"/>
            </a:xfrm>
            <a:custGeom>
              <a:avLst/>
              <a:gdLst/>
              <a:ahLst/>
              <a:cxnLst/>
              <a:rect l="l" t="t" r="r" b="b"/>
              <a:pathLst>
                <a:path h="61594">
                  <a:moveTo>
                    <a:pt x="0" y="0"/>
                  </a:moveTo>
                  <a:lnTo>
                    <a:pt x="0" y="61415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913404" y="1266975"/>
              <a:ext cx="13970" cy="42545"/>
            </a:xfrm>
            <a:custGeom>
              <a:avLst/>
              <a:gdLst/>
              <a:ahLst/>
              <a:cxnLst/>
              <a:rect l="l" t="t" r="r" b="b"/>
              <a:pathLst>
                <a:path w="13969" h="42544">
                  <a:moveTo>
                    <a:pt x="0" y="0"/>
                  </a:moveTo>
                  <a:lnTo>
                    <a:pt x="13906" y="42267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987459" y="1315834"/>
              <a:ext cx="92075" cy="25400"/>
            </a:xfrm>
            <a:custGeom>
              <a:avLst/>
              <a:gdLst/>
              <a:ahLst/>
              <a:cxnLst/>
              <a:rect l="l" t="t" r="r" b="b"/>
              <a:pathLst>
                <a:path w="92075" h="25400">
                  <a:moveTo>
                    <a:pt x="0" y="25197"/>
                  </a:moveTo>
                  <a:lnTo>
                    <a:pt x="91752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939936" y="1236272"/>
              <a:ext cx="143510" cy="52069"/>
            </a:xfrm>
            <a:custGeom>
              <a:avLst/>
              <a:gdLst/>
              <a:ahLst/>
              <a:cxnLst/>
              <a:rect l="l" t="t" r="r" b="b"/>
              <a:pathLst>
                <a:path w="143509" h="52069">
                  <a:moveTo>
                    <a:pt x="0" y="0"/>
                  </a:moveTo>
                  <a:lnTo>
                    <a:pt x="142897" y="51841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969412" y="1194889"/>
              <a:ext cx="121285" cy="114935"/>
            </a:xfrm>
            <a:custGeom>
              <a:avLst/>
              <a:gdLst/>
              <a:ahLst/>
              <a:cxnLst/>
              <a:rect l="l" t="t" r="r" b="b"/>
              <a:pathLst>
                <a:path w="121284" h="114934">
                  <a:moveTo>
                    <a:pt x="0" y="114351"/>
                  </a:moveTo>
                  <a:lnTo>
                    <a:pt x="120836" y="0"/>
                  </a:lnTo>
                </a:path>
              </a:pathLst>
            </a:custGeom>
            <a:ln w="92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939838" y="1193063"/>
              <a:ext cx="1102360" cy="104139"/>
            </a:xfrm>
            <a:custGeom>
              <a:avLst/>
              <a:gdLst/>
              <a:ahLst/>
              <a:cxnLst/>
              <a:rect l="l" t="t" r="r" b="b"/>
              <a:pathLst>
                <a:path w="1102360" h="104140">
                  <a:moveTo>
                    <a:pt x="13474" y="45262"/>
                  </a:moveTo>
                  <a:lnTo>
                    <a:pt x="13296" y="40322"/>
                  </a:lnTo>
                  <a:lnTo>
                    <a:pt x="0" y="40817"/>
                  </a:lnTo>
                  <a:lnTo>
                    <a:pt x="177" y="45758"/>
                  </a:lnTo>
                  <a:lnTo>
                    <a:pt x="13474" y="45262"/>
                  </a:lnTo>
                  <a:close/>
                </a:path>
                <a:path w="1102360" h="104140">
                  <a:moveTo>
                    <a:pt x="33274" y="44526"/>
                  </a:moveTo>
                  <a:lnTo>
                    <a:pt x="33083" y="39585"/>
                  </a:lnTo>
                  <a:lnTo>
                    <a:pt x="19799" y="40081"/>
                  </a:lnTo>
                  <a:lnTo>
                    <a:pt x="19977" y="45021"/>
                  </a:lnTo>
                  <a:lnTo>
                    <a:pt x="33274" y="44526"/>
                  </a:lnTo>
                  <a:close/>
                </a:path>
                <a:path w="1102360" h="104140">
                  <a:moveTo>
                    <a:pt x="53073" y="43789"/>
                  </a:moveTo>
                  <a:lnTo>
                    <a:pt x="52882" y="38862"/>
                  </a:lnTo>
                  <a:lnTo>
                    <a:pt x="39585" y="39357"/>
                  </a:lnTo>
                  <a:lnTo>
                    <a:pt x="39776" y="44284"/>
                  </a:lnTo>
                  <a:lnTo>
                    <a:pt x="53073" y="43789"/>
                  </a:lnTo>
                  <a:close/>
                </a:path>
                <a:path w="1102360" h="104140">
                  <a:moveTo>
                    <a:pt x="72859" y="43065"/>
                  </a:moveTo>
                  <a:lnTo>
                    <a:pt x="72682" y="38125"/>
                  </a:lnTo>
                  <a:lnTo>
                    <a:pt x="59397" y="38620"/>
                  </a:lnTo>
                  <a:lnTo>
                    <a:pt x="59575" y="43548"/>
                  </a:lnTo>
                  <a:lnTo>
                    <a:pt x="72859" y="43065"/>
                  </a:lnTo>
                  <a:close/>
                </a:path>
                <a:path w="1102360" h="104140">
                  <a:moveTo>
                    <a:pt x="92659" y="42329"/>
                  </a:moveTo>
                  <a:lnTo>
                    <a:pt x="92468" y="37388"/>
                  </a:lnTo>
                  <a:lnTo>
                    <a:pt x="79184" y="37884"/>
                  </a:lnTo>
                  <a:lnTo>
                    <a:pt x="79362" y="42824"/>
                  </a:lnTo>
                  <a:lnTo>
                    <a:pt x="92659" y="42329"/>
                  </a:lnTo>
                  <a:close/>
                </a:path>
                <a:path w="1102360" h="104140">
                  <a:moveTo>
                    <a:pt x="112458" y="41592"/>
                  </a:moveTo>
                  <a:lnTo>
                    <a:pt x="112280" y="36652"/>
                  </a:lnTo>
                  <a:lnTo>
                    <a:pt x="98983" y="37147"/>
                  </a:lnTo>
                  <a:lnTo>
                    <a:pt x="99161" y="42100"/>
                  </a:lnTo>
                  <a:lnTo>
                    <a:pt x="112458" y="41592"/>
                  </a:lnTo>
                  <a:close/>
                </a:path>
                <a:path w="1102360" h="104140">
                  <a:moveTo>
                    <a:pt x="132257" y="40855"/>
                  </a:moveTo>
                  <a:lnTo>
                    <a:pt x="132067" y="35928"/>
                  </a:lnTo>
                  <a:lnTo>
                    <a:pt x="118783" y="36410"/>
                  </a:lnTo>
                  <a:lnTo>
                    <a:pt x="118960" y="41363"/>
                  </a:lnTo>
                  <a:lnTo>
                    <a:pt x="132257" y="40855"/>
                  </a:lnTo>
                  <a:close/>
                </a:path>
                <a:path w="1102360" h="104140">
                  <a:moveTo>
                    <a:pt x="152057" y="40132"/>
                  </a:moveTo>
                  <a:lnTo>
                    <a:pt x="151866" y="35191"/>
                  </a:lnTo>
                  <a:lnTo>
                    <a:pt x="138569" y="35687"/>
                  </a:lnTo>
                  <a:lnTo>
                    <a:pt x="138760" y="40627"/>
                  </a:lnTo>
                  <a:lnTo>
                    <a:pt x="152057" y="40132"/>
                  </a:lnTo>
                  <a:close/>
                </a:path>
                <a:path w="1102360" h="104140">
                  <a:moveTo>
                    <a:pt x="171843" y="39395"/>
                  </a:moveTo>
                  <a:lnTo>
                    <a:pt x="171665" y="34455"/>
                  </a:lnTo>
                  <a:lnTo>
                    <a:pt x="158369" y="34950"/>
                  </a:lnTo>
                  <a:lnTo>
                    <a:pt x="158559" y="39890"/>
                  </a:lnTo>
                  <a:lnTo>
                    <a:pt x="171843" y="39395"/>
                  </a:lnTo>
                  <a:close/>
                </a:path>
                <a:path w="1102360" h="104140">
                  <a:moveTo>
                    <a:pt x="191643" y="38671"/>
                  </a:moveTo>
                  <a:lnTo>
                    <a:pt x="191452" y="33718"/>
                  </a:lnTo>
                  <a:lnTo>
                    <a:pt x="178168" y="34213"/>
                  </a:lnTo>
                  <a:lnTo>
                    <a:pt x="178346" y="39154"/>
                  </a:lnTo>
                  <a:lnTo>
                    <a:pt x="191643" y="38671"/>
                  </a:lnTo>
                  <a:close/>
                </a:path>
                <a:path w="1102360" h="104140">
                  <a:moveTo>
                    <a:pt x="211442" y="37934"/>
                  </a:moveTo>
                  <a:lnTo>
                    <a:pt x="211251" y="32981"/>
                  </a:lnTo>
                  <a:lnTo>
                    <a:pt x="197954" y="33489"/>
                  </a:lnTo>
                  <a:lnTo>
                    <a:pt x="198145" y="38430"/>
                  </a:lnTo>
                  <a:lnTo>
                    <a:pt x="211442" y="37934"/>
                  </a:lnTo>
                  <a:close/>
                </a:path>
                <a:path w="1102360" h="104140">
                  <a:moveTo>
                    <a:pt x="224663" y="102603"/>
                  </a:moveTo>
                  <a:lnTo>
                    <a:pt x="224193" y="97688"/>
                  </a:lnTo>
                  <a:lnTo>
                    <a:pt x="211861" y="98844"/>
                  </a:lnTo>
                  <a:lnTo>
                    <a:pt x="212331" y="103759"/>
                  </a:lnTo>
                  <a:lnTo>
                    <a:pt x="224663" y="102603"/>
                  </a:lnTo>
                  <a:close/>
                </a:path>
                <a:path w="1102360" h="104140">
                  <a:moveTo>
                    <a:pt x="231241" y="37198"/>
                  </a:moveTo>
                  <a:lnTo>
                    <a:pt x="231051" y="32258"/>
                  </a:lnTo>
                  <a:lnTo>
                    <a:pt x="217754" y="32753"/>
                  </a:lnTo>
                  <a:lnTo>
                    <a:pt x="217944" y="37693"/>
                  </a:lnTo>
                  <a:lnTo>
                    <a:pt x="231241" y="37198"/>
                  </a:lnTo>
                  <a:close/>
                </a:path>
                <a:path w="1102360" h="104140">
                  <a:moveTo>
                    <a:pt x="243014" y="100876"/>
                  </a:moveTo>
                  <a:lnTo>
                    <a:pt x="242557" y="95961"/>
                  </a:lnTo>
                  <a:lnTo>
                    <a:pt x="230225" y="97129"/>
                  </a:lnTo>
                  <a:lnTo>
                    <a:pt x="230682" y="102044"/>
                  </a:lnTo>
                  <a:lnTo>
                    <a:pt x="243014" y="100876"/>
                  </a:lnTo>
                  <a:close/>
                </a:path>
                <a:path w="1102360" h="104140">
                  <a:moveTo>
                    <a:pt x="251028" y="36461"/>
                  </a:moveTo>
                  <a:lnTo>
                    <a:pt x="250850" y="31521"/>
                  </a:lnTo>
                  <a:lnTo>
                    <a:pt x="237566" y="32016"/>
                  </a:lnTo>
                  <a:lnTo>
                    <a:pt x="237731" y="36957"/>
                  </a:lnTo>
                  <a:lnTo>
                    <a:pt x="251028" y="36461"/>
                  </a:lnTo>
                  <a:close/>
                </a:path>
                <a:path w="1102360" h="104140">
                  <a:moveTo>
                    <a:pt x="261378" y="99161"/>
                  </a:moveTo>
                  <a:lnTo>
                    <a:pt x="260908" y="94246"/>
                  </a:lnTo>
                  <a:lnTo>
                    <a:pt x="248589" y="95389"/>
                  </a:lnTo>
                  <a:lnTo>
                    <a:pt x="249047" y="100317"/>
                  </a:lnTo>
                  <a:lnTo>
                    <a:pt x="261378" y="99161"/>
                  </a:lnTo>
                  <a:close/>
                </a:path>
                <a:path w="1102360" h="104140">
                  <a:moveTo>
                    <a:pt x="270827" y="35725"/>
                  </a:moveTo>
                  <a:lnTo>
                    <a:pt x="270637" y="30784"/>
                  </a:lnTo>
                  <a:lnTo>
                    <a:pt x="257352" y="31292"/>
                  </a:lnTo>
                  <a:lnTo>
                    <a:pt x="257530" y="36220"/>
                  </a:lnTo>
                  <a:lnTo>
                    <a:pt x="270827" y="35725"/>
                  </a:lnTo>
                  <a:close/>
                </a:path>
                <a:path w="1102360" h="104140">
                  <a:moveTo>
                    <a:pt x="279730" y="97434"/>
                  </a:moveTo>
                  <a:lnTo>
                    <a:pt x="279273" y="92506"/>
                  </a:lnTo>
                  <a:lnTo>
                    <a:pt x="266954" y="93675"/>
                  </a:lnTo>
                  <a:lnTo>
                    <a:pt x="267398" y="98602"/>
                  </a:lnTo>
                  <a:lnTo>
                    <a:pt x="279730" y="97434"/>
                  </a:lnTo>
                  <a:close/>
                </a:path>
                <a:path w="1102360" h="104140">
                  <a:moveTo>
                    <a:pt x="290626" y="35001"/>
                  </a:moveTo>
                  <a:lnTo>
                    <a:pt x="290436" y="30060"/>
                  </a:lnTo>
                  <a:lnTo>
                    <a:pt x="277139" y="30556"/>
                  </a:lnTo>
                  <a:lnTo>
                    <a:pt x="277329" y="35483"/>
                  </a:lnTo>
                  <a:lnTo>
                    <a:pt x="290626" y="35001"/>
                  </a:lnTo>
                  <a:close/>
                </a:path>
                <a:path w="1102360" h="104140">
                  <a:moveTo>
                    <a:pt x="298094" y="95719"/>
                  </a:moveTo>
                  <a:lnTo>
                    <a:pt x="297624" y="90792"/>
                  </a:lnTo>
                  <a:lnTo>
                    <a:pt x="285292" y="91948"/>
                  </a:lnTo>
                  <a:lnTo>
                    <a:pt x="285762" y="96862"/>
                  </a:lnTo>
                  <a:lnTo>
                    <a:pt x="298094" y="95719"/>
                  </a:lnTo>
                  <a:close/>
                </a:path>
                <a:path w="1102360" h="104140">
                  <a:moveTo>
                    <a:pt x="310413" y="34264"/>
                  </a:moveTo>
                  <a:lnTo>
                    <a:pt x="310235" y="29324"/>
                  </a:lnTo>
                  <a:lnTo>
                    <a:pt x="296938" y="29819"/>
                  </a:lnTo>
                  <a:lnTo>
                    <a:pt x="297129" y="34759"/>
                  </a:lnTo>
                  <a:lnTo>
                    <a:pt x="310413" y="34264"/>
                  </a:lnTo>
                  <a:close/>
                </a:path>
                <a:path w="1102360" h="104140">
                  <a:moveTo>
                    <a:pt x="316445" y="93992"/>
                  </a:moveTo>
                  <a:lnTo>
                    <a:pt x="315988" y="89065"/>
                  </a:lnTo>
                  <a:lnTo>
                    <a:pt x="303669" y="90233"/>
                  </a:lnTo>
                  <a:lnTo>
                    <a:pt x="304126" y="95148"/>
                  </a:lnTo>
                  <a:lnTo>
                    <a:pt x="316445" y="93992"/>
                  </a:lnTo>
                  <a:close/>
                </a:path>
                <a:path w="1102360" h="104140">
                  <a:moveTo>
                    <a:pt x="330212" y="33528"/>
                  </a:moveTo>
                  <a:lnTo>
                    <a:pt x="330022" y="28600"/>
                  </a:lnTo>
                  <a:lnTo>
                    <a:pt x="316738" y="29083"/>
                  </a:lnTo>
                  <a:lnTo>
                    <a:pt x="316915" y="34036"/>
                  </a:lnTo>
                  <a:lnTo>
                    <a:pt x="330212" y="33528"/>
                  </a:lnTo>
                  <a:close/>
                </a:path>
                <a:path w="1102360" h="104140">
                  <a:moveTo>
                    <a:pt x="334810" y="92265"/>
                  </a:moveTo>
                  <a:lnTo>
                    <a:pt x="334340" y="87350"/>
                  </a:lnTo>
                  <a:lnTo>
                    <a:pt x="322021" y="88506"/>
                  </a:lnTo>
                  <a:lnTo>
                    <a:pt x="322478" y="93421"/>
                  </a:lnTo>
                  <a:lnTo>
                    <a:pt x="334810" y="92265"/>
                  </a:lnTo>
                  <a:close/>
                </a:path>
                <a:path w="1102360" h="104140">
                  <a:moveTo>
                    <a:pt x="350012" y="32791"/>
                  </a:moveTo>
                  <a:lnTo>
                    <a:pt x="349821" y="27863"/>
                  </a:lnTo>
                  <a:lnTo>
                    <a:pt x="336537" y="28346"/>
                  </a:lnTo>
                  <a:lnTo>
                    <a:pt x="336715" y="33299"/>
                  </a:lnTo>
                  <a:lnTo>
                    <a:pt x="350012" y="32791"/>
                  </a:lnTo>
                  <a:close/>
                </a:path>
                <a:path w="1102360" h="104140">
                  <a:moveTo>
                    <a:pt x="353174" y="90538"/>
                  </a:moveTo>
                  <a:lnTo>
                    <a:pt x="352704" y="85623"/>
                  </a:lnTo>
                  <a:lnTo>
                    <a:pt x="340372" y="86779"/>
                  </a:lnTo>
                  <a:lnTo>
                    <a:pt x="340842" y="91706"/>
                  </a:lnTo>
                  <a:lnTo>
                    <a:pt x="353174" y="90538"/>
                  </a:lnTo>
                  <a:close/>
                </a:path>
                <a:path w="1102360" h="104140">
                  <a:moveTo>
                    <a:pt x="369811" y="32067"/>
                  </a:moveTo>
                  <a:lnTo>
                    <a:pt x="369620" y="27127"/>
                  </a:lnTo>
                  <a:lnTo>
                    <a:pt x="356323" y="27622"/>
                  </a:lnTo>
                  <a:lnTo>
                    <a:pt x="356514" y="32562"/>
                  </a:lnTo>
                  <a:lnTo>
                    <a:pt x="369811" y="32067"/>
                  </a:lnTo>
                  <a:close/>
                </a:path>
                <a:path w="1102360" h="104140">
                  <a:moveTo>
                    <a:pt x="371525" y="88823"/>
                  </a:moveTo>
                  <a:lnTo>
                    <a:pt x="371068" y="83896"/>
                  </a:lnTo>
                  <a:lnTo>
                    <a:pt x="358736" y="85051"/>
                  </a:lnTo>
                  <a:lnTo>
                    <a:pt x="359206" y="89979"/>
                  </a:lnTo>
                  <a:lnTo>
                    <a:pt x="371525" y="88823"/>
                  </a:lnTo>
                  <a:close/>
                </a:path>
                <a:path w="1102360" h="104140">
                  <a:moveTo>
                    <a:pt x="389610" y="31330"/>
                  </a:moveTo>
                  <a:lnTo>
                    <a:pt x="389420" y="26390"/>
                  </a:lnTo>
                  <a:lnTo>
                    <a:pt x="376123" y="26885"/>
                  </a:lnTo>
                  <a:lnTo>
                    <a:pt x="376313" y="31826"/>
                  </a:lnTo>
                  <a:lnTo>
                    <a:pt x="389610" y="31330"/>
                  </a:lnTo>
                  <a:close/>
                </a:path>
                <a:path w="1102360" h="104140">
                  <a:moveTo>
                    <a:pt x="389890" y="87096"/>
                  </a:moveTo>
                  <a:lnTo>
                    <a:pt x="389420" y="82169"/>
                  </a:lnTo>
                  <a:lnTo>
                    <a:pt x="377101" y="83337"/>
                  </a:lnTo>
                  <a:lnTo>
                    <a:pt x="377558" y="88265"/>
                  </a:lnTo>
                  <a:lnTo>
                    <a:pt x="389890" y="87096"/>
                  </a:lnTo>
                  <a:close/>
                </a:path>
                <a:path w="1102360" h="104140">
                  <a:moveTo>
                    <a:pt x="408241" y="85382"/>
                  </a:moveTo>
                  <a:lnTo>
                    <a:pt x="407784" y="80454"/>
                  </a:lnTo>
                  <a:lnTo>
                    <a:pt x="395465" y="81610"/>
                  </a:lnTo>
                  <a:lnTo>
                    <a:pt x="395922" y="86525"/>
                  </a:lnTo>
                  <a:lnTo>
                    <a:pt x="408241" y="85382"/>
                  </a:lnTo>
                  <a:close/>
                </a:path>
                <a:path w="1102360" h="104140">
                  <a:moveTo>
                    <a:pt x="409397" y="30607"/>
                  </a:moveTo>
                  <a:lnTo>
                    <a:pt x="409206" y="25654"/>
                  </a:lnTo>
                  <a:lnTo>
                    <a:pt x="395922" y="26149"/>
                  </a:lnTo>
                  <a:lnTo>
                    <a:pt x="396100" y="31089"/>
                  </a:lnTo>
                  <a:lnTo>
                    <a:pt x="409397" y="30607"/>
                  </a:lnTo>
                  <a:close/>
                </a:path>
                <a:path w="1102360" h="104140">
                  <a:moveTo>
                    <a:pt x="426605" y="83654"/>
                  </a:moveTo>
                  <a:lnTo>
                    <a:pt x="426135" y="78727"/>
                  </a:lnTo>
                  <a:lnTo>
                    <a:pt x="413816" y="79895"/>
                  </a:lnTo>
                  <a:lnTo>
                    <a:pt x="414274" y="84810"/>
                  </a:lnTo>
                  <a:lnTo>
                    <a:pt x="426605" y="83654"/>
                  </a:lnTo>
                  <a:close/>
                </a:path>
                <a:path w="1102360" h="104140">
                  <a:moveTo>
                    <a:pt x="429196" y="29870"/>
                  </a:moveTo>
                  <a:lnTo>
                    <a:pt x="429006" y="24930"/>
                  </a:lnTo>
                  <a:lnTo>
                    <a:pt x="415721" y="25425"/>
                  </a:lnTo>
                  <a:lnTo>
                    <a:pt x="415899" y="30365"/>
                  </a:lnTo>
                  <a:lnTo>
                    <a:pt x="429196" y="29870"/>
                  </a:lnTo>
                  <a:close/>
                </a:path>
                <a:path w="1102360" h="104140">
                  <a:moveTo>
                    <a:pt x="444969" y="81927"/>
                  </a:moveTo>
                  <a:lnTo>
                    <a:pt x="444500" y="77012"/>
                  </a:lnTo>
                  <a:lnTo>
                    <a:pt x="432181" y="78155"/>
                  </a:lnTo>
                  <a:lnTo>
                    <a:pt x="432638" y="83083"/>
                  </a:lnTo>
                  <a:lnTo>
                    <a:pt x="444969" y="81927"/>
                  </a:lnTo>
                  <a:close/>
                </a:path>
                <a:path w="1102360" h="104140">
                  <a:moveTo>
                    <a:pt x="448995" y="29133"/>
                  </a:moveTo>
                  <a:lnTo>
                    <a:pt x="448805" y="24193"/>
                  </a:lnTo>
                  <a:lnTo>
                    <a:pt x="435508" y="24688"/>
                  </a:lnTo>
                  <a:lnTo>
                    <a:pt x="435698" y="29629"/>
                  </a:lnTo>
                  <a:lnTo>
                    <a:pt x="448995" y="29133"/>
                  </a:lnTo>
                  <a:close/>
                </a:path>
                <a:path w="1102360" h="104140">
                  <a:moveTo>
                    <a:pt x="463321" y="80200"/>
                  </a:moveTo>
                  <a:lnTo>
                    <a:pt x="462851" y="75285"/>
                  </a:lnTo>
                  <a:lnTo>
                    <a:pt x="450532" y="76441"/>
                  </a:lnTo>
                  <a:lnTo>
                    <a:pt x="450989" y="81368"/>
                  </a:lnTo>
                  <a:lnTo>
                    <a:pt x="463321" y="80200"/>
                  </a:lnTo>
                  <a:close/>
                </a:path>
                <a:path w="1102360" h="104140">
                  <a:moveTo>
                    <a:pt x="468782" y="28397"/>
                  </a:moveTo>
                  <a:lnTo>
                    <a:pt x="468604" y="23456"/>
                  </a:lnTo>
                  <a:lnTo>
                    <a:pt x="455307" y="23964"/>
                  </a:lnTo>
                  <a:lnTo>
                    <a:pt x="455485" y="28892"/>
                  </a:lnTo>
                  <a:lnTo>
                    <a:pt x="468782" y="28397"/>
                  </a:lnTo>
                  <a:close/>
                </a:path>
                <a:path w="1102360" h="104140">
                  <a:moveTo>
                    <a:pt x="481685" y="78486"/>
                  </a:moveTo>
                  <a:lnTo>
                    <a:pt x="481215" y="73558"/>
                  </a:lnTo>
                  <a:lnTo>
                    <a:pt x="468896" y="74714"/>
                  </a:lnTo>
                  <a:lnTo>
                    <a:pt x="469353" y="79641"/>
                  </a:lnTo>
                  <a:lnTo>
                    <a:pt x="481685" y="78486"/>
                  </a:lnTo>
                  <a:close/>
                </a:path>
                <a:path w="1102360" h="104140">
                  <a:moveTo>
                    <a:pt x="488581" y="27673"/>
                  </a:moveTo>
                  <a:lnTo>
                    <a:pt x="488403" y="22720"/>
                  </a:lnTo>
                  <a:lnTo>
                    <a:pt x="475107" y="23228"/>
                  </a:lnTo>
                  <a:lnTo>
                    <a:pt x="475284" y="28155"/>
                  </a:lnTo>
                  <a:lnTo>
                    <a:pt x="488581" y="27673"/>
                  </a:lnTo>
                  <a:close/>
                </a:path>
                <a:path w="1102360" h="104140">
                  <a:moveTo>
                    <a:pt x="508381" y="26936"/>
                  </a:moveTo>
                  <a:lnTo>
                    <a:pt x="508190" y="21996"/>
                  </a:lnTo>
                  <a:lnTo>
                    <a:pt x="494893" y="22491"/>
                  </a:lnTo>
                  <a:lnTo>
                    <a:pt x="495084" y="27432"/>
                  </a:lnTo>
                  <a:lnTo>
                    <a:pt x="508381" y="26936"/>
                  </a:lnTo>
                  <a:close/>
                </a:path>
                <a:path w="1102360" h="104140">
                  <a:moveTo>
                    <a:pt x="528180" y="26200"/>
                  </a:moveTo>
                  <a:lnTo>
                    <a:pt x="527989" y="21259"/>
                  </a:lnTo>
                  <a:lnTo>
                    <a:pt x="514705" y="21755"/>
                  </a:lnTo>
                  <a:lnTo>
                    <a:pt x="514883" y="26695"/>
                  </a:lnTo>
                  <a:lnTo>
                    <a:pt x="528180" y="26200"/>
                  </a:lnTo>
                  <a:close/>
                </a:path>
                <a:path w="1102360" h="104140">
                  <a:moveTo>
                    <a:pt x="547966" y="25463"/>
                  </a:moveTo>
                  <a:lnTo>
                    <a:pt x="547776" y="20535"/>
                  </a:lnTo>
                  <a:lnTo>
                    <a:pt x="534492" y="21018"/>
                  </a:lnTo>
                  <a:lnTo>
                    <a:pt x="534670" y="25971"/>
                  </a:lnTo>
                  <a:lnTo>
                    <a:pt x="547966" y="25463"/>
                  </a:lnTo>
                  <a:close/>
                </a:path>
                <a:path w="1102360" h="104140">
                  <a:moveTo>
                    <a:pt x="567766" y="24739"/>
                  </a:moveTo>
                  <a:lnTo>
                    <a:pt x="567575" y="19799"/>
                  </a:lnTo>
                  <a:lnTo>
                    <a:pt x="554291" y="20294"/>
                  </a:lnTo>
                  <a:lnTo>
                    <a:pt x="554469" y="25234"/>
                  </a:lnTo>
                  <a:lnTo>
                    <a:pt x="567766" y="24739"/>
                  </a:lnTo>
                  <a:close/>
                </a:path>
                <a:path w="1102360" h="104140">
                  <a:moveTo>
                    <a:pt x="587565" y="24003"/>
                  </a:moveTo>
                  <a:lnTo>
                    <a:pt x="587375" y="19062"/>
                  </a:lnTo>
                  <a:lnTo>
                    <a:pt x="574078" y="19558"/>
                  </a:lnTo>
                  <a:lnTo>
                    <a:pt x="574268" y="24498"/>
                  </a:lnTo>
                  <a:lnTo>
                    <a:pt x="587565" y="24003"/>
                  </a:lnTo>
                  <a:close/>
                </a:path>
                <a:path w="1102360" h="104140">
                  <a:moveTo>
                    <a:pt x="607364" y="23266"/>
                  </a:moveTo>
                  <a:lnTo>
                    <a:pt x="607174" y="18326"/>
                  </a:lnTo>
                  <a:lnTo>
                    <a:pt x="593877" y="18821"/>
                  </a:lnTo>
                  <a:lnTo>
                    <a:pt x="594067" y="23761"/>
                  </a:lnTo>
                  <a:lnTo>
                    <a:pt x="607364" y="23266"/>
                  </a:lnTo>
                  <a:close/>
                </a:path>
                <a:path w="1102360" h="104140">
                  <a:moveTo>
                    <a:pt x="627151" y="22542"/>
                  </a:moveTo>
                  <a:lnTo>
                    <a:pt x="626973" y="17602"/>
                  </a:lnTo>
                  <a:lnTo>
                    <a:pt x="613689" y="18084"/>
                  </a:lnTo>
                  <a:lnTo>
                    <a:pt x="613854" y="23037"/>
                  </a:lnTo>
                  <a:lnTo>
                    <a:pt x="627151" y="22542"/>
                  </a:lnTo>
                  <a:close/>
                </a:path>
                <a:path w="1102360" h="104140">
                  <a:moveTo>
                    <a:pt x="646950" y="21805"/>
                  </a:moveTo>
                  <a:lnTo>
                    <a:pt x="646760" y="16865"/>
                  </a:lnTo>
                  <a:lnTo>
                    <a:pt x="633476" y="17360"/>
                  </a:lnTo>
                  <a:lnTo>
                    <a:pt x="633653" y="22301"/>
                  </a:lnTo>
                  <a:lnTo>
                    <a:pt x="646950" y="21805"/>
                  </a:lnTo>
                  <a:close/>
                </a:path>
                <a:path w="1102360" h="104140">
                  <a:moveTo>
                    <a:pt x="666750" y="21069"/>
                  </a:moveTo>
                  <a:lnTo>
                    <a:pt x="666559" y="16129"/>
                  </a:lnTo>
                  <a:lnTo>
                    <a:pt x="653275" y="16624"/>
                  </a:lnTo>
                  <a:lnTo>
                    <a:pt x="653453" y="21564"/>
                  </a:lnTo>
                  <a:lnTo>
                    <a:pt x="666750" y="21069"/>
                  </a:lnTo>
                  <a:close/>
                </a:path>
                <a:path w="1102360" h="104140">
                  <a:moveTo>
                    <a:pt x="686536" y="20345"/>
                  </a:moveTo>
                  <a:lnTo>
                    <a:pt x="686358" y="15392"/>
                  </a:lnTo>
                  <a:lnTo>
                    <a:pt x="673074" y="15900"/>
                  </a:lnTo>
                  <a:lnTo>
                    <a:pt x="673252" y="20828"/>
                  </a:lnTo>
                  <a:lnTo>
                    <a:pt x="686536" y="20345"/>
                  </a:lnTo>
                  <a:close/>
                </a:path>
                <a:path w="1102360" h="104140">
                  <a:moveTo>
                    <a:pt x="706335" y="19608"/>
                  </a:moveTo>
                  <a:lnTo>
                    <a:pt x="706158" y="14655"/>
                  </a:lnTo>
                  <a:lnTo>
                    <a:pt x="692861" y="15163"/>
                  </a:lnTo>
                  <a:lnTo>
                    <a:pt x="693051" y="20091"/>
                  </a:lnTo>
                  <a:lnTo>
                    <a:pt x="706335" y="19608"/>
                  </a:lnTo>
                  <a:close/>
                </a:path>
                <a:path w="1102360" h="104140">
                  <a:moveTo>
                    <a:pt x="726135" y="18872"/>
                  </a:moveTo>
                  <a:lnTo>
                    <a:pt x="725957" y="13931"/>
                  </a:lnTo>
                  <a:lnTo>
                    <a:pt x="712660" y="14427"/>
                  </a:lnTo>
                  <a:lnTo>
                    <a:pt x="712838" y="19367"/>
                  </a:lnTo>
                  <a:lnTo>
                    <a:pt x="726135" y="18872"/>
                  </a:lnTo>
                  <a:close/>
                </a:path>
                <a:path w="1102360" h="104140">
                  <a:moveTo>
                    <a:pt x="745921" y="18135"/>
                  </a:moveTo>
                  <a:lnTo>
                    <a:pt x="745744" y="13208"/>
                  </a:lnTo>
                  <a:lnTo>
                    <a:pt x="732459" y="13690"/>
                  </a:lnTo>
                  <a:lnTo>
                    <a:pt x="732637" y="18630"/>
                  </a:lnTo>
                  <a:lnTo>
                    <a:pt x="745921" y="18135"/>
                  </a:lnTo>
                  <a:close/>
                </a:path>
                <a:path w="1102360" h="104140">
                  <a:moveTo>
                    <a:pt x="765733" y="17399"/>
                  </a:moveTo>
                  <a:lnTo>
                    <a:pt x="765543" y="12471"/>
                  </a:lnTo>
                  <a:lnTo>
                    <a:pt x="752246" y="12954"/>
                  </a:lnTo>
                  <a:lnTo>
                    <a:pt x="752436" y="17907"/>
                  </a:lnTo>
                  <a:lnTo>
                    <a:pt x="765733" y="17399"/>
                  </a:lnTo>
                  <a:close/>
                </a:path>
                <a:path w="1102360" h="104140">
                  <a:moveTo>
                    <a:pt x="785520" y="16675"/>
                  </a:moveTo>
                  <a:lnTo>
                    <a:pt x="785329" y="11734"/>
                  </a:lnTo>
                  <a:lnTo>
                    <a:pt x="772045" y="12230"/>
                  </a:lnTo>
                  <a:lnTo>
                    <a:pt x="772223" y="17170"/>
                  </a:lnTo>
                  <a:lnTo>
                    <a:pt x="785520" y="16675"/>
                  </a:lnTo>
                  <a:close/>
                </a:path>
                <a:path w="1102360" h="104140">
                  <a:moveTo>
                    <a:pt x="805319" y="15938"/>
                  </a:moveTo>
                  <a:lnTo>
                    <a:pt x="805129" y="10998"/>
                  </a:lnTo>
                  <a:lnTo>
                    <a:pt x="791845" y="11493"/>
                  </a:lnTo>
                  <a:lnTo>
                    <a:pt x="792022" y="16433"/>
                  </a:lnTo>
                  <a:lnTo>
                    <a:pt x="805319" y="15938"/>
                  </a:lnTo>
                  <a:close/>
                </a:path>
                <a:path w="1102360" h="104140">
                  <a:moveTo>
                    <a:pt x="825106" y="15201"/>
                  </a:moveTo>
                  <a:lnTo>
                    <a:pt x="824928" y="10261"/>
                  </a:lnTo>
                  <a:lnTo>
                    <a:pt x="811644" y="10756"/>
                  </a:lnTo>
                  <a:lnTo>
                    <a:pt x="811822" y="15697"/>
                  </a:lnTo>
                  <a:lnTo>
                    <a:pt x="825106" y="15201"/>
                  </a:lnTo>
                  <a:close/>
                </a:path>
                <a:path w="1102360" h="104140">
                  <a:moveTo>
                    <a:pt x="844905" y="14478"/>
                  </a:moveTo>
                  <a:lnTo>
                    <a:pt x="844727" y="9537"/>
                  </a:lnTo>
                  <a:lnTo>
                    <a:pt x="831430" y="10020"/>
                  </a:lnTo>
                  <a:lnTo>
                    <a:pt x="831621" y="14973"/>
                  </a:lnTo>
                  <a:lnTo>
                    <a:pt x="844905" y="14478"/>
                  </a:lnTo>
                  <a:close/>
                </a:path>
                <a:path w="1102360" h="104140">
                  <a:moveTo>
                    <a:pt x="864704" y="13741"/>
                  </a:moveTo>
                  <a:lnTo>
                    <a:pt x="864527" y="8801"/>
                  </a:lnTo>
                  <a:lnTo>
                    <a:pt x="851230" y="9296"/>
                  </a:lnTo>
                  <a:lnTo>
                    <a:pt x="851408" y="14236"/>
                  </a:lnTo>
                  <a:lnTo>
                    <a:pt x="864704" y="13741"/>
                  </a:lnTo>
                  <a:close/>
                </a:path>
                <a:path w="1102360" h="104140">
                  <a:moveTo>
                    <a:pt x="884504" y="13004"/>
                  </a:moveTo>
                  <a:lnTo>
                    <a:pt x="884313" y="8064"/>
                  </a:lnTo>
                  <a:lnTo>
                    <a:pt x="871016" y="8572"/>
                  </a:lnTo>
                  <a:lnTo>
                    <a:pt x="871207" y="13500"/>
                  </a:lnTo>
                  <a:lnTo>
                    <a:pt x="884504" y="13004"/>
                  </a:lnTo>
                  <a:close/>
                </a:path>
                <a:path w="1102360" h="104140">
                  <a:moveTo>
                    <a:pt x="904303" y="12280"/>
                  </a:moveTo>
                  <a:lnTo>
                    <a:pt x="904113" y="7327"/>
                  </a:lnTo>
                  <a:lnTo>
                    <a:pt x="890828" y="7835"/>
                  </a:lnTo>
                  <a:lnTo>
                    <a:pt x="891006" y="12763"/>
                  </a:lnTo>
                  <a:lnTo>
                    <a:pt x="904303" y="12280"/>
                  </a:lnTo>
                  <a:close/>
                </a:path>
                <a:path w="1102360" h="104140">
                  <a:moveTo>
                    <a:pt x="924090" y="11544"/>
                  </a:moveTo>
                  <a:lnTo>
                    <a:pt x="923912" y="6604"/>
                  </a:lnTo>
                  <a:lnTo>
                    <a:pt x="910615" y="7099"/>
                  </a:lnTo>
                  <a:lnTo>
                    <a:pt x="910805" y="12039"/>
                  </a:lnTo>
                  <a:lnTo>
                    <a:pt x="924090" y="11544"/>
                  </a:lnTo>
                  <a:close/>
                </a:path>
                <a:path w="1102360" h="104140">
                  <a:moveTo>
                    <a:pt x="943889" y="10807"/>
                  </a:moveTo>
                  <a:lnTo>
                    <a:pt x="943711" y="5867"/>
                  </a:lnTo>
                  <a:lnTo>
                    <a:pt x="930414" y="6362"/>
                  </a:lnTo>
                  <a:lnTo>
                    <a:pt x="930605" y="11303"/>
                  </a:lnTo>
                  <a:lnTo>
                    <a:pt x="943889" y="10807"/>
                  </a:lnTo>
                  <a:close/>
                </a:path>
                <a:path w="1102360" h="104140">
                  <a:moveTo>
                    <a:pt x="963688" y="10071"/>
                  </a:moveTo>
                  <a:lnTo>
                    <a:pt x="963498" y="5143"/>
                  </a:lnTo>
                  <a:lnTo>
                    <a:pt x="950214" y="5626"/>
                  </a:lnTo>
                  <a:lnTo>
                    <a:pt x="950391" y="10566"/>
                  </a:lnTo>
                  <a:lnTo>
                    <a:pt x="963688" y="10071"/>
                  </a:lnTo>
                  <a:close/>
                </a:path>
                <a:path w="1102360" h="104140">
                  <a:moveTo>
                    <a:pt x="983488" y="9347"/>
                  </a:moveTo>
                  <a:lnTo>
                    <a:pt x="983297" y="4406"/>
                  </a:lnTo>
                  <a:lnTo>
                    <a:pt x="970000" y="4902"/>
                  </a:lnTo>
                  <a:lnTo>
                    <a:pt x="970191" y="9842"/>
                  </a:lnTo>
                  <a:lnTo>
                    <a:pt x="983488" y="9347"/>
                  </a:lnTo>
                  <a:close/>
                </a:path>
                <a:path w="1102360" h="104140">
                  <a:moveTo>
                    <a:pt x="1003287" y="8610"/>
                  </a:moveTo>
                  <a:lnTo>
                    <a:pt x="1003096" y="3670"/>
                  </a:lnTo>
                  <a:lnTo>
                    <a:pt x="989799" y="4165"/>
                  </a:lnTo>
                  <a:lnTo>
                    <a:pt x="989990" y="9105"/>
                  </a:lnTo>
                  <a:lnTo>
                    <a:pt x="1003287" y="8610"/>
                  </a:lnTo>
                  <a:close/>
                </a:path>
                <a:path w="1102360" h="104140">
                  <a:moveTo>
                    <a:pt x="1023073" y="7874"/>
                  </a:moveTo>
                  <a:lnTo>
                    <a:pt x="1022883" y="2933"/>
                  </a:lnTo>
                  <a:lnTo>
                    <a:pt x="1009586" y="3429"/>
                  </a:lnTo>
                  <a:lnTo>
                    <a:pt x="1009777" y="8369"/>
                  </a:lnTo>
                  <a:lnTo>
                    <a:pt x="1023073" y="7874"/>
                  </a:lnTo>
                  <a:close/>
                </a:path>
                <a:path w="1102360" h="104140">
                  <a:moveTo>
                    <a:pt x="1042873" y="7137"/>
                  </a:moveTo>
                  <a:lnTo>
                    <a:pt x="1042682" y="2197"/>
                  </a:lnTo>
                  <a:lnTo>
                    <a:pt x="1029398" y="2692"/>
                  </a:lnTo>
                  <a:lnTo>
                    <a:pt x="1029576" y="7645"/>
                  </a:lnTo>
                  <a:lnTo>
                    <a:pt x="1042873" y="7137"/>
                  </a:lnTo>
                  <a:close/>
                </a:path>
                <a:path w="1102360" h="104140">
                  <a:moveTo>
                    <a:pt x="1062672" y="6413"/>
                  </a:moveTo>
                  <a:lnTo>
                    <a:pt x="1062482" y="1473"/>
                  </a:lnTo>
                  <a:lnTo>
                    <a:pt x="1049185" y="1955"/>
                  </a:lnTo>
                  <a:lnTo>
                    <a:pt x="1049375" y="6908"/>
                  </a:lnTo>
                  <a:lnTo>
                    <a:pt x="1062672" y="6413"/>
                  </a:lnTo>
                  <a:close/>
                </a:path>
                <a:path w="1102360" h="104140">
                  <a:moveTo>
                    <a:pt x="1082459" y="5676"/>
                  </a:moveTo>
                  <a:lnTo>
                    <a:pt x="1082281" y="736"/>
                  </a:lnTo>
                  <a:lnTo>
                    <a:pt x="1068997" y="1231"/>
                  </a:lnTo>
                  <a:lnTo>
                    <a:pt x="1069174" y="6172"/>
                  </a:lnTo>
                  <a:lnTo>
                    <a:pt x="1082459" y="5676"/>
                  </a:lnTo>
                  <a:close/>
                </a:path>
                <a:path w="1102360" h="104140">
                  <a:moveTo>
                    <a:pt x="1102258" y="4953"/>
                  </a:moveTo>
                  <a:lnTo>
                    <a:pt x="1102067" y="0"/>
                  </a:lnTo>
                  <a:lnTo>
                    <a:pt x="1088783" y="508"/>
                  </a:lnTo>
                  <a:lnTo>
                    <a:pt x="1088961" y="5435"/>
                  </a:lnTo>
                  <a:lnTo>
                    <a:pt x="1102258" y="4953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982827" y="1208036"/>
              <a:ext cx="1062990" cy="153035"/>
            </a:xfrm>
            <a:custGeom>
              <a:avLst/>
              <a:gdLst/>
              <a:ahLst/>
              <a:cxnLst/>
              <a:rect l="l" t="t" r="r" b="b"/>
              <a:pathLst>
                <a:path w="1062989" h="153034">
                  <a:moveTo>
                    <a:pt x="13589" y="151180"/>
                  </a:moveTo>
                  <a:lnTo>
                    <a:pt x="12954" y="146291"/>
                  </a:lnTo>
                  <a:lnTo>
                    <a:pt x="0" y="147955"/>
                  </a:lnTo>
                  <a:lnTo>
                    <a:pt x="635" y="152857"/>
                  </a:lnTo>
                  <a:lnTo>
                    <a:pt x="13589" y="151180"/>
                  </a:lnTo>
                  <a:close/>
                </a:path>
                <a:path w="1062989" h="153034">
                  <a:moveTo>
                    <a:pt x="32867" y="148691"/>
                  </a:moveTo>
                  <a:lnTo>
                    <a:pt x="32232" y="143789"/>
                  </a:lnTo>
                  <a:lnTo>
                    <a:pt x="19291" y="145465"/>
                  </a:lnTo>
                  <a:lnTo>
                    <a:pt x="19913" y="150368"/>
                  </a:lnTo>
                  <a:lnTo>
                    <a:pt x="32867" y="148691"/>
                  </a:lnTo>
                  <a:close/>
                </a:path>
                <a:path w="1062989" h="153034">
                  <a:moveTo>
                    <a:pt x="52158" y="146202"/>
                  </a:moveTo>
                  <a:lnTo>
                    <a:pt x="51523" y="141300"/>
                  </a:lnTo>
                  <a:lnTo>
                    <a:pt x="38569" y="142976"/>
                  </a:lnTo>
                  <a:lnTo>
                    <a:pt x="39204" y="147878"/>
                  </a:lnTo>
                  <a:lnTo>
                    <a:pt x="52158" y="146202"/>
                  </a:lnTo>
                  <a:close/>
                </a:path>
                <a:path w="1062989" h="153034">
                  <a:moveTo>
                    <a:pt x="71437" y="143713"/>
                  </a:moveTo>
                  <a:lnTo>
                    <a:pt x="70815" y="138811"/>
                  </a:lnTo>
                  <a:lnTo>
                    <a:pt x="57861" y="140474"/>
                  </a:lnTo>
                  <a:lnTo>
                    <a:pt x="58496" y="145389"/>
                  </a:lnTo>
                  <a:lnTo>
                    <a:pt x="71437" y="143713"/>
                  </a:lnTo>
                  <a:close/>
                </a:path>
                <a:path w="1062989" h="153034">
                  <a:moveTo>
                    <a:pt x="90728" y="141224"/>
                  </a:moveTo>
                  <a:lnTo>
                    <a:pt x="90093" y="136321"/>
                  </a:lnTo>
                  <a:lnTo>
                    <a:pt x="77139" y="137985"/>
                  </a:lnTo>
                  <a:lnTo>
                    <a:pt x="77774" y="142900"/>
                  </a:lnTo>
                  <a:lnTo>
                    <a:pt x="90728" y="141224"/>
                  </a:lnTo>
                  <a:close/>
                </a:path>
                <a:path w="1062989" h="153034">
                  <a:moveTo>
                    <a:pt x="110020" y="138734"/>
                  </a:moveTo>
                  <a:lnTo>
                    <a:pt x="109385" y="133832"/>
                  </a:lnTo>
                  <a:lnTo>
                    <a:pt x="96431" y="135496"/>
                  </a:lnTo>
                  <a:lnTo>
                    <a:pt x="97066" y="140411"/>
                  </a:lnTo>
                  <a:lnTo>
                    <a:pt x="110020" y="138734"/>
                  </a:lnTo>
                  <a:close/>
                </a:path>
                <a:path w="1062989" h="153034">
                  <a:moveTo>
                    <a:pt x="129298" y="136245"/>
                  </a:moveTo>
                  <a:lnTo>
                    <a:pt x="128663" y="131343"/>
                  </a:lnTo>
                  <a:lnTo>
                    <a:pt x="115722" y="133007"/>
                  </a:lnTo>
                  <a:lnTo>
                    <a:pt x="116344" y="137909"/>
                  </a:lnTo>
                  <a:lnTo>
                    <a:pt x="129298" y="136245"/>
                  </a:lnTo>
                  <a:close/>
                </a:path>
                <a:path w="1062989" h="153034">
                  <a:moveTo>
                    <a:pt x="148590" y="133756"/>
                  </a:moveTo>
                  <a:lnTo>
                    <a:pt x="147955" y="128841"/>
                  </a:lnTo>
                  <a:lnTo>
                    <a:pt x="135001" y="130517"/>
                  </a:lnTo>
                  <a:lnTo>
                    <a:pt x="135636" y="135420"/>
                  </a:lnTo>
                  <a:lnTo>
                    <a:pt x="148590" y="133756"/>
                  </a:lnTo>
                  <a:close/>
                </a:path>
                <a:path w="1062989" h="153034">
                  <a:moveTo>
                    <a:pt x="167868" y="131267"/>
                  </a:moveTo>
                  <a:lnTo>
                    <a:pt x="167246" y="126352"/>
                  </a:lnTo>
                  <a:lnTo>
                    <a:pt x="154292" y="128028"/>
                  </a:lnTo>
                  <a:lnTo>
                    <a:pt x="154927" y="132930"/>
                  </a:lnTo>
                  <a:lnTo>
                    <a:pt x="167868" y="131267"/>
                  </a:lnTo>
                  <a:close/>
                </a:path>
                <a:path w="1062989" h="153034">
                  <a:moveTo>
                    <a:pt x="187159" y="128765"/>
                  </a:moveTo>
                  <a:lnTo>
                    <a:pt x="186524" y="123863"/>
                  </a:lnTo>
                  <a:lnTo>
                    <a:pt x="173570" y="125526"/>
                  </a:lnTo>
                  <a:lnTo>
                    <a:pt x="174205" y="130441"/>
                  </a:lnTo>
                  <a:lnTo>
                    <a:pt x="187159" y="128765"/>
                  </a:lnTo>
                  <a:close/>
                </a:path>
                <a:path w="1062989" h="153034">
                  <a:moveTo>
                    <a:pt x="206438" y="126276"/>
                  </a:moveTo>
                  <a:lnTo>
                    <a:pt x="205816" y="121373"/>
                  </a:lnTo>
                  <a:lnTo>
                    <a:pt x="192862" y="123037"/>
                  </a:lnTo>
                  <a:lnTo>
                    <a:pt x="193497" y="127952"/>
                  </a:lnTo>
                  <a:lnTo>
                    <a:pt x="206438" y="126276"/>
                  </a:lnTo>
                  <a:close/>
                </a:path>
                <a:path w="1062989" h="153034">
                  <a:moveTo>
                    <a:pt x="225729" y="123786"/>
                  </a:moveTo>
                  <a:lnTo>
                    <a:pt x="225094" y="118884"/>
                  </a:lnTo>
                  <a:lnTo>
                    <a:pt x="212153" y="120548"/>
                  </a:lnTo>
                  <a:lnTo>
                    <a:pt x="212775" y="125463"/>
                  </a:lnTo>
                  <a:lnTo>
                    <a:pt x="225729" y="123786"/>
                  </a:lnTo>
                  <a:close/>
                </a:path>
                <a:path w="1062989" h="153034">
                  <a:moveTo>
                    <a:pt x="245021" y="121297"/>
                  </a:moveTo>
                  <a:lnTo>
                    <a:pt x="244386" y="116382"/>
                  </a:lnTo>
                  <a:lnTo>
                    <a:pt x="231432" y="118059"/>
                  </a:lnTo>
                  <a:lnTo>
                    <a:pt x="232067" y="122961"/>
                  </a:lnTo>
                  <a:lnTo>
                    <a:pt x="245021" y="121297"/>
                  </a:lnTo>
                  <a:close/>
                </a:path>
                <a:path w="1062989" h="153034">
                  <a:moveTo>
                    <a:pt x="264299" y="118808"/>
                  </a:moveTo>
                  <a:lnTo>
                    <a:pt x="263664" y="113893"/>
                  </a:lnTo>
                  <a:lnTo>
                    <a:pt x="250710" y="115570"/>
                  </a:lnTo>
                  <a:lnTo>
                    <a:pt x="251345" y="120472"/>
                  </a:lnTo>
                  <a:lnTo>
                    <a:pt x="264299" y="118808"/>
                  </a:lnTo>
                  <a:close/>
                </a:path>
                <a:path w="1062989" h="153034">
                  <a:moveTo>
                    <a:pt x="283591" y="116306"/>
                  </a:moveTo>
                  <a:lnTo>
                    <a:pt x="282956" y="111404"/>
                  </a:lnTo>
                  <a:lnTo>
                    <a:pt x="270014" y="113080"/>
                  </a:lnTo>
                  <a:lnTo>
                    <a:pt x="270637" y="117983"/>
                  </a:lnTo>
                  <a:lnTo>
                    <a:pt x="283591" y="116306"/>
                  </a:lnTo>
                  <a:close/>
                </a:path>
                <a:path w="1062989" h="153034">
                  <a:moveTo>
                    <a:pt x="302869" y="113817"/>
                  </a:moveTo>
                  <a:lnTo>
                    <a:pt x="302247" y="108915"/>
                  </a:lnTo>
                  <a:lnTo>
                    <a:pt x="289293" y="110578"/>
                  </a:lnTo>
                  <a:lnTo>
                    <a:pt x="289928" y="115493"/>
                  </a:lnTo>
                  <a:lnTo>
                    <a:pt x="302869" y="113817"/>
                  </a:lnTo>
                  <a:close/>
                </a:path>
                <a:path w="1062989" h="153034">
                  <a:moveTo>
                    <a:pt x="322160" y="111328"/>
                  </a:moveTo>
                  <a:lnTo>
                    <a:pt x="321525" y="106426"/>
                  </a:lnTo>
                  <a:lnTo>
                    <a:pt x="308571" y="108089"/>
                  </a:lnTo>
                  <a:lnTo>
                    <a:pt x="309206" y="113004"/>
                  </a:lnTo>
                  <a:lnTo>
                    <a:pt x="322160" y="111328"/>
                  </a:lnTo>
                  <a:close/>
                </a:path>
                <a:path w="1062989" h="153034">
                  <a:moveTo>
                    <a:pt x="341452" y="108839"/>
                  </a:moveTo>
                  <a:lnTo>
                    <a:pt x="340817" y="103936"/>
                  </a:lnTo>
                  <a:lnTo>
                    <a:pt x="327863" y="105600"/>
                  </a:lnTo>
                  <a:lnTo>
                    <a:pt x="328498" y="110502"/>
                  </a:lnTo>
                  <a:lnTo>
                    <a:pt x="341452" y="108839"/>
                  </a:lnTo>
                  <a:close/>
                </a:path>
                <a:path w="1062989" h="153034">
                  <a:moveTo>
                    <a:pt x="360730" y="106349"/>
                  </a:moveTo>
                  <a:lnTo>
                    <a:pt x="360095" y="101434"/>
                  </a:lnTo>
                  <a:lnTo>
                    <a:pt x="347154" y="103111"/>
                  </a:lnTo>
                  <a:lnTo>
                    <a:pt x="347776" y="108013"/>
                  </a:lnTo>
                  <a:lnTo>
                    <a:pt x="360730" y="106349"/>
                  </a:lnTo>
                  <a:close/>
                </a:path>
                <a:path w="1062989" h="153034">
                  <a:moveTo>
                    <a:pt x="380022" y="103860"/>
                  </a:moveTo>
                  <a:lnTo>
                    <a:pt x="379387" y="98945"/>
                  </a:lnTo>
                  <a:lnTo>
                    <a:pt x="366433" y="100622"/>
                  </a:lnTo>
                  <a:lnTo>
                    <a:pt x="367068" y="105524"/>
                  </a:lnTo>
                  <a:lnTo>
                    <a:pt x="380022" y="103860"/>
                  </a:lnTo>
                  <a:close/>
                </a:path>
                <a:path w="1062989" h="153034">
                  <a:moveTo>
                    <a:pt x="399300" y="101358"/>
                  </a:moveTo>
                  <a:lnTo>
                    <a:pt x="398678" y="96456"/>
                  </a:lnTo>
                  <a:lnTo>
                    <a:pt x="385724" y="98120"/>
                  </a:lnTo>
                  <a:lnTo>
                    <a:pt x="386346" y="103035"/>
                  </a:lnTo>
                  <a:lnTo>
                    <a:pt x="399300" y="101358"/>
                  </a:lnTo>
                  <a:close/>
                </a:path>
                <a:path w="1062989" h="153034">
                  <a:moveTo>
                    <a:pt x="418592" y="98869"/>
                  </a:moveTo>
                  <a:lnTo>
                    <a:pt x="417957" y="93967"/>
                  </a:lnTo>
                  <a:lnTo>
                    <a:pt x="405015" y="95631"/>
                  </a:lnTo>
                  <a:lnTo>
                    <a:pt x="405638" y="100545"/>
                  </a:lnTo>
                  <a:lnTo>
                    <a:pt x="418592" y="98869"/>
                  </a:lnTo>
                  <a:close/>
                </a:path>
                <a:path w="1062989" h="153034">
                  <a:moveTo>
                    <a:pt x="437870" y="96380"/>
                  </a:moveTo>
                  <a:lnTo>
                    <a:pt x="437248" y="91478"/>
                  </a:lnTo>
                  <a:lnTo>
                    <a:pt x="424294" y="93141"/>
                  </a:lnTo>
                  <a:lnTo>
                    <a:pt x="424929" y="98056"/>
                  </a:lnTo>
                  <a:lnTo>
                    <a:pt x="437870" y="96380"/>
                  </a:lnTo>
                  <a:close/>
                </a:path>
                <a:path w="1062989" h="153034">
                  <a:moveTo>
                    <a:pt x="438696" y="63512"/>
                  </a:moveTo>
                  <a:lnTo>
                    <a:pt x="438226" y="58585"/>
                  </a:lnTo>
                  <a:lnTo>
                    <a:pt x="425907" y="59740"/>
                  </a:lnTo>
                  <a:lnTo>
                    <a:pt x="426364" y="64668"/>
                  </a:lnTo>
                  <a:lnTo>
                    <a:pt x="438696" y="63512"/>
                  </a:lnTo>
                  <a:close/>
                </a:path>
                <a:path w="1062989" h="153034">
                  <a:moveTo>
                    <a:pt x="457060" y="61785"/>
                  </a:moveTo>
                  <a:lnTo>
                    <a:pt x="456590" y="56857"/>
                  </a:lnTo>
                  <a:lnTo>
                    <a:pt x="444258" y="58026"/>
                  </a:lnTo>
                  <a:lnTo>
                    <a:pt x="444728" y="62941"/>
                  </a:lnTo>
                  <a:lnTo>
                    <a:pt x="457060" y="61785"/>
                  </a:lnTo>
                  <a:close/>
                </a:path>
                <a:path w="1062989" h="153034">
                  <a:moveTo>
                    <a:pt x="457161" y="93891"/>
                  </a:moveTo>
                  <a:lnTo>
                    <a:pt x="456539" y="88976"/>
                  </a:lnTo>
                  <a:lnTo>
                    <a:pt x="443585" y="90652"/>
                  </a:lnTo>
                  <a:lnTo>
                    <a:pt x="444207" y="95554"/>
                  </a:lnTo>
                  <a:lnTo>
                    <a:pt x="457161" y="93891"/>
                  </a:lnTo>
                  <a:close/>
                </a:path>
                <a:path w="1062989" h="153034">
                  <a:moveTo>
                    <a:pt x="475411" y="60058"/>
                  </a:moveTo>
                  <a:lnTo>
                    <a:pt x="474941" y="55143"/>
                  </a:lnTo>
                  <a:lnTo>
                    <a:pt x="462622" y="56299"/>
                  </a:lnTo>
                  <a:lnTo>
                    <a:pt x="463080" y="61226"/>
                  </a:lnTo>
                  <a:lnTo>
                    <a:pt x="475411" y="60058"/>
                  </a:lnTo>
                  <a:close/>
                </a:path>
                <a:path w="1062989" h="153034">
                  <a:moveTo>
                    <a:pt x="476453" y="91401"/>
                  </a:moveTo>
                  <a:lnTo>
                    <a:pt x="475818" y="86499"/>
                  </a:lnTo>
                  <a:lnTo>
                    <a:pt x="462864" y="88163"/>
                  </a:lnTo>
                  <a:lnTo>
                    <a:pt x="463499" y="93065"/>
                  </a:lnTo>
                  <a:lnTo>
                    <a:pt x="476453" y="91401"/>
                  </a:lnTo>
                  <a:close/>
                </a:path>
                <a:path w="1062989" h="153034">
                  <a:moveTo>
                    <a:pt x="493776" y="58343"/>
                  </a:moveTo>
                  <a:lnTo>
                    <a:pt x="493306" y="53416"/>
                  </a:lnTo>
                  <a:lnTo>
                    <a:pt x="480987" y="54571"/>
                  </a:lnTo>
                  <a:lnTo>
                    <a:pt x="481444" y="59499"/>
                  </a:lnTo>
                  <a:lnTo>
                    <a:pt x="493776" y="58343"/>
                  </a:lnTo>
                  <a:close/>
                </a:path>
                <a:path w="1062989" h="153034">
                  <a:moveTo>
                    <a:pt x="495731" y="88912"/>
                  </a:moveTo>
                  <a:lnTo>
                    <a:pt x="495109" y="83997"/>
                  </a:lnTo>
                  <a:lnTo>
                    <a:pt x="482155" y="85674"/>
                  </a:lnTo>
                  <a:lnTo>
                    <a:pt x="482790" y="90576"/>
                  </a:lnTo>
                  <a:lnTo>
                    <a:pt x="495731" y="88912"/>
                  </a:lnTo>
                  <a:close/>
                </a:path>
                <a:path w="1062989" h="153034">
                  <a:moveTo>
                    <a:pt x="512127" y="56616"/>
                  </a:moveTo>
                  <a:lnTo>
                    <a:pt x="511670" y="51701"/>
                  </a:lnTo>
                  <a:lnTo>
                    <a:pt x="499338" y="52857"/>
                  </a:lnTo>
                  <a:lnTo>
                    <a:pt x="499795" y="57772"/>
                  </a:lnTo>
                  <a:lnTo>
                    <a:pt x="512127" y="56616"/>
                  </a:lnTo>
                  <a:close/>
                </a:path>
                <a:path w="1062989" h="153034">
                  <a:moveTo>
                    <a:pt x="515023" y="86410"/>
                  </a:moveTo>
                  <a:lnTo>
                    <a:pt x="514388" y="81521"/>
                  </a:lnTo>
                  <a:lnTo>
                    <a:pt x="501446" y="83172"/>
                  </a:lnTo>
                  <a:lnTo>
                    <a:pt x="502069" y="88099"/>
                  </a:lnTo>
                  <a:lnTo>
                    <a:pt x="515023" y="86410"/>
                  </a:lnTo>
                  <a:close/>
                </a:path>
                <a:path w="1062989" h="153034">
                  <a:moveTo>
                    <a:pt x="530491" y="54902"/>
                  </a:moveTo>
                  <a:lnTo>
                    <a:pt x="530021" y="49974"/>
                  </a:lnTo>
                  <a:lnTo>
                    <a:pt x="517702" y="51130"/>
                  </a:lnTo>
                  <a:lnTo>
                    <a:pt x="518160" y="56057"/>
                  </a:lnTo>
                  <a:lnTo>
                    <a:pt x="530491" y="54902"/>
                  </a:lnTo>
                  <a:close/>
                </a:path>
                <a:path w="1062989" h="153034">
                  <a:moveTo>
                    <a:pt x="534301" y="83921"/>
                  </a:moveTo>
                  <a:lnTo>
                    <a:pt x="533666" y="79019"/>
                  </a:lnTo>
                  <a:lnTo>
                    <a:pt x="520725" y="80683"/>
                  </a:lnTo>
                  <a:lnTo>
                    <a:pt x="521347" y="85598"/>
                  </a:lnTo>
                  <a:lnTo>
                    <a:pt x="534301" y="83921"/>
                  </a:lnTo>
                  <a:close/>
                </a:path>
                <a:path w="1062989" h="153034">
                  <a:moveTo>
                    <a:pt x="548843" y="53174"/>
                  </a:moveTo>
                  <a:lnTo>
                    <a:pt x="548386" y="48247"/>
                  </a:lnTo>
                  <a:lnTo>
                    <a:pt x="536054" y="49403"/>
                  </a:lnTo>
                  <a:lnTo>
                    <a:pt x="536511" y="54330"/>
                  </a:lnTo>
                  <a:lnTo>
                    <a:pt x="548843" y="53174"/>
                  </a:lnTo>
                  <a:close/>
                </a:path>
                <a:path w="1062989" h="153034">
                  <a:moveTo>
                    <a:pt x="553593" y="81432"/>
                  </a:moveTo>
                  <a:lnTo>
                    <a:pt x="552970" y="76530"/>
                  </a:lnTo>
                  <a:lnTo>
                    <a:pt x="540016" y="78193"/>
                  </a:lnTo>
                  <a:lnTo>
                    <a:pt x="540639" y="83108"/>
                  </a:lnTo>
                  <a:lnTo>
                    <a:pt x="553593" y="81432"/>
                  </a:lnTo>
                  <a:close/>
                </a:path>
                <a:path w="1062989" h="153034">
                  <a:moveTo>
                    <a:pt x="567207" y="51447"/>
                  </a:moveTo>
                  <a:lnTo>
                    <a:pt x="566750" y="46532"/>
                  </a:lnTo>
                  <a:lnTo>
                    <a:pt x="554418" y="47688"/>
                  </a:lnTo>
                  <a:lnTo>
                    <a:pt x="554875" y="52603"/>
                  </a:lnTo>
                  <a:lnTo>
                    <a:pt x="567207" y="51447"/>
                  </a:lnTo>
                  <a:close/>
                </a:path>
                <a:path w="1062989" h="153034">
                  <a:moveTo>
                    <a:pt x="572884" y="78943"/>
                  </a:moveTo>
                  <a:lnTo>
                    <a:pt x="572249" y="74041"/>
                  </a:lnTo>
                  <a:lnTo>
                    <a:pt x="559295" y="75704"/>
                  </a:lnTo>
                  <a:lnTo>
                    <a:pt x="559930" y="80619"/>
                  </a:lnTo>
                  <a:lnTo>
                    <a:pt x="572884" y="78943"/>
                  </a:lnTo>
                  <a:close/>
                </a:path>
                <a:path w="1062989" h="153034">
                  <a:moveTo>
                    <a:pt x="585571" y="49720"/>
                  </a:moveTo>
                  <a:lnTo>
                    <a:pt x="585101" y="44805"/>
                  </a:lnTo>
                  <a:lnTo>
                    <a:pt x="572770" y="45961"/>
                  </a:lnTo>
                  <a:lnTo>
                    <a:pt x="573239" y="50888"/>
                  </a:lnTo>
                  <a:lnTo>
                    <a:pt x="585571" y="49720"/>
                  </a:lnTo>
                  <a:close/>
                </a:path>
                <a:path w="1062989" h="153034">
                  <a:moveTo>
                    <a:pt x="592162" y="76454"/>
                  </a:moveTo>
                  <a:lnTo>
                    <a:pt x="591527" y="71551"/>
                  </a:lnTo>
                  <a:lnTo>
                    <a:pt x="578586" y="73215"/>
                  </a:lnTo>
                  <a:lnTo>
                    <a:pt x="579208" y="78130"/>
                  </a:lnTo>
                  <a:lnTo>
                    <a:pt x="592162" y="76454"/>
                  </a:lnTo>
                  <a:close/>
                </a:path>
                <a:path w="1062989" h="153034">
                  <a:moveTo>
                    <a:pt x="603923" y="48006"/>
                  </a:moveTo>
                  <a:lnTo>
                    <a:pt x="603465" y="43091"/>
                  </a:lnTo>
                  <a:lnTo>
                    <a:pt x="591134" y="44234"/>
                  </a:lnTo>
                  <a:lnTo>
                    <a:pt x="591591" y="49161"/>
                  </a:lnTo>
                  <a:lnTo>
                    <a:pt x="603923" y="48006"/>
                  </a:lnTo>
                  <a:close/>
                </a:path>
                <a:path w="1062989" h="153034">
                  <a:moveTo>
                    <a:pt x="611454" y="73952"/>
                  </a:moveTo>
                  <a:lnTo>
                    <a:pt x="610819" y="69062"/>
                  </a:lnTo>
                  <a:lnTo>
                    <a:pt x="597865" y="70726"/>
                  </a:lnTo>
                  <a:lnTo>
                    <a:pt x="598500" y="75641"/>
                  </a:lnTo>
                  <a:lnTo>
                    <a:pt x="611454" y="73952"/>
                  </a:lnTo>
                  <a:close/>
                </a:path>
                <a:path w="1062989" h="153034">
                  <a:moveTo>
                    <a:pt x="622287" y="46278"/>
                  </a:moveTo>
                  <a:lnTo>
                    <a:pt x="621817" y="41363"/>
                  </a:lnTo>
                  <a:lnTo>
                    <a:pt x="609498" y="42519"/>
                  </a:lnTo>
                  <a:lnTo>
                    <a:pt x="609955" y="47434"/>
                  </a:lnTo>
                  <a:lnTo>
                    <a:pt x="622287" y="46278"/>
                  </a:lnTo>
                  <a:close/>
                </a:path>
                <a:path w="1062989" h="153034">
                  <a:moveTo>
                    <a:pt x="630732" y="71462"/>
                  </a:moveTo>
                  <a:lnTo>
                    <a:pt x="630110" y="66573"/>
                  </a:lnTo>
                  <a:lnTo>
                    <a:pt x="617156" y="68224"/>
                  </a:lnTo>
                  <a:lnTo>
                    <a:pt x="617791" y="73152"/>
                  </a:lnTo>
                  <a:lnTo>
                    <a:pt x="630732" y="71462"/>
                  </a:lnTo>
                  <a:close/>
                </a:path>
                <a:path w="1062989" h="153034">
                  <a:moveTo>
                    <a:pt x="640638" y="44564"/>
                  </a:moveTo>
                  <a:lnTo>
                    <a:pt x="640181" y="39636"/>
                  </a:lnTo>
                  <a:lnTo>
                    <a:pt x="627849" y="40792"/>
                  </a:lnTo>
                  <a:lnTo>
                    <a:pt x="628319" y="45720"/>
                  </a:lnTo>
                  <a:lnTo>
                    <a:pt x="640638" y="44564"/>
                  </a:lnTo>
                  <a:close/>
                </a:path>
                <a:path w="1062989" h="153034">
                  <a:moveTo>
                    <a:pt x="650024" y="68973"/>
                  </a:moveTo>
                  <a:lnTo>
                    <a:pt x="649389" y="64071"/>
                  </a:lnTo>
                  <a:lnTo>
                    <a:pt x="636447" y="65735"/>
                  </a:lnTo>
                  <a:lnTo>
                    <a:pt x="637070" y="70650"/>
                  </a:lnTo>
                  <a:lnTo>
                    <a:pt x="650024" y="68973"/>
                  </a:lnTo>
                  <a:close/>
                </a:path>
                <a:path w="1062989" h="153034">
                  <a:moveTo>
                    <a:pt x="659003" y="42837"/>
                  </a:moveTo>
                  <a:lnTo>
                    <a:pt x="658545" y="37909"/>
                  </a:lnTo>
                  <a:lnTo>
                    <a:pt x="646214" y="39065"/>
                  </a:lnTo>
                  <a:lnTo>
                    <a:pt x="646671" y="43992"/>
                  </a:lnTo>
                  <a:lnTo>
                    <a:pt x="659003" y="42837"/>
                  </a:lnTo>
                  <a:close/>
                </a:path>
                <a:path w="1062989" h="153034">
                  <a:moveTo>
                    <a:pt x="669302" y="66484"/>
                  </a:moveTo>
                  <a:lnTo>
                    <a:pt x="668680" y="61582"/>
                  </a:lnTo>
                  <a:lnTo>
                    <a:pt x="655726" y="63246"/>
                  </a:lnTo>
                  <a:lnTo>
                    <a:pt x="656361" y="68160"/>
                  </a:lnTo>
                  <a:lnTo>
                    <a:pt x="669302" y="66484"/>
                  </a:lnTo>
                  <a:close/>
                </a:path>
                <a:path w="1062989" h="153034">
                  <a:moveTo>
                    <a:pt x="677354" y="41109"/>
                  </a:moveTo>
                  <a:lnTo>
                    <a:pt x="676897" y="36195"/>
                  </a:lnTo>
                  <a:lnTo>
                    <a:pt x="664578" y="37350"/>
                  </a:lnTo>
                  <a:lnTo>
                    <a:pt x="665035" y="42265"/>
                  </a:lnTo>
                  <a:lnTo>
                    <a:pt x="677354" y="41109"/>
                  </a:lnTo>
                  <a:close/>
                </a:path>
                <a:path w="1062989" h="153034">
                  <a:moveTo>
                    <a:pt x="688594" y="63995"/>
                  </a:moveTo>
                  <a:lnTo>
                    <a:pt x="687971" y="59093"/>
                  </a:lnTo>
                  <a:lnTo>
                    <a:pt x="675017" y="60756"/>
                  </a:lnTo>
                  <a:lnTo>
                    <a:pt x="675640" y="65671"/>
                  </a:lnTo>
                  <a:lnTo>
                    <a:pt x="688594" y="63995"/>
                  </a:lnTo>
                  <a:close/>
                </a:path>
                <a:path w="1062989" h="153034">
                  <a:moveTo>
                    <a:pt x="695718" y="39382"/>
                  </a:moveTo>
                  <a:lnTo>
                    <a:pt x="695261" y="34467"/>
                  </a:lnTo>
                  <a:lnTo>
                    <a:pt x="682929" y="35623"/>
                  </a:lnTo>
                  <a:lnTo>
                    <a:pt x="683399" y="40551"/>
                  </a:lnTo>
                  <a:lnTo>
                    <a:pt x="695718" y="39382"/>
                  </a:lnTo>
                  <a:close/>
                </a:path>
                <a:path w="1062989" h="153034">
                  <a:moveTo>
                    <a:pt x="714082" y="37668"/>
                  </a:moveTo>
                  <a:lnTo>
                    <a:pt x="713613" y="32753"/>
                  </a:lnTo>
                  <a:lnTo>
                    <a:pt x="701294" y="33896"/>
                  </a:lnTo>
                  <a:lnTo>
                    <a:pt x="701751" y="38823"/>
                  </a:lnTo>
                  <a:lnTo>
                    <a:pt x="714082" y="37668"/>
                  </a:lnTo>
                  <a:close/>
                </a:path>
                <a:path w="1062989" h="153034">
                  <a:moveTo>
                    <a:pt x="732434" y="35941"/>
                  </a:moveTo>
                  <a:lnTo>
                    <a:pt x="731977" y="31013"/>
                  </a:lnTo>
                  <a:lnTo>
                    <a:pt x="719658" y="32181"/>
                  </a:lnTo>
                  <a:lnTo>
                    <a:pt x="720102" y="37109"/>
                  </a:lnTo>
                  <a:lnTo>
                    <a:pt x="732434" y="35941"/>
                  </a:lnTo>
                  <a:close/>
                </a:path>
                <a:path w="1062989" h="153034">
                  <a:moveTo>
                    <a:pt x="750798" y="34226"/>
                  </a:moveTo>
                  <a:lnTo>
                    <a:pt x="750328" y="29298"/>
                  </a:lnTo>
                  <a:lnTo>
                    <a:pt x="738009" y="30454"/>
                  </a:lnTo>
                  <a:lnTo>
                    <a:pt x="738466" y="35369"/>
                  </a:lnTo>
                  <a:lnTo>
                    <a:pt x="750798" y="34226"/>
                  </a:lnTo>
                  <a:close/>
                </a:path>
                <a:path w="1062989" h="153034">
                  <a:moveTo>
                    <a:pt x="769162" y="32499"/>
                  </a:moveTo>
                  <a:lnTo>
                    <a:pt x="768692" y="27571"/>
                  </a:lnTo>
                  <a:lnTo>
                    <a:pt x="756361" y="28740"/>
                  </a:lnTo>
                  <a:lnTo>
                    <a:pt x="756831" y="33655"/>
                  </a:lnTo>
                  <a:lnTo>
                    <a:pt x="769162" y="32499"/>
                  </a:lnTo>
                  <a:close/>
                </a:path>
                <a:path w="1062989" h="153034">
                  <a:moveTo>
                    <a:pt x="787514" y="30772"/>
                  </a:moveTo>
                  <a:lnTo>
                    <a:pt x="787057" y="25857"/>
                  </a:lnTo>
                  <a:lnTo>
                    <a:pt x="774738" y="27012"/>
                  </a:lnTo>
                  <a:lnTo>
                    <a:pt x="775182" y="31927"/>
                  </a:lnTo>
                  <a:lnTo>
                    <a:pt x="787514" y="30772"/>
                  </a:lnTo>
                  <a:close/>
                </a:path>
                <a:path w="1062989" h="153034">
                  <a:moveTo>
                    <a:pt x="805865" y="29044"/>
                  </a:moveTo>
                  <a:lnTo>
                    <a:pt x="805408" y="24130"/>
                  </a:lnTo>
                  <a:lnTo>
                    <a:pt x="793089" y="25285"/>
                  </a:lnTo>
                  <a:lnTo>
                    <a:pt x="793546" y="30213"/>
                  </a:lnTo>
                  <a:lnTo>
                    <a:pt x="805865" y="29044"/>
                  </a:lnTo>
                  <a:close/>
                </a:path>
                <a:path w="1062989" h="153034">
                  <a:moveTo>
                    <a:pt x="824230" y="27330"/>
                  </a:moveTo>
                  <a:lnTo>
                    <a:pt x="823772" y="22415"/>
                  </a:lnTo>
                  <a:lnTo>
                    <a:pt x="811441" y="23558"/>
                  </a:lnTo>
                  <a:lnTo>
                    <a:pt x="811911" y="28486"/>
                  </a:lnTo>
                  <a:lnTo>
                    <a:pt x="824230" y="27330"/>
                  </a:lnTo>
                  <a:close/>
                </a:path>
                <a:path w="1062989" h="153034">
                  <a:moveTo>
                    <a:pt x="842594" y="25603"/>
                  </a:moveTo>
                  <a:lnTo>
                    <a:pt x="842137" y="20675"/>
                  </a:lnTo>
                  <a:lnTo>
                    <a:pt x="829805" y="21844"/>
                  </a:lnTo>
                  <a:lnTo>
                    <a:pt x="830262" y="26758"/>
                  </a:lnTo>
                  <a:lnTo>
                    <a:pt x="842594" y="25603"/>
                  </a:lnTo>
                  <a:close/>
                </a:path>
                <a:path w="1062989" h="153034">
                  <a:moveTo>
                    <a:pt x="860945" y="23888"/>
                  </a:moveTo>
                  <a:lnTo>
                    <a:pt x="860488" y="18961"/>
                  </a:lnTo>
                  <a:lnTo>
                    <a:pt x="848169" y="20116"/>
                  </a:lnTo>
                  <a:lnTo>
                    <a:pt x="848626" y="25031"/>
                  </a:lnTo>
                  <a:lnTo>
                    <a:pt x="860945" y="23888"/>
                  </a:lnTo>
                  <a:close/>
                </a:path>
                <a:path w="1062989" h="153034">
                  <a:moveTo>
                    <a:pt x="879309" y="22148"/>
                  </a:moveTo>
                  <a:lnTo>
                    <a:pt x="878852" y="17233"/>
                  </a:lnTo>
                  <a:lnTo>
                    <a:pt x="866521" y="18402"/>
                  </a:lnTo>
                  <a:lnTo>
                    <a:pt x="866978" y="23317"/>
                  </a:lnTo>
                  <a:lnTo>
                    <a:pt x="879309" y="22148"/>
                  </a:lnTo>
                  <a:close/>
                </a:path>
                <a:path w="1062989" h="153034">
                  <a:moveTo>
                    <a:pt x="897674" y="20434"/>
                  </a:moveTo>
                  <a:lnTo>
                    <a:pt x="897204" y="15519"/>
                  </a:lnTo>
                  <a:lnTo>
                    <a:pt x="884872" y="16662"/>
                  </a:lnTo>
                  <a:lnTo>
                    <a:pt x="885342" y="21590"/>
                  </a:lnTo>
                  <a:lnTo>
                    <a:pt x="897674" y="20434"/>
                  </a:lnTo>
                  <a:close/>
                </a:path>
                <a:path w="1062989" h="153034">
                  <a:moveTo>
                    <a:pt x="916025" y="18707"/>
                  </a:moveTo>
                  <a:lnTo>
                    <a:pt x="915568" y="13792"/>
                  </a:lnTo>
                  <a:lnTo>
                    <a:pt x="903249" y="14947"/>
                  </a:lnTo>
                  <a:lnTo>
                    <a:pt x="903706" y="19875"/>
                  </a:lnTo>
                  <a:lnTo>
                    <a:pt x="916025" y="18707"/>
                  </a:lnTo>
                  <a:close/>
                </a:path>
                <a:path w="1062989" h="153034">
                  <a:moveTo>
                    <a:pt x="934389" y="16992"/>
                  </a:moveTo>
                  <a:lnTo>
                    <a:pt x="933919" y="12065"/>
                  </a:lnTo>
                  <a:lnTo>
                    <a:pt x="921600" y="13220"/>
                  </a:lnTo>
                  <a:lnTo>
                    <a:pt x="922058" y="18148"/>
                  </a:lnTo>
                  <a:lnTo>
                    <a:pt x="934389" y="16992"/>
                  </a:lnTo>
                  <a:close/>
                </a:path>
                <a:path w="1062989" h="153034">
                  <a:moveTo>
                    <a:pt x="952754" y="15265"/>
                  </a:moveTo>
                  <a:lnTo>
                    <a:pt x="952284" y="10337"/>
                  </a:lnTo>
                  <a:lnTo>
                    <a:pt x="939952" y="11506"/>
                  </a:lnTo>
                  <a:lnTo>
                    <a:pt x="940422" y="16421"/>
                  </a:lnTo>
                  <a:lnTo>
                    <a:pt x="952754" y="15265"/>
                  </a:lnTo>
                  <a:close/>
                </a:path>
                <a:path w="1062989" h="153034">
                  <a:moveTo>
                    <a:pt x="971105" y="13550"/>
                  </a:moveTo>
                  <a:lnTo>
                    <a:pt x="970648" y="8623"/>
                  </a:lnTo>
                  <a:lnTo>
                    <a:pt x="958316" y="9779"/>
                  </a:lnTo>
                  <a:lnTo>
                    <a:pt x="958773" y="14693"/>
                  </a:lnTo>
                  <a:lnTo>
                    <a:pt x="971105" y="13550"/>
                  </a:lnTo>
                  <a:close/>
                </a:path>
                <a:path w="1062989" h="153034">
                  <a:moveTo>
                    <a:pt x="989469" y="11811"/>
                  </a:moveTo>
                  <a:lnTo>
                    <a:pt x="988999" y="6896"/>
                  </a:lnTo>
                  <a:lnTo>
                    <a:pt x="976680" y="8064"/>
                  </a:lnTo>
                  <a:lnTo>
                    <a:pt x="977138" y="12979"/>
                  </a:lnTo>
                  <a:lnTo>
                    <a:pt x="989469" y="11811"/>
                  </a:lnTo>
                  <a:close/>
                </a:path>
                <a:path w="1062989" h="153034">
                  <a:moveTo>
                    <a:pt x="1007821" y="10096"/>
                  </a:moveTo>
                  <a:lnTo>
                    <a:pt x="1007364" y="5181"/>
                  </a:lnTo>
                  <a:lnTo>
                    <a:pt x="995045" y="6324"/>
                  </a:lnTo>
                  <a:lnTo>
                    <a:pt x="995489" y="11252"/>
                  </a:lnTo>
                  <a:lnTo>
                    <a:pt x="1007821" y="10096"/>
                  </a:lnTo>
                  <a:close/>
                </a:path>
                <a:path w="1062989" h="153034">
                  <a:moveTo>
                    <a:pt x="1026185" y="8369"/>
                  </a:moveTo>
                  <a:lnTo>
                    <a:pt x="1025715" y="3454"/>
                  </a:lnTo>
                  <a:lnTo>
                    <a:pt x="1013396" y="4610"/>
                  </a:lnTo>
                  <a:lnTo>
                    <a:pt x="1013853" y="9537"/>
                  </a:lnTo>
                  <a:lnTo>
                    <a:pt x="1026185" y="8369"/>
                  </a:lnTo>
                  <a:close/>
                </a:path>
                <a:path w="1062989" h="153034">
                  <a:moveTo>
                    <a:pt x="1044549" y="6654"/>
                  </a:moveTo>
                  <a:lnTo>
                    <a:pt x="1044079" y="1727"/>
                  </a:lnTo>
                  <a:lnTo>
                    <a:pt x="1031760" y="2882"/>
                  </a:lnTo>
                  <a:lnTo>
                    <a:pt x="1032217" y="7797"/>
                  </a:lnTo>
                  <a:lnTo>
                    <a:pt x="1044549" y="6654"/>
                  </a:lnTo>
                  <a:close/>
                </a:path>
                <a:path w="1062989" h="153034">
                  <a:moveTo>
                    <a:pt x="1062901" y="4927"/>
                  </a:moveTo>
                  <a:lnTo>
                    <a:pt x="1062431" y="0"/>
                  </a:lnTo>
                  <a:lnTo>
                    <a:pt x="1050112" y="1168"/>
                  </a:lnTo>
                  <a:lnTo>
                    <a:pt x="1050569" y="6083"/>
                  </a:lnTo>
                  <a:lnTo>
                    <a:pt x="1062901" y="4927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657845" y="1217307"/>
              <a:ext cx="399415" cy="56515"/>
            </a:xfrm>
            <a:custGeom>
              <a:avLst/>
              <a:gdLst/>
              <a:ahLst/>
              <a:cxnLst/>
              <a:rect l="l" t="t" r="r" b="b"/>
              <a:pathLst>
                <a:path w="399414" h="56515">
                  <a:moveTo>
                    <a:pt x="13576" y="54724"/>
                  </a:moveTo>
                  <a:lnTo>
                    <a:pt x="12954" y="49822"/>
                  </a:lnTo>
                  <a:lnTo>
                    <a:pt x="0" y="51485"/>
                  </a:lnTo>
                  <a:lnTo>
                    <a:pt x="622" y="56400"/>
                  </a:lnTo>
                  <a:lnTo>
                    <a:pt x="13576" y="54724"/>
                  </a:lnTo>
                  <a:close/>
                </a:path>
                <a:path w="399414" h="56515">
                  <a:moveTo>
                    <a:pt x="32867" y="52235"/>
                  </a:moveTo>
                  <a:lnTo>
                    <a:pt x="32232" y="47332"/>
                  </a:lnTo>
                  <a:lnTo>
                    <a:pt x="19291" y="48996"/>
                  </a:lnTo>
                  <a:lnTo>
                    <a:pt x="19913" y="53911"/>
                  </a:lnTo>
                  <a:lnTo>
                    <a:pt x="32867" y="52235"/>
                  </a:lnTo>
                  <a:close/>
                </a:path>
                <a:path w="399414" h="56515">
                  <a:moveTo>
                    <a:pt x="52146" y="49733"/>
                  </a:moveTo>
                  <a:lnTo>
                    <a:pt x="51523" y="44843"/>
                  </a:lnTo>
                  <a:lnTo>
                    <a:pt x="38569" y="46494"/>
                  </a:lnTo>
                  <a:lnTo>
                    <a:pt x="39204" y="51422"/>
                  </a:lnTo>
                  <a:lnTo>
                    <a:pt x="52146" y="49733"/>
                  </a:lnTo>
                  <a:close/>
                </a:path>
                <a:path w="399414" h="56515">
                  <a:moveTo>
                    <a:pt x="71437" y="47244"/>
                  </a:moveTo>
                  <a:lnTo>
                    <a:pt x="70802" y="42341"/>
                  </a:lnTo>
                  <a:lnTo>
                    <a:pt x="57848" y="44005"/>
                  </a:lnTo>
                  <a:lnTo>
                    <a:pt x="58483" y="48920"/>
                  </a:lnTo>
                  <a:lnTo>
                    <a:pt x="71437" y="47244"/>
                  </a:lnTo>
                  <a:close/>
                </a:path>
                <a:path w="399414" h="56515">
                  <a:moveTo>
                    <a:pt x="90728" y="44754"/>
                  </a:moveTo>
                  <a:lnTo>
                    <a:pt x="90093" y="39852"/>
                  </a:lnTo>
                  <a:lnTo>
                    <a:pt x="77139" y="41516"/>
                  </a:lnTo>
                  <a:lnTo>
                    <a:pt x="77774" y="46431"/>
                  </a:lnTo>
                  <a:lnTo>
                    <a:pt x="90728" y="44754"/>
                  </a:lnTo>
                  <a:close/>
                </a:path>
                <a:path w="399414" h="56515">
                  <a:moveTo>
                    <a:pt x="110007" y="42265"/>
                  </a:moveTo>
                  <a:lnTo>
                    <a:pt x="109385" y="37363"/>
                  </a:lnTo>
                  <a:lnTo>
                    <a:pt x="96431" y="39027"/>
                  </a:lnTo>
                  <a:lnTo>
                    <a:pt x="97066" y="43942"/>
                  </a:lnTo>
                  <a:lnTo>
                    <a:pt x="110007" y="42265"/>
                  </a:lnTo>
                  <a:close/>
                </a:path>
                <a:path w="399414" h="56515">
                  <a:moveTo>
                    <a:pt x="129286" y="39776"/>
                  </a:moveTo>
                  <a:lnTo>
                    <a:pt x="128663" y="34874"/>
                  </a:lnTo>
                  <a:lnTo>
                    <a:pt x="115709" y="36537"/>
                  </a:lnTo>
                  <a:lnTo>
                    <a:pt x="116344" y="41452"/>
                  </a:lnTo>
                  <a:lnTo>
                    <a:pt x="129286" y="39776"/>
                  </a:lnTo>
                  <a:close/>
                </a:path>
                <a:path w="399414" h="56515">
                  <a:moveTo>
                    <a:pt x="148590" y="37274"/>
                  </a:moveTo>
                  <a:lnTo>
                    <a:pt x="147955" y="32385"/>
                  </a:lnTo>
                  <a:lnTo>
                    <a:pt x="135001" y="34048"/>
                  </a:lnTo>
                  <a:lnTo>
                    <a:pt x="135636" y="38963"/>
                  </a:lnTo>
                  <a:lnTo>
                    <a:pt x="148590" y="37274"/>
                  </a:lnTo>
                  <a:close/>
                </a:path>
                <a:path w="399414" h="56515">
                  <a:moveTo>
                    <a:pt x="167868" y="34785"/>
                  </a:moveTo>
                  <a:lnTo>
                    <a:pt x="167233" y="29895"/>
                  </a:lnTo>
                  <a:lnTo>
                    <a:pt x="154292" y="31546"/>
                  </a:lnTo>
                  <a:lnTo>
                    <a:pt x="154914" y="36474"/>
                  </a:lnTo>
                  <a:lnTo>
                    <a:pt x="167868" y="34785"/>
                  </a:lnTo>
                  <a:close/>
                </a:path>
                <a:path w="399414" h="56515">
                  <a:moveTo>
                    <a:pt x="187147" y="32296"/>
                  </a:moveTo>
                  <a:lnTo>
                    <a:pt x="186524" y="27393"/>
                  </a:lnTo>
                  <a:lnTo>
                    <a:pt x="173570" y="29057"/>
                  </a:lnTo>
                  <a:lnTo>
                    <a:pt x="174205" y="33972"/>
                  </a:lnTo>
                  <a:lnTo>
                    <a:pt x="187147" y="32296"/>
                  </a:lnTo>
                  <a:close/>
                </a:path>
                <a:path w="399414" h="56515">
                  <a:moveTo>
                    <a:pt x="206438" y="29806"/>
                  </a:moveTo>
                  <a:lnTo>
                    <a:pt x="205803" y="24904"/>
                  </a:lnTo>
                  <a:lnTo>
                    <a:pt x="192862" y="26568"/>
                  </a:lnTo>
                  <a:lnTo>
                    <a:pt x="193484" y="31483"/>
                  </a:lnTo>
                  <a:lnTo>
                    <a:pt x="206438" y="29806"/>
                  </a:lnTo>
                  <a:close/>
                </a:path>
                <a:path w="399414" h="56515">
                  <a:moveTo>
                    <a:pt x="225729" y="27317"/>
                  </a:moveTo>
                  <a:lnTo>
                    <a:pt x="225094" y="22415"/>
                  </a:lnTo>
                  <a:lnTo>
                    <a:pt x="212140" y="24091"/>
                  </a:lnTo>
                  <a:lnTo>
                    <a:pt x="212775" y="28994"/>
                  </a:lnTo>
                  <a:lnTo>
                    <a:pt x="225729" y="27317"/>
                  </a:lnTo>
                  <a:close/>
                </a:path>
                <a:path w="399414" h="56515">
                  <a:moveTo>
                    <a:pt x="245008" y="24828"/>
                  </a:moveTo>
                  <a:lnTo>
                    <a:pt x="244386" y="19926"/>
                  </a:lnTo>
                  <a:lnTo>
                    <a:pt x="231432" y="21590"/>
                  </a:lnTo>
                  <a:lnTo>
                    <a:pt x="232067" y="26504"/>
                  </a:lnTo>
                  <a:lnTo>
                    <a:pt x="245008" y="24828"/>
                  </a:lnTo>
                  <a:close/>
                </a:path>
                <a:path w="399414" h="56515">
                  <a:moveTo>
                    <a:pt x="264299" y="22326"/>
                  </a:moveTo>
                  <a:lnTo>
                    <a:pt x="263664" y="17437"/>
                  </a:lnTo>
                  <a:lnTo>
                    <a:pt x="250710" y="19100"/>
                  </a:lnTo>
                  <a:lnTo>
                    <a:pt x="251345" y="24015"/>
                  </a:lnTo>
                  <a:lnTo>
                    <a:pt x="264299" y="22326"/>
                  </a:lnTo>
                  <a:close/>
                </a:path>
                <a:path w="399414" h="56515">
                  <a:moveTo>
                    <a:pt x="283578" y="19837"/>
                  </a:moveTo>
                  <a:lnTo>
                    <a:pt x="282956" y="14947"/>
                  </a:lnTo>
                  <a:lnTo>
                    <a:pt x="270002" y="16611"/>
                  </a:lnTo>
                  <a:lnTo>
                    <a:pt x="270637" y="21526"/>
                  </a:lnTo>
                  <a:lnTo>
                    <a:pt x="283578" y="19837"/>
                  </a:lnTo>
                  <a:close/>
                </a:path>
                <a:path w="399414" h="56515">
                  <a:moveTo>
                    <a:pt x="302869" y="17348"/>
                  </a:moveTo>
                  <a:lnTo>
                    <a:pt x="302234" y="12446"/>
                  </a:lnTo>
                  <a:lnTo>
                    <a:pt x="289280" y="14122"/>
                  </a:lnTo>
                  <a:lnTo>
                    <a:pt x="289915" y="19024"/>
                  </a:lnTo>
                  <a:lnTo>
                    <a:pt x="302869" y="17348"/>
                  </a:lnTo>
                  <a:close/>
                </a:path>
                <a:path w="399414" h="56515">
                  <a:moveTo>
                    <a:pt x="322160" y="14859"/>
                  </a:moveTo>
                  <a:lnTo>
                    <a:pt x="321525" y="9956"/>
                  </a:lnTo>
                  <a:lnTo>
                    <a:pt x="308571" y="11633"/>
                  </a:lnTo>
                  <a:lnTo>
                    <a:pt x="309206" y="16535"/>
                  </a:lnTo>
                  <a:lnTo>
                    <a:pt x="322160" y="14859"/>
                  </a:lnTo>
                  <a:close/>
                </a:path>
                <a:path w="399414" h="56515">
                  <a:moveTo>
                    <a:pt x="341439" y="12369"/>
                  </a:moveTo>
                  <a:lnTo>
                    <a:pt x="340804" y="7467"/>
                  </a:lnTo>
                  <a:lnTo>
                    <a:pt x="327863" y="9144"/>
                  </a:lnTo>
                  <a:lnTo>
                    <a:pt x="328485" y="14046"/>
                  </a:lnTo>
                  <a:lnTo>
                    <a:pt x="341439" y="12369"/>
                  </a:lnTo>
                  <a:close/>
                </a:path>
                <a:path w="399414" h="56515">
                  <a:moveTo>
                    <a:pt x="360730" y="9880"/>
                  </a:moveTo>
                  <a:lnTo>
                    <a:pt x="360095" y="4978"/>
                  </a:lnTo>
                  <a:lnTo>
                    <a:pt x="347141" y="6642"/>
                  </a:lnTo>
                  <a:lnTo>
                    <a:pt x="347776" y="11557"/>
                  </a:lnTo>
                  <a:lnTo>
                    <a:pt x="360730" y="9880"/>
                  </a:lnTo>
                  <a:close/>
                </a:path>
                <a:path w="399414" h="56515">
                  <a:moveTo>
                    <a:pt x="380022" y="7378"/>
                  </a:moveTo>
                  <a:lnTo>
                    <a:pt x="379387" y="2489"/>
                  </a:lnTo>
                  <a:lnTo>
                    <a:pt x="366433" y="4152"/>
                  </a:lnTo>
                  <a:lnTo>
                    <a:pt x="367068" y="9067"/>
                  </a:lnTo>
                  <a:lnTo>
                    <a:pt x="380022" y="7378"/>
                  </a:lnTo>
                  <a:close/>
                </a:path>
                <a:path w="399414" h="56515">
                  <a:moveTo>
                    <a:pt x="399300" y="4889"/>
                  </a:moveTo>
                  <a:lnTo>
                    <a:pt x="398665" y="0"/>
                  </a:lnTo>
                  <a:lnTo>
                    <a:pt x="385711" y="1663"/>
                  </a:lnTo>
                  <a:lnTo>
                    <a:pt x="386346" y="6565"/>
                  </a:lnTo>
                  <a:lnTo>
                    <a:pt x="399300" y="4889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grpSp>
        <p:nvGrpSpPr>
          <p:cNvPr id="192" name="object 192"/>
          <p:cNvGrpSpPr/>
          <p:nvPr/>
        </p:nvGrpSpPr>
        <p:grpSpPr>
          <a:xfrm>
            <a:off x="13915374" y="2410435"/>
            <a:ext cx="2376001" cy="1435976"/>
            <a:chOff x="3487257" y="737612"/>
            <a:chExt cx="727075" cy="439420"/>
          </a:xfrm>
        </p:grpSpPr>
        <p:sp>
          <p:nvSpPr>
            <p:cNvPr id="193" name="object 193"/>
            <p:cNvSpPr/>
            <p:nvPr/>
          </p:nvSpPr>
          <p:spPr>
            <a:xfrm>
              <a:off x="3492100" y="742455"/>
              <a:ext cx="97155" cy="429895"/>
            </a:xfrm>
            <a:custGeom>
              <a:avLst/>
              <a:gdLst/>
              <a:ahLst/>
              <a:cxnLst/>
              <a:rect l="l" t="t" r="r" b="b"/>
              <a:pathLst>
                <a:path w="97154" h="429894">
                  <a:moveTo>
                    <a:pt x="96863" y="429722"/>
                  </a:moveTo>
                  <a:lnTo>
                    <a:pt x="0" y="429722"/>
                  </a:lnTo>
                  <a:lnTo>
                    <a:pt x="0" y="0"/>
                  </a:lnTo>
                  <a:lnTo>
                    <a:pt x="96863" y="0"/>
                  </a:lnTo>
                  <a:lnTo>
                    <a:pt x="96863" y="429722"/>
                  </a:lnTo>
                  <a:close/>
                </a:path>
              </a:pathLst>
            </a:custGeom>
            <a:ln w="968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492093" y="823462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0" y="0"/>
                  </a:moveTo>
                  <a:lnTo>
                    <a:pt x="96863" y="0"/>
                  </a:lnTo>
                </a:path>
              </a:pathLst>
            </a:custGeom>
            <a:ln w="968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492093" y="909430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0" y="0"/>
                  </a:moveTo>
                  <a:lnTo>
                    <a:pt x="96863" y="0"/>
                  </a:lnTo>
                </a:path>
              </a:pathLst>
            </a:custGeom>
            <a:ln w="968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492093" y="999031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0" y="0"/>
                  </a:moveTo>
                  <a:lnTo>
                    <a:pt x="96863" y="0"/>
                  </a:lnTo>
                </a:path>
              </a:pathLst>
            </a:custGeom>
            <a:ln w="968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492093" y="1081041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0" y="0"/>
                  </a:moveTo>
                  <a:lnTo>
                    <a:pt x="96863" y="0"/>
                  </a:lnTo>
                </a:path>
              </a:pathLst>
            </a:custGeom>
            <a:ln w="968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492093" y="1172174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0" y="0"/>
                  </a:moveTo>
                  <a:lnTo>
                    <a:pt x="96863" y="0"/>
                  </a:lnTo>
                </a:path>
              </a:pathLst>
            </a:custGeom>
            <a:ln w="968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680557" y="759986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8"/>
                  </a:lnTo>
                  <a:lnTo>
                    <a:pt x="9104" y="8751"/>
                  </a:lnTo>
                  <a:lnTo>
                    <a:pt x="2442" y="18250"/>
                  </a:lnTo>
                  <a:lnTo>
                    <a:pt x="0" y="29881"/>
                  </a:lnTo>
                  <a:lnTo>
                    <a:pt x="2442" y="41513"/>
                  </a:lnTo>
                  <a:lnTo>
                    <a:pt x="9104" y="51012"/>
                  </a:lnTo>
                  <a:lnTo>
                    <a:pt x="18986" y="57415"/>
                  </a:lnTo>
                  <a:lnTo>
                    <a:pt x="31088" y="59764"/>
                  </a:lnTo>
                  <a:lnTo>
                    <a:pt x="43195" y="57415"/>
                  </a:lnTo>
                  <a:lnTo>
                    <a:pt x="53080" y="51012"/>
                  </a:lnTo>
                  <a:lnTo>
                    <a:pt x="59743" y="41513"/>
                  </a:lnTo>
                  <a:lnTo>
                    <a:pt x="62185" y="29881"/>
                  </a:lnTo>
                  <a:lnTo>
                    <a:pt x="59743" y="18250"/>
                  </a:lnTo>
                  <a:lnTo>
                    <a:pt x="53080" y="8751"/>
                  </a:lnTo>
                  <a:lnTo>
                    <a:pt x="43195" y="2348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680557" y="759985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85" y="29882"/>
                  </a:moveTo>
                  <a:lnTo>
                    <a:pt x="59742" y="41513"/>
                  </a:lnTo>
                  <a:lnTo>
                    <a:pt x="53079" y="51012"/>
                  </a:lnTo>
                  <a:lnTo>
                    <a:pt x="43195" y="57415"/>
                  </a:lnTo>
                  <a:lnTo>
                    <a:pt x="31088" y="59764"/>
                  </a:lnTo>
                  <a:lnTo>
                    <a:pt x="18986" y="57415"/>
                  </a:lnTo>
                  <a:lnTo>
                    <a:pt x="9104" y="51012"/>
                  </a:lnTo>
                  <a:lnTo>
                    <a:pt x="2442" y="41513"/>
                  </a:lnTo>
                  <a:lnTo>
                    <a:pt x="0" y="29882"/>
                  </a:lnTo>
                  <a:lnTo>
                    <a:pt x="2442" y="18250"/>
                  </a:lnTo>
                  <a:lnTo>
                    <a:pt x="9104" y="8751"/>
                  </a:lnTo>
                  <a:lnTo>
                    <a:pt x="18986" y="2348"/>
                  </a:lnTo>
                  <a:lnTo>
                    <a:pt x="31088" y="0"/>
                  </a:lnTo>
                  <a:lnTo>
                    <a:pt x="43195" y="2348"/>
                  </a:lnTo>
                  <a:lnTo>
                    <a:pt x="53079" y="8751"/>
                  </a:lnTo>
                  <a:lnTo>
                    <a:pt x="59742" y="18250"/>
                  </a:lnTo>
                  <a:lnTo>
                    <a:pt x="62185" y="29882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680557" y="842865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9"/>
                  </a:lnTo>
                  <a:lnTo>
                    <a:pt x="9104" y="8756"/>
                  </a:lnTo>
                  <a:lnTo>
                    <a:pt x="2442" y="18257"/>
                  </a:lnTo>
                  <a:lnTo>
                    <a:pt x="0" y="29891"/>
                  </a:lnTo>
                  <a:lnTo>
                    <a:pt x="2442" y="41522"/>
                  </a:lnTo>
                  <a:lnTo>
                    <a:pt x="9104" y="51021"/>
                  </a:lnTo>
                  <a:lnTo>
                    <a:pt x="18986" y="57424"/>
                  </a:lnTo>
                  <a:lnTo>
                    <a:pt x="31088" y="59772"/>
                  </a:lnTo>
                  <a:lnTo>
                    <a:pt x="43195" y="57424"/>
                  </a:lnTo>
                  <a:lnTo>
                    <a:pt x="53080" y="51021"/>
                  </a:lnTo>
                  <a:lnTo>
                    <a:pt x="59743" y="41522"/>
                  </a:lnTo>
                  <a:lnTo>
                    <a:pt x="62185" y="29891"/>
                  </a:lnTo>
                  <a:lnTo>
                    <a:pt x="59743" y="18257"/>
                  </a:lnTo>
                  <a:lnTo>
                    <a:pt x="53080" y="8756"/>
                  </a:lnTo>
                  <a:lnTo>
                    <a:pt x="43195" y="2349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680557" y="842865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85" y="29891"/>
                  </a:moveTo>
                  <a:lnTo>
                    <a:pt x="59742" y="41523"/>
                  </a:lnTo>
                  <a:lnTo>
                    <a:pt x="53079" y="51021"/>
                  </a:lnTo>
                  <a:lnTo>
                    <a:pt x="43195" y="57425"/>
                  </a:lnTo>
                  <a:lnTo>
                    <a:pt x="31088" y="59773"/>
                  </a:lnTo>
                  <a:lnTo>
                    <a:pt x="18986" y="57425"/>
                  </a:lnTo>
                  <a:lnTo>
                    <a:pt x="9104" y="51021"/>
                  </a:lnTo>
                  <a:lnTo>
                    <a:pt x="2442" y="41523"/>
                  </a:lnTo>
                  <a:lnTo>
                    <a:pt x="0" y="29891"/>
                  </a:lnTo>
                  <a:lnTo>
                    <a:pt x="2442" y="18258"/>
                  </a:lnTo>
                  <a:lnTo>
                    <a:pt x="9104" y="8756"/>
                  </a:lnTo>
                  <a:lnTo>
                    <a:pt x="18986" y="2349"/>
                  </a:lnTo>
                  <a:lnTo>
                    <a:pt x="31088" y="0"/>
                  </a:lnTo>
                  <a:lnTo>
                    <a:pt x="43195" y="2349"/>
                  </a:lnTo>
                  <a:lnTo>
                    <a:pt x="53079" y="8756"/>
                  </a:lnTo>
                  <a:lnTo>
                    <a:pt x="59742" y="18258"/>
                  </a:lnTo>
                  <a:lnTo>
                    <a:pt x="62185" y="29891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680557" y="929603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8"/>
                  </a:lnTo>
                  <a:lnTo>
                    <a:pt x="9104" y="8751"/>
                  </a:lnTo>
                  <a:lnTo>
                    <a:pt x="2442" y="18250"/>
                  </a:lnTo>
                  <a:lnTo>
                    <a:pt x="0" y="29882"/>
                  </a:lnTo>
                  <a:lnTo>
                    <a:pt x="2442" y="41515"/>
                  </a:lnTo>
                  <a:lnTo>
                    <a:pt x="9104" y="51017"/>
                  </a:lnTo>
                  <a:lnTo>
                    <a:pt x="18986" y="57424"/>
                  </a:lnTo>
                  <a:lnTo>
                    <a:pt x="31088" y="59773"/>
                  </a:lnTo>
                  <a:lnTo>
                    <a:pt x="43195" y="57424"/>
                  </a:lnTo>
                  <a:lnTo>
                    <a:pt x="53080" y="51017"/>
                  </a:lnTo>
                  <a:lnTo>
                    <a:pt x="59743" y="41515"/>
                  </a:lnTo>
                  <a:lnTo>
                    <a:pt x="62185" y="29882"/>
                  </a:lnTo>
                  <a:lnTo>
                    <a:pt x="59743" y="18250"/>
                  </a:lnTo>
                  <a:lnTo>
                    <a:pt x="53080" y="8751"/>
                  </a:lnTo>
                  <a:lnTo>
                    <a:pt x="43195" y="2348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680557" y="929604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85" y="29882"/>
                  </a:moveTo>
                  <a:lnTo>
                    <a:pt x="59742" y="41515"/>
                  </a:lnTo>
                  <a:lnTo>
                    <a:pt x="53079" y="51016"/>
                  </a:lnTo>
                  <a:lnTo>
                    <a:pt x="43195" y="57423"/>
                  </a:lnTo>
                  <a:lnTo>
                    <a:pt x="31088" y="59773"/>
                  </a:lnTo>
                  <a:lnTo>
                    <a:pt x="18986" y="57423"/>
                  </a:lnTo>
                  <a:lnTo>
                    <a:pt x="9104" y="51016"/>
                  </a:lnTo>
                  <a:lnTo>
                    <a:pt x="2442" y="41515"/>
                  </a:lnTo>
                  <a:lnTo>
                    <a:pt x="0" y="29882"/>
                  </a:lnTo>
                  <a:lnTo>
                    <a:pt x="2442" y="18250"/>
                  </a:lnTo>
                  <a:lnTo>
                    <a:pt x="9104" y="8751"/>
                  </a:lnTo>
                  <a:lnTo>
                    <a:pt x="18986" y="2348"/>
                  </a:lnTo>
                  <a:lnTo>
                    <a:pt x="31088" y="0"/>
                  </a:lnTo>
                  <a:lnTo>
                    <a:pt x="43195" y="2348"/>
                  </a:lnTo>
                  <a:lnTo>
                    <a:pt x="53079" y="8751"/>
                  </a:lnTo>
                  <a:lnTo>
                    <a:pt x="59742" y="18250"/>
                  </a:lnTo>
                  <a:lnTo>
                    <a:pt x="62185" y="29882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680557" y="1105727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9"/>
                  </a:lnTo>
                  <a:lnTo>
                    <a:pt x="9104" y="8756"/>
                  </a:lnTo>
                  <a:lnTo>
                    <a:pt x="2442" y="18257"/>
                  </a:lnTo>
                  <a:lnTo>
                    <a:pt x="0" y="29891"/>
                  </a:lnTo>
                  <a:lnTo>
                    <a:pt x="2442" y="41522"/>
                  </a:lnTo>
                  <a:lnTo>
                    <a:pt x="9104" y="51021"/>
                  </a:lnTo>
                  <a:lnTo>
                    <a:pt x="18986" y="57424"/>
                  </a:lnTo>
                  <a:lnTo>
                    <a:pt x="31088" y="59772"/>
                  </a:lnTo>
                  <a:lnTo>
                    <a:pt x="43195" y="57424"/>
                  </a:lnTo>
                  <a:lnTo>
                    <a:pt x="53080" y="51021"/>
                  </a:lnTo>
                  <a:lnTo>
                    <a:pt x="59743" y="41522"/>
                  </a:lnTo>
                  <a:lnTo>
                    <a:pt x="62185" y="29891"/>
                  </a:lnTo>
                  <a:lnTo>
                    <a:pt x="59743" y="18257"/>
                  </a:lnTo>
                  <a:lnTo>
                    <a:pt x="53080" y="8756"/>
                  </a:lnTo>
                  <a:lnTo>
                    <a:pt x="43195" y="2349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680557" y="1105727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85" y="29891"/>
                  </a:moveTo>
                  <a:lnTo>
                    <a:pt x="59742" y="41523"/>
                  </a:lnTo>
                  <a:lnTo>
                    <a:pt x="53079" y="51021"/>
                  </a:lnTo>
                  <a:lnTo>
                    <a:pt x="43195" y="57425"/>
                  </a:lnTo>
                  <a:lnTo>
                    <a:pt x="31088" y="59773"/>
                  </a:lnTo>
                  <a:lnTo>
                    <a:pt x="18986" y="57425"/>
                  </a:lnTo>
                  <a:lnTo>
                    <a:pt x="9104" y="51021"/>
                  </a:lnTo>
                  <a:lnTo>
                    <a:pt x="2442" y="41523"/>
                  </a:lnTo>
                  <a:lnTo>
                    <a:pt x="0" y="29891"/>
                  </a:lnTo>
                  <a:lnTo>
                    <a:pt x="2442" y="18258"/>
                  </a:lnTo>
                  <a:lnTo>
                    <a:pt x="9104" y="8756"/>
                  </a:lnTo>
                  <a:lnTo>
                    <a:pt x="18986" y="2349"/>
                  </a:lnTo>
                  <a:lnTo>
                    <a:pt x="31088" y="0"/>
                  </a:lnTo>
                  <a:lnTo>
                    <a:pt x="43195" y="2349"/>
                  </a:lnTo>
                  <a:lnTo>
                    <a:pt x="53079" y="8756"/>
                  </a:lnTo>
                  <a:lnTo>
                    <a:pt x="59742" y="18258"/>
                  </a:lnTo>
                  <a:lnTo>
                    <a:pt x="62185" y="29891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680557" y="1018553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8"/>
                  </a:lnTo>
                  <a:lnTo>
                    <a:pt x="9104" y="8751"/>
                  </a:lnTo>
                  <a:lnTo>
                    <a:pt x="2442" y="18250"/>
                  </a:lnTo>
                  <a:lnTo>
                    <a:pt x="0" y="29882"/>
                  </a:lnTo>
                  <a:lnTo>
                    <a:pt x="2442" y="41514"/>
                  </a:lnTo>
                  <a:lnTo>
                    <a:pt x="9104" y="51012"/>
                  </a:lnTo>
                  <a:lnTo>
                    <a:pt x="18986" y="57415"/>
                  </a:lnTo>
                  <a:lnTo>
                    <a:pt x="31088" y="59764"/>
                  </a:lnTo>
                  <a:lnTo>
                    <a:pt x="43195" y="57415"/>
                  </a:lnTo>
                  <a:lnTo>
                    <a:pt x="53080" y="51012"/>
                  </a:lnTo>
                  <a:lnTo>
                    <a:pt x="59743" y="41514"/>
                  </a:lnTo>
                  <a:lnTo>
                    <a:pt x="62185" y="29882"/>
                  </a:lnTo>
                  <a:lnTo>
                    <a:pt x="59743" y="18250"/>
                  </a:lnTo>
                  <a:lnTo>
                    <a:pt x="53080" y="8751"/>
                  </a:lnTo>
                  <a:lnTo>
                    <a:pt x="43195" y="2348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680557" y="1018553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85" y="29882"/>
                  </a:moveTo>
                  <a:lnTo>
                    <a:pt x="59742" y="41513"/>
                  </a:lnTo>
                  <a:lnTo>
                    <a:pt x="53079" y="51012"/>
                  </a:lnTo>
                  <a:lnTo>
                    <a:pt x="43195" y="57415"/>
                  </a:lnTo>
                  <a:lnTo>
                    <a:pt x="31088" y="59764"/>
                  </a:lnTo>
                  <a:lnTo>
                    <a:pt x="18986" y="57415"/>
                  </a:lnTo>
                  <a:lnTo>
                    <a:pt x="9104" y="51012"/>
                  </a:lnTo>
                  <a:lnTo>
                    <a:pt x="2442" y="41513"/>
                  </a:lnTo>
                  <a:lnTo>
                    <a:pt x="0" y="29882"/>
                  </a:lnTo>
                  <a:lnTo>
                    <a:pt x="2442" y="18250"/>
                  </a:lnTo>
                  <a:lnTo>
                    <a:pt x="9104" y="8751"/>
                  </a:lnTo>
                  <a:lnTo>
                    <a:pt x="18986" y="2348"/>
                  </a:lnTo>
                  <a:lnTo>
                    <a:pt x="31088" y="0"/>
                  </a:lnTo>
                  <a:lnTo>
                    <a:pt x="43195" y="2348"/>
                  </a:lnTo>
                  <a:lnTo>
                    <a:pt x="53079" y="8751"/>
                  </a:lnTo>
                  <a:lnTo>
                    <a:pt x="59742" y="18250"/>
                  </a:lnTo>
                  <a:lnTo>
                    <a:pt x="62185" y="29882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588956" y="780567"/>
              <a:ext cx="92075" cy="368300"/>
            </a:xfrm>
            <a:custGeom>
              <a:avLst/>
              <a:gdLst/>
              <a:ahLst/>
              <a:cxnLst/>
              <a:rect l="l" t="t" r="r" b="b"/>
              <a:pathLst>
                <a:path w="92075" h="368300">
                  <a:moveTo>
                    <a:pt x="87960" y="184683"/>
                  </a:moveTo>
                  <a:lnTo>
                    <a:pt x="65900" y="171945"/>
                  </a:lnTo>
                  <a:lnTo>
                    <a:pt x="65900" y="183134"/>
                  </a:lnTo>
                  <a:lnTo>
                    <a:pt x="0" y="183134"/>
                  </a:lnTo>
                  <a:lnTo>
                    <a:pt x="0" y="186220"/>
                  </a:lnTo>
                  <a:lnTo>
                    <a:pt x="65900" y="186220"/>
                  </a:lnTo>
                  <a:lnTo>
                    <a:pt x="65900" y="197408"/>
                  </a:lnTo>
                  <a:lnTo>
                    <a:pt x="87960" y="184683"/>
                  </a:lnTo>
                  <a:close/>
                </a:path>
                <a:path w="92075" h="368300">
                  <a:moveTo>
                    <a:pt x="91592" y="92189"/>
                  </a:moveTo>
                  <a:lnTo>
                    <a:pt x="69519" y="79451"/>
                  </a:lnTo>
                  <a:lnTo>
                    <a:pt x="69519" y="90652"/>
                  </a:lnTo>
                  <a:lnTo>
                    <a:pt x="3225" y="90652"/>
                  </a:lnTo>
                  <a:lnTo>
                    <a:pt x="3225" y="93738"/>
                  </a:lnTo>
                  <a:lnTo>
                    <a:pt x="69519" y="93738"/>
                  </a:lnTo>
                  <a:lnTo>
                    <a:pt x="69519" y="104927"/>
                  </a:lnTo>
                  <a:lnTo>
                    <a:pt x="91592" y="92189"/>
                  </a:lnTo>
                  <a:close/>
                </a:path>
                <a:path w="92075" h="368300">
                  <a:moveTo>
                    <a:pt x="91592" y="12738"/>
                  </a:moveTo>
                  <a:lnTo>
                    <a:pt x="69519" y="0"/>
                  </a:lnTo>
                  <a:lnTo>
                    <a:pt x="69519" y="11201"/>
                  </a:lnTo>
                  <a:lnTo>
                    <a:pt x="0" y="11201"/>
                  </a:lnTo>
                  <a:lnTo>
                    <a:pt x="0" y="14274"/>
                  </a:lnTo>
                  <a:lnTo>
                    <a:pt x="69519" y="14274"/>
                  </a:lnTo>
                  <a:lnTo>
                    <a:pt x="69519" y="25476"/>
                  </a:lnTo>
                  <a:lnTo>
                    <a:pt x="91592" y="12738"/>
                  </a:lnTo>
                  <a:close/>
                </a:path>
                <a:path w="92075" h="368300">
                  <a:moveTo>
                    <a:pt x="91922" y="355053"/>
                  </a:moveTo>
                  <a:lnTo>
                    <a:pt x="69862" y="342315"/>
                  </a:lnTo>
                  <a:lnTo>
                    <a:pt x="69862" y="353517"/>
                  </a:lnTo>
                  <a:lnTo>
                    <a:pt x="0" y="353517"/>
                  </a:lnTo>
                  <a:lnTo>
                    <a:pt x="0" y="356603"/>
                  </a:lnTo>
                  <a:lnTo>
                    <a:pt x="69862" y="356603"/>
                  </a:lnTo>
                  <a:lnTo>
                    <a:pt x="69862" y="367792"/>
                  </a:lnTo>
                  <a:lnTo>
                    <a:pt x="91922" y="355053"/>
                  </a:lnTo>
                  <a:close/>
                </a:path>
                <a:path w="92075" h="368300">
                  <a:moveTo>
                    <a:pt x="91922" y="273469"/>
                  </a:moveTo>
                  <a:lnTo>
                    <a:pt x="69862" y="260731"/>
                  </a:lnTo>
                  <a:lnTo>
                    <a:pt x="69862" y="271932"/>
                  </a:lnTo>
                  <a:lnTo>
                    <a:pt x="0" y="271932"/>
                  </a:lnTo>
                  <a:lnTo>
                    <a:pt x="0" y="275018"/>
                  </a:lnTo>
                  <a:lnTo>
                    <a:pt x="69862" y="275018"/>
                  </a:lnTo>
                  <a:lnTo>
                    <a:pt x="69862" y="286207"/>
                  </a:lnTo>
                  <a:lnTo>
                    <a:pt x="91922" y="27346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834329" y="821628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9"/>
                  </a:lnTo>
                  <a:lnTo>
                    <a:pt x="9104" y="8756"/>
                  </a:lnTo>
                  <a:lnTo>
                    <a:pt x="2442" y="18258"/>
                  </a:lnTo>
                  <a:lnTo>
                    <a:pt x="0" y="29891"/>
                  </a:lnTo>
                  <a:lnTo>
                    <a:pt x="2442" y="41523"/>
                  </a:lnTo>
                  <a:lnTo>
                    <a:pt x="9104" y="51021"/>
                  </a:lnTo>
                  <a:lnTo>
                    <a:pt x="18986" y="57425"/>
                  </a:lnTo>
                  <a:lnTo>
                    <a:pt x="31088" y="59773"/>
                  </a:lnTo>
                  <a:lnTo>
                    <a:pt x="43198" y="57425"/>
                  </a:lnTo>
                  <a:lnTo>
                    <a:pt x="53078" y="51021"/>
                  </a:lnTo>
                  <a:lnTo>
                    <a:pt x="59736" y="41523"/>
                  </a:lnTo>
                  <a:lnTo>
                    <a:pt x="62176" y="29891"/>
                  </a:lnTo>
                  <a:lnTo>
                    <a:pt x="59736" y="18258"/>
                  </a:lnTo>
                  <a:lnTo>
                    <a:pt x="53078" y="8756"/>
                  </a:lnTo>
                  <a:lnTo>
                    <a:pt x="43198" y="2349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834329" y="821628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76" y="29891"/>
                  </a:moveTo>
                  <a:lnTo>
                    <a:pt x="59736" y="41523"/>
                  </a:lnTo>
                  <a:lnTo>
                    <a:pt x="53078" y="51021"/>
                  </a:lnTo>
                  <a:lnTo>
                    <a:pt x="43197" y="57425"/>
                  </a:lnTo>
                  <a:lnTo>
                    <a:pt x="31088" y="59773"/>
                  </a:lnTo>
                  <a:lnTo>
                    <a:pt x="18986" y="57425"/>
                  </a:lnTo>
                  <a:lnTo>
                    <a:pt x="9104" y="51021"/>
                  </a:lnTo>
                  <a:lnTo>
                    <a:pt x="2442" y="41523"/>
                  </a:lnTo>
                  <a:lnTo>
                    <a:pt x="0" y="29891"/>
                  </a:lnTo>
                  <a:lnTo>
                    <a:pt x="2442" y="18258"/>
                  </a:lnTo>
                  <a:lnTo>
                    <a:pt x="9104" y="8756"/>
                  </a:lnTo>
                  <a:lnTo>
                    <a:pt x="18986" y="2349"/>
                  </a:lnTo>
                  <a:lnTo>
                    <a:pt x="31088" y="0"/>
                  </a:lnTo>
                  <a:lnTo>
                    <a:pt x="43197" y="2349"/>
                  </a:lnTo>
                  <a:lnTo>
                    <a:pt x="53078" y="8756"/>
                  </a:lnTo>
                  <a:lnTo>
                    <a:pt x="59736" y="18258"/>
                  </a:lnTo>
                  <a:lnTo>
                    <a:pt x="62176" y="29891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834329" y="918759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9"/>
                  </a:lnTo>
                  <a:lnTo>
                    <a:pt x="9104" y="8756"/>
                  </a:lnTo>
                  <a:lnTo>
                    <a:pt x="2442" y="18257"/>
                  </a:lnTo>
                  <a:lnTo>
                    <a:pt x="0" y="29891"/>
                  </a:lnTo>
                  <a:lnTo>
                    <a:pt x="2442" y="41522"/>
                  </a:lnTo>
                  <a:lnTo>
                    <a:pt x="9104" y="51021"/>
                  </a:lnTo>
                  <a:lnTo>
                    <a:pt x="18986" y="57424"/>
                  </a:lnTo>
                  <a:lnTo>
                    <a:pt x="31088" y="59772"/>
                  </a:lnTo>
                  <a:lnTo>
                    <a:pt x="43198" y="57424"/>
                  </a:lnTo>
                  <a:lnTo>
                    <a:pt x="53078" y="51021"/>
                  </a:lnTo>
                  <a:lnTo>
                    <a:pt x="59736" y="41522"/>
                  </a:lnTo>
                  <a:lnTo>
                    <a:pt x="62176" y="29891"/>
                  </a:lnTo>
                  <a:lnTo>
                    <a:pt x="59736" y="18257"/>
                  </a:lnTo>
                  <a:lnTo>
                    <a:pt x="53078" y="8756"/>
                  </a:lnTo>
                  <a:lnTo>
                    <a:pt x="43198" y="2349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34329" y="918759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76" y="29891"/>
                  </a:moveTo>
                  <a:lnTo>
                    <a:pt x="59736" y="41523"/>
                  </a:lnTo>
                  <a:lnTo>
                    <a:pt x="53078" y="51021"/>
                  </a:lnTo>
                  <a:lnTo>
                    <a:pt x="43197" y="57425"/>
                  </a:lnTo>
                  <a:lnTo>
                    <a:pt x="31088" y="59773"/>
                  </a:lnTo>
                  <a:lnTo>
                    <a:pt x="18986" y="57425"/>
                  </a:lnTo>
                  <a:lnTo>
                    <a:pt x="9104" y="51021"/>
                  </a:lnTo>
                  <a:lnTo>
                    <a:pt x="2442" y="41523"/>
                  </a:lnTo>
                  <a:lnTo>
                    <a:pt x="0" y="29891"/>
                  </a:lnTo>
                  <a:lnTo>
                    <a:pt x="2442" y="18258"/>
                  </a:lnTo>
                  <a:lnTo>
                    <a:pt x="9104" y="8756"/>
                  </a:lnTo>
                  <a:lnTo>
                    <a:pt x="18986" y="2349"/>
                  </a:lnTo>
                  <a:lnTo>
                    <a:pt x="31088" y="0"/>
                  </a:lnTo>
                  <a:lnTo>
                    <a:pt x="43197" y="2349"/>
                  </a:lnTo>
                  <a:lnTo>
                    <a:pt x="53078" y="8756"/>
                  </a:lnTo>
                  <a:lnTo>
                    <a:pt x="59736" y="18258"/>
                  </a:lnTo>
                  <a:lnTo>
                    <a:pt x="62176" y="29891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34329" y="1020030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8" y="0"/>
                  </a:moveTo>
                  <a:lnTo>
                    <a:pt x="18986" y="2348"/>
                  </a:lnTo>
                  <a:lnTo>
                    <a:pt x="9104" y="8751"/>
                  </a:lnTo>
                  <a:lnTo>
                    <a:pt x="2442" y="18250"/>
                  </a:lnTo>
                  <a:lnTo>
                    <a:pt x="0" y="29881"/>
                  </a:lnTo>
                  <a:lnTo>
                    <a:pt x="2442" y="41513"/>
                  </a:lnTo>
                  <a:lnTo>
                    <a:pt x="9104" y="51012"/>
                  </a:lnTo>
                  <a:lnTo>
                    <a:pt x="18986" y="57415"/>
                  </a:lnTo>
                  <a:lnTo>
                    <a:pt x="31088" y="59764"/>
                  </a:lnTo>
                  <a:lnTo>
                    <a:pt x="43198" y="57415"/>
                  </a:lnTo>
                  <a:lnTo>
                    <a:pt x="53078" y="51012"/>
                  </a:lnTo>
                  <a:lnTo>
                    <a:pt x="59736" y="41513"/>
                  </a:lnTo>
                  <a:lnTo>
                    <a:pt x="62176" y="29881"/>
                  </a:lnTo>
                  <a:lnTo>
                    <a:pt x="59736" y="18250"/>
                  </a:lnTo>
                  <a:lnTo>
                    <a:pt x="53078" y="8751"/>
                  </a:lnTo>
                  <a:lnTo>
                    <a:pt x="43198" y="2348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834329" y="1020030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76" y="29882"/>
                  </a:moveTo>
                  <a:lnTo>
                    <a:pt x="59736" y="41513"/>
                  </a:lnTo>
                  <a:lnTo>
                    <a:pt x="53078" y="51012"/>
                  </a:lnTo>
                  <a:lnTo>
                    <a:pt x="43197" y="57415"/>
                  </a:lnTo>
                  <a:lnTo>
                    <a:pt x="31088" y="59764"/>
                  </a:lnTo>
                  <a:lnTo>
                    <a:pt x="18986" y="57415"/>
                  </a:lnTo>
                  <a:lnTo>
                    <a:pt x="9104" y="51012"/>
                  </a:lnTo>
                  <a:lnTo>
                    <a:pt x="2442" y="41513"/>
                  </a:lnTo>
                  <a:lnTo>
                    <a:pt x="0" y="29882"/>
                  </a:lnTo>
                  <a:lnTo>
                    <a:pt x="2442" y="18250"/>
                  </a:lnTo>
                  <a:lnTo>
                    <a:pt x="9104" y="8751"/>
                  </a:lnTo>
                  <a:lnTo>
                    <a:pt x="18986" y="2348"/>
                  </a:lnTo>
                  <a:lnTo>
                    <a:pt x="31088" y="0"/>
                  </a:lnTo>
                  <a:lnTo>
                    <a:pt x="43197" y="2348"/>
                  </a:lnTo>
                  <a:lnTo>
                    <a:pt x="53078" y="8751"/>
                  </a:lnTo>
                  <a:lnTo>
                    <a:pt x="59736" y="18250"/>
                  </a:lnTo>
                  <a:lnTo>
                    <a:pt x="62176" y="29882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988528" y="821619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7" y="0"/>
                  </a:moveTo>
                  <a:lnTo>
                    <a:pt x="18985" y="2349"/>
                  </a:lnTo>
                  <a:lnTo>
                    <a:pt x="9104" y="8756"/>
                  </a:lnTo>
                  <a:lnTo>
                    <a:pt x="2442" y="18257"/>
                  </a:lnTo>
                  <a:lnTo>
                    <a:pt x="0" y="29891"/>
                  </a:lnTo>
                  <a:lnTo>
                    <a:pt x="2442" y="41522"/>
                  </a:lnTo>
                  <a:lnTo>
                    <a:pt x="9104" y="51021"/>
                  </a:lnTo>
                  <a:lnTo>
                    <a:pt x="18985" y="57424"/>
                  </a:lnTo>
                  <a:lnTo>
                    <a:pt x="31087" y="59772"/>
                  </a:lnTo>
                  <a:lnTo>
                    <a:pt x="43193" y="57424"/>
                  </a:lnTo>
                  <a:lnTo>
                    <a:pt x="53074" y="51021"/>
                  </a:lnTo>
                  <a:lnTo>
                    <a:pt x="59734" y="41522"/>
                  </a:lnTo>
                  <a:lnTo>
                    <a:pt x="62176" y="29891"/>
                  </a:lnTo>
                  <a:lnTo>
                    <a:pt x="59734" y="18257"/>
                  </a:lnTo>
                  <a:lnTo>
                    <a:pt x="53074" y="8756"/>
                  </a:lnTo>
                  <a:lnTo>
                    <a:pt x="43193" y="2349"/>
                  </a:lnTo>
                  <a:lnTo>
                    <a:pt x="31087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988528" y="821619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76" y="29891"/>
                  </a:moveTo>
                  <a:lnTo>
                    <a:pt x="59734" y="41523"/>
                  </a:lnTo>
                  <a:lnTo>
                    <a:pt x="53075" y="51021"/>
                  </a:lnTo>
                  <a:lnTo>
                    <a:pt x="43194" y="57425"/>
                  </a:lnTo>
                  <a:lnTo>
                    <a:pt x="31088" y="59773"/>
                  </a:lnTo>
                  <a:lnTo>
                    <a:pt x="18986" y="57425"/>
                  </a:lnTo>
                  <a:lnTo>
                    <a:pt x="9104" y="51021"/>
                  </a:lnTo>
                  <a:lnTo>
                    <a:pt x="2442" y="41523"/>
                  </a:lnTo>
                  <a:lnTo>
                    <a:pt x="0" y="29891"/>
                  </a:lnTo>
                  <a:lnTo>
                    <a:pt x="2442" y="18258"/>
                  </a:lnTo>
                  <a:lnTo>
                    <a:pt x="9104" y="8756"/>
                  </a:lnTo>
                  <a:lnTo>
                    <a:pt x="18986" y="2349"/>
                  </a:lnTo>
                  <a:lnTo>
                    <a:pt x="31088" y="0"/>
                  </a:lnTo>
                  <a:lnTo>
                    <a:pt x="43194" y="2349"/>
                  </a:lnTo>
                  <a:lnTo>
                    <a:pt x="53075" y="8756"/>
                  </a:lnTo>
                  <a:lnTo>
                    <a:pt x="59734" y="18258"/>
                  </a:lnTo>
                  <a:lnTo>
                    <a:pt x="62176" y="29891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988528" y="918750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7" y="0"/>
                  </a:moveTo>
                  <a:lnTo>
                    <a:pt x="18985" y="2349"/>
                  </a:lnTo>
                  <a:lnTo>
                    <a:pt x="9104" y="8756"/>
                  </a:lnTo>
                  <a:lnTo>
                    <a:pt x="2442" y="18258"/>
                  </a:lnTo>
                  <a:lnTo>
                    <a:pt x="0" y="29891"/>
                  </a:lnTo>
                  <a:lnTo>
                    <a:pt x="2442" y="41523"/>
                  </a:lnTo>
                  <a:lnTo>
                    <a:pt x="9104" y="51021"/>
                  </a:lnTo>
                  <a:lnTo>
                    <a:pt x="18985" y="57425"/>
                  </a:lnTo>
                  <a:lnTo>
                    <a:pt x="31087" y="59773"/>
                  </a:lnTo>
                  <a:lnTo>
                    <a:pt x="43193" y="57425"/>
                  </a:lnTo>
                  <a:lnTo>
                    <a:pt x="53074" y="51021"/>
                  </a:lnTo>
                  <a:lnTo>
                    <a:pt x="59734" y="41523"/>
                  </a:lnTo>
                  <a:lnTo>
                    <a:pt x="62176" y="29891"/>
                  </a:lnTo>
                  <a:lnTo>
                    <a:pt x="59734" y="18258"/>
                  </a:lnTo>
                  <a:lnTo>
                    <a:pt x="53074" y="8756"/>
                  </a:lnTo>
                  <a:lnTo>
                    <a:pt x="43193" y="2349"/>
                  </a:lnTo>
                  <a:lnTo>
                    <a:pt x="31087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988528" y="918750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76" y="29891"/>
                  </a:moveTo>
                  <a:lnTo>
                    <a:pt x="59734" y="41523"/>
                  </a:lnTo>
                  <a:lnTo>
                    <a:pt x="53075" y="51021"/>
                  </a:lnTo>
                  <a:lnTo>
                    <a:pt x="43194" y="57425"/>
                  </a:lnTo>
                  <a:lnTo>
                    <a:pt x="31088" y="59773"/>
                  </a:lnTo>
                  <a:lnTo>
                    <a:pt x="18986" y="57425"/>
                  </a:lnTo>
                  <a:lnTo>
                    <a:pt x="9104" y="51021"/>
                  </a:lnTo>
                  <a:lnTo>
                    <a:pt x="2442" y="41523"/>
                  </a:lnTo>
                  <a:lnTo>
                    <a:pt x="0" y="29891"/>
                  </a:lnTo>
                  <a:lnTo>
                    <a:pt x="2442" y="18258"/>
                  </a:lnTo>
                  <a:lnTo>
                    <a:pt x="9104" y="8756"/>
                  </a:lnTo>
                  <a:lnTo>
                    <a:pt x="18986" y="2349"/>
                  </a:lnTo>
                  <a:lnTo>
                    <a:pt x="31088" y="0"/>
                  </a:lnTo>
                  <a:lnTo>
                    <a:pt x="43194" y="2349"/>
                  </a:lnTo>
                  <a:lnTo>
                    <a:pt x="53075" y="8756"/>
                  </a:lnTo>
                  <a:lnTo>
                    <a:pt x="59734" y="18258"/>
                  </a:lnTo>
                  <a:lnTo>
                    <a:pt x="62176" y="29891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988528" y="1020021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87" y="0"/>
                  </a:moveTo>
                  <a:lnTo>
                    <a:pt x="18985" y="2348"/>
                  </a:lnTo>
                  <a:lnTo>
                    <a:pt x="9104" y="8751"/>
                  </a:lnTo>
                  <a:lnTo>
                    <a:pt x="2442" y="18250"/>
                  </a:lnTo>
                  <a:lnTo>
                    <a:pt x="0" y="29882"/>
                  </a:lnTo>
                  <a:lnTo>
                    <a:pt x="2442" y="41514"/>
                  </a:lnTo>
                  <a:lnTo>
                    <a:pt x="9104" y="51012"/>
                  </a:lnTo>
                  <a:lnTo>
                    <a:pt x="18985" y="57415"/>
                  </a:lnTo>
                  <a:lnTo>
                    <a:pt x="31087" y="59764"/>
                  </a:lnTo>
                  <a:lnTo>
                    <a:pt x="43193" y="57415"/>
                  </a:lnTo>
                  <a:lnTo>
                    <a:pt x="53074" y="51012"/>
                  </a:lnTo>
                  <a:lnTo>
                    <a:pt x="59734" y="41514"/>
                  </a:lnTo>
                  <a:lnTo>
                    <a:pt x="62176" y="29882"/>
                  </a:lnTo>
                  <a:lnTo>
                    <a:pt x="59734" y="18250"/>
                  </a:lnTo>
                  <a:lnTo>
                    <a:pt x="53074" y="8751"/>
                  </a:lnTo>
                  <a:lnTo>
                    <a:pt x="43193" y="2348"/>
                  </a:lnTo>
                  <a:lnTo>
                    <a:pt x="31087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988528" y="1020021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76" y="29882"/>
                  </a:moveTo>
                  <a:lnTo>
                    <a:pt x="59734" y="41513"/>
                  </a:lnTo>
                  <a:lnTo>
                    <a:pt x="53075" y="51012"/>
                  </a:lnTo>
                  <a:lnTo>
                    <a:pt x="43194" y="57415"/>
                  </a:lnTo>
                  <a:lnTo>
                    <a:pt x="31088" y="59764"/>
                  </a:lnTo>
                  <a:lnTo>
                    <a:pt x="18986" y="57415"/>
                  </a:lnTo>
                  <a:lnTo>
                    <a:pt x="9104" y="51012"/>
                  </a:lnTo>
                  <a:lnTo>
                    <a:pt x="2442" y="41513"/>
                  </a:lnTo>
                  <a:lnTo>
                    <a:pt x="0" y="29882"/>
                  </a:lnTo>
                  <a:lnTo>
                    <a:pt x="2442" y="18250"/>
                  </a:lnTo>
                  <a:lnTo>
                    <a:pt x="9104" y="8751"/>
                  </a:lnTo>
                  <a:lnTo>
                    <a:pt x="18986" y="2348"/>
                  </a:lnTo>
                  <a:lnTo>
                    <a:pt x="31088" y="0"/>
                  </a:lnTo>
                  <a:lnTo>
                    <a:pt x="43194" y="2348"/>
                  </a:lnTo>
                  <a:lnTo>
                    <a:pt x="53075" y="8751"/>
                  </a:lnTo>
                  <a:lnTo>
                    <a:pt x="59734" y="18250"/>
                  </a:lnTo>
                  <a:lnTo>
                    <a:pt x="62176" y="29882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889756" y="855471"/>
              <a:ext cx="104139" cy="213360"/>
            </a:xfrm>
            <a:custGeom>
              <a:avLst/>
              <a:gdLst/>
              <a:ahLst/>
              <a:cxnLst/>
              <a:rect l="l" t="t" r="r" b="b"/>
              <a:pathLst>
                <a:path w="104139" h="213359">
                  <a:moveTo>
                    <a:pt x="97155" y="203187"/>
                  </a:moveTo>
                  <a:lnTo>
                    <a:pt x="81051" y="195541"/>
                  </a:lnTo>
                  <a:lnTo>
                    <a:pt x="81661" y="203352"/>
                  </a:lnTo>
                  <a:lnTo>
                    <a:pt x="5041" y="209486"/>
                  </a:lnTo>
                  <a:lnTo>
                    <a:pt x="5207" y="211620"/>
                  </a:lnTo>
                  <a:lnTo>
                    <a:pt x="81838" y="205486"/>
                  </a:lnTo>
                  <a:lnTo>
                    <a:pt x="82461" y="213309"/>
                  </a:lnTo>
                  <a:lnTo>
                    <a:pt x="97155" y="203187"/>
                  </a:lnTo>
                  <a:close/>
                </a:path>
                <a:path w="104139" h="213359">
                  <a:moveTo>
                    <a:pt x="104013" y="79806"/>
                  </a:moveTo>
                  <a:lnTo>
                    <a:pt x="97040" y="63385"/>
                  </a:lnTo>
                  <a:lnTo>
                    <a:pt x="92316" y="69646"/>
                  </a:lnTo>
                  <a:lnTo>
                    <a:pt x="57061" y="43091"/>
                  </a:lnTo>
                  <a:lnTo>
                    <a:pt x="87541" y="11811"/>
                  </a:lnTo>
                  <a:lnTo>
                    <a:pt x="93154" y="17284"/>
                  </a:lnTo>
                  <a:lnTo>
                    <a:pt x="97548" y="0"/>
                  </a:lnTo>
                  <a:lnTo>
                    <a:pt x="80378" y="4838"/>
                  </a:lnTo>
                  <a:lnTo>
                    <a:pt x="86004" y="10299"/>
                  </a:lnTo>
                  <a:lnTo>
                    <a:pt x="55321" y="41783"/>
                  </a:lnTo>
                  <a:lnTo>
                    <a:pt x="5842" y="4495"/>
                  </a:lnTo>
                  <a:lnTo>
                    <a:pt x="4533" y="6223"/>
                  </a:lnTo>
                  <a:lnTo>
                    <a:pt x="53809" y="43345"/>
                  </a:lnTo>
                  <a:lnTo>
                    <a:pt x="33655" y="64020"/>
                  </a:lnTo>
                  <a:lnTo>
                    <a:pt x="1828" y="12852"/>
                  </a:lnTo>
                  <a:lnTo>
                    <a:pt x="0" y="13995"/>
                  </a:lnTo>
                  <a:lnTo>
                    <a:pt x="32105" y="65608"/>
                  </a:lnTo>
                  <a:lnTo>
                    <a:pt x="5969" y="92430"/>
                  </a:lnTo>
                  <a:lnTo>
                    <a:pt x="6731" y="93192"/>
                  </a:lnTo>
                  <a:lnTo>
                    <a:pt x="5943" y="93891"/>
                  </a:lnTo>
                  <a:lnTo>
                    <a:pt x="53949" y="148412"/>
                  </a:lnTo>
                  <a:lnTo>
                    <a:pt x="5943" y="201066"/>
                  </a:lnTo>
                  <a:lnTo>
                    <a:pt x="7543" y="202514"/>
                  </a:lnTo>
                  <a:lnTo>
                    <a:pt x="55384" y="150037"/>
                  </a:lnTo>
                  <a:lnTo>
                    <a:pt x="86144" y="184937"/>
                  </a:lnTo>
                  <a:lnTo>
                    <a:pt x="80251" y="190119"/>
                  </a:lnTo>
                  <a:lnTo>
                    <a:pt x="97155" y="195821"/>
                  </a:lnTo>
                  <a:lnTo>
                    <a:pt x="93637" y="178346"/>
                  </a:lnTo>
                  <a:lnTo>
                    <a:pt x="87744" y="183515"/>
                  </a:lnTo>
                  <a:lnTo>
                    <a:pt x="56845" y="148450"/>
                  </a:lnTo>
                  <a:lnTo>
                    <a:pt x="72783" y="130962"/>
                  </a:lnTo>
                  <a:lnTo>
                    <a:pt x="94932" y="166535"/>
                  </a:lnTo>
                  <a:lnTo>
                    <a:pt x="88277" y="170688"/>
                  </a:lnTo>
                  <a:lnTo>
                    <a:pt x="104013" y="179095"/>
                  </a:lnTo>
                  <a:lnTo>
                    <a:pt x="103416" y="161264"/>
                  </a:lnTo>
                  <a:lnTo>
                    <a:pt x="96761" y="165392"/>
                  </a:lnTo>
                  <a:lnTo>
                    <a:pt x="74282" y="129311"/>
                  </a:lnTo>
                  <a:lnTo>
                    <a:pt x="89992" y="112090"/>
                  </a:lnTo>
                  <a:lnTo>
                    <a:pt x="95783" y="117373"/>
                  </a:lnTo>
                  <a:lnTo>
                    <a:pt x="99593" y="99949"/>
                  </a:lnTo>
                  <a:lnTo>
                    <a:pt x="82600" y="105359"/>
                  </a:lnTo>
                  <a:lnTo>
                    <a:pt x="88392" y="110642"/>
                  </a:lnTo>
                  <a:lnTo>
                    <a:pt x="73101" y="127406"/>
                  </a:lnTo>
                  <a:lnTo>
                    <a:pt x="71589" y="124980"/>
                  </a:lnTo>
                  <a:lnTo>
                    <a:pt x="71589" y="129070"/>
                  </a:lnTo>
                  <a:lnTo>
                    <a:pt x="55410" y="146824"/>
                  </a:lnTo>
                  <a:lnTo>
                    <a:pt x="9042" y="94183"/>
                  </a:lnTo>
                  <a:lnTo>
                    <a:pt x="49034" y="92811"/>
                  </a:lnTo>
                  <a:lnTo>
                    <a:pt x="71589" y="129070"/>
                  </a:lnTo>
                  <a:lnTo>
                    <a:pt x="71589" y="124980"/>
                  </a:lnTo>
                  <a:lnTo>
                    <a:pt x="51523" y="92735"/>
                  </a:lnTo>
                  <a:lnTo>
                    <a:pt x="80124" y="91744"/>
                  </a:lnTo>
                  <a:lnTo>
                    <a:pt x="80391" y="99580"/>
                  </a:lnTo>
                  <a:lnTo>
                    <a:pt x="95529" y="90144"/>
                  </a:lnTo>
                  <a:lnTo>
                    <a:pt x="79781" y="81749"/>
                  </a:lnTo>
                  <a:lnTo>
                    <a:pt x="80048" y="89598"/>
                  </a:lnTo>
                  <a:lnTo>
                    <a:pt x="50215" y="90627"/>
                  </a:lnTo>
                  <a:lnTo>
                    <a:pt x="47726" y="86626"/>
                  </a:lnTo>
                  <a:lnTo>
                    <a:pt x="47726" y="90716"/>
                  </a:lnTo>
                  <a:lnTo>
                    <a:pt x="9385" y="92024"/>
                  </a:lnTo>
                  <a:lnTo>
                    <a:pt x="33286" y="67500"/>
                  </a:lnTo>
                  <a:lnTo>
                    <a:pt x="47726" y="90716"/>
                  </a:lnTo>
                  <a:lnTo>
                    <a:pt x="47726" y="86626"/>
                  </a:lnTo>
                  <a:lnTo>
                    <a:pt x="34836" y="65900"/>
                  </a:lnTo>
                  <a:lnTo>
                    <a:pt x="55537" y="44653"/>
                  </a:lnTo>
                  <a:lnTo>
                    <a:pt x="91020" y="71361"/>
                  </a:lnTo>
                  <a:lnTo>
                    <a:pt x="86309" y="77622"/>
                  </a:lnTo>
                  <a:lnTo>
                    <a:pt x="104013" y="7980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147890" y="929603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31078" y="0"/>
                  </a:moveTo>
                  <a:lnTo>
                    <a:pt x="18974" y="2348"/>
                  </a:lnTo>
                  <a:lnTo>
                    <a:pt x="9096" y="8751"/>
                  </a:lnTo>
                  <a:lnTo>
                    <a:pt x="2439" y="18250"/>
                  </a:lnTo>
                  <a:lnTo>
                    <a:pt x="0" y="29882"/>
                  </a:lnTo>
                  <a:lnTo>
                    <a:pt x="2439" y="41515"/>
                  </a:lnTo>
                  <a:lnTo>
                    <a:pt x="9096" y="51017"/>
                  </a:lnTo>
                  <a:lnTo>
                    <a:pt x="18974" y="57424"/>
                  </a:lnTo>
                  <a:lnTo>
                    <a:pt x="31078" y="59773"/>
                  </a:lnTo>
                  <a:lnTo>
                    <a:pt x="43183" y="57424"/>
                  </a:lnTo>
                  <a:lnTo>
                    <a:pt x="53061" y="51017"/>
                  </a:lnTo>
                  <a:lnTo>
                    <a:pt x="59717" y="41515"/>
                  </a:lnTo>
                  <a:lnTo>
                    <a:pt x="62157" y="29882"/>
                  </a:lnTo>
                  <a:lnTo>
                    <a:pt x="59717" y="18250"/>
                  </a:lnTo>
                  <a:lnTo>
                    <a:pt x="53061" y="8751"/>
                  </a:lnTo>
                  <a:lnTo>
                    <a:pt x="43183" y="2348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4" name="object 224"/>
            <p:cNvSpPr/>
            <p:nvPr/>
          </p:nvSpPr>
          <p:spPr>
            <a:xfrm>
              <a:off x="4147891" y="929604"/>
              <a:ext cx="62230" cy="60325"/>
            </a:xfrm>
            <a:custGeom>
              <a:avLst/>
              <a:gdLst/>
              <a:ahLst/>
              <a:cxnLst/>
              <a:rect l="l" t="t" r="r" b="b"/>
              <a:pathLst>
                <a:path w="62229" h="60325">
                  <a:moveTo>
                    <a:pt x="62157" y="29882"/>
                  </a:moveTo>
                  <a:lnTo>
                    <a:pt x="59717" y="41515"/>
                  </a:lnTo>
                  <a:lnTo>
                    <a:pt x="53061" y="51016"/>
                  </a:lnTo>
                  <a:lnTo>
                    <a:pt x="43183" y="57423"/>
                  </a:lnTo>
                  <a:lnTo>
                    <a:pt x="31078" y="59773"/>
                  </a:lnTo>
                  <a:lnTo>
                    <a:pt x="18974" y="57423"/>
                  </a:lnTo>
                  <a:lnTo>
                    <a:pt x="9096" y="51016"/>
                  </a:lnTo>
                  <a:lnTo>
                    <a:pt x="2439" y="41515"/>
                  </a:lnTo>
                  <a:lnTo>
                    <a:pt x="0" y="29882"/>
                  </a:lnTo>
                  <a:lnTo>
                    <a:pt x="2439" y="18250"/>
                  </a:lnTo>
                  <a:lnTo>
                    <a:pt x="9096" y="8751"/>
                  </a:lnTo>
                  <a:lnTo>
                    <a:pt x="18974" y="2348"/>
                  </a:lnTo>
                  <a:lnTo>
                    <a:pt x="31078" y="0"/>
                  </a:lnTo>
                  <a:lnTo>
                    <a:pt x="43183" y="2348"/>
                  </a:lnTo>
                  <a:lnTo>
                    <a:pt x="53061" y="8751"/>
                  </a:lnTo>
                  <a:lnTo>
                    <a:pt x="59717" y="18250"/>
                  </a:lnTo>
                  <a:lnTo>
                    <a:pt x="62157" y="29882"/>
                  </a:lnTo>
                  <a:close/>
                </a:path>
              </a:pathLst>
            </a:custGeom>
            <a:ln w="77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738968" y="796899"/>
              <a:ext cx="411480" cy="339725"/>
            </a:xfrm>
            <a:custGeom>
              <a:avLst/>
              <a:gdLst/>
              <a:ahLst/>
              <a:cxnLst/>
              <a:rect l="l" t="t" r="r" b="b"/>
              <a:pathLst>
                <a:path w="411479" h="339725">
                  <a:moveTo>
                    <a:pt x="98196" y="35217"/>
                  </a:moveTo>
                  <a:lnTo>
                    <a:pt x="86652" y="21615"/>
                  </a:lnTo>
                  <a:lnTo>
                    <a:pt x="84010" y="29006"/>
                  </a:lnTo>
                  <a:lnTo>
                    <a:pt x="2946" y="0"/>
                  </a:lnTo>
                  <a:lnTo>
                    <a:pt x="2222" y="2019"/>
                  </a:lnTo>
                  <a:lnTo>
                    <a:pt x="83286" y="31026"/>
                  </a:lnTo>
                  <a:lnTo>
                    <a:pt x="80645" y="38404"/>
                  </a:lnTo>
                  <a:lnTo>
                    <a:pt x="98196" y="35217"/>
                  </a:lnTo>
                  <a:close/>
                </a:path>
                <a:path w="411479" h="339725">
                  <a:moveTo>
                    <a:pt x="108864" y="94754"/>
                  </a:moveTo>
                  <a:lnTo>
                    <a:pt x="106019" y="77139"/>
                  </a:lnTo>
                  <a:lnTo>
                    <a:pt x="99529" y="82435"/>
                  </a:lnTo>
                  <a:lnTo>
                    <a:pt x="99529" y="91198"/>
                  </a:lnTo>
                  <a:lnTo>
                    <a:pt x="88823" y="119329"/>
                  </a:lnTo>
                  <a:lnTo>
                    <a:pt x="88823" y="126428"/>
                  </a:lnTo>
                  <a:lnTo>
                    <a:pt x="88265" y="126822"/>
                  </a:lnTo>
                  <a:lnTo>
                    <a:pt x="88557" y="126072"/>
                  </a:lnTo>
                  <a:lnTo>
                    <a:pt x="88823" y="126428"/>
                  </a:lnTo>
                  <a:lnTo>
                    <a:pt x="88823" y="119329"/>
                  </a:lnTo>
                  <a:lnTo>
                    <a:pt x="87972" y="121551"/>
                  </a:lnTo>
                  <a:lnTo>
                    <a:pt x="87045" y="120256"/>
                  </a:lnTo>
                  <a:lnTo>
                    <a:pt x="87045" y="123964"/>
                  </a:lnTo>
                  <a:lnTo>
                    <a:pt x="86093" y="126479"/>
                  </a:lnTo>
                  <a:lnTo>
                    <a:pt x="86093" y="132651"/>
                  </a:lnTo>
                  <a:lnTo>
                    <a:pt x="86093" y="126479"/>
                  </a:lnTo>
                  <a:lnTo>
                    <a:pt x="85102" y="129082"/>
                  </a:lnTo>
                  <a:lnTo>
                    <a:pt x="82435" y="130975"/>
                  </a:lnTo>
                  <a:lnTo>
                    <a:pt x="84086" y="131737"/>
                  </a:lnTo>
                  <a:lnTo>
                    <a:pt x="83248" y="133959"/>
                  </a:lnTo>
                  <a:lnTo>
                    <a:pt x="82461" y="133375"/>
                  </a:lnTo>
                  <a:lnTo>
                    <a:pt x="82461" y="136055"/>
                  </a:lnTo>
                  <a:lnTo>
                    <a:pt x="81330" y="139001"/>
                  </a:lnTo>
                  <a:lnTo>
                    <a:pt x="79883" y="140944"/>
                  </a:lnTo>
                  <a:lnTo>
                    <a:pt x="79883" y="152501"/>
                  </a:lnTo>
                  <a:lnTo>
                    <a:pt x="78447" y="152679"/>
                  </a:lnTo>
                  <a:lnTo>
                    <a:pt x="79552" y="149758"/>
                  </a:lnTo>
                  <a:lnTo>
                    <a:pt x="79883" y="152501"/>
                  </a:lnTo>
                  <a:lnTo>
                    <a:pt x="79883" y="140944"/>
                  </a:lnTo>
                  <a:lnTo>
                    <a:pt x="78460" y="142836"/>
                  </a:lnTo>
                  <a:lnTo>
                    <a:pt x="79806" y="143002"/>
                  </a:lnTo>
                  <a:lnTo>
                    <a:pt x="79133" y="144792"/>
                  </a:lnTo>
                  <a:lnTo>
                    <a:pt x="78968" y="144716"/>
                  </a:lnTo>
                  <a:lnTo>
                    <a:pt x="79006" y="145135"/>
                  </a:lnTo>
                  <a:lnTo>
                    <a:pt x="76034" y="152958"/>
                  </a:lnTo>
                  <a:lnTo>
                    <a:pt x="75171" y="153073"/>
                  </a:lnTo>
                  <a:lnTo>
                    <a:pt x="75171" y="155232"/>
                  </a:lnTo>
                  <a:lnTo>
                    <a:pt x="73774" y="158915"/>
                  </a:lnTo>
                  <a:lnTo>
                    <a:pt x="72707" y="156641"/>
                  </a:lnTo>
                  <a:lnTo>
                    <a:pt x="72707" y="161721"/>
                  </a:lnTo>
                  <a:lnTo>
                    <a:pt x="64160" y="184175"/>
                  </a:lnTo>
                  <a:lnTo>
                    <a:pt x="63157" y="182346"/>
                  </a:lnTo>
                  <a:lnTo>
                    <a:pt x="63157" y="186829"/>
                  </a:lnTo>
                  <a:lnTo>
                    <a:pt x="63030" y="187159"/>
                  </a:lnTo>
                  <a:lnTo>
                    <a:pt x="12319" y="233210"/>
                  </a:lnTo>
                  <a:lnTo>
                    <a:pt x="49822" y="162420"/>
                  </a:lnTo>
                  <a:lnTo>
                    <a:pt x="63157" y="186829"/>
                  </a:lnTo>
                  <a:lnTo>
                    <a:pt x="63157" y="182346"/>
                  </a:lnTo>
                  <a:lnTo>
                    <a:pt x="51028" y="160147"/>
                  </a:lnTo>
                  <a:lnTo>
                    <a:pt x="52197" y="157949"/>
                  </a:lnTo>
                  <a:lnTo>
                    <a:pt x="69964" y="155841"/>
                  </a:lnTo>
                  <a:lnTo>
                    <a:pt x="72707" y="161721"/>
                  </a:lnTo>
                  <a:lnTo>
                    <a:pt x="72707" y="156641"/>
                  </a:lnTo>
                  <a:lnTo>
                    <a:pt x="72212" y="155575"/>
                  </a:lnTo>
                  <a:lnTo>
                    <a:pt x="75171" y="155232"/>
                  </a:lnTo>
                  <a:lnTo>
                    <a:pt x="75171" y="153073"/>
                  </a:lnTo>
                  <a:lnTo>
                    <a:pt x="71259" y="153530"/>
                  </a:lnTo>
                  <a:lnTo>
                    <a:pt x="68999" y="148678"/>
                  </a:lnTo>
                  <a:lnTo>
                    <a:pt x="68999" y="153797"/>
                  </a:lnTo>
                  <a:lnTo>
                    <a:pt x="53428" y="155638"/>
                  </a:lnTo>
                  <a:lnTo>
                    <a:pt x="62179" y="139128"/>
                  </a:lnTo>
                  <a:lnTo>
                    <a:pt x="68999" y="153797"/>
                  </a:lnTo>
                  <a:lnTo>
                    <a:pt x="68999" y="148678"/>
                  </a:lnTo>
                  <a:lnTo>
                    <a:pt x="63436" y="136740"/>
                  </a:lnTo>
                  <a:lnTo>
                    <a:pt x="69100" y="126060"/>
                  </a:lnTo>
                  <a:lnTo>
                    <a:pt x="82461" y="136055"/>
                  </a:lnTo>
                  <a:lnTo>
                    <a:pt x="82461" y="133375"/>
                  </a:lnTo>
                  <a:lnTo>
                    <a:pt x="70116" y="124142"/>
                  </a:lnTo>
                  <a:lnTo>
                    <a:pt x="77393" y="110413"/>
                  </a:lnTo>
                  <a:lnTo>
                    <a:pt x="87045" y="123964"/>
                  </a:lnTo>
                  <a:lnTo>
                    <a:pt x="87045" y="120256"/>
                  </a:lnTo>
                  <a:lnTo>
                    <a:pt x="78511" y="108292"/>
                  </a:lnTo>
                  <a:lnTo>
                    <a:pt x="92367" y="82156"/>
                  </a:lnTo>
                  <a:lnTo>
                    <a:pt x="96913" y="84569"/>
                  </a:lnTo>
                  <a:lnTo>
                    <a:pt x="92202" y="88417"/>
                  </a:lnTo>
                  <a:lnTo>
                    <a:pt x="99529" y="91198"/>
                  </a:lnTo>
                  <a:lnTo>
                    <a:pt x="99529" y="82435"/>
                  </a:lnTo>
                  <a:lnTo>
                    <a:pt x="99187" y="82715"/>
                  </a:lnTo>
                  <a:lnTo>
                    <a:pt x="98653" y="68008"/>
                  </a:lnTo>
                  <a:lnTo>
                    <a:pt x="92163" y="72085"/>
                  </a:lnTo>
                  <a:lnTo>
                    <a:pt x="95351" y="54622"/>
                  </a:lnTo>
                  <a:lnTo>
                    <a:pt x="92087" y="55803"/>
                  </a:lnTo>
                  <a:lnTo>
                    <a:pt x="92087" y="72136"/>
                  </a:lnTo>
                  <a:lnTo>
                    <a:pt x="83553" y="77482"/>
                  </a:lnTo>
                  <a:lnTo>
                    <a:pt x="90474" y="81153"/>
                  </a:lnTo>
                  <a:lnTo>
                    <a:pt x="77114" y="106337"/>
                  </a:lnTo>
                  <a:lnTo>
                    <a:pt x="75996" y="104775"/>
                  </a:lnTo>
                  <a:lnTo>
                    <a:pt x="75996" y="108458"/>
                  </a:lnTo>
                  <a:lnTo>
                    <a:pt x="68376" y="122834"/>
                  </a:lnTo>
                  <a:lnTo>
                    <a:pt x="67348" y="122072"/>
                  </a:lnTo>
                  <a:lnTo>
                    <a:pt x="67348" y="124752"/>
                  </a:lnTo>
                  <a:lnTo>
                    <a:pt x="62293" y="134302"/>
                  </a:lnTo>
                  <a:lnTo>
                    <a:pt x="61036" y="131610"/>
                  </a:lnTo>
                  <a:lnTo>
                    <a:pt x="61036" y="136677"/>
                  </a:lnTo>
                  <a:lnTo>
                    <a:pt x="50825" y="155943"/>
                  </a:lnTo>
                  <a:lnTo>
                    <a:pt x="48856" y="156184"/>
                  </a:lnTo>
                  <a:lnTo>
                    <a:pt x="46558" y="151980"/>
                  </a:lnTo>
                  <a:lnTo>
                    <a:pt x="46558" y="156451"/>
                  </a:lnTo>
                  <a:lnTo>
                    <a:pt x="6337" y="161213"/>
                  </a:lnTo>
                  <a:lnTo>
                    <a:pt x="32385" y="130517"/>
                  </a:lnTo>
                  <a:lnTo>
                    <a:pt x="46558" y="156451"/>
                  </a:lnTo>
                  <a:lnTo>
                    <a:pt x="46558" y="151980"/>
                  </a:lnTo>
                  <a:lnTo>
                    <a:pt x="33883" y="128752"/>
                  </a:lnTo>
                  <a:lnTo>
                    <a:pt x="48945" y="110998"/>
                  </a:lnTo>
                  <a:lnTo>
                    <a:pt x="49110" y="111125"/>
                  </a:lnTo>
                  <a:lnTo>
                    <a:pt x="61036" y="136677"/>
                  </a:lnTo>
                  <a:lnTo>
                    <a:pt x="61036" y="131610"/>
                  </a:lnTo>
                  <a:lnTo>
                    <a:pt x="52743" y="113830"/>
                  </a:lnTo>
                  <a:lnTo>
                    <a:pt x="67348" y="124752"/>
                  </a:lnTo>
                  <a:lnTo>
                    <a:pt x="67348" y="122072"/>
                  </a:lnTo>
                  <a:lnTo>
                    <a:pt x="50812" y="109702"/>
                  </a:lnTo>
                  <a:lnTo>
                    <a:pt x="50546" y="109105"/>
                  </a:lnTo>
                  <a:lnTo>
                    <a:pt x="64617" y="92519"/>
                  </a:lnTo>
                  <a:lnTo>
                    <a:pt x="75996" y="108458"/>
                  </a:lnTo>
                  <a:lnTo>
                    <a:pt x="75996" y="104775"/>
                  </a:lnTo>
                  <a:lnTo>
                    <a:pt x="66052" y="90830"/>
                  </a:lnTo>
                  <a:lnTo>
                    <a:pt x="86182" y="67106"/>
                  </a:lnTo>
                  <a:lnTo>
                    <a:pt x="92087" y="72136"/>
                  </a:lnTo>
                  <a:lnTo>
                    <a:pt x="92087" y="55803"/>
                  </a:lnTo>
                  <a:lnTo>
                    <a:pt x="78562" y="60642"/>
                  </a:lnTo>
                  <a:lnTo>
                    <a:pt x="84543" y="65709"/>
                  </a:lnTo>
                  <a:lnTo>
                    <a:pt x="64770" y="89027"/>
                  </a:lnTo>
                  <a:lnTo>
                    <a:pt x="63334" y="87020"/>
                  </a:lnTo>
                  <a:lnTo>
                    <a:pt x="63334" y="90716"/>
                  </a:lnTo>
                  <a:lnTo>
                    <a:pt x="49555" y="106959"/>
                  </a:lnTo>
                  <a:lnTo>
                    <a:pt x="47218" y="101955"/>
                  </a:lnTo>
                  <a:lnTo>
                    <a:pt x="47218" y="109702"/>
                  </a:lnTo>
                  <a:lnTo>
                    <a:pt x="32778" y="126733"/>
                  </a:lnTo>
                  <a:lnTo>
                    <a:pt x="10033" y="85102"/>
                  </a:lnTo>
                  <a:lnTo>
                    <a:pt x="12649" y="83858"/>
                  </a:lnTo>
                  <a:lnTo>
                    <a:pt x="47218" y="109702"/>
                  </a:lnTo>
                  <a:lnTo>
                    <a:pt x="47218" y="101955"/>
                  </a:lnTo>
                  <a:lnTo>
                    <a:pt x="47180" y="106984"/>
                  </a:lnTo>
                  <a:lnTo>
                    <a:pt x="14859" y="82816"/>
                  </a:lnTo>
                  <a:lnTo>
                    <a:pt x="32118" y="74650"/>
                  </a:lnTo>
                  <a:lnTo>
                    <a:pt x="47180" y="106984"/>
                  </a:lnTo>
                  <a:lnTo>
                    <a:pt x="47180" y="101879"/>
                  </a:lnTo>
                  <a:lnTo>
                    <a:pt x="34061" y="73736"/>
                  </a:lnTo>
                  <a:lnTo>
                    <a:pt x="46901" y="67665"/>
                  </a:lnTo>
                  <a:lnTo>
                    <a:pt x="63334" y="90716"/>
                  </a:lnTo>
                  <a:lnTo>
                    <a:pt x="63334" y="87020"/>
                  </a:lnTo>
                  <a:lnTo>
                    <a:pt x="48869" y="66738"/>
                  </a:lnTo>
                  <a:lnTo>
                    <a:pt x="84696" y="49784"/>
                  </a:lnTo>
                  <a:lnTo>
                    <a:pt x="88049" y="56883"/>
                  </a:lnTo>
                  <a:lnTo>
                    <a:pt x="98196" y="42214"/>
                  </a:lnTo>
                  <a:lnTo>
                    <a:pt x="80416" y="40754"/>
                  </a:lnTo>
                  <a:lnTo>
                    <a:pt x="83769" y="47853"/>
                  </a:lnTo>
                  <a:lnTo>
                    <a:pt x="47612" y="64960"/>
                  </a:lnTo>
                  <a:lnTo>
                    <a:pt x="4635" y="4686"/>
                  </a:lnTo>
                  <a:lnTo>
                    <a:pt x="2882" y="5943"/>
                  </a:lnTo>
                  <a:lnTo>
                    <a:pt x="45631" y="65900"/>
                  </a:lnTo>
                  <a:lnTo>
                    <a:pt x="33159" y="71793"/>
                  </a:lnTo>
                  <a:lnTo>
                    <a:pt x="1943" y="4864"/>
                  </a:lnTo>
                  <a:lnTo>
                    <a:pt x="0" y="5765"/>
                  </a:lnTo>
                  <a:lnTo>
                    <a:pt x="31216" y="72707"/>
                  </a:lnTo>
                  <a:lnTo>
                    <a:pt x="12915" y="81368"/>
                  </a:lnTo>
                  <a:lnTo>
                    <a:pt x="10706" y="79717"/>
                  </a:lnTo>
                  <a:lnTo>
                    <a:pt x="10706" y="82410"/>
                  </a:lnTo>
                  <a:lnTo>
                    <a:pt x="9004" y="83223"/>
                  </a:lnTo>
                  <a:lnTo>
                    <a:pt x="7086" y="79705"/>
                  </a:lnTo>
                  <a:lnTo>
                    <a:pt x="10706" y="82410"/>
                  </a:lnTo>
                  <a:lnTo>
                    <a:pt x="10706" y="79717"/>
                  </a:lnTo>
                  <a:lnTo>
                    <a:pt x="4406" y="74993"/>
                  </a:lnTo>
                  <a:lnTo>
                    <a:pt x="3746" y="75882"/>
                  </a:lnTo>
                  <a:lnTo>
                    <a:pt x="2819" y="76377"/>
                  </a:lnTo>
                  <a:lnTo>
                    <a:pt x="7048" y="84137"/>
                  </a:lnTo>
                  <a:lnTo>
                    <a:pt x="508" y="87223"/>
                  </a:lnTo>
                  <a:lnTo>
                    <a:pt x="1435" y="89166"/>
                  </a:lnTo>
                  <a:lnTo>
                    <a:pt x="8077" y="86029"/>
                  </a:lnTo>
                  <a:lnTo>
                    <a:pt x="31280" y="128485"/>
                  </a:lnTo>
                  <a:lnTo>
                    <a:pt x="2946" y="161899"/>
                  </a:lnTo>
                  <a:lnTo>
                    <a:pt x="3759" y="162598"/>
                  </a:lnTo>
                  <a:lnTo>
                    <a:pt x="3898" y="163664"/>
                  </a:lnTo>
                  <a:lnTo>
                    <a:pt x="47675" y="158483"/>
                  </a:lnTo>
                  <a:lnTo>
                    <a:pt x="48577" y="160159"/>
                  </a:lnTo>
                  <a:lnTo>
                    <a:pt x="7607" y="237490"/>
                  </a:lnTo>
                  <a:lnTo>
                    <a:pt x="1866" y="242697"/>
                  </a:lnTo>
                  <a:lnTo>
                    <a:pt x="3314" y="244297"/>
                  </a:lnTo>
                  <a:lnTo>
                    <a:pt x="4622" y="243103"/>
                  </a:lnTo>
                  <a:lnTo>
                    <a:pt x="2806" y="246545"/>
                  </a:lnTo>
                  <a:lnTo>
                    <a:pt x="4711" y="247561"/>
                  </a:lnTo>
                  <a:lnTo>
                    <a:pt x="9334" y="238836"/>
                  </a:lnTo>
                  <a:lnTo>
                    <a:pt x="61341" y="191617"/>
                  </a:lnTo>
                  <a:lnTo>
                    <a:pt x="36880" y="255955"/>
                  </a:lnTo>
                  <a:lnTo>
                    <a:pt x="965" y="255955"/>
                  </a:lnTo>
                  <a:lnTo>
                    <a:pt x="965" y="257225"/>
                  </a:lnTo>
                  <a:lnTo>
                    <a:pt x="36385" y="257225"/>
                  </a:lnTo>
                  <a:lnTo>
                    <a:pt x="7747" y="332587"/>
                  </a:lnTo>
                  <a:lnTo>
                    <a:pt x="6756" y="334492"/>
                  </a:lnTo>
                  <a:lnTo>
                    <a:pt x="6972" y="334619"/>
                  </a:lnTo>
                  <a:lnTo>
                    <a:pt x="5562" y="338340"/>
                  </a:lnTo>
                  <a:lnTo>
                    <a:pt x="7581" y="339102"/>
                  </a:lnTo>
                  <a:lnTo>
                    <a:pt x="9004" y="335356"/>
                  </a:lnTo>
                  <a:lnTo>
                    <a:pt x="86601" y="275704"/>
                  </a:lnTo>
                  <a:lnTo>
                    <a:pt x="91376" y="281927"/>
                  </a:lnTo>
                  <a:lnTo>
                    <a:pt x="98196" y="265442"/>
                  </a:lnTo>
                  <a:lnTo>
                    <a:pt x="80505" y="267779"/>
                  </a:lnTo>
                  <a:lnTo>
                    <a:pt x="85293" y="274002"/>
                  </a:lnTo>
                  <a:lnTo>
                    <a:pt x="10909" y="331165"/>
                  </a:lnTo>
                  <a:lnTo>
                    <a:pt x="49403" y="257225"/>
                  </a:lnTo>
                  <a:lnTo>
                    <a:pt x="79908" y="257225"/>
                  </a:lnTo>
                  <a:lnTo>
                    <a:pt x="79908" y="266115"/>
                  </a:lnTo>
                  <a:lnTo>
                    <a:pt x="86715" y="266115"/>
                  </a:lnTo>
                  <a:lnTo>
                    <a:pt x="86715" y="257225"/>
                  </a:lnTo>
                  <a:lnTo>
                    <a:pt x="95186" y="257225"/>
                  </a:lnTo>
                  <a:lnTo>
                    <a:pt x="95186" y="255955"/>
                  </a:lnTo>
                  <a:lnTo>
                    <a:pt x="87490" y="255955"/>
                  </a:lnTo>
                  <a:lnTo>
                    <a:pt x="87490" y="248335"/>
                  </a:lnTo>
                  <a:lnTo>
                    <a:pt x="79908" y="248335"/>
                  </a:lnTo>
                  <a:lnTo>
                    <a:pt x="79908" y="255955"/>
                  </a:lnTo>
                  <a:lnTo>
                    <a:pt x="50063" y="255955"/>
                  </a:lnTo>
                  <a:lnTo>
                    <a:pt x="74879" y="208305"/>
                  </a:lnTo>
                  <a:lnTo>
                    <a:pt x="86995" y="230441"/>
                  </a:lnTo>
                  <a:lnTo>
                    <a:pt x="80124" y="234226"/>
                  </a:lnTo>
                  <a:lnTo>
                    <a:pt x="95351" y="243497"/>
                  </a:lnTo>
                  <a:lnTo>
                    <a:pt x="95783" y="225666"/>
                  </a:lnTo>
                  <a:lnTo>
                    <a:pt x="88887" y="229425"/>
                  </a:lnTo>
                  <a:lnTo>
                    <a:pt x="76073" y="206006"/>
                  </a:lnTo>
                  <a:lnTo>
                    <a:pt x="85191" y="188493"/>
                  </a:lnTo>
                  <a:lnTo>
                    <a:pt x="98513" y="216992"/>
                  </a:lnTo>
                  <a:lnTo>
                    <a:pt x="91414" y="220306"/>
                  </a:lnTo>
                  <a:lnTo>
                    <a:pt x="106032" y="230530"/>
                  </a:lnTo>
                  <a:lnTo>
                    <a:pt x="107581" y="212763"/>
                  </a:lnTo>
                  <a:lnTo>
                    <a:pt x="100469" y="216077"/>
                  </a:lnTo>
                  <a:lnTo>
                    <a:pt x="86448" y="186080"/>
                  </a:lnTo>
                  <a:lnTo>
                    <a:pt x="91287" y="176796"/>
                  </a:lnTo>
                  <a:lnTo>
                    <a:pt x="98247" y="180416"/>
                  </a:lnTo>
                  <a:lnTo>
                    <a:pt x="97472" y="162585"/>
                  </a:lnTo>
                  <a:lnTo>
                    <a:pt x="94208" y="164668"/>
                  </a:lnTo>
                  <a:lnTo>
                    <a:pt x="96177" y="158521"/>
                  </a:lnTo>
                  <a:lnTo>
                    <a:pt x="89382" y="160007"/>
                  </a:lnTo>
                  <a:lnTo>
                    <a:pt x="89382" y="175806"/>
                  </a:lnTo>
                  <a:lnTo>
                    <a:pt x="85305" y="183629"/>
                  </a:lnTo>
                  <a:lnTo>
                    <a:pt x="84048" y="180936"/>
                  </a:lnTo>
                  <a:lnTo>
                    <a:pt x="84048" y="186042"/>
                  </a:lnTo>
                  <a:lnTo>
                    <a:pt x="74828" y="203746"/>
                  </a:lnTo>
                  <a:lnTo>
                    <a:pt x="73647" y="201587"/>
                  </a:lnTo>
                  <a:lnTo>
                    <a:pt x="73647" y="206032"/>
                  </a:lnTo>
                  <a:lnTo>
                    <a:pt x="47637" y="255955"/>
                  </a:lnTo>
                  <a:lnTo>
                    <a:pt x="46977" y="255955"/>
                  </a:lnTo>
                  <a:lnTo>
                    <a:pt x="46977" y="257225"/>
                  </a:lnTo>
                  <a:lnTo>
                    <a:pt x="16294" y="316166"/>
                  </a:lnTo>
                  <a:lnTo>
                    <a:pt x="38696" y="257225"/>
                  </a:lnTo>
                  <a:lnTo>
                    <a:pt x="46977" y="257225"/>
                  </a:lnTo>
                  <a:lnTo>
                    <a:pt x="46977" y="255955"/>
                  </a:lnTo>
                  <a:lnTo>
                    <a:pt x="39179" y="255955"/>
                  </a:lnTo>
                  <a:lnTo>
                    <a:pt x="64516" y="189318"/>
                  </a:lnTo>
                  <a:lnTo>
                    <a:pt x="73647" y="206032"/>
                  </a:lnTo>
                  <a:lnTo>
                    <a:pt x="73647" y="201587"/>
                  </a:lnTo>
                  <a:lnTo>
                    <a:pt x="65938" y="187452"/>
                  </a:lnTo>
                  <a:lnTo>
                    <a:pt x="79121" y="175475"/>
                  </a:lnTo>
                  <a:lnTo>
                    <a:pt x="84048" y="186042"/>
                  </a:lnTo>
                  <a:lnTo>
                    <a:pt x="84048" y="180936"/>
                  </a:lnTo>
                  <a:lnTo>
                    <a:pt x="80797" y="173964"/>
                  </a:lnTo>
                  <a:lnTo>
                    <a:pt x="82638" y="172288"/>
                  </a:lnTo>
                  <a:lnTo>
                    <a:pt x="89382" y="175806"/>
                  </a:lnTo>
                  <a:lnTo>
                    <a:pt x="89382" y="160007"/>
                  </a:lnTo>
                  <a:lnTo>
                    <a:pt x="85763" y="160794"/>
                  </a:lnTo>
                  <a:lnTo>
                    <a:pt x="85763" y="170053"/>
                  </a:lnTo>
                  <a:lnTo>
                    <a:pt x="83553" y="171450"/>
                  </a:lnTo>
                  <a:lnTo>
                    <a:pt x="85471" y="169710"/>
                  </a:lnTo>
                  <a:lnTo>
                    <a:pt x="85763" y="170053"/>
                  </a:lnTo>
                  <a:lnTo>
                    <a:pt x="85763" y="160794"/>
                  </a:lnTo>
                  <a:lnTo>
                    <a:pt x="84010" y="161175"/>
                  </a:lnTo>
                  <a:lnTo>
                    <a:pt x="84010" y="168109"/>
                  </a:lnTo>
                  <a:lnTo>
                    <a:pt x="79832" y="171907"/>
                  </a:lnTo>
                  <a:lnTo>
                    <a:pt x="78155" y="168313"/>
                  </a:lnTo>
                  <a:lnTo>
                    <a:pt x="78155" y="173418"/>
                  </a:lnTo>
                  <a:lnTo>
                    <a:pt x="66548" y="183959"/>
                  </a:lnTo>
                  <a:lnTo>
                    <a:pt x="73977" y="164439"/>
                  </a:lnTo>
                  <a:lnTo>
                    <a:pt x="78155" y="173418"/>
                  </a:lnTo>
                  <a:lnTo>
                    <a:pt x="78155" y="168313"/>
                  </a:lnTo>
                  <a:lnTo>
                    <a:pt x="75044" y="161632"/>
                  </a:lnTo>
                  <a:lnTo>
                    <a:pt x="77584" y="154940"/>
                  </a:lnTo>
                  <a:lnTo>
                    <a:pt x="80149" y="154635"/>
                  </a:lnTo>
                  <a:lnTo>
                    <a:pt x="80975" y="161823"/>
                  </a:lnTo>
                  <a:lnTo>
                    <a:pt x="78752" y="162306"/>
                  </a:lnTo>
                  <a:lnTo>
                    <a:pt x="84010" y="168109"/>
                  </a:lnTo>
                  <a:lnTo>
                    <a:pt x="84010" y="161175"/>
                  </a:lnTo>
                  <a:lnTo>
                    <a:pt x="82232" y="161556"/>
                  </a:lnTo>
                  <a:lnTo>
                    <a:pt x="95351" y="151752"/>
                  </a:lnTo>
                  <a:lnTo>
                    <a:pt x="81114" y="145643"/>
                  </a:lnTo>
                  <a:lnTo>
                    <a:pt x="82016" y="143268"/>
                  </a:lnTo>
                  <a:lnTo>
                    <a:pt x="96177" y="144945"/>
                  </a:lnTo>
                  <a:lnTo>
                    <a:pt x="92049" y="135369"/>
                  </a:lnTo>
                  <a:lnTo>
                    <a:pt x="98653" y="138366"/>
                  </a:lnTo>
                  <a:lnTo>
                    <a:pt x="96964" y="120611"/>
                  </a:lnTo>
                  <a:lnTo>
                    <a:pt x="90563" y="125183"/>
                  </a:lnTo>
                  <a:lnTo>
                    <a:pt x="89471" y="123659"/>
                  </a:lnTo>
                  <a:lnTo>
                    <a:pt x="101536" y="91960"/>
                  </a:lnTo>
                  <a:lnTo>
                    <a:pt x="108864" y="94754"/>
                  </a:lnTo>
                  <a:close/>
                </a:path>
                <a:path w="411479" h="339725">
                  <a:moveTo>
                    <a:pt x="408914" y="174396"/>
                  </a:moveTo>
                  <a:lnTo>
                    <a:pt x="383730" y="178371"/>
                  </a:lnTo>
                  <a:lnTo>
                    <a:pt x="390779" y="187083"/>
                  </a:lnTo>
                  <a:lnTo>
                    <a:pt x="310756" y="251815"/>
                  </a:lnTo>
                  <a:lnTo>
                    <a:pt x="312699" y="254203"/>
                  </a:lnTo>
                  <a:lnTo>
                    <a:pt x="392722" y="189471"/>
                  </a:lnTo>
                  <a:lnTo>
                    <a:pt x="399770" y="198183"/>
                  </a:lnTo>
                  <a:lnTo>
                    <a:pt x="408914" y="174396"/>
                  </a:lnTo>
                  <a:close/>
                </a:path>
                <a:path w="411479" h="339725">
                  <a:moveTo>
                    <a:pt x="408914" y="165315"/>
                  </a:moveTo>
                  <a:lnTo>
                    <a:pt x="388823" y="149644"/>
                  </a:lnTo>
                  <a:lnTo>
                    <a:pt x="387273" y="160743"/>
                  </a:lnTo>
                  <a:lnTo>
                    <a:pt x="311937" y="150228"/>
                  </a:lnTo>
                  <a:lnTo>
                    <a:pt x="311518" y="153263"/>
                  </a:lnTo>
                  <a:lnTo>
                    <a:pt x="386842" y="163791"/>
                  </a:lnTo>
                  <a:lnTo>
                    <a:pt x="385292" y="174891"/>
                  </a:lnTo>
                  <a:lnTo>
                    <a:pt x="408914" y="165315"/>
                  </a:lnTo>
                  <a:close/>
                </a:path>
                <a:path w="411479" h="339725">
                  <a:moveTo>
                    <a:pt x="411048" y="151765"/>
                  </a:moveTo>
                  <a:lnTo>
                    <a:pt x="404190" y="127215"/>
                  </a:lnTo>
                  <a:lnTo>
                    <a:pt x="396341" y="135216"/>
                  </a:lnTo>
                  <a:lnTo>
                    <a:pt x="312801" y="53530"/>
                  </a:lnTo>
                  <a:lnTo>
                    <a:pt x="310654" y="55714"/>
                  </a:lnTo>
                  <a:lnTo>
                    <a:pt x="394208" y="137426"/>
                  </a:lnTo>
                  <a:lnTo>
                    <a:pt x="386359" y="145427"/>
                  </a:lnTo>
                  <a:lnTo>
                    <a:pt x="411048" y="15176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26" name="object 2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97660" y="835573"/>
              <a:ext cx="95024" cy="216177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3736374" y="975916"/>
              <a:ext cx="95885" cy="68580"/>
            </a:xfrm>
            <a:custGeom>
              <a:avLst/>
              <a:gdLst/>
              <a:ahLst/>
              <a:cxnLst/>
              <a:rect l="l" t="t" r="r" b="b"/>
              <a:pathLst>
                <a:path w="95885" h="68580">
                  <a:moveTo>
                    <a:pt x="1243" y="0"/>
                  </a:moveTo>
                  <a:lnTo>
                    <a:pt x="0" y="1753"/>
                  </a:lnTo>
                  <a:lnTo>
                    <a:pt x="82215" y="59968"/>
                  </a:lnTo>
                  <a:lnTo>
                    <a:pt x="77687" y="66379"/>
                  </a:lnTo>
                  <a:lnTo>
                    <a:pt x="95444" y="68030"/>
                  </a:lnTo>
                  <a:lnTo>
                    <a:pt x="87994" y="51813"/>
                  </a:lnTo>
                  <a:lnTo>
                    <a:pt x="83467" y="58224"/>
                  </a:lnTo>
                  <a:lnTo>
                    <a:pt x="124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228" name="object 228"/>
          <p:cNvSpPr txBox="1"/>
          <p:nvPr/>
        </p:nvSpPr>
        <p:spPr>
          <a:xfrm>
            <a:off x="5779380" y="1202788"/>
            <a:ext cx="825891" cy="536358"/>
          </a:xfrm>
          <a:prstGeom prst="rect">
            <a:avLst/>
          </a:prstGeom>
        </p:spPr>
        <p:txBody>
          <a:bodyPr vert="horz" wrap="square" lIns="0" tIns="39427" rIns="0" bIns="0" rtlCol="0">
            <a:spAutoFit/>
          </a:bodyPr>
          <a:lstStyle/>
          <a:p>
            <a:pPr marL="41502" marR="16601" indent="4150">
              <a:lnSpc>
                <a:spcPct val="102299"/>
              </a:lnSpc>
              <a:spcBef>
                <a:spcPts val="310"/>
              </a:spcBef>
            </a:pP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Original  network</a:t>
            </a:r>
            <a:endParaRPr sz="1634">
              <a:latin typeface="Arial MT"/>
              <a:cs typeface="Arial MT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8327289" y="1202788"/>
            <a:ext cx="1545957" cy="536358"/>
          </a:xfrm>
          <a:prstGeom prst="rect">
            <a:avLst/>
          </a:prstGeom>
        </p:spPr>
        <p:txBody>
          <a:bodyPr vert="horz" wrap="square" lIns="0" tIns="39427" rIns="0" bIns="0" rtlCol="0">
            <a:spAutoFit/>
          </a:bodyPr>
          <a:lstStyle/>
          <a:p>
            <a:pPr marL="346544" marR="16601" indent="-307117">
              <a:lnSpc>
                <a:spcPct val="102299"/>
              </a:lnSpc>
              <a:spcBef>
                <a:spcPts val="310"/>
              </a:spcBef>
            </a:pPr>
            <a:r>
              <a:rPr sz="1634" spc="16" dirty="0">
                <a:solidFill>
                  <a:srgbClr val="231F20"/>
                </a:solidFill>
                <a:latin typeface="Arial MT"/>
                <a:cs typeface="Arial MT"/>
              </a:rPr>
              <a:t>Pooled </a:t>
            </a: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network  at</a:t>
            </a:r>
            <a:r>
              <a:rPr sz="1634" spc="-49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level</a:t>
            </a:r>
            <a:r>
              <a:rPr sz="1634" spc="-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34" spc="16" dirty="0">
                <a:solidFill>
                  <a:srgbClr val="231F20"/>
                </a:solidFill>
                <a:latin typeface="Arial MT"/>
                <a:cs typeface="Arial MT"/>
              </a:rPr>
              <a:t>1</a:t>
            </a:r>
            <a:endParaRPr sz="1634">
              <a:latin typeface="Arial MT"/>
              <a:cs typeface="Arial MT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10484286" y="1202788"/>
            <a:ext cx="1545957" cy="536358"/>
          </a:xfrm>
          <a:prstGeom prst="rect">
            <a:avLst/>
          </a:prstGeom>
        </p:spPr>
        <p:txBody>
          <a:bodyPr vert="horz" wrap="square" lIns="0" tIns="39427" rIns="0" bIns="0" rtlCol="0">
            <a:spAutoFit/>
          </a:bodyPr>
          <a:lstStyle/>
          <a:p>
            <a:pPr marL="346544" marR="16601" indent="-307117">
              <a:lnSpc>
                <a:spcPct val="102299"/>
              </a:lnSpc>
              <a:spcBef>
                <a:spcPts val="310"/>
              </a:spcBef>
            </a:pPr>
            <a:r>
              <a:rPr sz="1634" spc="16" dirty="0">
                <a:solidFill>
                  <a:srgbClr val="231F20"/>
                </a:solidFill>
                <a:latin typeface="Arial MT"/>
                <a:cs typeface="Arial MT"/>
              </a:rPr>
              <a:t>Pooled </a:t>
            </a: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network  at</a:t>
            </a:r>
            <a:r>
              <a:rPr sz="1634" spc="-49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level</a:t>
            </a:r>
            <a:r>
              <a:rPr sz="1634" spc="-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34" spc="16" dirty="0">
                <a:solidFill>
                  <a:srgbClr val="231F20"/>
                </a:solidFill>
                <a:latin typeface="Arial MT"/>
                <a:cs typeface="Arial MT"/>
              </a:rPr>
              <a:t>2</a:t>
            </a:r>
            <a:endParaRPr sz="1634">
              <a:latin typeface="Arial MT"/>
              <a:cs typeface="Arial MT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14603041" y="1202788"/>
            <a:ext cx="1286568" cy="536358"/>
          </a:xfrm>
          <a:prstGeom prst="rect">
            <a:avLst/>
          </a:prstGeom>
        </p:spPr>
        <p:txBody>
          <a:bodyPr vert="horz" wrap="square" lIns="0" tIns="39427" rIns="0" bIns="0" rtlCol="0">
            <a:spAutoFit/>
          </a:bodyPr>
          <a:lstStyle/>
          <a:p>
            <a:pPr marL="41502" marR="16601" indent="275990">
              <a:lnSpc>
                <a:spcPct val="102299"/>
              </a:lnSpc>
              <a:spcBef>
                <a:spcPts val="310"/>
              </a:spcBef>
            </a:pPr>
            <a:r>
              <a:rPr sz="1634" spc="16" dirty="0">
                <a:solidFill>
                  <a:srgbClr val="231F20"/>
                </a:solidFill>
                <a:latin typeface="Arial MT"/>
                <a:cs typeface="Arial MT"/>
              </a:rPr>
              <a:t>Graph </a:t>
            </a:r>
            <a:r>
              <a:rPr sz="1634" spc="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classification</a:t>
            </a:r>
            <a:endParaRPr sz="1634">
              <a:latin typeface="Arial MT"/>
              <a:cs typeface="Arial MT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12404508" y="1202788"/>
            <a:ext cx="1545957" cy="536358"/>
          </a:xfrm>
          <a:prstGeom prst="rect">
            <a:avLst/>
          </a:prstGeom>
        </p:spPr>
        <p:txBody>
          <a:bodyPr vert="horz" wrap="square" lIns="0" tIns="39427" rIns="0" bIns="0" rtlCol="0">
            <a:spAutoFit/>
          </a:bodyPr>
          <a:lstStyle/>
          <a:p>
            <a:pPr marL="346544" marR="16601" indent="-307117">
              <a:lnSpc>
                <a:spcPct val="102299"/>
              </a:lnSpc>
              <a:spcBef>
                <a:spcPts val="310"/>
              </a:spcBef>
            </a:pPr>
            <a:r>
              <a:rPr sz="1634" spc="16" dirty="0">
                <a:solidFill>
                  <a:srgbClr val="231F20"/>
                </a:solidFill>
                <a:latin typeface="Arial MT"/>
                <a:cs typeface="Arial MT"/>
              </a:rPr>
              <a:t>Pooled </a:t>
            </a: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network  at</a:t>
            </a:r>
            <a:r>
              <a:rPr sz="1634" spc="-49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34" dirty="0">
                <a:solidFill>
                  <a:srgbClr val="231F20"/>
                </a:solidFill>
                <a:latin typeface="Arial MT"/>
                <a:cs typeface="Arial MT"/>
              </a:rPr>
              <a:t>level</a:t>
            </a:r>
            <a:r>
              <a:rPr sz="1634" spc="-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34" spc="16" dirty="0">
                <a:solidFill>
                  <a:srgbClr val="231F20"/>
                </a:solidFill>
                <a:latin typeface="Arial MT"/>
                <a:cs typeface="Arial MT"/>
              </a:rPr>
              <a:t>3</a:t>
            </a:r>
            <a:endParaRPr sz="1634">
              <a:latin typeface="Arial MT"/>
              <a:cs typeface="Arial MT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3529809" y="5122576"/>
            <a:ext cx="13203922" cy="4837082"/>
            <a:chOff x="309193" y="1567548"/>
            <a:chExt cx="4040504" cy="1480185"/>
          </a:xfrm>
        </p:grpSpPr>
        <p:sp>
          <p:nvSpPr>
            <p:cNvPr id="234" name="object 234"/>
            <p:cNvSpPr/>
            <p:nvPr/>
          </p:nvSpPr>
          <p:spPr>
            <a:xfrm>
              <a:off x="309193" y="1567548"/>
              <a:ext cx="3989704" cy="182880"/>
            </a:xfrm>
            <a:custGeom>
              <a:avLst/>
              <a:gdLst/>
              <a:ahLst/>
              <a:cxnLst/>
              <a:rect l="l" t="t" r="r" b="b"/>
              <a:pathLst>
                <a:path w="3989704" h="18288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483"/>
                  </a:lnTo>
                  <a:lnTo>
                    <a:pt x="3989652" y="182483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35" name="object 2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9194" y="1737385"/>
              <a:ext cx="3989651" cy="50609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9994" y="2945739"/>
              <a:ext cx="101600" cy="101600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794" y="2933039"/>
              <a:ext cx="3938802" cy="114300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98846" y="1611795"/>
              <a:ext cx="50751" cy="1333944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309193" y="1781654"/>
              <a:ext cx="3989704" cy="1215390"/>
            </a:xfrm>
            <a:custGeom>
              <a:avLst/>
              <a:gdLst/>
              <a:ahLst/>
              <a:cxnLst/>
              <a:rect l="l" t="t" r="r" b="b"/>
              <a:pathLst>
                <a:path w="3989704" h="1215389">
                  <a:moveTo>
                    <a:pt x="3989652" y="0"/>
                  </a:moveTo>
                  <a:lnTo>
                    <a:pt x="0" y="0"/>
                  </a:lnTo>
                  <a:lnTo>
                    <a:pt x="0" y="1164084"/>
                  </a:lnTo>
                  <a:lnTo>
                    <a:pt x="4008" y="1183809"/>
                  </a:lnTo>
                  <a:lnTo>
                    <a:pt x="14922" y="1199962"/>
                  </a:lnTo>
                  <a:lnTo>
                    <a:pt x="31075" y="1210876"/>
                  </a:lnTo>
                  <a:lnTo>
                    <a:pt x="50800" y="1214885"/>
                  </a:lnTo>
                  <a:lnTo>
                    <a:pt x="3938852" y="1214885"/>
                  </a:lnTo>
                  <a:lnTo>
                    <a:pt x="3958576" y="1210876"/>
                  </a:lnTo>
                  <a:lnTo>
                    <a:pt x="3974729" y="1199962"/>
                  </a:lnTo>
                  <a:lnTo>
                    <a:pt x="3985644" y="1183809"/>
                  </a:lnTo>
                  <a:lnTo>
                    <a:pt x="3989652" y="11640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0" name="object 240"/>
            <p:cNvSpPr/>
            <p:nvPr/>
          </p:nvSpPr>
          <p:spPr>
            <a:xfrm>
              <a:off x="4298846" y="1649876"/>
              <a:ext cx="0" cy="1315085"/>
            </a:xfrm>
            <a:custGeom>
              <a:avLst/>
              <a:gdLst/>
              <a:ahLst/>
              <a:cxnLst/>
              <a:rect l="l" t="t" r="r" b="b"/>
              <a:pathLst>
                <a:path h="1315085">
                  <a:moveTo>
                    <a:pt x="0" y="13149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1" name="object 241"/>
            <p:cNvSpPr/>
            <p:nvPr/>
          </p:nvSpPr>
          <p:spPr>
            <a:xfrm>
              <a:off x="4298846" y="1637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2" name="object 242"/>
            <p:cNvSpPr/>
            <p:nvPr/>
          </p:nvSpPr>
          <p:spPr>
            <a:xfrm>
              <a:off x="4298846" y="1624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3" name="object 243"/>
            <p:cNvSpPr/>
            <p:nvPr/>
          </p:nvSpPr>
          <p:spPr>
            <a:xfrm>
              <a:off x="4298846" y="16117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44" name="object 2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1007" y="1829739"/>
              <a:ext cx="76809" cy="76809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1007" y="2039772"/>
              <a:ext cx="76809" cy="76809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1007" y="2421877"/>
              <a:ext cx="76809" cy="76809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1007" y="2631909"/>
              <a:ext cx="76809" cy="76809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1007" y="2841942"/>
              <a:ext cx="76809" cy="76809"/>
            </a:xfrm>
            <a:prstGeom prst="rect">
              <a:avLst/>
            </a:prstGeom>
          </p:spPr>
        </p:pic>
      </p:grpSp>
      <p:sp>
        <p:nvSpPr>
          <p:cNvPr id="249" name="object 249"/>
          <p:cNvSpPr txBox="1"/>
          <p:nvPr/>
        </p:nvSpPr>
        <p:spPr>
          <a:xfrm>
            <a:off x="3654319" y="4958799"/>
            <a:ext cx="12788900" cy="5716988"/>
          </a:xfrm>
          <a:prstGeom prst="rect">
            <a:avLst/>
          </a:prstGeom>
        </p:spPr>
        <p:txBody>
          <a:bodyPr vert="horz" wrap="square" lIns="0" tIns="157708" rIns="0" bIns="0" rtlCol="0">
            <a:spAutoFit/>
          </a:bodyPr>
          <a:lstStyle/>
          <a:p>
            <a:pPr marL="41502">
              <a:spcBef>
                <a:spcPts val="1242"/>
              </a:spcBef>
            </a:pPr>
            <a:r>
              <a:rPr sz="3595" spc="-16" dirty="0">
                <a:solidFill>
                  <a:srgbClr val="FFFFFF"/>
                </a:solidFill>
                <a:latin typeface="Microsoft Sans Serif"/>
                <a:cs typeface="Microsoft Sans Serif"/>
              </a:rPr>
              <a:t>Idea</a:t>
            </a:r>
            <a:endParaRPr sz="3595">
              <a:latin typeface="Microsoft Sans Serif"/>
              <a:cs typeface="Microsoft Sans Serif"/>
            </a:endParaRPr>
          </a:p>
          <a:p>
            <a:pPr marL="946253">
              <a:spcBef>
                <a:spcPts val="915"/>
              </a:spcBef>
            </a:pPr>
            <a:r>
              <a:rPr sz="3595" spc="-33" dirty="0">
                <a:latin typeface="Microsoft Sans Serif"/>
                <a:cs typeface="Microsoft Sans Serif"/>
              </a:rPr>
              <a:t>Use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standard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GNN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module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obtain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embedding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of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nodes</a:t>
            </a:r>
            <a:endParaRPr sz="3595">
              <a:latin typeface="Microsoft Sans Serif"/>
              <a:cs typeface="Microsoft Sans Serif"/>
            </a:endParaRPr>
          </a:p>
          <a:p>
            <a:pPr marL="946253" marR="774015">
              <a:lnSpc>
                <a:spcPct val="102600"/>
              </a:lnSpc>
              <a:spcBef>
                <a:spcPts val="980"/>
              </a:spcBef>
            </a:pPr>
            <a:r>
              <a:rPr sz="3595" spc="-49" dirty="0">
                <a:latin typeface="Microsoft Sans Serif"/>
                <a:cs typeface="Microsoft Sans Serif"/>
              </a:rPr>
              <a:t>Perform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graph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pooling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using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differentiable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soft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cluster </a:t>
            </a:r>
            <a:r>
              <a:rPr sz="3595" spc="-91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assignment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module</a:t>
            </a:r>
            <a:endParaRPr sz="3595">
              <a:latin typeface="Microsoft Sans Serif"/>
              <a:cs typeface="Microsoft Sans Serif"/>
            </a:endParaRPr>
          </a:p>
          <a:p>
            <a:pPr marL="946253" marR="3336787">
              <a:lnSpc>
                <a:spcPct val="125299"/>
              </a:lnSpc>
            </a:pPr>
            <a:r>
              <a:rPr sz="3595" spc="-16" dirty="0">
                <a:latin typeface="Microsoft Sans Serif"/>
                <a:cs typeface="Microsoft Sans Serif"/>
              </a:rPr>
              <a:t>Repeat</a:t>
            </a:r>
            <a:r>
              <a:rPr sz="3595" spc="147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the</a:t>
            </a:r>
            <a:r>
              <a:rPr sz="3595" spc="147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process</a:t>
            </a:r>
            <a:r>
              <a:rPr sz="3595" spc="147" dirty="0">
                <a:latin typeface="Microsoft Sans Serif"/>
                <a:cs typeface="Microsoft Sans Serif"/>
              </a:rPr>
              <a:t> </a:t>
            </a:r>
            <a:r>
              <a:rPr sz="3595" spc="-65" dirty="0">
                <a:latin typeface="Microsoft Sans Serif"/>
                <a:cs typeface="Microsoft Sans Serif"/>
              </a:rPr>
              <a:t>for</a:t>
            </a:r>
            <a:r>
              <a:rPr sz="3595" spc="147" dirty="0">
                <a:latin typeface="Microsoft Sans Serif"/>
                <a:cs typeface="Microsoft Sans Serif"/>
              </a:rPr>
              <a:t> </a:t>
            </a:r>
            <a:r>
              <a:rPr sz="3595" i="1" spc="-33" dirty="0">
                <a:latin typeface="Arial"/>
                <a:cs typeface="Arial"/>
              </a:rPr>
              <a:t>K</a:t>
            </a:r>
            <a:r>
              <a:rPr sz="3595" i="1" spc="605" dirty="0">
                <a:latin typeface="Arial"/>
                <a:cs typeface="Arial"/>
              </a:rPr>
              <a:t> </a:t>
            </a:r>
            <a:r>
              <a:rPr sz="3595" spc="-65" dirty="0">
                <a:latin typeface="Microsoft Sans Serif"/>
                <a:cs typeface="Microsoft Sans Serif"/>
              </a:rPr>
              <a:t>layers </a:t>
            </a:r>
            <a:r>
              <a:rPr sz="3595" spc="-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Aggregate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single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cluster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the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last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65" dirty="0">
                <a:latin typeface="Microsoft Sans Serif"/>
                <a:cs typeface="Microsoft Sans Serif"/>
              </a:rPr>
              <a:t>layer </a:t>
            </a:r>
            <a:r>
              <a:rPr sz="3595" spc="-89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Use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final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representation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to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classify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graph</a:t>
            </a:r>
            <a:endParaRPr sz="3595">
              <a:latin typeface="Microsoft Sans Serif"/>
              <a:cs typeface="Microsoft Sans Serif"/>
            </a:endParaRPr>
          </a:p>
          <a:p>
            <a:pPr>
              <a:spcBef>
                <a:spcPts val="131"/>
              </a:spcBef>
            </a:pPr>
            <a:endParaRPr sz="3431">
              <a:latin typeface="Microsoft Sans Serif"/>
              <a:cs typeface="Microsoft Sans Serif"/>
            </a:endParaRPr>
          </a:p>
          <a:p>
            <a:pPr marL="8078429"/>
            <a:r>
              <a:rPr sz="2941" spc="-16" dirty="0">
                <a:latin typeface="Microsoft Sans Serif"/>
                <a:cs typeface="Microsoft Sans Serif"/>
              </a:rPr>
              <a:t>Image</a:t>
            </a:r>
            <a:r>
              <a:rPr sz="2941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from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33" dirty="0">
                <a:latin typeface="Microsoft Sans Serif"/>
                <a:cs typeface="Microsoft Sans Serif"/>
              </a:rPr>
              <a:t>Ying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et</a:t>
            </a:r>
            <a:r>
              <a:rPr sz="2941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al.,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2018</a:t>
            </a:r>
            <a:endParaRPr sz="2941">
              <a:latin typeface="Microsoft Sans Serif"/>
              <a:cs typeface="Microsoft Sans Serif"/>
            </a:endParaRPr>
          </a:p>
        </p:txBody>
      </p:sp>
      <p:grpSp>
        <p:nvGrpSpPr>
          <p:cNvPr id="250" name="object 250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251" name="object 251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52" name="object 252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253" name="object 253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9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19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9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19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9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256" name="object 2">
            <a:extLst>
              <a:ext uri="{FF2B5EF4-FFF2-40B4-BE49-F238E27FC236}">
                <a16:creationId xmlns:a16="http://schemas.microsoft.com/office/drawing/2014/main" id="{FCFEBC7F-9DFC-944D-BA90-DF4F429848C0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24445498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5863679" y="2431081"/>
            <a:ext cx="8555679" cy="2021157"/>
            <a:chOff x="1023375" y="743930"/>
            <a:chExt cx="2618105" cy="6184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8277" y="1162758"/>
              <a:ext cx="248792" cy="1850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75859" y="843620"/>
              <a:ext cx="240665" cy="220979"/>
            </a:xfrm>
            <a:custGeom>
              <a:avLst/>
              <a:gdLst/>
              <a:ahLst/>
              <a:cxnLst/>
              <a:rect l="l" t="t" r="r" b="b"/>
              <a:pathLst>
                <a:path w="240664" h="220980">
                  <a:moveTo>
                    <a:pt x="115513" y="0"/>
                  </a:moveTo>
                  <a:lnTo>
                    <a:pt x="108103" y="0"/>
                  </a:lnTo>
                  <a:lnTo>
                    <a:pt x="47222" y="8520"/>
                  </a:lnTo>
                  <a:lnTo>
                    <a:pt x="24726" y="16825"/>
                  </a:lnTo>
                  <a:lnTo>
                    <a:pt x="8477" y="33138"/>
                  </a:lnTo>
                  <a:lnTo>
                    <a:pt x="0" y="55098"/>
                  </a:lnTo>
                  <a:lnTo>
                    <a:pt x="816" y="80350"/>
                  </a:lnTo>
                  <a:lnTo>
                    <a:pt x="23344" y="178915"/>
                  </a:lnTo>
                  <a:lnTo>
                    <a:pt x="33612" y="201348"/>
                  </a:lnTo>
                  <a:lnTo>
                    <a:pt x="50878" y="215625"/>
                  </a:lnTo>
                  <a:lnTo>
                    <a:pt x="72732" y="220564"/>
                  </a:lnTo>
                  <a:lnTo>
                    <a:pt x="96765" y="214983"/>
                  </a:lnTo>
                  <a:lnTo>
                    <a:pt x="144288" y="193027"/>
                  </a:lnTo>
                  <a:lnTo>
                    <a:pt x="194790" y="157065"/>
                  </a:lnTo>
                  <a:lnTo>
                    <a:pt x="233424" y="108858"/>
                  </a:lnTo>
                  <a:lnTo>
                    <a:pt x="240308" y="85056"/>
                  </a:lnTo>
                  <a:lnTo>
                    <a:pt x="236741" y="62337"/>
                  </a:lnTo>
                  <a:lnTo>
                    <a:pt x="223742" y="43273"/>
                  </a:lnTo>
                  <a:lnTo>
                    <a:pt x="202331" y="30437"/>
                  </a:lnTo>
                  <a:lnTo>
                    <a:pt x="115513" y="0"/>
                  </a:lnTo>
                  <a:close/>
                </a:path>
              </a:pathLst>
            </a:custGeom>
            <a:solidFill>
              <a:srgbClr val="FBB04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" name="object 7"/>
            <p:cNvSpPr/>
            <p:nvPr/>
          </p:nvSpPr>
          <p:spPr>
            <a:xfrm>
              <a:off x="1975859" y="843620"/>
              <a:ext cx="240665" cy="220979"/>
            </a:xfrm>
            <a:custGeom>
              <a:avLst/>
              <a:gdLst/>
              <a:ahLst/>
              <a:cxnLst/>
              <a:rect l="l" t="t" r="r" b="b"/>
              <a:pathLst>
                <a:path w="240664" h="220980">
                  <a:moveTo>
                    <a:pt x="108103" y="0"/>
                  </a:moveTo>
                  <a:lnTo>
                    <a:pt x="103299" y="672"/>
                  </a:lnTo>
                  <a:lnTo>
                    <a:pt x="90219" y="2504"/>
                  </a:lnTo>
                  <a:lnTo>
                    <a:pt x="70860" y="5213"/>
                  </a:lnTo>
                  <a:lnTo>
                    <a:pt x="47222" y="8520"/>
                  </a:lnTo>
                  <a:lnTo>
                    <a:pt x="24726" y="16825"/>
                  </a:lnTo>
                  <a:lnTo>
                    <a:pt x="8477" y="33138"/>
                  </a:lnTo>
                  <a:lnTo>
                    <a:pt x="0" y="55098"/>
                  </a:lnTo>
                  <a:lnTo>
                    <a:pt x="816" y="80350"/>
                  </a:lnTo>
                  <a:lnTo>
                    <a:pt x="23344" y="178915"/>
                  </a:lnTo>
                  <a:lnTo>
                    <a:pt x="33612" y="201348"/>
                  </a:lnTo>
                  <a:lnTo>
                    <a:pt x="50878" y="215625"/>
                  </a:lnTo>
                  <a:lnTo>
                    <a:pt x="72732" y="220564"/>
                  </a:lnTo>
                  <a:lnTo>
                    <a:pt x="96765" y="214983"/>
                  </a:lnTo>
                  <a:lnTo>
                    <a:pt x="144288" y="193027"/>
                  </a:lnTo>
                  <a:lnTo>
                    <a:pt x="194790" y="157065"/>
                  </a:lnTo>
                  <a:lnTo>
                    <a:pt x="233424" y="108858"/>
                  </a:lnTo>
                  <a:lnTo>
                    <a:pt x="240308" y="85056"/>
                  </a:lnTo>
                  <a:lnTo>
                    <a:pt x="236741" y="62337"/>
                  </a:lnTo>
                  <a:lnTo>
                    <a:pt x="223742" y="43273"/>
                  </a:lnTo>
                  <a:lnTo>
                    <a:pt x="202331" y="30437"/>
                  </a:lnTo>
                  <a:lnTo>
                    <a:pt x="115513" y="0"/>
                  </a:lnTo>
                </a:path>
              </a:pathLst>
            </a:custGeom>
            <a:ln w="6493">
              <a:solidFill>
                <a:srgbClr val="FBB04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" name="object 8"/>
            <p:cNvSpPr/>
            <p:nvPr/>
          </p:nvSpPr>
          <p:spPr>
            <a:xfrm>
              <a:off x="2116668" y="1049945"/>
              <a:ext cx="203835" cy="197485"/>
            </a:xfrm>
            <a:custGeom>
              <a:avLst/>
              <a:gdLst/>
              <a:ahLst/>
              <a:cxnLst/>
              <a:rect l="l" t="t" r="r" b="b"/>
              <a:pathLst>
                <a:path w="203835" h="197484">
                  <a:moveTo>
                    <a:pt x="163069" y="0"/>
                  </a:moveTo>
                  <a:lnTo>
                    <a:pt x="121073" y="8989"/>
                  </a:lnTo>
                  <a:lnTo>
                    <a:pt x="77290" y="40041"/>
                  </a:lnTo>
                  <a:lnTo>
                    <a:pt x="24780" y="94526"/>
                  </a:lnTo>
                  <a:lnTo>
                    <a:pt x="988" y="139556"/>
                  </a:lnTo>
                  <a:lnTo>
                    <a:pt x="0" y="162598"/>
                  </a:lnTo>
                  <a:lnTo>
                    <a:pt x="7058" y="182156"/>
                  </a:lnTo>
                  <a:lnTo>
                    <a:pt x="21282" y="194383"/>
                  </a:lnTo>
                  <a:lnTo>
                    <a:pt x="39796" y="197465"/>
                  </a:lnTo>
                  <a:lnTo>
                    <a:pt x="60204" y="191577"/>
                  </a:lnTo>
                  <a:lnTo>
                    <a:pt x="140756" y="115683"/>
                  </a:lnTo>
                  <a:lnTo>
                    <a:pt x="174879" y="73877"/>
                  </a:lnTo>
                  <a:lnTo>
                    <a:pt x="192721" y="38139"/>
                  </a:lnTo>
                  <a:lnTo>
                    <a:pt x="198974" y="6721"/>
                  </a:lnTo>
                  <a:lnTo>
                    <a:pt x="203786" y="6721"/>
                  </a:lnTo>
                  <a:lnTo>
                    <a:pt x="163069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" name="object 9"/>
            <p:cNvSpPr/>
            <p:nvPr/>
          </p:nvSpPr>
          <p:spPr>
            <a:xfrm>
              <a:off x="2116668" y="1049945"/>
              <a:ext cx="203835" cy="197485"/>
            </a:xfrm>
            <a:custGeom>
              <a:avLst/>
              <a:gdLst/>
              <a:ahLst/>
              <a:cxnLst/>
              <a:rect l="l" t="t" r="r" b="b"/>
              <a:pathLst>
                <a:path w="203835" h="197484">
                  <a:moveTo>
                    <a:pt x="203786" y="6721"/>
                  </a:moveTo>
                  <a:lnTo>
                    <a:pt x="200574" y="6190"/>
                  </a:lnTo>
                  <a:lnTo>
                    <a:pt x="191827" y="4746"/>
                  </a:lnTo>
                  <a:lnTo>
                    <a:pt x="178880" y="2609"/>
                  </a:lnTo>
                  <a:lnTo>
                    <a:pt x="163069" y="0"/>
                  </a:lnTo>
                  <a:lnTo>
                    <a:pt x="143702" y="1080"/>
                  </a:lnTo>
                  <a:lnTo>
                    <a:pt x="97998" y="22413"/>
                  </a:lnTo>
                  <a:lnTo>
                    <a:pt x="24780" y="94526"/>
                  </a:lnTo>
                  <a:lnTo>
                    <a:pt x="988" y="139556"/>
                  </a:lnTo>
                  <a:lnTo>
                    <a:pt x="0" y="162598"/>
                  </a:lnTo>
                  <a:lnTo>
                    <a:pt x="7058" y="182156"/>
                  </a:lnTo>
                  <a:lnTo>
                    <a:pt x="21282" y="194383"/>
                  </a:lnTo>
                  <a:lnTo>
                    <a:pt x="39796" y="197465"/>
                  </a:lnTo>
                  <a:lnTo>
                    <a:pt x="60204" y="191577"/>
                  </a:lnTo>
                  <a:lnTo>
                    <a:pt x="140756" y="115683"/>
                  </a:lnTo>
                  <a:lnTo>
                    <a:pt x="174879" y="73877"/>
                  </a:lnTo>
                  <a:lnTo>
                    <a:pt x="192721" y="38139"/>
                  </a:lnTo>
                  <a:lnTo>
                    <a:pt x="198974" y="6721"/>
                  </a:lnTo>
                </a:path>
              </a:pathLst>
            </a:custGeom>
            <a:ln w="6493">
              <a:solidFill>
                <a:srgbClr val="BCBEC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9336" y="951522"/>
              <a:ext cx="778510" cy="100965"/>
            </a:xfrm>
            <a:custGeom>
              <a:avLst/>
              <a:gdLst/>
              <a:ahLst/>
              <a:cxnLst/>
              <a:rect l="l" t="t" r="r" b="b"/>
              <a:pathLst>
                <a:path w="778510" h="100965">
                  <a:moveTo>
                    <a:pt x="8763" y="99720"/>
                  </a:moveTo>
                  <a:lnTo>
                    <a:pt x="8331" y="96291"/>
                  </a:lnTo>
                  <a:lnTo>
                    <a:pt x="0" y="97332"/>
                  </a:lnTo>
                  <a:lnTo>
                    <a:pt x="431" y="100761"/>
                  </a:lnTo>
                  <a:lnTo>
                    <a:pt x="8763" y="99720"/>
                  </a:lnTo>
                  <a:close/>
                </a:path>
                <a:path w="778510" h="100965">
                  <a:moveTo>
                    <a:pt x="21158" y="98171"/>
                  </a:moveTo>
                  <a:lnTo>
                    <a:pt x="20739" y="94729"/>
                  </a:lnTo>
                  <a:lnTo>
                    <a:pt x="12407" y="95783"/>
                  </a:lnTo>
                  <a:lnTo>
                    <a:pt x="12827" y="99212"/>
                  </a:lnTo>
                  <a:lnTo>
                    <a:pt x="21158" y="98171"/>
                  </a:lnTo>
                  <a:close/>
                </a:path>
                <a:path w="778510" h="100965">
                  <a:moveTo>
                    <a:pt x="27876" y="16941"/>
                  </a:moveTo>
                  <a:lnTo>
                    <a:pt x="27774" y="13474"/>
                  </a:lnTo>
                  <a:lnTo>
                    <a:pt x="18669" y="13779"/>
                  </a:lnTo>
                  <a:lnTo>
                    <a:pt x="18783" y="17233"/>
                  </a:lnTo>
                  <a:lnTo>
                    <a:pt x="27876" y="16941"/>
                  </a:lnTo>
                  <a:close/>
                </a:path>
                <a:path w="778510" h="100965">
                  <a:moveTo>
                    <a:pt x="33566" y="96608"/>
                  </a:moveTo>
                  <a:lnTo>
                    <a:pt x="33134" y="93179"/>
                  </a:lnTo>
                  <a:lnTo>
                    <a:pt x="24803" y="94221"/>
                  </a:lnTo>
                  <a:lnTo>
                    <a:pt x="25234" y="97650"/>
                  </a:lnTo>
                  <a:lnTo>
                    <a:pt x="33566" y="96608"/>
                  </a:lnTo>
                  <a:close/>
                </a:path>
                <a:path w="778510" h="100965">
                  <a:moveTo>
                    <a:pt x="41440" y="16497"/>
                  </a:moveTo>
                  <a:lnTo>
                    <a:pt x="41325" y="13042"/>
                  </a:lnTo>
                  <a:lnTo>
                    <a:pt x="32219" y="13335"/>
                  </a:lnTo>
                  <a:lnTo>
                    <a:pt x="32334" y="16789"/>
                  </a:lnTo>
                  <a:lnTo>
                    <a:pt x="41440" y="16497"/>
                  </a:lnTo>
                  <a:close/>
                </a:path>
                <a:path w="778510" h="100965">
                  <a:moveTo>
                    <a:pt x="45974" y="95059"/>
                  </a:moveTo>
                  <a:lnTo>
                    <a:pt x="45542" y="91630"/>
                  </a:lnTo>
                  <a:lnTo>
                    <a:pt x="37211" y="92671"/>
                  </a:lnTo>
                  <a:lnTo>
                    <a:pt x="37642" y="96100"/>
                  </a:lnTo>
                  <a:lnTo>
                    <a:pt x="45974" y="95059"/>
                  </a:lnTo>
                  <a:close/>
                </a:path>
                <a:path w="778510" h="100965">
                  <a:moveTo>
                    <a:pt x="54991" y="16065"/>
                  </a:moveTo>
                  <a:lnTo>
                    <a:pt x="54876" y="12598"/>
                  </a:lnTo>
                  <a:lnTo>
                    <a:pt x="45783" y="12890"/>
                  </a:lnTo>
                  <a:lnTo>
                    <a:pt x="45897" y="16357"/>
                  </a:lnTo>
                  <a:lnTo>
                    <a:pt x="54991" y="16065"/>
                  </a:lnTo>
                  <a:close/>
                </a:path>
                <a:path w="778510" h="100965">
                  <a:moveTo>
                    <a:pt x="58381" y="93510"/>
                  </a:moveTo>
                  <a:lnTo>
                    <a:pt x="57950" y="90081"/>
                  </a:lnTo>
                  <a:lnTo>
                    <a:pt x="49618" y="91122"/>
                  </a:lnTo>
                  <a:lnTo>
                    <a:pt x="50050" y="94551"/>
                  </a:lnTo>
                  <a:lnTo>
                    <a:pt x="58381" y="93510"/>
                  </a:lnTo>
                  <a:close/>
                </a:path>
                <a:path w="778510" h="100965">
                  <a:moveTo>
                    <a:pt x="68554" y="15621"/>
                  </a:moveTo>
                  <a:lnTo>
                    <a:pt x="68440" y="12166"/>
                  </a:lnTo>
                  <a:lnTo>
                    <a:pt x="59347" y="12458"/>
                  </a:lnTo>
                  <a:lnTo>
                    <a:pt x="59448" y="15913"/>
                  </a:lnTo>
                  <a:lnTo>
                    <a:pt x="68554" y="15621"/>
                  </a:lnTo>
                  <a:close/>
                </a:path>
                <a:path w="778510" h="100965">
                  <a:moveTo>
                    <a:pt x="70789" y="91948"/>
                  </a:moveTo>
                  <a:lnTo>
                    <a:pt x="70358" y="88519"/>
                  </a:lnTo>
                  <a:lnTo>
                    <a:pt x="62026" y="89560"/>
                  </a:lnTo>
                  <a:lnTo>
                    <a:pt x="62458" y="93002"/>
                  </a:lnTo>
                  <a:lnTo>
                    <a:pt x="70789" y="91948"/>
                  </a:lnTo>
                  <a:close/>
                </a:path>
                <a:path w="778510" h="100965">
                  <a:moveTo>
                    <a:pt x="82105" y="15176"/>
                  </a:moveTo>
                  <a:lnTo>
                    <a:pt x="81991" y="11722"/>
                  </a:lnTo>
                  <a:lnTo>
                    <a:pt x="72898" y="12014"/>
                  </a:lnTo>
                  <a:lnTo>
                    <a:pt x="73012" y="15481"/>
                  </a:lnTo>
                  <a:lnTo>
                    <a:pt x="82105" y="15176"/>
                  </a:lnTo>
                  <a:close/>
                </a:path>
                <a:path w="778510" h="100965">
                  <a:moveTo>
                    <a:pt x="83197" y="90398"/>
                  </a:moveTo>
                  <a:lnTo>
                    <a:pt x="82765" y="86969"/>
                  </a:lnTo>
                  <a:lnTo>
                    <a:pt x="74434" y="88011"/>
                  </a:lnTo>
                  <a:lnTo>
                    <a:pt x="74866" y="91440"/>
                  </a:lnTo>
                  <a:lnTo>
                    <a:pt x="83197" y="90398"/>
                  </a:lnTo>
                  <a:close/>
                </a:path>
                <a:path w="778510" h="100965">
                  <a:moveTo>
                    <a:pt x="95605" y="88849"/>
                  </a:moveTo>
                  <a:lnTo>
                    <a:pt x="95173" y="85420"/>
                  </a:lnTo>
                  <a:lnTo>
                    <a:pt x="86842" y="86461"/>
                  </a:lnTo>
                  <a:lnTo>
                    <a:pt x="87274" y="89890"/>
                  </a:lnTo>
                  <a:lnTo>
                    <a:pt x="95605" y="88849"/>
                  </a:lnTo>
                  <a:close/>
                </a:path>
                <a:path w="778510" h="100965">
                  <a:moveTo>
                    <a:pt x="95669" y="14744"/>
                  </a:moveTo>
                  <a:lnTo>
                    <a:pt x="95554" y="11290"/>
                  </a:lnTo>
                  <a:lnTo>
                    <a:pt x="86448" y="11582"/>
                  </a:lnTo>
                  <a:lnTo>
                    <a:pt x="86563" y="15036"/>
                  </a:lnTo>
                  <a:lnTo>
                    <a:pt x="95669" y="14744"/>
                  </a:lnTo>
                  <a:close/>
                </a:path>
                <a:path w="778510" h="100965">
                  <a:moveTo>
                    <a:pt x="108000" y="87299"/>
                  </a:moveTo>
                  <a:lnTo>
                    <a:pt x="107581" y="83858"/>
                  </a:lnTo>
                  <a:lnTo>
                    <a:pt x="99250" y="84899"/>
                  </a:lnTo>
                  <a:lnTo>
                    <a:pt x="99669" y="88341"/>
                  </a:lnTo>
                  <a:lnTo>
                    <a:pt x="108000" y="87299"/>
                  </a:lnTo>
                  <a:close/>
                </a:path>
                <a:path w="778510" h="100965">
                  <a:moveTo>
                    <a:pt x="109220" y="14300"/>
                  </a:moveTo>
                  <a:lnTo>
                    <a:pt x="109105" y="10845"/>
                  </a:lnTo>
                  <a:lnTo>
                    <a:pt x="100012" y="11137"/>
                  </a:lnTo>
                  <a:lnTo>
                    <a:pt x="100126" y="14605"/>
                  </a:lnTo>
                  <a:lnTo>
                    <a:pt x="109220" y="14300"/>
                  </a:lnTo>
                  <a:close/>
                </a:path>
                <a:path w="778510" h="100965">
                  <a:moveTo>
                    <a:pt x="120408" y="85750"/>
                  </a:moveTo>
                  <a:lnTo>
                    <a:pt x="119976" y="82308"/>
                  </a:lnTo>
                  <a:lnTo>
                    <a:pt x="111645" y="83350"/>
                  </a:lnTo>
                  <a:lnTo>
                    <a:pt x="112077" y="86779"/>
                  </a:lnTo>
                  <a:lnTo>
                    <a:pt x="120408" y="85750"/>
                  </a:lnTo>
                  <a:close/>
                </a:path>
                <a:path w="778510" h="100965">
                  <a:moveTo>
                    <a:pt x="122783" y="13868"/>
                  </a:moveTo>
                  <a:lnTo>
                    <a:pt x="122669" y="10401"/>
                  </a:lnTo>
                  <a:lnTo>
                    <a:pt x="113563" y="10706"/>
                  </a:lnTo>
                  <a:lnTo>
                    <a:pt x="113677" y="14160"/>
                  </a:lnTo>
                  <a:lnTo>
                    <a:pt x="122783" y="13868"/>
                  </a:lnTo>
                  <a:close/>
                </a:path>
                <a:path w="778510" h="100965">
                  <a:moveTo>
                    <a:pt x="132816" y="84188"/>
                  </a:moveTo>
                  <a:lnTo>
                    <a:pt x="132384" y="80759"/>
                  </a:lnTo>
                  <a:lnTo>
                    <a:pt x="124053" y="81800"/>
                  </a:lnTo>
                  <a:lnTo>
                    <a:pt x="124485" y="85229"/>
                  </a:lnTo>
                  <a:lnTo>
                    <a:pt x="132816" y="84188"/>
                  </a:lnTo>
                  <a:close/>
                </a:path>
                <a:path w="778510" h="100965">
                  <a:moveTo>
                    <a:pt x="145224" y="82638"/>
                  </a:moveTo>
                  <a:lnTo>
                    <a:pt x="144792" y="79197"/>
                  </a:lnTo>
                  <a:lnTo>
                    <a:pt x="136461" y="80251"/>
                  </a:lnTo>
                  <a:lnTo>
                    <a:pt x="136893" y="83680"/>
                  </a:lnTo>
                  <a:lnTo>
                    <a:pt x="145224" y="82638"/>
                  </a:lnTo>
                  <a:close/>
                </a:path>
                <a:path w="778510" h="100965">
                  <a:moveTo>
                    <a:pt x="157632" y="81089"/>
                  </a:moveTo>
                  <a:lnTo>
                    <a:pt x="157200" y="77647"/>
                  </a:lnTo>
                  <a:lnTo>
                    <a:pt x="148869" y="78689"/>
                  </a:lnTo>
                  <a:lnTo>
                    <a:pt x="149301" y="82130"/>
                  </a:lnTo>
                  <a:lnTo>
                    <a:pt x="157632" y="81089"/>
                  </a:lnTo>
                  <a:close/>
                </a:path>
                <a:path w="778510" h="100965">
                  <a:moveTo>
                    <a:pt x="170027" y="79527"/>
                  </a:moveTo>
                  <a:lnTo>
                    <a:pt x="169595" y="76098"/>
                  </a:lnTo>
                  <a:lnTo>
                    <a:pt x="161264" y="77139"/>
                  </a:lnTo>
                  <a:lnTo>
                    <a:pt x="161709" y="80581"/>
                  </a:lnTo>
                  <a:lnTo>
                    <a:pt x="170027" y="79527"/>
                  </a:lnTo>
                  <a:close/>
                </a:path>
                <a:path w="778510" h="100965">
                  <a:moveTo>
                    <a:pt x="182435" y="77978"/>
                  </a:moveTo>
                  <a:lnTo>
                    <a:pt x="182016" y="74549"/>
                  </a:lnTo>
                  <a:lnTo>
                    <a:pt x="173685" y="75590"/>
                  </a:lnTo>
                  <a:lnTo>
                    <a:pt x="174104" y="79019"/>
                  </a:lnTo>
                  <a:lnTo>
                    <a:pt x="182435" y="77978"/>
                  </a:lnTo>
                  <a:close/>
                </a:path>
                <a:path w="778510" h="100965">
                  <a:moveTo>
                    <a:pt x="194843" y="76428"/>
                  </a:moveTo>
                  <a:lnTo>
                    <a:pt x="194411" y="72999"/>
                  </a:lnTo>
                  <a:lnTo>
                    <a:pt x="186080" y="74028"/>
                  </a:lnTo>
                  <a:lnTo>
                    <a:pt x="186512" y="77470"/>
                  </a:lnTo>
                  <a:lnTo>
                    <a:pt x="194843" y="76428"/>
                  </a:lnTo>
                  <a:close/>
                </a:path>
                <a:path w="778510" h="100965">
                  <a:moveTo>
                    <a:pt x="207251" y="74879"/>
                  </a:moveTo>
                  <a:lnTo>
                    <a:pt x="206819" y="71437"/>
                  </a:lnTo>
                  <a:lnTo>
                    <a:pt x="198488" y="72478"/>
                  </a:lnTo>
                  <a:lnTo>
                    <a:pt x="198920" y="75907"/>
                  </a:lnTo>
                  <a:lnTo>
                    <a:pt x="207251" y="74879"/>
                  </a:lnTo>
                  <a:close/>
                </a:path>
                <a:path w="778510" h="100965">
                  <a:moveTo>
                    <a:pt x="219659" y="73317"/>
                  </a:moveTo>
                  <a:lnTo>
                    <a:pt x="219227" y="69888"/>
                  </a:lnTo>
                  <a:lnTo>
                    <a:pt x="210896" y="70929"/>
                  </a:lnTo>
                  <a:lnTo>
                    <a:pt x="211328" y="74358"/>
                  </a:lnTo>
                  <a:lnTo>
                    <a:pt x="219659" y="73317"/>
                  </a:lnTo>
                  <a:close/>
                </a:path>
                <a:path w="778510" h="100965">
                  <a:moveTo>
                    <a:pt x="232067" y="71767"/>
                  </a:moveTo>
                  <a:lnTo>
                    <a:pt x="231635" y="68338"/>
                  </a:lnTo>
                  <a:lnTo>
                    <a:pt x="223304" y="69380"/>
                  </a:lnTo>
                  <a:lnTo>
                    <a:pt x="223735" y="72809"/>
                  </a:lnTo>
                  <a:lnTo>
                    <a:pt x="232067" y="71767"/>
                  </a:lnTo>
                  <a:close/>
                </a:path>
                <a:path w="778510" h="100965">
                  <a:moveTo>
                    <a:pt x="244475" y="70218"/>
                  </a:moveTo>
                  <a:lnTo>
                    <a:pt x="244043" y="66776"/>
                  </a:lnTo>
                  <a:lnTo>
                    <a:pt x="235712" y="67830"/>
                  </a:lnTo>
                  <a:lnTo>
                    <a:pt x="236143" y="71259"/>
                  </a:lnTo>
                  <a:lnTo>
                    <a:pt x="244475" y="70218"/>
                  </a:lnTo>
                  <a:close/>
                </a:path>
                <a:path w="778510" h="100965">
                  <a:moveTo>
                    <a:pt x="256870" y="68656"/>
                  </a:moveTo>
                  <a:lnTo>
                    <a:pt x="256451" y="65227"/>
                  </a:lnTo>
                  <a:lnTo>
                    <a:pt x="248119" y="66268"/>
                  </a:lnTo>
                  <a:lnTo>
                    <a:pt x="248539" y="69697"/>
                  </a:lnTo>
                  <a:lnTo>
                    <a:pt x="256870" y="68656"/>
                  </a:lnTo>
                  <a:close/>
                </a:path>
                <a:path w="778510" h="100965">
                  <a:moveTo>
                    <a:pt x="269278" y="67106"/>
                  </a:moveTo>
                  <a:lnTo>
                    <a:pt x="268859" y="63665"/>
                  </a:lnTo>
                  <a:lnTo>
                    <a:pt x="260527" y="64719"/>
                  </a:lnTo>
                  <a:lnTo>
                    <a:pt x="260946" y="68148"/>
                  </a:lnTo>
                  <a:lnTo>
                    <a:pt x="269278" y="67106"/>
                  </a:lnTo>
                  <a:close/>
                </a:path>
                <a:path w="778510" h="100965">
                  <a:moveTo>
                    <a:pt x="281686" y="65557"/>
                  </a:moveTo>
                  <a:lnTo>
                    <a:pt x="281254" y="62128"/>
                  </a:lnTo>
                  <a:lnTo>
                    <a:pt x="272923" y="63157"/>
                  </a:lnTo>
                  <a:lnTo>
                    <a:pt x="273354" y="66598"/>
                  </a:lnTo>
                  <a:lnTo>
                    <a:pt x="281686" y="65557"/>
                  </a:lnTo>
                  <a:close/>
                </a:path>
                <a:path w="778510" h="100965">
                  <a:moveTo>
                    <a:pt x="294093" y="63995"/>
                  </a:moveTo>
                  <a:lnTo>
                    <a:pt x="293662" y="60566"/>
                  </a:lnTo>
                  <a:lnTo>
                    <a:pt x="285330" y="61607"/>
                  </a:lnTo>
                  <a:lnTo>
                    <a:pt x="285762" y="65049"/>
                  </a:lnTo>
                  <a:lnTo>
                    <a:pt x="294093" y="63995"/>
                  </a:lnTo>
                  <a:close/>
                </a:path>
                <a:path w="778510" h="100965">
                  <a:moveTo>
                    <a:pt x="306501" y="62445"/>
                  </a:moveTo>
                  <a:lnTo>
                    <a:pt x="306070" y="59016"/>
                  </a:lnTo>
                  <a:lnTo>
                    <a:pt x="297738" y="60058"/>
                  </a:lnTo>
                  <a:lnTo>
                    <a:pt x="298170" y="63487"/>
                  </a:lnTo>
                  <a:lnTo>
                    <a:pt x="306501" y="62445"/>
                  </a:lnTo>
                  <a:close/>
                </a:path>
                <a:path w="778510" h="100965">
                  <a:moveTo>
                    <a:pt x="318909" y="60896"/>
                  </a:moveTo>
                  <a:lnTo>
                    <a:pt x="318477" y="57467"/>
                  </a:lnTo>
                  <a:lnTo>
                    <a:pt x="310146" y="58496"/>
                  </a:lnTo>
                  <a:lnTo>
                    <a:pt x="310578" y="61937"/>
                  </a:lnTo>
                  <a:lnTo>
                    <a:pt x="318909" y="60896"/>
                  </a:lnTo>
                  <a:close/>
                </a:path>
                <a:path w="778510" h="100965">
                  <a:moveTo>
                    <a:pt x="331317" y="59347"/>
                  </a:moveTo>
                  <a:lnTo>
                    <a:pt x="330885" y="55905"/>
                  </a:lnTo>
                  <a:lnTo>
                    <a:pt x="322554" y="56946"/>
                  </a:lnTo>
                  <a:lnTo>
                    <a:pt x="322973" y="60388"/>
                  </a:lnTo>
                  <a:lnTo>
                    <a:pt x="331317" y="59347"/>
                  </a:lnTo>
                  <a:close/>
                </a:path>
                <a:path w="778510" h="100965">
                  <a:moveTo>
                    <a:pt x="343712" y="57785"/>
                  </a:moveTo>
                  <a:lnTo>
                    <a:pt x="343281" y="54356"/>
                  </a:lnTo>
                  <a:lnTo>
                    <a:pt x="334949" y="55397"/>
                  </a:lnTo>
                  <a:lnTo>
                    <a:pt x="335381" y="58826"/>
                  </a:lnTo>
                  <a:lnTo>
                    <a:pt x="343712" y="57785"/>
                  </a:lnTo>
                  <a:close/>
                </a:path>
                <a:path w="778510" h="100965">
                  <a:moveTo>
                    <a:pt x="356120" y="56235"/>
                  </a:moveTo>
                  <a:lnTo>
                    <a:pt x="355688" y="52806"/>
                  </a:lnTo>
                  <a:lnTo>
                    <a:pt x="347357" y="53848"/>
                  </a:lnTo>
                  <a:lnTo>
                    <a:pt x="347789" y="57277"/>
                  </a:lnTo>
                  <a:lnTo>
                    <a:pt x="356120" y="56235"/>
                  </a:lnTo>
                  <a:close/>
                </a:path>
                <a:path w="778510" h="100965">
                  <a:moveTo>
                    <a:pt x="368528" y="54686"/>
                  </a:moveTo>
                  <a:lnTo>
                    <a:pt x="368096" y="51244"/>
                  </a:lnTo>
                  <a:lnTo>
                    <a:pt x="359765" y="52298"/>
                  </a:lnTo>
                  <a:lnTo>
                    <a:pt x="360197" y="55727"/>
                  </a:lnTo>
                  <a:lnTo>
                    <a:pt x="368528" y="54686"/>
                  </a:lnTo>
                  <a:close/>
                </a:path>
                <a:path w="778510" h="100965">
                  <a:moveTo>
                    <a:pt x="380936" y="53124"/>
                  </a:moveTo>
                  <a:lnTo>
                    <a:pt x="380504" y="49695"/>
                  </a:lnTo>
                  <a:lnTo>
                    <a:pt x="372173" y="50736"/>
                  </a:lnTo>
                  <a:lnTo>
                    <a:pt x="372605" y="54178"/>
                  </a:lnTo>
                  <a:lnTo>
                    <a:pt x="380936" y="53124"/>
                  </a:lnTo>
                  <a:close/>
                </a:path>
                <a:path w="778510" h="100965">
                  <a:moveTo>
                    <a:pt x="393344" y="51574"/>
                  </a:moveTo>
                  <a:lnTo>
                    <a:pt x="392912" y="48145"/>
                  </a:lnTo>
                  <a:lnTo>
                    <a:pt x="384581" y="49187"/>
                  </a:lnTo>
                  <a:lnTo>
                    <a:pt x="385013" y="52616"/>
                  </a:lnTo>
                  <a:lnTo>
                    <a:pt x="393344" y="51574"/>
                  </a:lnTo>
                  <a:close/>
                </a:path>
                <a:path w="778510" h="100965">
                  <a:moveTo>
                    <a:pt x="405739" y="50025"/>
                  </a:moveTo>
                  <a:lnTo>
                    <a:pt x="405320" y="46596"/>
                  </a:lnTo>
                  <a:lnTo>
                    <a:pt x="396989" y="47637"/>
                  </a:lnTo>
                  <a:lnTo>
                    <a:pt x="397408" y="51066"/>
                  </a:lnTo>
                  <a:lnTo>
                    <a:pt x="405739" y="50025"/>
                  </a:lnTo>
                  <a:close/>
                </a:path>
                <a:path w="778510" h="100965">
                  <a:moveTo>
                    <a:pt x="418147" y="48463"/>
                  </a:moveTo>
                  <a:lnTo>
                    <a:pt x="417728" y="45034"/>
                  </a:lnTo>
                  <a:lnTo>
                    <a:pt x="409397" y="46075"/>
                  </a:lnTo>
                  <a:lnTo>
                    <a:pt x="409816" y="49517"/>
                  </a:lnTo>
                  <a:lnTo>
                    <a:pt x="418147" y="48463"/>
                  </a:lnTo>
                  <a:close/>
                </a:path>
                <a:path w="778510" h="100965">
                  <a:moveTo>
                    <a:pt x="430555" y="46926"/>
                  </a:moveTo>
                  <a:lnTo>
                    <a:pt x="430123" y="43484"/>
                  </a:lnTo>
                  <a:lnTo>
                    <a:pt x="421792" y="44526"/>
                  </a:lnTo>
                  <a:lnTo>
                    <a:pt x="422224" y="47955"/>
                  </a:lnTo>
                  <a:lnTo>
                    <a:pt x="430555" y="46926"/>
                  </a:lnTo>
                  <a:close/>
                </a:path>
                <a:path w="778510" h="100965">
                  <a:moveTo>
                    <a:pt x="442963" y="45364"/>
                  </a:moveTo>
                  <a:lnTo>
                    <a:pt x="442531" y="41935"/>
                  </a:lnTo>
                  <a:lnTo>
                    <a:pt x="434200" y="42976"/>
                  </a:lnTo>
                  <a:lnTo>
                    <a:pt x="434632" y="46405"/>
                  </a:lnTo>
                  <a:lnTo>
                    <a:pt x="442963" y="45364"/>
                  </a:lnTo>
                  <a:close/>
                </a:path>
                <a:path w="778510" h="100965">
                  <a:moveTo>
                    <a:pt x="455371" y="43815"/>
                  </a:moveTo>
                  <a:lnTo>
                    <a:pt x="454939" y="40373"/>
                  </a:lnTo>
                  <a:lnTo>
                    <a:pt x="446608" y="41427"/>
                  </a:lnTo>
                  <a:lnTo>
                    <a:pt x="447040" y="44856"/>
                  </a:lnTo>
                  <a:lnTo>
                    <a:pt x="455371" y="43815"/>
                  </a:lnTo>
                  <a:close/>
                </a:path>
                <a:path w="778510" h="100965">
                  <a:moveTo>
                    <a:pt x="467779" y="42265"/>
                  </a:moveTo>
                  <a:lnTo>
                    <a:pt x="467347" y="38823"/>
                  </a:lnTo>
                  <a:lnTo>
                    <a:pt x="459016" y="39865"/>
                  </a:lnTo>
                  <a:lnTo>
                    <a:pt x="459447" y="43294"/>
                  </a:lnTo>
                  <a:lnTo>
                    <a:pt x="467779" y="42265"/>
                  </a:lnTo>
                  <a:close/>
                </a:path>
                <a:path w="778510" h="100965">
                  <a:moveTo>
                    <a:pt x="480187" y="40703"/>
                  </a:moveTo>
                  <a:lnTo>
                    <a:pt x="479755" y="37274"/>
                  </a:lnTo>
                  <a:lnTo>
                    <a:pt x="471424" y="38315"/>
                  </a:lnTo>
                  <a:lnTo>
                    <a:pt x="471843" y="41744"/>
                  </a:lnTo>
                  <a:lnTo>
                    <a:pt x="480187" y="40703"/>
                  </a:lnTo>
                  <a:close/>
                </a:path>
                <a:path w="778510" h="100965">
                  <a:moveTo>
                    <a:pt x="492582" y="39154"/>
                  </a:moveTo>
                  <a:lnTo>
                    <a:pt x="492163" y="35725"/>
                  </a:lnTo>
                  <a:lnTo>
                    <a:pt x="483831" y="36766"/>
                  </a:lnTo>
                  <a:lnTo>
                    <a:pt x="484251" y="40195"/>
                  </a:lnTo>
                  <a:lnTo>
                    <a:pt x="492582" y="39154"/>
                  </a:lnTo>
                  <a:close/>
                </a:path>
                <a:path w="778510" h="100965">
                  <a:moveTo>
                    <a:pt x="504990" y="37592"/>
                  </a:moveTo>
                  <a:lnTo>
                    <a:pt x="504571" y="34175"/>
                  </a:lnTo>
                  <a:lnTo>
                    <a:pt x="496227" y="35204"/>
                  </a:lnTo>
                  <a:lnTo>
                    <a:pt x="496658" y="38646"/>
                  </a:lnTo>
                  <a:lnTo>
                    <a:pt x="504990" y="37592"/>
                  </a:lnTo>
                  <a:close/>
                </a:path>
                <a:path w="778510" h="100965">
                  <a:moveTo>
                    <a:pt x="517398" y="36042"/>
                  </a:moveTo>
                  <a:lnTo>
                    <a:pt x="516966" y="32613"/>
                  </a:lnTo>
                  <a:lnTo>
                    <a:pt x="508635" y="33655"/>
                  </a:lnTo>
                  <a:lnTo>
                    <a:pt x="509066" y="37084"/>
                  </a:lnTo>
                  <a:lnTo>
                    <a:pt x="517398" y="36042"/>
                  </a:lnTo>
                  <a:close/>
                </a:path>
                <a:path w="778510" h="100965">
                  <a:moveTo>
                    <a:pt x="529805" y="34493"/>
                  </a:moveTo>
                  <a:lnTo>
                    <a:pt x="529374" y="31064"/>
                  </a:lnTo>
                  <a:lnTo>
                    <a:pt x="521042" y="32105"/>
                  </a:lnTo>
                  <a:lnTo>
                    <a:pt x="521474" y="35534"/>
                  </a:lnTo>
                  <a:lnTo>
                    <a:pt x="529805" y="34493"/>
                  </a:lnTo>
                  <a:close/>
                </a:path>
                <a:path w="778510" h="100965">
                  <a:moveTo>
                    <a:pt x="542213" y="32943"/>
                  </a:moveTo>
                  <a:lnTo>
                    <a:pt x="541782" y="29502"/>
                  </a:lnTo>
                  <a:lnTo>
                    <a:pt x="533450" y="30543"/>
                  </a:lnTo>
                  <a:lnTo>
                    <a:pt x="533882" y="33985"/>
                  </a:lnTo>
                  <a:lnTo>
                    <a:pt x="542213" y="32943"/>
                  </a:lnTo>
                  <a:close/>
                </a:path>
                <a:path w="778510" h="100965">
                  <a:moveTo>
                    <a:pt x="554621" y="31394"/>
                  </a:moveTo>
                  <a:lnTo>
                    <a:pt x="554189" y="27952"/>
                  </a:lnTo>
                  <a:lnTo>
                    <a:pt x="545858" y="28994"/>
                  </a:lnTo>
                  <a:lnTo>
                    <a:pt x="546277" y="32423"/>
                  </a:lnTo>
                  <a:lnTo>
                    <a:pt x="554621" y="31394"/>
                  </a:lnTo>
                  <a:close/>
                </a:path>
                <a:path w="778510" h="100965">
                  <a:moveTo>
                    <a:pt x="567016" y="29832"/>
                  </a:moveTo>
                  <a:lnTo>
                    <a:pt x="566597" y="26403"/>
                  </a:lnTo>
                  <a:lnTo>
                    <a:pt x="558266" y="27444"/>
                  </a:lnTo>
                  <a:lnTo>
                    <a:pt x="558685" y="30873"/>
                  </a:lnTo>
                  <a:lnTo>
                    <a:pt x="567016" y="29832"/>
                  </a:lnTo>
                  <a:close/>
                </a:path>
                <a:path w="778510" h="100965">
                  <a:moveTo>
                    <a:pt x="579424" y="28282"/>
                  </a:moveTo>
                  <a:lnTo>
                    <a:pt x="578993" y="24841"/>
                  </a:lnTo>
                  <a:lnTo>
                    <a:pt x="570661" y="25895"/>
                  </a:lnTo>
                  <a:lnTo>
                    <a:pt x="571093" y="29324"/>
                  </a:lnTo>
                  <a:lnTo>
                    <a:pt x="579424" y="28282"/>
                  </a:lnTo>
                  <a:close/>
                </a:path>
                <a:path w="778510" h="100965">
                  <a:moveTo>
                    <a:pt x="591832" y="26733"/>
                  </a:moveTo>
                  <a:lnTo>
                    <a:pt x="591400" y="23291"/>
                  </a:lnTo>
                  <a:lnTo>
                    <a:pt x="583069" y="24333"/>
                  </a:lnTo>
                  <a:lnTo>
                    <a:pt x="583501" y="27762"/>
                  </a:lnTo>
                  <a:lnTo>
                    <a:pt x="591832" y="26733"/>
                  </a:lnTo>
                  <a:close/>
                </a:path>
                <a:path w="778510" h="100965">
                  <a:moveTo>
                    <a:pt x="604240" y="25171"/>
                  </a:moveTo>
                  <a:lnTo>
                    <a:pt x="603808" y="21742"/>
                  </a:lnTo>
                  <a:lnTo>
                    <a:pt x="595477" y="22783"/>
                  </a:lnTo>
                  <a:lnTo>
                    <a:pt x="595909" y="26225"/>
                  </a:lnTo>
                  <a:lnTo>
                    <a:pt x="604240" y="25171"/>
                  </a:lnTo>
                  <a:close/>
                </a:path>
                <a:path w="778510" h="100965">
                  <a:moveTo>
                    <a:pt x="616648" y="23622"/>
                  </a:moveTo>
                  <a:lnTo>
                    <a:pt x="616216" y="20193"/>
                  </a:lnTo>
                  <a:lnTo>
                    <a:pt x="607885" y="21234"/>
                  </a:lnTo>
                  <a:lnTo>
                    <a:pt x="608317" y="24663"/>
                  </a:lnTo>
                  <a:lnTo>
                    <a:pt x="616648" y="23622"/>
                  </a:lnTo>
                  <a:close/>
                </a:path>
                <a:path w="778510" h="100965">
                  <a:moveTo>
                    <a:pt x="629056" y="22072"/>
                  </a:moveTo>
                  <a:lnTo>
                    <a:pt x="628624" y="18643"/>
                  </a:lnTo>
                  <a:lnTo>
                    <a:pt x="620293" y="19672"/>
                  </a:lnTo>
                  <a:lnTo>
                    <a:pt x="620725" y="23114"/>
                  </a:lnTo>
                  <a:lnTo>
                    <a:pt x="629056" y="22072"/>
                  </a:lnTo>
                  <a:close/>
                </a:path>
                <a:path w="778510" h="100965">
                  <a:moveTo>
                    <a:pt x="641451" y="20510"/>
                  </a:moveTo>
                  <a:lnTo>
                    <a:pt x="641032" y="17081"/>
                  </a:lnTo>
                  <a:lnTo>
                    <a:pt x="632701" y="18122"/>
                  </a:lnTo>
                  <a:lnTo>
                    <a:pt x="633120" y="21564"/>
                  </a:lnTo>
                  <a:lnTo>
                    <a:pt x="641451" y="20510"/>
                  </a:lnTo>
                  <a:close/>
                </a:path>
                <a:path w="778510" h="100965">
                  <a:moveTo>
                    <a:pt x="653859" y="18961"/>
                  </a:moveTo>
                  <a:lnTo>
                    <a:pt x="653440" y="15532"/>
                  </a:lnTo>
                  <a:lnTo>
                    <a:pt x="645109" y="16573"/>
                  </a:lnTo>
                  <a:lnTo>
                    <a:pt x="645528" y="20002"/>
                  </a:lnTo>
                  <a:lnTo>
                    <a:pt x="653859" y="18961"/>
                  </a:lnTo>
                  <a:close/>
                </a:path>
                <a:path w="778510" h="100965">
                  <a:moveTo>
                    <a:pt x="666267" y="17411"/>
                  </a:moveTo>
                  <a:lnTo>
                    <a:pt x="665835" y="13982"/>
                  </a:lnTo>
                  <a:lnTo>
                    <a:pt x="657504" y="15011"/>
                  </a:lnTo>
                  <a:lnTo>
                    <a:pt x="657936" y="18453"/>
                  </a:lnTo>
                  <a:lnTo>
                    <a:pt x="666267" y="17411"/>
                  </a:lnTo>
                  <a:close/>
                </a:path>
                <a:path w="778510" h="100965">
                  <a:moveTo>
                    <a:pt x="678675" y="15862"/>
                  </a:moveTo>
                  <a:lnTo>
                    <a:pt x="678243" y="12420"/>
                  </a:lnTo>
                  <a:lnTo>
                    <a:pt x="669912" y="13462"/>
                  </a:lnTo>
                  <a:lnTo>
                    <a:pt x="670344" y="16903"/>
                  </a:lnTo>
                  <a:lnTo>
                    <a:pt x="678675" y="15862"/>
                  </a:lnTo>
                  <a:close/>
                </a:path>
                <a:path w="778510" h="100965">
                  <a:moveTo>
                    <a:pt x="691083" y="14300"/>
                  </a:moveTo>
                  <a:lnTo>
                    <a:pt x="690651" y="10871"/>
                  </a:lnTo>
                  <a:lnTo>
                    <a:pt x="682320" y="11912"/>
                  </a:lnTo>
                  <a:lnTo>
                    <a:pt x="682752" y="15341"/>
                  </a:lnTo>
                  <a:lnTo>
                    <a:pt x="691083" y="14300"/>
                  </a:lnTo>
                  <a:close/>
                </a:path>
                <a:path w="778510" h="100965">
                  <a:moveTo>
                    <a:pt x="703491" y="12750"/>
                  </a:moveTo>
                  <a:lnTo>
                    <a:pt x="703059" y="9321"/>
                  </a:lnTo>
                  <a:lnTo>
                    <a:pt x="694728" y="10363"/>
                  </a:lnTo>
                  <a:lnTo>
                    <a:pt x="695159" y="13792"/>
                  </a:lnTo>
                  <a:lnTo>
                    <a:pt x="703491" y="12750"/>
                  </a:lnTo>
                  <a:close/>
                </a:path>
                <a:path w="778510" h="100965">
                  <a:moveTo>
                    <a:pt x="715899" y="11201"/>
                  </a:moveTo>
                  <a:lnTo>
                    <a:pt x="715467" y="7759"/>
                  </a:lnTo>
                  <a:lnTo>
                    <a:pt x="707136" y="8813"/>
                  </a:lnTo>
                  <a:lnTo>
                    <a:pt x="707555" y="12242"/>
                  </a:lnTo>
                  <a:lnTo>
                    <a:pt x="715899" y="11201"/>
                  </a:lnTo>
                  <a:close/>
                </a:path>
                <a:path w="778510" h="100965">
                  <a:moveTo>
                    <a:pt x="728294" y="9639"/>
                  </a:moveTo>
                  <a:lnTo>
                    <a:pt x="727875" y="6210"/>
                  </a:lnTo>
                  <a:lnTo>
                    <a:pt x="719531" y="7251"/>
                  </a:lnTo>
                  <a:lnTo>
                    <a:pt x="719963" y="10693"/>
                  </a:lnTo>
                  <a:lnTo>
                    <a:pt x="728294" y="9639"/>
                  </a:lnTo>
                  <a:close/>
                </a:path>
                <a:path w="778510" h="100965">
                  <a:moveTo>
                    <a:pt x="740702" y="8089"/>
                  </a:moveTo>
                  <a:lnTo>
                    <a:pt x="740270" y="4660"/>
                  </a:lnTo>
                  <a:lnTo>
                    <a:pt x="731939" y="5702"/>
                  </a:lnTo>
                  <a:lnTo>
                    <a:pt x="732370" y="9131"/>
                  </a:lnTo>
                  <a:lnTo>
                    <a:pt x="740702" y="8089"/>
                  </a:lnTo>
                  <a:close/>
                </a:path>
                <a:path w="778510" h="100965">
                  <a:moveTo>
                    <a:pt x="753110" y="6540"/>
                  </a:moveTo>
                  <a:lnTo>
                    <a:pt x="752678" y="3111"/>
                  </a:lnTo>
                  <a:lnTo>
                    <a:pt x="744347" y="4152"/>
                  </a:lnTo>
                  <a:lnTo>
                    <a:pt x="744778" y="7581"/>
                  </a:lnTo>
                  <a:lnTo>
                    <a:pt x="753110" y="6540"/>
                  </a:lnTo>
                  <a:close/>
                </a:path>
                <a:path w="778510" h="100965">
                  <a:moveTo>
                    <a:pt x="765517" y="4991"/>
                  </a:moveTo>
                  <a:lnTo>
                    <a:pt x="765086" y="1549"/>
                  </a:lnTo>
                  <a:lnTo>
                    <a:pt x="756754" y="2590"/>
                  </a:lnTo>
                  <a:lnTo>
                    <a:pt x="757186" y="6032"/>
                  </a:lnTo>
                  <a:lnTo>
                    <a:pt x="765517" y="4991"/>
                  </a:lnTo>
                  <a:close/>
                </a:path>
                <a:path w="778510" h="100965">
                  <a:moveTo>
                    <a:pt x="777925" y="3429"/>
                  </a:moveTo>
                  <a:lnTo>
                    <a:pt x="777494" y="0"/>
                  </a:lnTo>
                  <a:lnTo>
                    <a:pt x="769162" y="1041"/>
                  </a:lnTo>
                  <a:lnTo>
                    <a:pt x="769594" y="4470"/>
                  </a:lnTo>
                  <a:lnTo>
                    <a:pt x="777925" y="3429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" name="object 11"/>
            <p:cNvSpPr/>
            <p:nvPr/>
          </p:nvSpPr>
          <p:spPr>
            <a:xfrm>
              <a:off x="1446568" y="901865"/>
              <a:ext cx="676910" cy="64135"/>
            </a:xfrm>
            <a:custGeom>
              <a:avLst/>
              <a:gdLst/>
              <a:ahLst/>
              <a:cxnLst/>
              <a:rect l="l" t="t" r="r" b="b"/>
              <a:pathLst>
                <a:path w="676910" h="64134">
                  <a:moveTo>
                    <a:pt x="9525" y="419"/>
                  </a:moveTo>
                  <a:lnTo>
                    <a:pt x="152" y="0"/>
                  </a:lnTo>
                  <a:lnTo>
                    <a:pt x="0" y="3454"/>
                  </a:lnTo>
                  <a:lnTo>
                    <a:pt x="9372" y="3873"/>
                  </a:lnTo>
                  <a:lnTo>
                    <a:pt x="9525" y="419"/>
                  </a:lnTo>
                  <a:close/>
                </a:path>
                <a:path w="676910" h="64134">
                  <a:moveTo>
                    <a:pt x="25552" y="63525"/>
                  </a:moveTo>
                  <a:lnTo>
                    <a:pt x="25438" y="60058"/>
                  </a:lnTo>
                  <a:lnTo>
                    <a:pt x="16332" y="60363"/>
                  </a:lnTo>
                  <a:lnTo>
                    <a:pt x="16446" y="63817"/>
                  </a:lnTo>
                  <a:lnTo>
                    <a:pt x="25552" y="63525"/>
                  </a:lnTo>
                  <a:close/>
                </a:path>
                <a:path w="676910" h="64134">
                  <a:moveTo>
                    <a:pt x="39103" y="63080"/>
                  </a:moveTo>
                  <a:lnTo>
                    <a:pt x="38989" y="59626"/>
                  </a:lnTo>
                  <a:lnTo>
                    <a:pt x="29895" y="59918"/>
                  </a:lnTo>
                  <a:lnTo>
                    <a:pt x="30010" y="63373"/>
                  </a:lnTo>
                  <a:lnTo>
                    <a:pt x="39103" y="63080"/>
                  </a:lnTo>
                  <a:close/>
                </a:path>
                <a:path w="676910" h="64134">
                  <a:moveTo>
                    <a:pt x="52666" y="62649"/>
                  </a:moveTo>
                  <a:lnTo>
                    <a:pt x="52552" y="59182"/>
                  </a:lnTo>
                  <a:lnTo>
                    <a:pt x="43446" y="59486"/>
                  </a:lnTo>
                  <a:lnTo>
                    <a:pt x="43561" y="62941"/>
                  </a:lnTo>
                  <a:lnTo>
                    <a:pt x="52666" y="62649"/>
                  </a:lnTo>
                  <a:close/>
                </a:path>
                <a:path w="676910" h="64134">
                  <a:moveTo>
                    <a:pt x="65366" y="2946"/>
                  </a:moveTo>
                  <a:lnTo>
                    <a:pt x="55994" y="2514"/>
                  </a:lnTo>
                  <a:lnTo>
                    <a:pt x="55841" y="5994"/>
                  </a:lnTo>
                  <a:lnTo>
                    <a:pt x="65214" y="6413"/>
                  </a:lnTo>
                  <a:lnTo>
                    <a:pt x="65366" y="2946"/>
                  </a:lnTo>
                  <a:close/>
                </a:path>
                <a:path w="676910" h="64134">
                  <a:moveTo>
                    <a:pt x="66217" y="62217"/>
                  </a:moveTo>
                  <a:lnTo>
                    <a:pt x="66103" y="58750"/>
                  </a:lnTo>
                  <a:lnTo>
                    <a:pt x="57010" y="59055"/>
                  </a:lnTo>
                  <a:lnTo>
                    <a:pt x="57124" y="62509"/>
                  </a:lnTo>
                  <a:lnTo>
                    <a:pt x="66217" y="62217"/>
                  </a:lnTo>
                  <a:close/>
                </a:path>
                <a:path w="676910" h="64134">
                  <a:moveTo>
                    <a:pt x="79336" y="3581"/>
                  </a:moveTo>
                  <a:lnTo>
                    <a:pt x="69964" y="3149"/>
                  </a:lnTo>
                  <a:lnTo>
                    <a:pt x="69799" y="6616"/>
                  </a:lnTo>
                  <a:lnTo>
                    <a:pt x="79184" y="7035"/>
                  </a:lnTo>
                  <a:lnTo>
                    <a:pt x="79336" y="3581"/>
                  </a:lnTo>
                  <a:close/>
                </a:path>
                <a:path w="676910" h="64134">
                  <a:moveTo>
                    <a:pt x="79781" y="61772"/>
                  </a:moveTo>
                  <a:lnTo>
                    <a:pt x="79667" y="58318"/>
                  </a:lnTo>
                  <a:lnTo>
                    <a:pt x="70561" y="58610"/>
                  </a:lnTo>
                  <a:lnTo>
                    <a:pt x="70675" y="62064"/>
                  </a:lnTo>
                  <a:lnTo>
                    <a:pt x="79781" y="61772"/>
                  </a:lnTo>
                  <a:close/>
                </a:path>
                <a:path w="676910" h="64134">
                  <a:moveTo>
                    <a:pt x="93294" y="4216"/>
                  </a:moveTo>
                  <a:lnTo>
                    <a:pt x="83921" y="3784"/>
                  </a:lnTo>
                  <a:lnTo>
                    <a:pt x="83769" y="7251"/>
                  </a:lnTo>
                  <a:lnTo>
                    <a:pt x="93141" y="7670"/>
                  </a:lnTo>
                  <a:lnTo>
                    <a:pt x="93294" y="4216"/>
                  </a:lnTo>
                  <a:close/>
                </a:path>
                <a:path w="676910" h="64134">
                  <a:moveTo>
                    <a:pt x="93332" y="61328"/>
                  </a:moveTo>
                  <a:lnTo>
                    <a:pt x="93230" y="57873"/>
                  </a:lnTo>
                  <a:lnTo>
                    <a:pt x="84124" y="58166"/>
                  </a:lnTo>
                  <a:lnTo>
                    <a:pt x="84226" y="61633"/>
                  </a:lnTo>
                  <a:lnTo>
                    <a:pt x="93332" y="61328"/>
                  </a:lnTo>
                  <a:close/>
                </a:path>
                <a:path w="676910" h="64134">
                  <a:moveTo>
                    <a:pt x="106883" y="60896"/>
                  </a:moveTo>
                  <a:lnTo>
                    <a:pt x="106781" y="57442"/>
                  </a:lnTo>
                  <a:lnTo>
                    <a:pt x="97675" y="57734"/>
                  </a:lnTo>
                  <a:lnTo>
                    <a:pt x="97790" y="61188"/>
                  </a:lnTo>
                  <a:lnTo>
                    <a:pt x="106883" y="60896"/>
                  </a:lnTo>
                  <a:close/>
                </a:path>
                <a:path w="676910" h="64134">
                  <a:moveTo>
                    <a:pt x="107251" y="4851"/>
                  </a:moveTo>
                  <a:lnTo>
                    <a:pt x="97878" y="4419"/>
                  </a:lnTo>
                  <a:lnTo>
                    <a:pt x="97726" y="7886"/>
                  </a:lnTo>
                  <a:lnTo>
                    <a:pt x="107099" y="8305"/>
                  </a:lnTo>
                  <a:lnTo>
                    <a:pt x="107251" y="4851"/>
                  </a:lnTo>
                  <a:close/>
                </a:path>
                <a:path w="676910" h="64134">
                  <a:moveTo>
                    <a:pt x="120446" y="60452"/>
                  </a:moveTo>
                  <a:lnTo>
                    <a:pt x="120332" y="56997"/>
                  </a:lnTo>
                  <a:lnTo>
                    <a:pt x="111239" y="57289"/>
                  </a:lnTo>
                  <a:lnTo>
                    <a:pt x="111340" y="60756"/>
                  </a:lnTo>
                  <a:lnTo>
                    <a:pt x="120446" y="60452"/>
                  </a:lnTo>
                  <a:close/>
                </a:path>
                <a:path w="676910" h="64134">
                  <a:moveTo>
                    <a:pt x="121221" y="5473"/>
                  </a:moveTo>
                  <a:lnTo>
                    <a:pt x="111848" y="5054"/>
                  </a:lnTo>
                  <a:lnTo>
                    <a:pt x="111683" y="8509"/>
                  </a:lnTo>
                  <a:lnTo>
                    <a:pt x="121056" y="8928"/>
                  </a:lnTo>
                  <a:lnTo>
                    <a:pt x="121221" y="5473"/>
                  </a:lnTo>
                  <a:close/>
                </a:path>
                <a:path w="676910" h="64134">
                  <a:moveTo>
                    <a:pt x="134010" y="60020"/>
                  </a:moveTo>
                  <a:lnTo>
                    <a:pt x="133896" y="56565"/>
                  </a:lnTo>
                  <a:lnTo>
                    <a:pt x="124790" y="56857"/>
                  </a:lnTo>
                  <a:lnTo>
                    <a:pt x="124904" y="60312"/>
                  </a:lnTo>
                  <a:lnTo>
                    <a:pt x="134010" y="60020"/>
                  </a:lnTo>
                  <a:close/>
                </a:path>
                <a:path w="676910" h="64134">
                  <a:moveTo>
                    <a:pt x="135178" y="6108"/>
                  </a:moveTo>
                  <a:lnTo>
                    <a:pt x="125806" y="5689"/>
                  </a:lnTo>
                  <a:lnTo>
                    <a:pt x="125653" y="9144"/>
                  </a:lnTo>
                  <a:lnTo>
                    <a:pt x="135026" y="9563"/>
                  </a:lnTo>
                  <a:lnTo>
                    <a:pt x="135178" y="6108"/>
                  </a:lnTo>
                  <a:close/>
                </a:path>
                <a:path w="676910" h="64134">
                  <a:moveTo>
                    <a:pt x="147561" y="59575"/>
                  </a:moveTo>
                  <a:lnTo>
                    <a:pt x="147447" y="56121"/>
                  </a:lnTo>
                  <a:lnTo>
                    <a:pt x="138353" y="56413"/>
                  </a:lnTo>
                  <a:lnTo>
                    <a:pt x="138455" y="59867"/>
                  </a:lnTo>
                  <a:lnTo>
                    <a:pt x="147561" y="59575"/>
                  </a:lnTo>
                  <a:close/>
                </a:path>
                <a:path w="676910" h="64134">
                  <a:moveTo>
                    <a:pt x="149136" y="6743"/>
                  </a:moveTo>
                  <a:lnTo>
                    <a:pt x="139763" y="6324"/>
                  </a:lnTo>
                  <a:lnTo>
                    <a:pt x="139611" y="9779"/>
                  </a:lnTo>
                  <a:lnTo>
                    <a:pt x="148983" y="10198"/>
                  </a:lnTo>
                  <a:lnTo>
                    <a:pt x="149136" y="6743"/>
                  </a:lnTo>
                  <a:close/>
                </a:path>
                <a:path w="676910" h="64134">
                  <a:moveTo>
                    <a:pt x="161124" y="59143"/>
                  </a:moveTo>
                  <a:lnTo>
                    <a:pt x="161010" y="55676"/>
                  </a:lnTo>
                  <a:lnTo>
                    <a:pt x="151904" y="55981"/>
                  </a:lnTo>
                  <a:lnTo>
                    <a:pt x="152019" y="59436"/>
                  </a:lnTo>
                  <a:lnTo>
                    <a:pt x="161124" y="59143"/>
                  </a:lnTo>
                  <a:close/>
                </a:path>
                <a:path w="676910" h="64134">
                  <a:moveTo>
                    <a:pt x="163106" y="7378"/>
                  </a:moveTo>
                  <a:lnTo>
                    <a:pt x="153733" y="6946"/>
                  </a:lnTo>
                  <a:lnTo>
                    <a:pt x="153568" y="10414"/>
                  </a:lnTo>
                  <a:lnTo>
                    <a:pt x="162941" y="10833"/>
                  </a:lnTo>
                  <a:lnTo>
                    <a:pt x="163106" y="7378"/>
                  </a:lnTo>
                  <a:close/>
                </a:path>
                <a:path w="676910" h="64134">
                  <a:moveTo>
                    <a:pt x="174675" y="58699"/>
                  </a:moveTo>
                  <a:lnTo>
                    <a:pt x="174561" y="55245"/>
                  </a:lnTo>
                  <a:lnTo>
                    <a:pt x="165455" y="55537"/>
                  </a:lnTo>
                  <a:lnTo>
                    <a:pt x="165569" y="58991"/>
                  </a:lnTo>
                  <a:lnTo>
                    <a:pt x="174675" y="58699"/>
                  </a:lnTo>
                  <a:close/>
                </a:path>
                <a:path w="676910" h="64134">
                  <a:moveTo>
                    <a:pt x="177063" y="8013"/>
                  </a:moveTo>
                  <a:lnTo>
                    <a:pt x="167690" y="7581"/>
                  </a:lnTo>
                  <a:lnTo>
                    <a:pt x="167538" y="11036"/>
                  </a:lnTo>
                  <a:lnTo>
                    <a:pt x="176911" y="11468"/>
                  </a:lnTo>
                  <a:lnTo>
                    <a:pt x="177063" y="8013"/>
                  </a:lnTo>
                  <a:close/>
                </a:path>
                <a:path w="676910" h="64134">
                  <a:moveTo>
                    <a:pt x="188239" y="58267"/>
                  </a:moveTo>
                  <a:lnTo>
                    <a:pt x="188125" y="54800"/>
                  </a:lnTo>
                  <a:lnTo>
                    <a:pt x="179019" y="55105"/>
                  </a:lnTo>
                  <a:lnTo>
                    <a:pt x="179133" y="58559"/>
                  </a:lnTo>
                  <a:lnTo>
                    <a:pt x="188239" y="58267"/>
                  </a:lnTo>
                  <a:close/>
                </a:path>
                <a:path w="676910" h="64134">
                  <a:moveTo>
                    <a:pt x="191020" y="8636"/>
                  </a:moveTo>
                  <a:lnTo>
                    <a:pt x="181648" y="8204"/>
                  </a:lnTo>
                  <a:lnTo>
                    <a:pt x="181495" y="11671"/>
                  </a:lnTo>
                  <a:lnTo>
                    <a:pt x="190868" y="12103"/>
                  </a:lnTo>
                  <a:lnTo>
                    <a:pt x="191020" y="8636"/>
                  </a:lnTo>
                  <a:close/>
                </a:path>
                <a:path w="676910" h="64134">
                  <a:moveTo>
                    <a:pt x="201790" y="57823"/>
                  </a:moveTo>
                  <a:lnTo>
                    <a:pt x="201676" y="54368"/>
                  </a:lnTo>
                  <a:lnTo>
                    <a:pt x="192582" y="54660"/>
                  </a:lnTo>
                  <a:lnTo>
                    <a:pt x="192697" y="58115"/>
                  </a:lnTo>
                  <a:lnTo>
                    <a:pt x="201790" y="57823"/>
                  </a:lnTo>
                  <a:close/>
                </a:path>
                <a:path w="676910" h="64134">
                  <a:moveTo>
                    <a:pt x="204990" y="9271"/>
                  </a:moveTo>
                  <a:lnTo>
                    <a:pt x="195618" y="8839"/>
                  </a:lnTo>
                  <a:lnTo>
                    <a:pt x="195453" y="12306"/>
                  </a:lnTo>
                  <a:lnTo>
                    <a:pt x="204825" y="12725"/>
                  </a:lnTo>
                  <a:lnTo>
                    <a:pt x="204990" y="9271"/>
                  </a:lnTo>
                  <a:close/>
                </a:path>
                <a:path w="676910" h="64134">
                  <a:moveTo>
                    <a:pt x="211074" y="53936"/>
                  </a:moveTo>
                  <a:lnTo>
                    <a:pt x="206133" y="53936"/>
                  </a:lnTo>
                  <a:lnTo>
                    <a:pt x="206133" y="57683"/>
                  </a:lnTo>
                  <a:lnTo>
                    <a:pt x="211074" y="57683"/>
                  </a:lnTo>
                  <a:lnTo>
                    <a:pt x="211074" y="53936"/>
                  </a:lnTo>
                  <a:close/>
                </a:path>
                <a:path w="676910" h="64134">
                  <a:moveTo>
                    <a:pt x="218948" y="9906"/>
                  </a:moveTo>
                  <a:lnTo>
                    <a:pt x="209575" y="9474"/>
                  </a:lnTo>
                  <a:lnTo>
                    <a:pt x="209410" y="12941"/>
                  </a:lnTo>
                  <a:lnTo>
                    <a:pt x="218795" y="13360"/>
                  </a:lnTo>
                  <a:lnTo>
                    <a:pt x="218948" y="9906"/>
                  </a:lnTo>
                  <a:close/>
                </a:path>
                <a:path w="676910" h="64134">
                  <a:moveTo>
                    <a:pt x="232905" y="10528"/>
                  </a:moveTo>
                  <a:lnTo>
                    <a:pt x="223532" y="10109"/>
                  </a:lnTo>
                  <a:lnTo>
                    <a:pt x="223380" y="13576"/>
                  </a:lnTo>
                  <a:lnTo>
                    <a:pt x="232752" y="13995"/>
                  </a:lnTo>
                  <a:lnTo>
                    <a:pt x="232905" y="10528"/>
                  </a:lnTo>
                  <a:close/>
                </a:path>
                <a:path w="676910" h="64134">
                  <a:moveTo>
                    <a:pt x="246875" y="11163"/>
                  </a:moveTo>
                  <a:lnTo>
                    <a:pt x="237502" y="10744"/>
                  </a:lnTo>
                  <a:lnTo>
                    <a:pt x="237350" y="14198"/>
                  </a:lnTo>
                  <a:lnTo>
                    <a:pt x="246710" y="14617"/>
                  </a:lnTo>
                  <a:lnTo>
                    <a:pt x="246875" y="11163"/>
                  </a:lnTo>
                  <a:close/>
                </a:path>
                <a:path w="676910" h="64134">
                  <a:moveTo>
                    <a:pt x="256019" y="52616"/>
                  </a:moveTo>
                  <a:lnTo>
                    <a:pt x="253288" y="52616"/>
                  </a:lnTo>
                  <a:lnTo>
                    <a:pt x="253288" y="56375"/>
                  </a:lnTo>
                  <a:lnTo>
                    <a:pt x="256019" y="56375"/>
                  </a:lnTo>
                  <a:lnTo>
                    <a:pt x="256019" y="52616"/>
                  </a:lnTo>
                  <a:close/>
                </a:path>
                <a:path w="676910" h="64134">
                  <a:moveTo>
                    <a:pt x="260832" y="11798"/>
                  </a:moveTo>
                  <a:lnTo>
                    <a:pt x="251460" y="11379"/>
                  </a:lnTo>
                  <a:lnTo>
                    <a:pt x="251307" y="14833"/>
                  </a:lnTo>
                  <a:lnTo>
                    <a:pt x="260680" y="15252"/>
                  </a:lnTo>
                  <a:lnTo>
                    <a:pt x="260832" y="11798"/>
                  </a:lnTo>
                  <a:close/>
                </a:path>
                <a:path w="676910" h="64134">
                  <a:moveTo>
                    <a:pt x="269582" y="55638"/>
                  </a:moveTo>
                  <a:lnTo>
                    <a:pt x="269455" y="52184"/>
                  </a:lnTo>
                  <a:lnTo>
                    <a:pt x="260362" y="52476"/>
                  </a:lnTo>
                  <a:lnTo>
                    <a:pt x="260477" y="55930"/>
                  </a:lnTo>
                  <a:lnTo>
                    <a:pt x="269582" y="55638"/>
                  </a:lnTo>
                  <a:close/>
                </a:path>
                <a:path w="676910" h="64134">
                  <a:moveTo>
                    <a:pt x="274789" y="12433"/>
                  </a:moveTo>
                  <a:lnTo>
                    <a:pt x="265430" y="12001"/>
                  </a:lnTo>
                  <a:lnTo>
                    <a:pt x="265264" y="15468"/>
                  </a:lnTo>
                  <a:lnTo>
                    <a:pt x="274637" y="15887"/>
                  </a:lnTo>
                  <a:lnTo>
                    <a:pt x="274789" y="12433"/>
                  </a:lnTo>
                  <a:close/>
                </a:path>
                <a:path w="676910" h="64134">
                  <a:moveTo>
                    <a:pt x="283133" y="55194"/>
                  </a:moveTo>
                  <a:lnTo>
                    <a:pt x="283019" y="51739"/>
                  </a:lnTo>
                  <a:lnTo>
                    <a:pt x="273926" y="52031"/>
                  </a:lnTo>
                  <a:lnTo>
                    <a:pt x="274027" y="55486"/>
                  </a:lnTo>
                  <a:lnTo>
                    <a:pt x="283133" y="55194"/>
                  </a:lnTo>
                  <a:close/>
                </a:path>
                <a:path w="676910" h="64134">
                  <a:moveTo>
                    <a:pt x="288747" y="13068"/>
                  </a:moveTo>
                  <a:lnTo>
                    <a:pt x="279387" y="12636"/>
                  </a:lnTo>
                  <a:lnTo>
                    <a:pt x="279222" y="16103"/>
                  </a:lnTo>
                  <a:lnTo>
                    <a:pt x="288594" y="16522"/>
                  </a:lnTo>
                  <a:lnTo>
                    <a:pt x="288747" y="13068"/>
                  </a:lnTo>
                  <a:close/>
                </a:path>
                <a:path w="676910" h="64134">
                  <a:moveTo>
                    <a:pt x="296684" y="54762"/>
                  </a:moveTo>
                  <a:lnTo>
                    <a:pt x="296583" y="51295"/>
                  </a:lnTo>
                  <a:lnTo>
                    <a:pt x="287477" y="51600"/>
                  </a:lnTo>
                  <a:lnTo>
                    <a:pt x="287591" y="55054"/>
                  </a:lnTo>
                  <a:lnTo>
                    <a:pt x="296684" y="54762"/>
                  </a:lnTo>
                  <a:close/>
                </a:path>
                <a:path w="676910" h="64134">
                  <a:moveTo>
                    <a:pt x="302717" y="13703"/>
                  </a:moveTo>
                  <a:lnTo>
                    <a:pt x="293344" y="13271"/>
                  </a:lnTo>
                  <a:lnTo>
                    <a:pt x="293192" y="16725"/>
                  </a:lnTo>
                  <a:lnTo>
                    <a:pt x="302564" y="17157"/>
                  </a:lnTo>
                  <a:lnTo>
                    <a:pt x="302717" y="13703"/>
                  </a:lnTo>
                  <a:close/>
                </a:path>
                <a:path w="676910" h="64134">
                  <a:moveTo>
                    <a:pt x="310248" y="54317"/>
                  </a:moveTo>
                  <a:lnTo>
                    <a:pt x="310134" y="50863"/>
                  </a:lnTo>
                  <a:lnTo>
                    <a:pt x="301028" y="51155"/>
                  </a:lnTo>
                  <a:lnTo>
                    <a:pt x="301155" y="54610"/>
                  </a:lnTo>
                  <a:lnTo>
                    <a:pt x="310248" y="54317"/>
                  </a:lnTo>
                  <a:close/>
                </a:path>
                <a:path w="676910" h="64134">
                  <a:moveTo>
                    <a:pt x="316674" y="14325"/>
                  </a:moveTo>
                  <a:lnTo>
                    <a:pt x="307314" y="13906"/>
                  </a:lnTo>
                  <a:lnTo>
                    <a:pt x="307149" y="17360"/>
                  </a:lnTo>
                  <a:lnTo>
                    <a:pt x="316522" y="17792"/>
                  </a:lnTo>
                  <a:lnTo>
                    <a:pt x="316674" y="14325"/>
                  </a:lnTo>
                  <a:close/>
                </a:path>
                <a:path w="676910" h="64134">
                  <a:moveTo>
                    <a:pt x="323811" y="53886"/>
                  </a:moveTo>
                  <a:lnTo>
                    <a:pt x="323697" y="50419"/>
                  </a:lnTo>
                  <a:lnTo>
                    <a:pt x="314591" y="50723"/>
                  </a:lnTo>
                  <a:lnTo>
                    <a:pt x="314706" y="54178"/>
                  </a:lnTo>
                  <a:lnTo>
                    <a:pt x="323811" y="53886"/>
                  </a:lnTo>
                  <a:close/>
                </a:path>
                <a:path w="676910" h="64134">
                  <a:moveTo>
                    <a:pt x="330644" y="14960"/>
                  </a:moveTo>
                  <a:lnTo>
                    <a:pt x="321259" y="14528"/>
                  </a:lnTo>
                  <a:lnTo>
                    <a:pt x="321106" y="17995"/>
                  </a:lnTo>
                  <a:lnTo>
                    <a:pt x="330479" y="18415"/>
                  </a:lnTo>
                  <a:lnTo>
                    <a:pt x="330644" y="14960"/>
                  </a:lnTo>
                  <a:close/>
                </a:path>
                <a:path w="676910" h="64134">
                  <a:moveTo>
                    <a:pt x="337362" y="53441"/>
                  </a:moveTo>
                  <a:lnTo>
                    <a:pt x="337248" y="49987"/>
                  </a:lnTo>
                  <a:lnTo>
                    <a:pt x="328142" y="50279"/>
                  </a:lnTo>
                  <a:lnTo>
                    <a:pt x="328256" y="53733"/>
                  </a:lnTo>
                  <a:lnTo>
                    <a:pt x="337362" y="53441"/>
                  </a:lnTo>
                  <a:close/>
                </a:path>
                <a:path w="676910" h="64134">
                  <a:moveTo>
                    <a:pt x="344601" y="15595"/>
                  </a:moveTo>
                  <a:lnTo>
                    <a:pt x="335229" y="15163"/>
                  </a:lnTo>
                  <a:lnTo>
                    <a:pt x="335076" y="18630"/>
                  </a:lnTo>
                  <a:lnTo>
                    <a:pt x="344449" y="19050"/>
                  </a:lnTo>
                  <a:lnTo>
                    <a:pt x="344601" y="15595"/>
                  </a:lnTo>
                  <a:close/>
                </a:path>
                <a:path w="676910" h="64134">
                  <a:moveTo>
                    <a:pt x="350926" y="53009"/>
                  </a:moveTo>
                  <a:lnTo>
                    <a:pt x="350799" y="49542"/>
                  </a:lnTo>
                  <a:lnTo>
                    <a:pt x="341706" y="49834"/>
                  </a:lnTo>
                  <a:lnTo>
                    <a:pt x="341820" y="53301"/>
                  </a:lnTo>
                  <a:lnTo>
                    <a:pt x="350926" y="53009"/>
                  </a:lnTo>
                  <a:close/>
                </a:path>
                <a:path w="676910" h="64134">
                  <a:moveTo>
                    <a:pt x="358559" y="16230"/>
                  </a:moveTo>
                  <a:lnTo>
                    <a:pt x="349186" y="15798"/>
                  </a:lnTo>
                  <a:lnTo>
                    <a:pt x="349034" y="19265"/>
                  </a:lnTo>
                  <a:lnTo>
                    <a:pt x="358406" y="19685"/>
                  </a:lnTo>
                  <a:lnTo>
                    <a:pt x="358559" y="16230"/>
                  </a:lnTo>
                  <a:close/>
                </a:path>
                <a:path w="676910" h="64134">
                  <a:moveTo>
                    <a:pt x="364477" y="52565"/>
                  </a:moveTo>
                  <a:lnTo>
                    <a:pt x="364363" y="49110"/>
                  </a:lnTo>
                  <a:lnTo>
                    <a:pt x="355257" y="49403"/>
                  </a:lnTo>
                  <a:lnTo>
                    <a:pt x="355371" y="52870"/>
                  </a:lnTo>
                  <a:lnTo>
                    <a:pt x="364477" y="52565"/>
                  </a:lnTo>
                  <a:close/>
                </a:path>
                <a:path w="676910" h="64134">
                  <a:moveTo>
                    <a:pt x="372529" y="16852"/>
                  </a:moveTo>
                  <a:lnTo>
                    <a:pt x="363156" y="16433"/>
                  </a:lnTo>
                  <a:lnTo>
                    <a:pt x="363004" y="19900"/>
                  </a:lnTo>
                  <a:lnTo>
                    <a:pt x="372364" y="20307"/>
                  </a:lnTo>
                  <a:lnTo>
                    <a:pt x="372529" y="16852"/>
                  </a:lnTo>
                  <a:close/>
                </a:path>
                <a:path w="676910" h="64134">
                  <a:moveTo>
                    <a:pt x="378040" y="52133"/>
                  </a:moveTo>
                  <a:lnTo>
                    <a:pt x="377926" y="48679"/>
                  </a:lnTo>
                  <a:lnTo>
                    <a:pt x="368820" y="48971"/>
                  </a:lnTo>
                  <a:lnTo>
                    <a:pt x="368935" y="52425"/>
                  </a:lnTo>
                  <a:lnTo>
                    <a:pt x="378040" y="52133"/>
                  </a:lnTo>
                  <a:close/>
                </a:path>
                <a:path w="676910" h="64134">
                  <a:moveTo>
                    <a:pt x="391591" y="51689"/>
                  </a:moveTo>
                  <a:lnTo>
                    <a:pt x="391477" y="48234"/>
                  </a:lnTo>
                  <a:lnTo>
                    <a:pt x="382384" y="48526"/>
                  </a:lnTo>
                  <a:lnTo>
                    <a:pt x="382485" y="51993"/>
                  </a:lnTo>
                  <a:lnTo>
                    <a:pt x="391591" y="51689"/>
                  </a:lnTo>
                  <a:close/>
                </a:path>
                <a:path w="676910" h="64134">
                  <a:moveTo>
                    <a:pt x="405155" y="51257"/>
                  </a:moveTo>
                  <a:lnTo>
                    <a:pt x="405041" y="47802"/>
                  </a:lnTo>
                  <a:lnTo>
                    <a:pt x="395935" y="48094"/>
                  </a:lnTo>
                  <a:lnTo>
                    <a:pt x="396049" y="51549"/>
                  </a:lnTo>
                  <a:lnTo>
                    <a:pt x="405155" y="51257"/>
                  </a:lnTo>
                  <a:close/>
                </a:path>
                <a:path w="676910" h="64134">
                  <a:moveTo>
                    <a:pt x="418706" y="50812"/>
                  </a:moveTo>
                  <a:lnTo>
                    <a:pt x="418592" y="47358"/>
                  </a:lnTo>
                  <a:lnTo>
                    <a:pt x="409486" y="47650"/>
                  </a:lnTo>
                  <a:lnTo>
                    <a:pt x="409600" y="51104"/>
                  </a:lnTo>
                  <a:lnTo>
                    <a:pt x="418706" y="50812"/>
                  </a:lnTo>
                  <a:close/>
                </a:path>
                <a:path w="676910" h="64134">
                  <a:moveTo>
                    <a:pt x="432257" y="50380"/>
                  </a:moveTo>
                  <a:lnTo>
                    <a:pt x="432155" y="46913"/>
                  </a:lnTo>
                  <a:lnTo>
                    <a:pt x="423049" y="47218"/>
                  </a:lnTo>
                  <a:lnTo>
                    <a:pt x="423151" y="50673"/>
                  </a:lnTo>
                  <a:lnTo>
                    <a:pt x="432257" y="50380"/>
                  </a:lnTo>
                  <a:close/>
                </a:path>
                <a:path w="676910" h="64134">
                  <a:moveTo>
                    <a:pt x="445820" y="49936"/>
                  </a:moveTo>
                  <a:lnTo>
                    <a:pt x="445706" y="46482"/>
                  </a:lnTo>
                  <a:lnTo>
                    <a:pt x="436613" y="46774"/>
                  </a:lnTo>
                  <a:lnTo>
                    <a:pt x="436727" y="50228"/>
                  </a:lnTo>
                  <a:lnTo>
                    <a:pt x="445820" y="49936"/>
                  </a:lnTo>
                  <a:close/>
                </a:path>
                <a:path w="676910" h="64134">
                  <a:moveTo>
                    <a:pt x="459371" y="49504"/>
                  </a:moveTo>
                  <a:lnTo>
                    <a:pt x="459270" y="46037"/>
                  </a:lnTo>
                  <a:lnTo>
                    <a:pt x="450164" y="46329"/>
                  </a:lnTo>
                  <a:lnTo>
                    <a:pt x="450278" y="49796"/>
                  </a:lnTo>
                  <a:lnTo>
                    <a:pt x="459371" y="49504"/>
                  </a:lnTo>
                  <a:close/>
                </a:path>
                <a:path w="676910" h="64134">
                  <a:moveTo>
                    <a:pt x="472935" y="49060"/>
                  </a:moveTo>
                  <a:lnTo>
                    <a:pt x="472821" y="45605"/>
                  </a:lnTo>
                  <a:lnTo>
                    <a:pt x="463727" y="45897"/>
                  </a:lnTo>
                  <a:lnTo>
                    <a:pt x="463842" y="49352"/>
                  </a:lnTo>
                  <a:lnTo>
                    <a:pt x="472935" y="49060"/>
                  </a:lnTo>
                  <a:close/>
                </a:path>
                <a:path w="676910" h="64134">
                  <a:moveTo>
                    <a:pt x="486486" y="48615"/>
                  </a:moveTo>
                  <a:lnTo>
                    <a:pt x="486384" y="45161"/>
                  </a:lnTo>
                  <a:lnTo>
                    <a:pt x="477278" y="45453"/>
                  </a:lnTo>
                  <a:lnTo>
                    <a:pt x="477393" y="48920"/>
                  </a:lnTo>
                  <a:lnTo>
                    <a:pt x="486486" y="48615"/>
                  </a:lnTo>
                  <a:close/>
                </a:path>
                <a:path w="676910" h="64134">
                  <a:moveTo>
                    <a:pt x="500049" y="48183"/>
                  </a:moveTo>
                  <a:lnTo>
                    <a:pt x="499935" y="44729"/>
                  </a:lnTo>
                  <a:lnTo>
                    <a:pt x="490829" y="45021"/>
                  </a:lnTo>
                  <a:lnTo>
                    <a:pt x="490943" y="48475"/>
                  </a:lnTo>
                  <a:lnTo>
                    <a:pt x="500049" y="48183"/>
                  </a:lnTo>
                  <a:close/>
                </a:path>
                <a:path w="676910" h="64134">
                  <a:moveTo>
                    <a:pt x="513613" y="47752"/>
                  </a:moveTo>
                  <a:lnTo>
                    <a:pt x="513486" y="44284"/>
                  </a:lnTo>
                  <a:lnTo>
                    <a:pt x="504393" y="44577"/>
                  </a:lnTo>
                  <a:lnTo>
                    <a:pt x="504507" y="48044"/>
                  </a:lnTo>
                  <a:lnTo>
                    <a:pt x="513613" y="47752"/>
                  </a:lnTo>
                  <a:close/>
                </a:path>
                <a:path w="676910" h="64134">
                  <a:moveTo>
                    <a:pt x="527164" y="47307"/>
                  </a:moveTo>
                  <a:lnTo>
                    <a:pt x="527050" y="43853"/>
                  </a:lnTo>
                  <a:lnTo>
                    <a:pt x="517944" y="44145"/>
                  </a:lnTo>
                  <a:lnTo>
                    <a:pt x="518058" y="47612"/>
                  </a:lnTo>
                  <a:lnTo>
                    <a:pt x="527164" y="47307"/>
                  </a:lnTo>
                  <a:close/>
                </a:path>
                <a:path w="676910" h="64134">
                  <a:moveTo>
                    <a:pt x="540715" y="46875"/>
                  </a:moveTo>
                  <a:lnTo>
                    <a:pt x="540613" y="43408"/>
                  </a:lnTo>
                  <a:lnTo>
                    <a:pt x="531507" y="43713"/>
                  </a:lnTo>
                  <a:lnTo>
                    <a:pt x="531622" y="47167"/>
                  </a:lnTo>
                  <a:lnTo>
                    <a:pt x="540715" y="46875"/>
                  </a:lnTo>
                  <a:close/>
                </a:path>
                <a:path w="676910" h="64134">
                  <a:moveTo>
                    <a:pt x="554278" y="46431"/>
                  </a:moveTo>
                  <a:lnTo>
                    <a:pt x="554164" y="42976"/>
                  </a:lnTo>
                  <a:lnTo>
                    <a:pt x="545058" y="43268"/>
                  </a:lnTo>
                  <a:lnTo>
                    <a:pt x="545172" y="46723"/>
                  </a:lnTo>
                  <a:lnTo>
                    <a:pt x="554278" y="46431"/>
                  </a:lnTo>
                  <a:close/>
                </a:path>
                <a:path w="676910" h="64134">
                  <a:moveTo>
                    <a:pt x="567842" y="45999"/>
                  </a:moveTo>
                  <a:lnTo>
                    <a:pt x="567728" y="42532"/>
                  </a:lnTo>
                  <a:lnTo>
                    <a:pt x="558622" y="42837"/>
                  </a:lnTo>
                  <a:lnTo>
                    <a:pt x="558736" y="46291"/>
                  </a:lnTo>
                  <a:lnTo>
                    <a:pt x="567842" y="45999"/>
                  </a:lnTo>
                  <a:close/>
                </a:path>
                <a:path w="676910" h="64134">
                  <a:moveTo>
                    <a:pt x="581393" y="45554"/>
                  </a:moveTo>
                  <a:lnTo>
                    <a:pt x="581279" y="42100"/>
                  </a:lnTo>
                  <a:lnTo>
                    <a:pt x="572185" y="42392"/>
                  </a:lnTo>
                  <a:lnTo>
                    <a:pt x="572287" y="45847"/>
                  </a:lnTo>
                  <a:lnTo>
                    <a:pt x="581393" y="45554"/>
                  </a:lnTo>
                  <a:close/>
                </a:path>
                <a:path w="676910" h="64134">
                  <a:moveTo>
                    <a:pt x="594944" y="45123"/>
                  </a:moveTo>
                  <a:lnTo>
                    <a:pt x="594829" y="41656"/>
                  </a:lnTo>
                  <a:lnTo>
                    <a:pt x="585736" y="41948"/>
                  </a:lnTo>
                  <a:lnTo>
                    <a:pt x="585851" y="45415"/>
                  </a:lnTo>
                  <a:lnTo>
                    <a:pt x="594944" y="45123"/>
                  </a:lnTo>
                  <a:close/>
                </a:path>
                <a:path w="676910" h="64134">
                  <a:moveTo>
                    <a:pt x="608507" y="44678"/>
                  </a:moveTo>
                  <a:lnTo>
                    <a:pt x="608393" y="41224"/>
                  </a:lnTo>
                  <a:lnTo>
                    <a:pt x="599287" y="41516"/>
                  </a:lnTo>
                  <a:lnTo>
                    <a:pt x="599401" y="44970"/>
                  </a:lnTo>
                  <a:lnTo>
                    <a:pt x="608507" y="44678"/>
                  </a:lnTo>
                  <a:close/>
                </a:path>
                <a:path w="676910" h="64134">
                  <a:moveTo>
                    <a:pt x="622058" y="44234"/>
                  </a:moveTo>
                  <a:lnTo>
                    <a:pt x="621957" y="40779"/>
                  </a:lnTo>
                  <a:lnTo>
                    <a:pt x="612851" y="41071"/>
                  </a:lnTo>
                  <a:lnTo>
                    <a:pt x="612952" y="44538"/>
                  </a:lnTo>
                  <a:lnTo>
                    <a:pt x="622058" y="44234"/>
                  </a:lnTo>
                  <a:close/>
                </a:path>
                <a:path w="676910" h="64134">
                  <a:moveTo>
                    <a:pt x="635622" y="43802"/>
                  </a:moveTo>
                  <a:lnTo>
                    <a:pt x="635508" y="40347"/>
                  </a:lnTo>
                  <a:lnTo>
                    <a:pt x="626402" y="40640"/>
                  </a:lnTo>
                  <a:lnTo>
                    <a:pt x="626516" y="44094"/>
                  </a:lnTo>
                  <a:lnTo>
                    <a:pt x="635622" y="43802"/>
                  </a:lnTo>
                  <a:close/>
                </a:path>
                <a:path w="676910" h="64134">
                  <a:moveTo>
                    <a:pt x="649173" y="43357"/>
                  </a:moveTo>
                  <a:lnTo>
                    <a:pt x="649058" y="39903"/>
                  </a:lnTo>
                  <a:lnTo>
                    <a:pt x="639965" y="40195"/>
                  </a:lnTo>
                  <a:lnTo>
                    <a:pt x="640067" y="43662"/>
                  </a:lnTo>
                  <a:lnTo>
                    <a:pt x="649173" y="43357"/>
                  </a:lnTo>
                  <a:close/>
                </a:path>
                <a:path w="676910" h="64134">
                  <a:moveTo>
                    <a:pt x="662736" y="42926"/>
                  </a:moveTo>
                  <a:lnTo>
                    <a:pt x="662622" y="39458"/>
                  </a:lnTo>
                  <a:lnTo>
                    <a:pt x="653516" y="39763"/>
                  </a:lnTo>
                  <a:lnTo>
                    <a:pt x="653630" y="43218"/>
                  </a:lnTo>
                  <a:lnTo>
                    <a:pt x="662736" y="42926"/>
                  </a:lnTo>
                  <a:close/>
                </a:path>
                <a:path w="676910" h="64134">
                  <a:moveTo>
                    <a:pt x="676287" y="42494"/>
                  </a:moveTo>
                  <a:lnTo>
                    <a:pt x="676173" y="39027"/>
                  </a:lnTo>
                  <a:lnTo>
                    <a:pt x="667080" y="39331"/>
                  </a:lnTo>
                  <a:lnTo>
                    <a:pt x="667181" y="42786"/>
                  </a:lnTo>
                  <a:lnTo>
                    <a:pt x="676287" y="42494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" name="object 12"/>
            <p:cNvSpPr/>
            <p:nvPr/>
          </p:nvSpPr>
          <p:spPr>
            <a:xfrm>
              <a:off x="1356360" y="872375"/>
              <a:ext cx="770255" cy="64135"/>
            </a:xfrm>
            <a:custGeom>
              <a:avLst/>
              <a:gdLst/>
              <a:ahLst/>
              <a:cxnLst/>
              <a:rect l="l" t="t" r="r" b="b"/>
              <a:pathLst>
                <a:path w="770255" h="64134">
                  <a:moveTo>
                    <a:pt x="9550" y="723"/>
                  </a:moveTo>
                  <a:lnTo>
                    <a:pt x="266" y="0"/>
                  </a:lnTo>
                  <a:lnTo>
                    <a:pt x="0" y="3454"/>
                  </a:lnTo>
                  <a:lnTo>
                    <a:pt x="9283" y="4178"/>
                  </a:lnTo>
                  <a:lnTo>
                    <a:pt x="9550" y="723"/>
                  </a:lnTo>
                  <a:close/>
                </a:path>
                <a:path w="770255" h="64134">
                  <a:moveTo>
                    <a:pt x="23380" y="1803"/>
                  </a:moveTo>
                  <a:lnTo>
                    <a:pt x="14097" y="1079"/>
                  </a:lnTo>
                  <a:lnTo>
                    <a:pt x="13830" y="4533"/>
                  </a:lnTo>
                  <a:lnTo>
                    <a:pt x="23101" y="5257"/>
                  </a:lnTo>
                  <a:lnTo>
                    <a:pt x="23380" y="1803"/>
                  </a:lnTo>
                  <a:close/>
                </a:path>
                <a:path w="770255" h="64134">
                  <a:moveTo>
                    <a:pt x="37211" y="2882"/>
                  </a:moveTo>
                  <a:lnTo>
                    <a:pt x="27914" y="2159"/>
                  </a:lnTo>
                  <a:lnTo>
                    <a:pt x="27647" y="5613"/>
                  </a:lnTo>
                  <a:lnTo>
                    <a:pt x="36931" y="6337"/>
                  </a:lnTo>
                  <a:lnTo>
                    <a:pt x="37211" y="2882"/>
                  </a:lnTo>
                  <a:close/>
                </a:path>
                <a:path w="770255" h="64134">
                  <a:moveTo>
                    <a:pt x="51028" y="3962"/>
                  </a:moveTo>
                  <a:lnTo>
                    <a:pt x="41744" y="3238"/>
                  </a:lnTo>
                  <a:lnTo>
                    <a:pt x="41478" y="6692"/>
                  </a:lnTo>
                  <a:lnTo>
                    <a:pt x="50761" y="7416"/>
                  </a:lnTo>
                  <a:lnTo>
                    <a:pt x="51028" y="3962"/>
                  </a:lnTo>
                  <a:close/>
                </a:path>
                <a:path w="770255" h="64134">
                  <a:moveTo>
                    <a:pt x="64858" y="5041"/>
                  </a:moveTo>
                  <a:lnTo>
                    <a:pt x="55575" y="4318"/>
                  </a:lnTo>
                  <a:lnTo>
                    <a:pt x="55295" y="7772"/>
                  </a:lnTo>
                  <a:lnTo>
                    <a:pt x="64592" y="8496"/>
                  </a:lnTo>
                  <a:lnTo>
                    <a:pt x="64858" y="5041"/>
                  </a:lnTo>
                  <a:close/>
                </a:path>
                <a:path w="770255" h="64134">
                  <a:moveTo>
                    <a:pt x="78689" y="6121"/>
                  </a:moveTo>
                  <a:lnTo>
                    <a:pt x="69405" y="5397"/>
                  </a:lnTo>
                  <a:lnTo>
                    <a:pt x="69126" y="8851"/>
                  </a:lnTo>
                  <a:lnTo>
                    <a:pt x="78409" y="9575"/>
                  </a:lnTo>
                  <a:lnTo>
                    <a:pt x="78689" y="6121"/>
                  </a:lnTo>
                  <a:close/>
                </a:path>
                <a:path w="770255" h="64134">
                  <a:moveTo>
                    <a:pt x="92506" y="7200"/>
                  </a:moveTo>
                  <a:lnTo>
                    <a:pt x="83223" y="6477"/>
                  </a:lnTo>
                  <a:lnTo>
                    <a:pt x="82956" y="9931"/>
                  </a:lnTo>
                  <a:lnTo>
                    <a:pt x="92240" y="10655"/>
                  </a:lnTo>
                  <a:lnTo>
                    <a:pt x="92506" y="7200"/>
                  </a:lnTo>
                  <a:close/>
                </a:path>
                <a:path w="770255" h="64134">
                  <a:moveTo>
                    <a:pt x="100520" y="7556"/>
                  </a:moveTo>
                  <a:lnTo>
                    <a:pt x="96786" y="7556"/>
                  </a:lnTo>
                  <a:lnTo>
                    <a:pt x="96786" y="11734"/>
                  </a:lnTo>
                  <a:lnTo>
                    <a:pt x="100520" y="11734"/>
                  </a:lnTo>
                  <a:lnTo>
                    <a:pt x="100520" y="7556"/>
                  </a:lnTo>
                  <a:close/>
                </a:path>
                <a:path w="770255" h="64134">
                  <a:moveTo>
                    <a:pt x="147815" y="10795"/>
                  </a:moveTo>
                  <a:lnTo>
                    <a:pt x="142735" y="10795"/>
                  </a:lnTo>
                  <a:lnTo>
                    <a:pt x="142735" y="14973"/>
                  </a:lnTo>
                  <a:lnTo>
                    <a:pt x="147815" y="14973"/>
                  </a:lnTo>
                  <a:lnTo>
                    <a:pt x="147815" y="10795"/>
                  </a:lnTo>
                  <a:close/>
                </a:path>
                <a:path w="770255" h="64134">
                  <a:moveTo>
                    <a:pt x="161645" y="12598"/>
                  </a:moveTo>
                  <a:lnTo>
                    <a:pt x="152349" y="11874"/>
                  </a:lnTo>
                  <a:lnTo>
                    <a:pt x="152082" y="15328"/>
                  </a:lnTo>
                  <a:lnTo>
                    <a:pt x="161366" y="16052"/>
                  </a:lnTo>
                  <a:lnTo>
                    <a:pt x="161645" y="12598"/>
                  </a:lnTo>
                  <a:close/>
                </a:path>
                <a:path w="770255" h="64134">
                  <a:moveTo>
                    <a:pt x="175463" y="13690"/>
                  </a:moveTo>
                  <a:lnTo>
                    <a:pt x="166179" y="12954"/>
                  </a:lnTo>
                  <a:lnTo>
                    <a:pt x="165912" y="16408"/>
                  </a:lnTo>
                  <a:lnTo>
                    <a:pt x="175196" y="17132"/>
                  </a:lnTo>
                  <a:lnTo>
                    <a:pt x="175463" y="13690"/>
                  </a:lnTo>
                  <a:close/>
                </a:path>
                <a:path w="770255" h="64134">
                  <a:moveTo>
                    <a:pt x="189293" y="14770"/>
                  </a:moveTo>
                  <a:lnTo>
                    <a:pt x="180009" y="14033"/>
                  </a:lnTo>
                  <a:lnTo>
                    <a:pt x="179743" y="17487"/>
                  </a:lnTo>
                  <a:lnTo>
                    <a:pt x="189014" y="18211"/>
                  </a:lnTo>
                  <a:lnTo>
                    <a:pt x="189293" y="14770"/>
                  </a:lnTo>
                  <a:close/>
                </a:path>
                <a:path w="770255" h="64134">
                  <a:moveTo>
                    <a:pt x="203123" y="15836"/>
                  </a:moveTo>
                  <a:lnTo>
                    <a:pt x="193840" y="15113"/>
                  </a:lnTo>
                  <a:lnTo>
                    <a:pt x="193560" y="18567"/>
                  </a:lnTo>
                  <a:lnTo>
                    <a:pt x="202844" y="19291"/>
                  </a:lnTo>
                  <a:lnTo>
                    <a:pt x="203123" y="15836"/>
                  </a:lnTo>
                  <a:close/>
                </a:path>
                <a:path w="770255" h="64134">
                  <a:moveTo>
                    <a:pt x="216941" y="16916"/>
                  </a:moveTo>
                  <a:lnTo>
                    <a:pt x="207657" y="16192"/>
                  </a:lnTo>
                  <a:lnTo>
                    <a:pt x="207391" y="19646"/>
                  </a:lnTo>
                  <a:lnTo>
                    <a:pt x="216674" y="20370"/>
                  </a:lnTo>
                  <a:lnTo>
                    <a:pt x="216941" y="16916"/>
                  </a:lnTo>
                  <a:close/>
                </a:path>
                <a:path w="770255" h="64134">
                  <a:moveTo>
                    <a:pt x="230771" y="18008"/>
                  </a:moveTo>
                  <a:lnTo>
                    <a:pt x="221488" y="17272"/>
                  </a:lnTo>
                  <a:lnTo>
                    <a:pt x="221208" y="20726"/>
                  </a:lnTo>
                  <a:lnTo>
                    <a:pt x="230505" y="21450"/>
                  </a:lnTo>
                  <a:lnTo>
                    <a:pt x="230771" y="18008"/>
                  </a:lnTo>
                  <a:close/>
                </a:path>
                <a:path w="770255" h="64134">
                  <a:moveTo>
                    <a:pt x="244602" y="19088"/>
                  </a:moveTo>
                  <a:lnTo>
                    <a:pt x="235305" y="18351"/>
                  </a:lnTo>
                  <a:lnTo>
                    <a:pt x="235038" y="21805"/>
                  </a:lnTo>
                  <a:lnTo>
                    <a:pt x="244322" y="22529"/>
                  </a:lnTo>
                  <a:lnTo>
                    <a:pt x="244602" y="19088"/>
                  </a:lnTo>
                  <a:close/>
                </a:path>
                <a:path w="770255" h="64134">
                  <a:moveTo>
                    <a:pt x="258419" y="20154"/>
                  </a:moveTo>
                  <a:lnTo>
                    <a:pt x="249135" y="19431"/>
                  </a:lnTo>
                  <a:lnTo>
                    <a:pt x="248869" y="22885"/>
                  </a:lnTo>
                  <a:lnTo>
                    <a:pt x="258152" y="23609"/>
                  </a:lnTo>
                  <a:lnTo>
                    <a:pt x="258419" y="20154"/>
                  </a:lnTo>
                  <a:close/>
                </a:path>
                <a:path w="770255" h="64134">
                  <a:moveTo>
                    <a:pt x="272249" y="21234"/>
                  </a:moveTo>
                  <a:lnTo>
                    <a:pt x="262966" y="20510"/>
                  </a:lnTo>
                  <a:lnTo>
                    <a:pt x="262699" y="23964"/>
                  </a:lnTo>
                  <a:lnTo>
                    <a:pt x="271983" y="24688"/>
                  </a:lnTo>
                  <a:lnTo>
                    <a:pt x="272249" y="21234"/>
                  </a:lnTo>
                  <a:close/>
                </a:path>
                <a:path w="770255" h="64134">
                  <a:moveTo>
                    <a:pt x="286080" y="22326"/>
                  </a:moveTo>
                  <a:lnTo>
                    <a:pt x="276783" y="21590"/>
                  </a:lnTo>
                  <a:lnTo>
                    <a:pt x="276529" y="25044"/>
                  </a:lnTo>
                  <a:lnTo>
                    <a:pt x="285800" y="25768"/>
                  </a:lnTo>
                  <a:lnTo>
                    <a:pt x="286080" y="22326"/>
                  </a:lnTo>
                  <a:close/>
                </a:path>
                <a:path w="770255" h="64134">
                  <a:moveTo>
                    <a:pt x="299910" y="23406"/>
                  </a:moveTo>
                  <a:lnTo>
                    <a:pt x="290614" y="22669"/>
                  </a:lnTo>
                  <a:lnTo>
                    <a:pt x="290347" y="26123"/>
                  </a:lnTo>
                  <a:lnTo>
                    <a:pt x="299631" y="26847"/>
                  </a:lnTo>
                  <a:lnTo>
                    <a:pt x="299910" y="23406"/>
                  </a:lnTo>
                  <a:close/>
                </a:path>
                <a:path w="770255" h="64134">
                  <a:moveTo>
                    <a:pt x="313728" y="24485"/>
                  </a:moveTo>
                  <a:lnTo>
                    <a:pt x="304444" y="23749"/>
                  </a:lnTo>
                  <a:lnTo>
                    <a:pt x="304165" y="27203"/>
                  </a:lnTo>
                  <a:lnTo>
                    <a:pt x="313461" y="27927"/>
                  </a:lnTo>
                  <a:lnTo>
                    <a:pt x="313728" y="24485"/>
                  </a:lnTo>
                  <a:close/>
                </a:path>
                <a:path w="770255" h="64134">
                  <a:moveTo>
                    <a:pt x="327558" y="25552"/>
                  </a:moveTo>
                  <a:lnTo>
                    <a:pt x="318274" y="24828"/>
                  </a:lnTo>
                  <a:lnTo>
                    <a:pt x="317995" y="28282"/>
                  </a:lnTo>
                  <a:lnTo>
                    <a:pt x="327279" y="29006"/>
                  </a:lnTo>
                  <a:lnTo>
                    <a:pt x="327558" y="25552"/>
                  </a:lnTo>
                  <a:close/>
                </a:path>
                <a:path w="770255" h="64134">
                  <a:moveTo>
                    <a:pt x="341388" y="26644"/>
                  </a:moveTo>
                  <a:lnTo>
                    <a:pt x="332092" y="25908"/>
                  </a:lnTo>
                  <a:lnTo>
                    <a:pt x="331825" y="29375"/>
                  </a:lnTo>
                  <a:lnTo>
                    <a:pt x="341109" y="30086"/>
                  </a:lnTo>
                  <a:lnTo>
                    <a:pt x="341388" y="26644"/>
                  </a:lnTo>
                  <a:close/>
                </a:path>
                <a:path w="770255" h="64134">
                  <a:moveTo>
                    <a:pt x="355206" y="27724"/>
                  </a:moveTo>
                  <a:lnTo>
                    <a:pt x="345922" y="26987"/>
                  </a:lnTo>
                  <a:lnTo>
                    <a:pt x="345643" y="30441"/>
                  </a:lnTo>
                  <a:lnTo>
                    <a:pt x="354939" y="31165"/>
                  </a:lnTo>
                  <a:lnTo>
                    <a:pt x="355206" y="27724"/>
                  </a:lnTo>
                  <a:close/>
                </a:path>
                <a:path w="770255" h="64134">
                  <a:moveTo>
                    <a:pt x="369036" y="28803"/>
                  </a:moveTo>
                  <a:lnTo>
                    <a:pt x="359752" y="28067"/>
                  </a:lnTo>
                  <a:lnTo>
                    <a:pt x="359473" y="31521"/>
                  </a:lnTo>
                  <a:lnTo>
                    <a:pt x="368769" y="32245"/>
                  </a:lnTo>
                  <a:lnTo>
                    <a:pt x="369036" y="28803"/>
                  </a:lnTo>
                  <a:close/>
                </a:path>
                <a:path w="770255" h="64134">
                  <a:moveTo>
                    <a:pt x="382854" y="29870"/>
                  </a:moveTo>
                  <a:lnTo>
                    <a:pt x="373570" y="29146"/>
                  </a:lnTo>
                  <a:lnTo>
                    <a:pt x="373303" y="32600"/>
                  </a:lnTo>
                  <a:lnTo>
                    <a:pt x="382587" y="33337"/>
                  </a:lnTo>
                  <a:lnTo>
                    <a:pt x="382854" y="29870"/>
                  </a:lnTo>
                  <a:close/>
                </a:path>
                <a:path w="770255" h="64134">
                  <a:moveTo>
                    <a:pt x="396684" y="30962"/>
                  </a:moveTo>
                  <a:lnTo>
                    <a:pt x="387400" y="30226"/>
                  </a:lnTo>
                  <a:lnTo>
                    <a:pt x="387121" y="33680"/>
                  </a:lnTo>
                  <a:lnTo>
                    <a:pt x="396417" y="34404"/>
                  </a:lnTo>
                  <a:lnTo>
                    <a:pt x="396684" y="30962"/>
                  </a:lnTo>
                  <a:close/>
                </a:path>
                <a:path w="770255" h="64134">
                  <a:moveTo>
                    <a:pt x="410514" y="32042"/>
                  </a:moveTo>
                  <a:lnTo>
                    <a:pt x="401231" y="31318"/>
                  </a:lnTo>
                  <a:lnTo>
                    <a:pt x="400964" y="34772"/>
                  </a:lnTo>
                  <a:lnTo>
                    <a:pt x="410235" y="35483"/>
                  </a:lnTo>
                  <a:lnTo>
                    <a:pt x="410514" y="32042"/>
                  </a:lnTo>
                  <a:close/>
                </a:path>
                <a:path w="770255" h="64134">
                  <a:moveTo>
                    <a:pt x="424332" y="33121"/>
                  </a:moveTo>
                  <a:lnTo>
                    <a:pt x="415048" y="32385"/>
                  </a:lnTo>
                  <a:lnTo>
                    <a:pt x="414782" y="35839"/>
                  </a:lnTo>
                  <a:lnTo>
                    <a:pt x="424065" y="36563"/>
                  </a:lnTo>
                  <a:lnTo>
                    <a:pt x="424332" y="33121"/>
                  </a:lnTo>
                  <a:close/>
                </a:path>
                <a:path w="770255" h="64134">
                  <a:moveTo>
                    <a:pt x="438162" y="34201"/>
                  </a:moveTo>
                  <a:lnTo>
                    <a:pt x="428879" y="33464"/>
                  </a:lnTo>
                  <a:lnTo>
                    <a:pt x="428612" y="36918"/>
                  </a:lnTo>
                  <a:lnTo>
                    <a:pt x="437896" y="37655"/>
                  </a:lnTo>
                  <a:lnTo>
                    <a:pt x="438162" y="34201"/>
                  </a:lnTo>
                  <a:close/>
                </a:path>
                <a:path w="770255" h="64134">
                  <a:moveTo>
                    <a:pt x="451993" y="35280"/>
                  </a:moveTo>
                  <a:lnTo>
                    <a:pt x="442709" y="34544"/>
                  </a:lnTo>
                  <a:lnTo>
                    <a:pt x="442429" y="38011"/>
                  </a:lnTo>
                  <a:lnTo>
                    <a:pt x="451713" y="38722"/>
                  </a:lnTo>
                  <a:lnTo>
                    <a:pt x="451993" y="35280"/>
                  </a:lnTo>
                  <a:close/>
                </a:path>
                <a:path w="770255" h="64134">
                  <a:moveTo>
                    <a:pt x="462737" y="46342"/>
                  </a:moveTo>
                  <a:lnTo>
                    <a:pt x="453364" y="45923"/>
                  </a:lnTo>
                  <a:lnTo>
                    <a:pt x="453212" y="49390"/>
                  </a:lnTo>
                  <a:lnTo>
                    <a:pt x="462572" y="49796"/>
                  </a:lnTo>
                  <a:lnTo>
                    <a:pt x="462737" y="46342"/>
                  </a:lnTo>
                  <a:close/>
                </a:path>
                <a:path w="770255" h="64134">
                  <a:moveTo>
                    <a:pt x="465823" y="36360"/>
                  </a:moveTo>
                  <a:lnTo>
                    <a:pt x="456526" y="35636"/>
                  </a:lnTo>
                  <a:lnTo>
                    <a:pt x="456260" y="39090"/>
                  </a:lnTo>
                  <a:lnTo>
                    <a:pt x="465543" y="39801"/>
                  </a:lnTo>
                  <a:lnTo>
                    <a:pt x="465823" y="36360"/>
                  </a:lnTo>
                  <a:close/>
                </a:path>
                <a:path w="770255" h="64134">
                  <a:moveTo>
                    <a:pt x="476694" y="46977"/>
                  </a:moveTo>
                  <a:lnTo>
                    <a:pt x="467321" y="46545"/>
                  </a:lnTo>
                  <a:lnTo>
                    <a:pt x="467169" y="50012"/>
                  </a:lnTo>
                  <a:lnTo>
                    <a:pt x="476542" y="50431"/>
                  </a:lnTo>
                  <a:lnTo>
                    <a:pt x="476694" y="46977"/>
                  </a:lnTo>
                  <a:close/>
                </a:path>
                <a:path w="770255" h="64134">
                  <a:moveTo>
                    <a:pt x="479640" y="37439"/>
                  </a:moveTo>
                  <a:lnTo>
                    <a:pt x="470357" y="36703"/>
                  </a:lnTo>
                  <a:lnTo>
                    <a:pt x="470090" y="40157"/>
                  </a:lnTo>
                  <a:lnTo>
                    <a:pt x="479361" y="40881"/>
                  </a:lnTo>
                  <a:lnTo>
                    <a:pt x="479640" y="37439"/>
                  </a:lnTo>
                  <a:close/>
                </a:path>
                <a:path w="770255" h="64134">
                  <a:moveTo>
                    <a:pt x="490651" y="47612"/>
                  </a:moveTo>
                  <a:lnTo>
                    <a:pt x="481279" y="47180"/>
                  </a:lnTo>
                  <a:lnTo>
                    <a:pt x="481126" y="50647"/>
                  </a:lnTo>
                  <a:lnTo>
                    <a:pt x="490499" y="51066"/>
                  </a:lnTo>
                  <a:lnTo>
                    <a:pt x="490651" y="47612"/>
                  </a:lnTo>
                  <a:close/>
                </a:path>
                <a:path w="770255" h="64134">
                  <a:moveTo>
                    <a:pt x="493471" y="38519"/>
                  </a:moveTo>
                  <a:lnTo>
                    <a:pt x="484187" y="37782"/>
                  </a:lnTo>
                  <a:lnTo>
                    <a:pt x="483920" y="41236"/>
                  </a:lnTo>
                  <a:lnTo>
                    <a:pt x="493191" y="41973"/>
                  </a:lnTo>
                  <a:lnTo>
                    <a:pt x="493471" y="38519"/>
                  </a:lnTo>
                  <a:close/>
                </a:path>
                <a:path w="770255" h="64134">
                  <a:moveTo>
                    <a:pt x="504621" y="48247"/>
                  </a:moveTo>
                  <a:lnTo>
                    <a:pt x="495249" y="47815"/>
                  </a:lnTo>
                  <a:lnTo>
                    <a:pt x="495096" y="51282"/>
                  </a:lnTo>
                  <a:lnTo>
                    <a:pt x="504456" y="51701"/>
                  </a:lnTo>
                  <a:lnTo>
                    <a:pt x="504621" y="48247"/>
                  </a:lnTo>
                  <a:close/>
                </a:path>
                <a:path w="770255" h="64134">
                  <a:moveTo>
                    <a:pt x="507301" y="39598"/>
                  </a:moveTo>
                  <a:lnTo>
                    <a:pt x="498005" y="38862"/>
                  </a:lnTo>
                  <a:lnTo>
                    <a:pt x="497738" y="42316"/>
                  </a:lnTo>
                  <a:lnTo>
                    <a:pt x="507022" y="43053"/>
                  </a:lnTo>
                  <a:lnTo>
                    <a:pt x="507301" y="39598"/>
                  </a:lnTo>
                  <a:close/>
                </a:path>
                <a:path w="770255" h="64134">
                  <a:moveTo>
                    <a:pt x="518579" y="48869"/>
                  </a:moveTo>
                  <a:lnTo>
                    <a:pt x="509206" y="48450"/>
                  </a:lnTo>
                  <a:lnTo>
                    <a:pt x="509041" y="51904"/>
                  </a:lnTo>
                  <a:lnTo>
                    <a:pt x="518426" y="52336"/>
                  </a:lnTo>
                  <a:lnTo>
                    <a:pt x="518579" y="48869"/>
                  </a:lnTo>
                  <a:close/>
                </a:path>
                <a:path w="770255" h="64134">
                  <a:moveTo>
                    <a:pt x="521119" y="40678"/>
                  </a:moveTo>
                  <a:lnTo>
                    <a:pt x="511835" y="39954"/>
                  </a:lnTo>
                  <a:lnTo>
                    <a:pt x="511568" y="43408"/>
                  </a:lnTo>
                  <a:lnTo>
                    <a:pt x="520852" y="44119"/>
                  </a:lnTo>
                  <a:lnTo>
                    <a:pt x="521119" y="40678"/>
                  </a:lnTo>
                  <a:close/>
                </a:path>
                <a:path w="770255" h="64134">
                  <a:moveTo>
                    <a:pt x="532536" y="49504"/>
                  </a:moveTo>
                  <a:lnTo>
                    <a:pt x="523163" y="49085"/>
                  </a:lnTo>
                  <a:lnTo>
                    <a:pt x="523011" y="52539"/>
                  </a:lnTo>
                  <a:lnTo>
                    <a:pt x="532384" y="52971"/>
                  </a:lnTo>
                  <a:lnTo>
                    <a:pt x="532536" y="49504"/>
                  </a:lnTo>
                  <a:close/>
                </a:path>
                <a:path w="770255" h="64134">
                  <a:moveTo>
                    <a:pt x="534949" y="41757"/>
                  </a:moveTo>
                  <a:lnTo>
                    <a:pt x="525665" y="41033"/>
                  </a:lnTo>
                  <a:lnTo>
                    <a:pt x="525399" y="44488"/>
                  </a:lnTo>
                  <a:lnTo>
                    <a:pt x="534670" y="45199"/>
                  </a:lnTo>
                  <a:lnTo>
                    <a:pt x="534949" y="41757"/>
                  </a:lnTo>
                  <a:close/>
                </a:path>
                <a:path w="770255" h="64134">
                  <a:moveTo>
                    <a:pt x="546506" y="50139"/>
                  </a:moveTo>
                  <a:lnTo>
                    <a:pt x="537133" y="49707"/>
                  </a:lnTo>
                  <a:lnTo>
                    <a:pt x="536981" y="53174"/>
                  </a:lnTo>
                  <a:lnTo>
                    <a:pt x="546341" y="53594"/>
                  </a:lnTo>
                  <a:lnTo>
                    <a:pt x="546506" y="50139"/>
                  </a:lnTo>
                  <a:close/>
                </a:path>
                <a:path w="770255" h="64134">
                  <a:moveTo>
                    <a:pt x="548767" y="42837"/>
                  </a:moveTo>
                  <a:lnTo>
                    <a:pt x="539483" y="42100"/>
                  </a:lnTo>
                  <a:lnTo>
                    <a:pt x="539216" y="45554"/>
                  </a:lnTo>
                  <a:lnTo>
                    <a:pt x="548500" y="46291"/>
                  </a:lnTo>
                  <a:lnTo>
                    <a:pt x="548767" y="42837"/>
                  </a:lnTo>
                  <a:close/>
                </a:path>
                <a:path w="770255" h="64134">
                  <a:moveTo>
                    <a:pt x="560463" y="50774"/>
                  </a:moveTo>
                  <a:lnTo>
                    <a:pt x="551091" y="50342"/>
                  </a:lnTo>
                  <a:lnTo>
                    <a:pt x="550938" y="53809"/>
                  </a:lnTo>
                  <a:lnTo>
                    <a:pt x="560311" y="54229"/>
                  </a:lnTo>
                  <a:lnTo>
                    <a:pt x="560463" y="50774"/>
                  </a:lnTo>
                  <a:close/>
                </a:path>
                <a:path w="770255" h="64134">
                  <a:moveTo>
                    <a:pt x="562597" y="43916"/>
                  </a:moveTo>
                  <a:lnTo>
                    <a:pt x="553313" y="43180"/>
                  </a:lnTo>
                  <a:lnTo>
                    <a:pt x="553046" y="46647"/>
                  </a:lnTo>
                  <a:lnTo>
                    <a:pt x="562330" y="47371"/>
                  </a:lnTo>
                  <a:lnTo>
                    <a:pt x="562597" y="43916"/>
                  </a:lnTo>
                  <a:close/>
                </a:path>
                <a:path w="770255" h="64134">
                  <a:moveTo>
                    <a:pt x="574421" y="51409"/>
                  </a:moveTo>
                  <a:lnTo>
                    <a:pt x="565048" y="50977"/>
                  </a:lnTo>
                  <a:lnTo>
                    <a:pt x="564896" y="54444"/>
                  </a:lnTo>
                  <a:lnTo>
                    <a:pt x="574268" y="54864"/>
                  </a:lnTo>
                  <a:lnTo>
                    <a:pt x="574421" y="51409"/>
                  </a:lnTo>
                  <a:close/>
                </a:path>
                <a:path w="770255" h="64134">
                  <a:moveTo>
                    <a:pt x="576427" y="44996"/>
                  </a:moveTo>
                  <a:lnTo>
                    <a:pt x="567131" y="44272"/>
                  </a:lnTo>
                  <a:lnTo>
                    <a:pt x="566864" y="47726"/>
                  </a:lnTo>
                  <a:lnTo>
                    <a:pt x="576148" y="48437"/>
                  </a:lnTo>
                  <a:lnTo>
                    <a:pt x="576427" y="44996"/>
                  </a:lnTo>
                  <a:close/>
                </a:path>
                <a:path w="770255" h="64134">
                  <a:moveTo>
                    <a:pt x="588391" y="52031"/>
                  </a:moveTo>
                  <a:lnTo>
                    <a:pt x="579018" y="51600"/>
                  </a:lnTo>
                  <a:lnTo>
                    <a:pt x="578853" y="55079"/>
                  </a:lnTo>
                  <a:lnTo>
                    <a:pt x="588238" y="55499"/>
                  </a:lnTo>
                  <a:lnTo>
                    <a:pt x="588391" y="52031"/>
                  </a:lnTo>
                  <a:close/>
                </a:path>
                <a:path w="770255" h="64134">
                  <a:moveTo>
                    <a:pt x="590257" y="46075"/>
                  </a:moveTo>
                  <a:lnTo>
                    <a:pt x="580961" y="45351"/>
                  </a:lnTo>
                  <a:lnTo>
                    <a:pt x="580694" y="48806"/>
                  </a:lnTo>
                  <a:lnTo>
                    <a:pt x="589978" y="49517"/>
                  </a:lnTo>
                  <a:lnTo>
                    <a:pt x="590257" y="46075"/>
                  </a:lnTo>
                  <a:close/>
                </a:path>
                <a:path w="770255" h="64134">
                  <a:moveTo>
                    <a:pt x="602348" y="52666"/>
                  </a:moveTo>
                  <a:lnTo>
                    <a:pt x="592975" y="52235"/>
                  </a:lnTo>
                  <a:lnTo>
                    <a:pt x="592823" y="55702"/>
                  </a:lnTo>
                  <a:lnTo>
                    <a:pt x="602195" y="56121"/>
                  </a:lnTo>
                  <a:lnTo>
                    <a:pt x="602348" y="52666"/>
                  </a:lnTo>
                  <a:close/>
                </a:path>
                <a:path w="770255" h="64134">
                  <a:moveTo>
                    <a:pt x="604075" y="47155"/>
                  </a:moveTo>
                  <a:lnTo>
                    <a:pt x="594791" y="46418"/>
                  </a:lnTo>
                  <a:lnTo>
                    <a:pt x="594525" y="49872"/>
                  </a:lnTo>
                  <a:lnTo>
                    <a:pt x="603808" y="50609"/>
                  </a:lnTo>
                  <a:lnTo>
                    <a:pt x="604075" y="47155"/>
                  </a:lnTo>
                  <a:close/>
                </a:path>
                <a:path w="770255" h="64134">
                  <a:moveTo>
                    <a:pt x="616305" y="53301"/>
                  </a:moveTo>
                  <a:lnTo>
                    <a:pt x="606933" y="52870"/>
                  </a:lnTo>
                  <a:lnTo>
                    <a:pt x="606780" y="56337"/>
                  </a:lnTo>
                  <a:lnTo>
                    <a:pt x="616153" y="56756"/>
                  </a:lnTo>
                  <a:lnTo>
                    <a:pt x="616305" y="53301"/>
                  </a:lnTo>
                  <a:close/>
                </a:path>
                <a:path w="770255" h="64134">
                  <a:moveTo>
                    <a:pt x="617905" y="48234"/>
                  </a:moveTo>
                  <a:lnTo>
                    <a:pt x="608622" y="47498"/>
                  </a:lnTo>
                  <a:lnTo>
                    <a:pt x="608342" y="50952"/>
                  </a:lnTo>
                  <a:lnTo>
                    <a:pt x="617626" y="51689"/>
                  </a:lnTo>
                  <a:lnTo>
                    <a:pt x="617905" y="48234"/>
                  </a:lnTo>
                  <a:close/>
                </a:path>
                <a:path w="770255" h="64134">
                  <a:moveTo>
                    <a:pt x="630275" y="53924"/>
                  </a:moveTo>
                  <a:lnTo>
                    <a:pt x="620903" y="53505"/>
                  </a:lnTo>
                  <a:lnTo>
                    <a:pt x="620737" y="56972"/>
                  </a:lnTo>
                  <a:lnTo>
                    <a:pt x="630110" y="57391"/>
                  </a:lnTo>
                  <a:lnTo>
                    <a:pt x="630275" y="53924"/>
                  </a:lnTo>
                  <a:close/>
                </a:path>
                <a:path w="770255" h="64134">
                  <a:moveTo>
                    <a:pt x="631723" y="49314"/>
                  </a:moveTo>
                  <a:lnTo>
                    <a:pt x="622439" y="48590"/>
                  </a:lnTo>
                  <a:lnTo>
                    <a:pt x="622173" y="52044"/>
                  </a:lnTo>
                  <a:lnTo>
                    <a:pt x="631456" y="52768"/>
                  </a:lnTo>
                  <a:lnTo>
                    <a:pt x="631723" y="49314"/>
                  </a:lnTo>
                  <a:close/>
                </a:path>
                <a:path w="770255" h="64134">
                  <a:moveTo>
                    <a:pt x="644232" y="54559"/>
                  </a:moveTo>
                  <a:lnTo>
                    <a:pt x="634860" y="54140"/>
                  </a:lnTo>
                  <a:lnTo>
                    <a:pt x="634707" y="57594"/>
                  </a:lnTo>
                  <a:lnTo>
                    <a:pt x="644080" y="58013"/>
                  </a:lnTo>
                  <a:lnTo>
                    <a:pt x="644232" y="54559"/>
                  </a:lnTo>
                  <a:close/>
                </a:path>
                <a:path w="770255" h="64134">
                  <a:moveTo>
                    <a:pt x="645553" y="50393"/>
                  </a:moveTo>
                  <a:lnTo>
                    <a:pt x="636270" y="49669"/>
                  </a:lnTo>
                  <a:lnTo>
                    <a:pt x="636003" y="53124"/>
                  </a:lnTo>
                  <a:lnTo>
                    <a:pt x="645287" y="53835"/>
                  </a:lnTo>
                  <a:lnTo>
                    <a:pt x="645553" y="50393"/>
                  </a:lnTo>
                  <a:close/>
                </a:path>
                <a:path w="770255" h="64134">
                  <a:moveTo>
                    <a:pt x="658202" y="55194"/>
                  </a:moveTo>
                  <a:lnTo>
                    <a:pt x="648830" y="54775"/>
                  </a:lnTo>
                  <a:lnTo>
                    <a:pt x="648665" y="58229"/>
                  </a:lnTo>
                  <a:lnTo>
                    <a:pt x="658037" y="58648"/>
                  </a:lnTo>
                  <a:lnTo>
                    <a:pt x="658202" y="55194"/>
                  </a:lnTo>
                  <a:close/>
                </a:path>
                <a:path w="770255" h="64134">
                  <a:moveTo>
                    <a:pt x="659384" y="51473"/>
                  </a:moveTo>
                  <a:lnTo>
                    <a:pt x="650100" y="50749"/>
                  </a:lnTo>
                  <a:lnTo>
                    <a:pt x="649833" y="54203"/>
                  </a:lnTo>
                  <a:lnTo>
                    <a:pt x="659104" y="54927"/>
                  </a:lnTo>
                  <a:lnTo>
                    <a:pt x="659384" y="51473"/>
                  </a:lnTo>
                  <a:close/>
                </a:path>
                <a:path w="770255" h="64134">
                  <a:moveTo>
                    <a:pt x="673201" y="52552"/>
                  </a:moveTo>
                  <a:lnTo>
                    <a:pt x="663917" y="51816"/>
                  </a:lnTo>
                  <a:lnTo>
                    <a:pt x="663651" y="55283"/>
                  </a:lnTo>
                  <a:lnTo>
                    <a:pt x="668477" y="55664"/>
                  </a:lnTo>
                  <a:lnTo>
                    <a:pt x="662787" y="55397"/>
                  </a:lnTo>
                  <a:lnTo>
                    <a:pt x="662622" y="58864"/>
                  </a:lnTo>
                  <a:lnTo>
                    <a:pt x="671995" y="59283"/>
                  </a:lnTo>
                  <a:lnTo>
                    <a:pt x="672147" y="55956"/>
                  </a:lnTo>
                  <a:lnTo>
                    <a:pt x="672934" y="56007"/>
                  </a:lnTo>
                  <a:lnTo>
                    <a:pt x="673201" y="52552"/>
                  </a:lnTo>
                  <a:close/>
                </a:path>
                <a:path w="770255" h="64134">
                  <a:moveTo>
                    <a:pt x="687031" y="53632"/>
                  </a:moveTo>
                  <a:lnTo>
                    <a:pt x="677748" y="52908"/>
                  </a:lnTo>
                  <a:lnTo>
                    <a:pt x="677494" y="56070"/>
                  </a:lnTo>
                  <a:lnTo>
                    <a:pt x="676744" y="56032"/>
                  </a:lnTo>
                  <a:lnTo>
                    <a:pt x="676592" y="59499"/>
                  </a:lnTo>
                  <a:lnTo>
                    <a:pt x="685965" y="59918"/>
                  </a:lnTo>
                  <a:lnTo>
                    <a:pt x="686092" y="57035"/>
                  </a:lnTo>
                  <a:lnTo>
                    <a:pt x="686765" y="57086"/>
                  </a:lnTo>
                  <a:lnTo>
                    <a:pt x="687031" y="53632"/>
                  </a:lnTo>
                  <a:close/>
                </a:path>
                <a:path w="770255" h="64134">
                  <a:moveTo>
                    <a:pt x="700074" y="57099"/>
                  </a:moveTo>
                  <a:lnTo>
                    <a:pt x="690714" y="56667"/>
                  </a:lnTo>
                  <a:lnTo>
                    <a:pt x="690549" y="60121"/>
                  </a:lnTo>
                  <a:lnTo>
                    <a:pt x="699922" y="60553"/>
                  </a:lnTo>
                  <a:lnTo>
                    <a:pt x="700074" y="57099"/>
                  </a:lnTo>
                  <a:close/>
                </a:path>
                <a:path w="770255" h="64134">
                  <a:moveTo>
                    <a:pt x="714044" y="57721"/>
                  </a:moveTo>
                  <a:lnTo>
                    <a:pt x="704672" y="57289"/>
                  </a:lnTo>
                  <a:lnTo>
                    <a:pt x="704507" y="60756"/>
                  </a:lnTo>
                  <a:lnTo>
                    <a:pt x="713879" y="61188"/>
                  </a:lnTo>
                  <a:lnTo>
                    <a:pt x="714044" y="57721"/>
                  </a:lnTo>
                  <a:close/>
                </a:path>
                <a:path w="770255" h="64134">
                  <a:moveTo>
                    <a:pt x="728002" y="58356"/>
                  </a:moveTo>
                  <a:lnTo>
                    <a:pt x="718629" y="57924"/>
                  </a:lnTo>
                  <a:lnTo>
                    <a:pt x="718477" y="61391"/>
                  </a:lnTo>
                  <a:lnTo>
                    <a:pt x="727849" y="61810"/>
                  </a:lnTo>
                  <a:lnTo>
                    <a:pt x="728002" y="58356"/>
                  </a:lnTo>
                  <a:close/>
                </a:path>
                <a:path w="770255" h="64134">
                  <a:moveTo>
                    <a:pt x="741959" y="58991"/>
                  </a:moveTo>
                  <a:lnTo>
                    <a:pt x="732599" y="58559"/>
                  </a:lnTo>
                  <a:lnTo>
                    <a:pt x="732434" y="62026"/>
                  </a:lnTo>
                  <a:lnTo>
                    <a:pt x="741807" y="62445"/>
                  </a:lnTo>
                  <a:lnTo>
                    <a:pt x="741959" y="58991"/>
                  </a:lnTo>
                  <a:close/>
                </a:path>
                <a:path w="770255" h="64134">
                  <a:moveTo>
                    <a:pt x="755929" y="59613"/>
                  </a:moveTo>
                  <a:lnTo>
                    <a:pt x="746556" y="59194"/>
                  </a:lnTo>
                  <a:lnTo>
                    <a:pt x="746404" y="62661"/>
                  </a:lnTo>
                  <a:lnTo>
                    <a:pt x="755764" y="63080"/>
                  </a:lnTo>
                  <a:lnTo>
                    <a:pt x="755929" y="59613"/>
                  </a:lnTo>
                  <a:close/>
                </a:path>
                <a:path w="770255" h="64134">
                  <a:moveTo>
                    <a:pt x="769886" y="60248"/>
                  </a:moveTo>
                  <a:lnTo>
                    <a:pt x="760514" y="59829"/>
                  </a:lnTo>
                  <a:lnTo>
                    <a:pt x="760361" y="63284"/>
                  </a:lnTo>
                  <a:lnTo>
                    <a:pt x="769734" y="63703"/>
                  </a:lnTo>
                  <a:lnTo>
                    <a:pt x="769886" y="60248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" name="object 13"/>
            <p:cNvSpPr/>
            <p:nvPr/>
          </p:nvSpPr>
          <p:spPr>
            <a:xfrm>
              <a:off x="2033841" y="925283"/>
              <a:ext cx="92710" cy="10795"/>
            </a:xfrm>
            <a:custGeom>
              <a:avLst/>
              <a:gdLst/>
              <a:ahLst/>
              <a:cxnLst/>
              <a:rect l="l" t="t" r="r" b="b"/>
              <a:pathLst>
                <a:path w="92710" h="10794">
                  <a:moveTo>
                    <a:pt x="9550" y="723"/>
                  </a:moveTo>
                  <a:lnTo>
                    <a:pt x="266" y="0"/>
                  </a:lnTo>
                  <a:lnTo>
                    <a:pt x="0" y="3454"/>
                  </a:lnTo>
                  <a:lnTo>
                    <a:pt x="9283" y="4178"/>
                  </a:lnTo>
                  <a:lnTo>
                    <a:pt x="9550" y="723"/>
                  </a:lnTo>
                  <a:close/>
                </a:path>
                <a:path w="92710" h="10794">
                  <a:moveTo>
                    <a:pt x="23380" y="1803"/>
                  </a:moveTo>
                  <a:lnTo>
                    <a:pt x="14097" y="1079"/>
                  </a:lnTo>
                  <a:lnTo>
                    <a:pt x="13817" y="4533"/>
                  </a:lnTo>
                  <a:lnTo>
                    <a:pt x="23101" y="5245"/>
                  </a:lnTo>
                  <a:lnTo>
                    <a:pt x="23380" y="1803"/>
                  </a:lnTo>
                  <a:close/>
                </a:path>
                <a:path w="92710" h="10794">
                  <a:moveTo>
                    <a:pt x="37198" y="2882"/>
                  </a:moveTo>
                  <a:lnTo>
                    <a:pt x="27914" y="2159"/>
                  </a:lnTo>
                  <a:lnTo>
                    <a:pt x="27647" y="5613"/>
                  </a:lnTo>
                  <a:lnTo>
                    <a:pt x="36931" y="6337"/>
                  </a:lnTo>
                  <a:lnTo>
                    <a:pt x="37198" y="2882"/>
                  </a:lnTo>
                  <a:close/>
                </a:path>
                <a:path w="92710" h="10794">
                  <a:moveTo>
                    <a:pt x="51028" y="3962"/>
                  </a:moveTo>
                  <a:lnTo>
                    <a:pt x="41744" y="3225"/>
                  </a:lnTo>
                  <a:lnTo>
                    <a:pt x="41478" y="6680"/>
                  </a:lnTo>
                  <a:lnTo>
                    <a:pt x="50761" y="7416"/>
                  </a:lnTo>
                  <a:lnTo>
                    <a:pt x="51028" y="3962"/>
                  </a:lnTo>
                  <a:close/>
                </a:path>
                <a:path w="92710" h="10794">
                  <a:moveTo>
                    <a:pt x="64858" y="5041"/>
                  </a:moveTo>
                  <a:lnTo>
                    <a:pt x="55575" y="4318"/>
                  </a:lnTo>
                  <a:lnTo>
                    <a:pt x="55295" y="7772"/>
                  </a:lnTo>
                  <a:lnTo>
                    <a:pt x="64579" y="8496"/>
                  </a:lnTo>
                  <a:lnTo>
                    <a:pt x="64858" y="5041"/>
                  </a:lnTo>
                  <a:close/>
                </a:path>
                <a:path w="92710" h="10794">
                  <a:moveTo>
                    <a:pt x="78689" y="6121"/>
                  </a:moveTo>
                  <a:lnTo>
                    <a:pt x="69392" y="5397"/>
                  </a:lnTo>
                  <a:lnTo>
                    <a:pt x="69126" y="8851"/>
                  </a:lnTo>
                  <a:lnTo>
                    <a:pt x="78409" y="9563"/>
                  </a:lnTo>
                  <a:lnTo>
                    <a:pt x="78689" y="6121"/>
                  </a:lnTo>
                  <a:close/>
                </a:path>
                <a:path w="92710" h="10794">
                  <a:moveTo>
                    <a:pt x="92506" y="7200"/>
                  </a:moveTo>
                  <a:lnTo>
                    <a:pt x="83223" y="6477"/>
                  </a:lnTo>
                  <a:lnTo>
                    <a:pt x="82956" y="9931"/>
                  </a:lnTo>
                  <a:lnTo>
                    <a:pt x="92240" y="10655"/>
                  </a:lnTo>
                  <a:lnTo>
                    <a:pt x="92506" y="7200"/>
                  </a:lnTo>
                  <a:close/>
                </a:path>
              </a:pathLst>
            </a:custGeom>
            <a:solidFill>
              <a:srgbClr val="8B5D3B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2713" y="782307"/>
              <a:ext cx="917575" cy="100965"/>
            </a:xfrm>
            <a:custGeom>
              <a:avLst/>
              <a:gdLst/>
              <a:ahLst/>
              <a:cxnLst/>
              <a:rect l="l" t="t" r="r" b="b"/>
              <a:pathLst>
                <a:path w="917575" h="100965">
                  <a:moveTo>
                    <a:pt x="8978" y="64604"/>
                  </a:moveTo>
                  <a:lnTo>
                    <a:pt x="177" y="64147"/>
                  </a:lnTo>
                  <a:lnTo>
                    <a:pt x="0" y="67602"/>
                  </a:lnTo>
                  <a:lnTo>
                    <a:pt x="8801" y="68059"/>
                  </a:lnTo>
                  <a:lnTo>
                    <a:pt x="8978" y="64604"/>
                  </a:lnTo>
                  <a:close/>
                </a:path>
                <a:path w="917575" h="100965">
                  <a:moveTo>
                    <a:pt x="22085" y="65278"/>
                  </a:moveTo>
                  <a:lnTo>
                    <a:pt x="13284" y="64820"/>
                  </a:lnTo>
                  <a:lnTo>
                    <a:pt x="13106" y="68287"/>
                  </a:lnTo>
                  <a:lnTo>
                    <a:pt x="21907" y="68745"/>
                  </a:lnTo>
                  <a:lnTo>
                    <a:pt x="22085" y="65278"/>
                  </a:lnTo>
                  <a:close/>
                </a:path>
                <a:path w="917575" h="100965">
                  <a:moveTo>
                    <a:pt x="35191" y="65951"/>
                  </a:moveTo>
                  <a:lnTo>
                    <a:pt x="26390" y="65506"/>
                  </a:lnTo>
                  <a:lnTo>
                    <a:pt x="26212" y="68961"/>
                  </a:lnTo>
                  <a:lnTo>
                    <a:pt x="35013" y="69418"/>
                  </a:lnTo>
                  <a:lnTo>
                    <a:pt x="35191" y="65951"/>
                  </a:lnTo>
                  <a:close/>
                </a:path>
                <a:path w="917575" h="100965">
                  <a:moveTo>
                    <a:pt x="48298" y="66636"/>
                  </a:moveTo>
                  <a:lnTo>
                    <a:pt x="39497" y="66179"/>
                  </a:lnTo>
                  <a:lnTo>
                    <a:pt x="39319" y="69634"/>
                  </a:lnTo>
                  <a:lnTo>
                    <a:pt x="48120" y="70091"/>
                  </a:lnTo>
                  <a:lnTo>
                    <a:pt x="48298" y="66636"/>
                  </a:lnTo>
                  <a:close/>
                </a:path>
                <a:path w="917575" h="100965">
                  <a:moveTo>
                    <a:pt x="61391" y="67310"/>
                  </a:moveTo>
                  <a:lnTo>
                    <a:pt x="52590" y="66852"/>
                  </a:lnTo>
                  <a:lnTo>
                    <a:pt x="52425" y="70319"/>
                  </a:lnTo>
                  <a:lnTo>
                    <a:pt x="61226" y="70764"/>
                  </a:lnTo>
                  <a:lnTo>
                    <a:pt x="61391" y="67310"/>
                  </a:lnTo>
                  <a:close/>
                </a:path>
                <a:path w="917575" h="100965">
                  <a:moveTo>
                    <a:pt x="74510" y="67995"/>
                  </a:moveTo>
                  <a:lnTo>
                    <a:pt x="65709" y="67525"/>
                  </a:lnTo>
                  <a:lnTo>
                    <a:pt x="65532" y="70993"/>
                  </a:lnTo>
                  <a:lnTo>
                    <a:pt x="74320" y="71450"/>
                  </a:lnTo>
                  <a:lnTo>
                    <a:pt x="74510" y="67995"/>
                  </a:lnTo>
                  <a:close/>
                </a:path>
                <a:path w="917575" h="100965">
                  <a:moveTo>
                    <a:pt x="87604" y="68668"/>
                  </a:moveTo>
                  <a:lnTo>
                    <a:pt x="78816" y="68211"/>
                  </a:lnTo>
                  <a:lnTo>
                    <a:pt x="78638" y="71666"/>
                  </a:lnTo>
                  <a:lnTo>
                    <a:pt x="87426" y="72123"/>
                  </a:lnTo>
                  <a:lnTo>
                    <a:pt x="87604" y="68668"/>
                  </a:lnTo>
                  <a:close/>
                </a:path>
                <a:path w="917575" h="100965">
                  <a:moveTo>
                    <a:pt x="97929" y="1041"/>
                  </a:moveTo>
                  <a:lnTo>
                    <a:pt x="89065" y="0"/>
                  </a:lnTo>
                  <a:lnTo>
                    <a:pt x="88658" y="3429"/>
                  </a:lnTo>
                  <a:lnTo>
                    <a:pt x="97536" y="4483"/>
                  </a:lnTo>
                  <a:lnTo>
                    <a:pt x="97929" y="1041"/>
                  </a:lnTo>
                  <a:close/>
                </a:path>
                <a:path w="917575" h="100965">
                  <a:moveTo>
                    <a:pt x="100711" y="69342"/>
                  </a:moveTo>
                  <a:lnTo>
                    <a:pt x="91909" y="68884"/>
                  </a:lnTo>
                  <a:lnTo>
                    <a:pt x="91732" y="72351"/>
                  </a:lnTo>
                  <a:lnTo>
                    <a:pt x="100533" y="72796"/>
                  </a:lnTo>
                  <a:lnTo>
                    <a:pt x="100711" y="69342"/>
                  </a:lnTo>
                  <a:close/>
                </a:path>
                <a:path w="917575" h="100965">
                  <a:moveTo>
                    <a:pt x="111150" y="2590"/>
                  </a:moveTo>
                  <a:lnTo>
                    <a:pt x="102273" y="1549"/>
                  </a:lnTo>
                  <a:lnTo>
                    <a:pt x="101866" y="4991"/>
                  </a:lnTo>
                  <a:lnTo>
                    <a:pt x="110744" y="6019"/>
                  </a:lnTo>
                  <a:lnTo>
                    <a:pt x="111150" y="2590"/>
                  </a:lnTo>
                  <a:close/>
                </a:path>
                <a:path w="917575" h="100965">
                  <a:moveTo>
                    <a:pt x="124371" y="4140"/>
                  </a:moveTo>
                  <a:lnTo>
                    <a:pt x="115493" y="3098"/>
                  </a:lnTo>
                  <a:lnTo>
                    <a:pt x="115087" y="6540"/>
                  </a:lnTo>
                  <a:lnTo>
                    <a:pt x="123964" y="7581"/>
                  </a:lnTo>
                  <a:lnTo>
                    <a:pt x="124371" y="4140"/>
                  </a:lnTo>
                  <a:close/>
                </a:path>
                <a:path w="917575" h="100965">
                  <a:moveTo>
                    <a:pt x="137579" y="5689"/>
                  </a:moveTo>
                  <a:lnTo>
                    <a:pt x="128714" y="4648"/>
                  </a:lnTo>
                  <a:lnTo>
                    <a:pt x="128308" y="8089"/>
                  </a:lnTo>
                  <a:lnTo>
                    <a:pt x="137185" y="9131"/>
                  </a:lnTo>
                  <a:lnTo>
                    <a:pt x="137579" y="5689"/>
                  </a:lnTo>
                  <a:close/>
                </a:path>
                <a:path w="917575" h="100965">
                  <a:moveTo>
                    <a:pt x="150799" y="7251"/>
                  </a:moveTo>
                  <a:lnTo>
                    <a:pt x="141922" y="6210"/>
                  </a:lnTo>
                  <a:lnTo>
                    <a:pt x="141516" y="9639"/>
                  </a:lnTo>
                  <a:lnTo>
                    <a:pt x="150393" y="10680"/>
                  </a:lnTo>
                  <a:lnTo>
                    <a:pt x="150799" y="7251"/>
                  </a:lnTo>
                  <a:close/>
                </a:path>
                <a:path w="917575" h="100965">
                  <a:moveTo>
                    <a:pt x="164020" y="8788"/>
                  </a:moveTo>
                  <a:lnTo>
                    <a:pt x="155143" y="7747"/>
                  </a:lnTo>
                  <a:lnTo>
                    <a:pt x="154736" y="11188"/>
                  </a:lnTo>
                  <a:lnTo>
                    <a:pt x="163614" y="12230"/>
                  </a:lnTo>
                  <a:lnTo>
                    <a:pt x="164020" y="8788"/>
                  </a:lnTo>
                  <a:close/>
                </a:path>
                <a:path w="917575" h="100965">
                  <a:moveTo>
                    <a:pt x="177228" y="10350"/>
                  </a:moveTo>
                  <a:lnTo>
                    <a:pt x="168351" y="9309"/>
                  </a:lnTo>
                  <a:lnTo>
                    <a:pt x="167957" y="12738"/>
                  </a:lnTo>
                  <a:lnTo>
                    <a:pt x="176822" y="13779"/>
                  </a:lnTo>
                  <a:lnTo>
                    <a:pt x="177228" y="10350"/>
                  </a:lnTo>
                  <a:close/>
                </a:path>
                <a:path w="917575" h="100965">
                  <a:moveTo>
                    <a:pt x="190449" y="11899"/>
                  </a:moveTo>
                  <a:lnTo>
                    <a:pt x="181571" y="10858"/>
                  </a:lnTo>
                  <a:lnTo>
                    <a:pt x="181165" y="14287"/>
                  </a:lnTo>
                  <a:lnTo>
                    <a:pt x="190042" y="15341"/>
                  </a:lnTo>
                  <a:lnTo>
                    <a:pt x="190449" y="11899"/>
                  </a:lnTo>
                  <a:close/>
                </a:path>
                <a:path w="917575" h="100965">
                  <a:moveTo>
                    <a:pt x="203657" y="13449"/>
                  </a:moveTo>
                  <a:lnTo>
                    <a:pt x="194792" y="12407"/>
                  </a:lnTo>
                  <a:lnTo>
                    <a:pt x="194386" y="15849"/>
                  </a:lnTo>
                  <a:lnTo>
                    <a:pt x="203263" y="16878"/>
                  </a:lnTo>
                  <a:lnTo>
                    <a:pt x="203657" y="13449"/>
                  </a:lnTo>
                  <a:close/>
                </a:path>
                <a:path w="917575" h="100965">
                  <a:moveTo>
                    <a:pt x="216877" y="14998"/>
                  </a:moveTo>
                  <a:lnTo>
                    <a:pt x="208000" y="13957"/>
                  </a:lnTo>
                  <a:lnTo>
                    <a:pt x="207594" y="17399"/>
                  </a:lnTo>
                  <a:lnTo>
                    <a:pt x="216471" y="18440"/>
                  </a:lnTo>
                  <a:lnTo>
                    <a:pt x="216877" y="14998"/>
                  </a:lnTo>
                  <a:close/>
                </a:path>
                <a:path w="917575" h="100965">
                  <a:moveTo>
                    <a:pt x="230098" y="16548"/>
                  </a:moveTo>
                  <a:lnTo>
                    <a:pt x="221221" y="15506"/>
                  </a:lnTo>
                  <a:lnTo>
                    <a:pt x="220814" y="18948"/>
                  </a:lnTo>
                  <a:lnTo>
                    <a:pt x="229692" y="19989"/>
                  </a:lnTo>
                  <a:lnTo>
                    <a:pt x="230098" y="16548"/>
                  </a:lnTo>
                  <a:close/>
                </a:path>
                <a:path w="917575" h="100965">
                  <a:moveTo>
                    <a:pt x="243306" y="18097"/>
                  </a:moveTo>
                  <a:lnTo>
                    <a:pt x="234429" y="17068"/>
                  </a:lnTo>
                  <a:lnTo>
                    <a:pt x="234022" y="20497"/>
                  </a:lnTo>
                  <a:lnTo>
                    <a:pt x="242900" y="21539"/>
                  </a:lnTo>
                  <a:lnTo>
                    <a:pt x="243306" y="18097"/>
                  </a:lnTo>
                  <a:close/>
                </a:path>
                <a:path w="917575" h="100965">
                  <a:moveTo>
                    <a:pt x="256527" y="19646"/>
                  </a:moveTo>
                  <a:lnTo>
                    <a:pt x="247650" y="18605"/>
                  </a:lnTo>
                  <a:lnTo>
                    <a:pt x="247256" y="22047"/>
                  </a:lnTo>
                  <a:lnTo>
                    <a:pt x="256120" y="23088"/>
                  </a:lnTo>
                  <a:lnTo>
                    <a:pt x="256527" y="19646"/>
                  </a:lnTo>
                  <a:close/>
                </a:path>
                <a:path w="917575" h="100965">
                  <a:moveTo>
                    <a:pt x="269735" y="21209"/>
                  </a:moveTo>
                  <a:lnTo>
                    <a:pt x="260870" y="20167"/>
                  </a:lnTo>
                  <a:lnTo>
                    <a:pt x="260464" y="23596"/>
                  </a:lnTo>
                  <a:lnTo>
                    <a:pt x="269341" y="24638"/>
                  </a:lnTo>
                  <a:lnTo>
                    <a:pt x="269735" y="21209"/>
                  </a:lnTo>
                  <a:close/>
                </a:path>
                <a:path w="917575" h="100965">
                  <a:moveTo>
                    <a:pt x="282956" y="22745"/>
                  </a:moveTo>
                  <a:lnTo>
                    <a:pt x="274078" y="21717"/>
                  </a:lnTo>
                  <a:lnTo>
                    <a:pt x="273672" y="25146"/>
                  </a:lnTo>
                  <a:lnTo>
                    <a:pt x="282549" y="26187"/>
                  </a:lnTo>
                  <a:lnTo>
                    <a:pt x="282956" y="22745"/>
                  </a:lnTo>
                  <a:close/>
                </a:path>
                <a:path w="917575" h="100965">
                  <a:moveTo>
                    <a:pt x="296176" y="24307"/>
                  </a:moveTo>
                  <a:lnTo>
                    <a:pt x="287299" y="23266"/>
                  </a:lnTo>
                  <a:lnTo>
                    <a:pt x="286893" y="26695"/>
                  </a:lnTo>
                  <a:lnTo>
                    <a:pt x="295770" y="27736"/>
                  </a:lnTo>
                  <a:lnTo>
                    <a:pt x="296176" y="24307"/>
                  </a:lnTo>
                  <a:close/>
                </a:path>
                <a:path w="917575" h="100965">
                  <a:moveTo>
                    <a:pt x="309384" y="25857"/>
                  </a:moveTo>
                  <a:lnTo>
                    <a:pt x="300520" y="24815"/>
                  </a:lnTo>
                  <a:lnTo>
                    <a:pt x="300101" y="28257"/>
                  </a:lnTo>
                  <a:lnTo>
                    <a:pt x="308991" y="29298"/>
                  </a:lnTo>
                  <a:lnTo>
                    <a:pt x="309384" y="25857"/>
                  </a:lnTo>
                  <a:close/>
                </a:path>
                <a:path w="917575" h="100965">
                  <a:moveTo>
                    <a:pt x="322605" y="27406"/>
                  </a:moveTo>
                  <a:lnTo>
                    <a:pt x="313728" y="26365"/>
                  </a:lnTo>
                  <a:lnTo>
                    <a:pt x="313334" y="29806"/>
                  </a:lnTo>
                  <a:lnTo>
                    <a:pt x="322199" y="30835"/>
                  </a:lnTo>
                  <a:lnTo>
                    <a:pt x="322605" y="27406"/>
                  </a:lnTo>
                  <a:close/>
                </a:path>
                <a:path w="917575" h="100965">
                  <a:moveTo>
                    <a:pt x="335813" y="28956"/>
                  </a:moveTo>
                  <a:lnTo>
                    <a:pt x="326948" y="27914"/>
                  </a:lnTo>
                  <a:lnTo>
                    <a:pt x="326542" y="31356"/>
                  </a:lnTo>
                  <a:lnTo>
                    <a:pt x="335419" y="32397"/>
                  </a:lnTo>
                  <a:lnTo>
                    <a:pt x="335813" y="28956"/>
                  </a:lnTo>
                  <a:close/>
                </a:path>
                <a:path w="917575" h="100965">
                  <a:moveTo>
                    <a:pt x="349034" y="30505"/>
                  </a:moveTo>
                  <a:lnTo>
                    <a:pt x="340169" y="29464"/>
                  </a:lnTo>
                  <a:lnTo>
                    <a:pt x="339763" y="32905"/>
                  </a:lnTo>
                  <a:lnTo>
                    <a:pt x="348627" y="33947"/>
                  </a:lnTo>
                  <a:lnTo>
                    <a:pt x="349034" y="30505"/>
                  </a:lnTo>
                  <a:close/>
                </a:path>
                <a:path w="917575" h="100965">
                  <a:moveTo>
                    <a:pt x="362254" y="32054"/>
                  </a:moveTo>
                  <a:lnTo>
                    <a:pt x="353377" y="31026"/>
                  </a:lnTo>
                  <a:lnTo>
                    <a:pt x="352971" y="34455"/>
                  </a:lnTo>
                  <a:lnTo>
                    <a:pt x="361848" y="35496"/>
                  </a:lnTo>
                  <a:lnTo>
                    <a:pt x="362254" y="32054"/>
                  </a:lnTo>
                  <a:close/>
                </a:path>
                <a:path w="917575" h="100965">
                  <a:moveTo>
                    <a:pt x="375462" y="33604"/>
                  </a:moveTo>
                  <a:lnTo>
                    <a:pt x="366598" y="32575"/>
                  </a:lnTo>
                  <a:lnTo>
                    <a:pt x="366191" y="36004"/>
                  </a:lnTo>
                  <a:lnTo>
                    <a:pt x="375069" y="37045"/>
                  </a:lnTo>
                  <a:lnTo>
                    <a:pt x="375462" y="33604"/>
                  </a:lnTo>
                  <a:close/>
                </a:path>
                <a:path w="917575" h="100965">
                  <a:moveTo>
                    <a:pt x="388683" y="35166"/>
                  </a:moveTo>
                  <a:lnTo>
                    <a:pt x="379806" y="34124"/>
                  </a:lnTo>
                  <a:lnTo>
                    <a:pt x="379399" y="37553"/>
                  </a:lnTo>
                  <a:lnTo>
                    <a:pt x="388277" y="38595"/>
                  </a:lnTo>
                  <a:lnTo>
                    <a:pt x="388683" y="35166"/>
                  </a:lnTo>
                  <a:close/>
                </a:path>
                <a:path w="917575" h="100965">
                  <a:moveTo>
                    <a:pt x="401904" y="36715"/>
                  </a:moveTo>
                  <a:lnTo>
                    <a:pt x="393026" y="35674"/>
                  </a:lnTo>
                  <a:lnTo>
                    <a:pt x="392620" y="39116"/>
                  </a:lnTo>
                  <a:lnTo>
                    <a:pt x="401497" y="40144"/>
                  </a:lnTo>
                  <a:lnTo>
                    <a:pt x="401904" y="36715"/>
                  </a:lnTo>
                  <a:close/>
                </a:path>
                <a:path w="917575" h="100965">
                  <a:moveTo>
                    <a:pt x="415112" y="38265"/>
                  </a:moveTo>
                  <a:lnTo>
                    <a:pt x="406247" y="37223"/>
                  </a:lnTo>
                  <a:lnTo>
                    <a:pt x="405841" y="40665"/>
                  </a:lnTo>
                  <a:lnTo>
                    <a:pt x="414705" y="41694"/>
                  </a:lnTo>
                  <a:lnTo>
                    <a:pt x="415112" y="38265"/>
                  </a:lnTo>
                  <a:close/>
                </a:path>
                <a:path w="917575" h="100965">
                  <a:moveTo>
                    <a:pt x="428332" y="39814"/>
                  </a:moveTo>
                  <a:lnTo>
                    <a:pt x="419455" y="38773"/>
                  </a:lnTo>
                  <a:lnTo>
                    <a:pt x="419061" y="42214"/>
                  </a:lnTo>
                  <a:lnTo>
                    <a:pt x="427926" y="43256"/>
                  </a:lnTo>
                  <a:lnTo>
                    <a:pt x="428332" y="39814"/>
                  </a:lnTo>
                  <a:close/>
                </a:path>
                <a:path w="917575" h="100965">
                  <a:moveTo>
                    <a:pt x="441540" y="41363"/>
                  </a:moveTo>
                  <a:lnTo>
                    <a:pt x="432676" y="40322"/>
                  </a:lnTo>
                  <a:lnTo>
                    <a:pt x="432269" y="43764"/>
                  </a:lnTo>
                  <a:lnTo>
                    <a:pt x="441147" y="44805"/>
                  </a:lnTo>
                  <a:lnTo>
                    <a:pt x="441540" y="41363"/>
                  </a:lnTo>
                  <a:close/>
                </a:path>
                <a:path w="917575" h="100965">
                  <a:moveTo>
                    <a:pt x="454761" y="42913"/>
                  </a:moveTo>
                  <a:lnTo>
                    <a:pt x="445884" y="41884"/>
                  </a:lnTo>
                  <a:lnTo>
                    <a:pt x="445490" y="45313"/>
                  </a:lnTo>
                  <a:lnTo>
                    <a:pt x="454355" y="46355"/>
                  </a:lnTo>
                  <a:lnTo>
                    <a:pt x="454761" y="42913"/>
                  </a:lnTo>
                  <a:close/>
                </a:path>
                <a:path w="917575" h="100965">
                  <a:moveTo>
                    <a:pt x="467982" y="44462"/>
                  </a:moveTo>
                  <a:lnTo>
                    <a:pt x="459105" y="43421"/>
                  </a:lnTo>
                  <a:lnTo>
                    <a:pt x="458711" y="46863"/>
                  </a:lnTo>
                  <a:lnTo>
                    <a:pt x="467575" y="47904"/>
                  </a:lnTo>
                  <a:lnTo>
                    <a:pt x="467982" y="44462"/>
                  </a:lnTo>
                  <a:close/>
                </a:path>
                <a:path w="917575" h="100965">
                  <a:moveTo>
                    <a:pt x="481190" y="46024"/>
                  </a:moveTo>
                  <a:lnTo>
                    <a:pt x="472325" y="44983"/>
                  </a:lnTo>
                  <a:lnTo>
                    <a:pt x="471919" y="48412"/>
                  </a:lnTo>
                  <a:lnTo>
                    <a:pt x="480796" y="49453"/>
                  </a:lnTo>
                  <a:lnTo>
                    <a:pt x="481190" y="46024"/>
                  </a:lnTo>
                  <a:close/>
                </a:path>
                <a:path w="917575" h="100965">
                  <a:moveTo>
                    <a:pt x="494411" y="47574"/>
                  </a:moveTo>
                  <a:lnTo>
                    <a:pt x="485533" y="46532"/>
                  </a:lnTo>
                  <a:lnTo>
                    <a:pt x="485140" y="49974"/>
                  </a:lnTo>
                  <a:lnTo>
                    <a:pt x="494004" y="51003"/>
                  </a:lnTo>
                  <a:lnTo>
                    <a:pt x="494411" y="47574"/>
                  </a:lnTo>
                  <a:close/>
                </a:path>
                <a:path w="917575" h="100965">
                  <a:moveTo>
                    <a:pt x="507631" y="49123"/>
                  </a:moveTo>
                  <a:lnTo>
                    <a:pt x="498754" y="48082"/>
                  </a:lnTo>
                  <a:lnTo>
                    <a:pt x="498360" y="51511"/>
                  </a:lnTo>
                  <a:lnTo>
                    <a:pt x="507225" y="52552"/>
                  </a:lnTo>
                  <a:lnTo>
                    <a:pt x="507631" y="49123"/>
                  </a:lnTo>
                  <a:close/>
                </a:path>
                <a:path w="917575" h="100965">
                  <a:moveTo>
                    <a:pt x="520839" y="50673"/>
                  </a:moveTo>
                  <a:lnTo>
                    <a:pt x="511975" y="49631"/>
                  </a:lnTo>
                  <a:lnTo>
                    <a:pt x="511568" y="53073"/>
                  </a:lnTo>
                  <a:lnTo>
                    <a:pt x="520433" y="54114"/>
                  </a:lnTo>
                  <a:lnTo>
                    <a:pt x="520839" y="50673"/>
                  </a:lnTo>
                  <a:close/>
                </a:path>
                <a:path w="917575" h="100965">
                  <a:moveTo>
                    <a:pt x="534060" y="52222"/>
                  </a:moveTo>
                  <a:lnTo>
                    <a:pt x="525195" y="51181"/>
                  </a:lnTo>
                  <a:lnTo>
                    <a:pt x="524776" y="54622"/>
                  </a:lnTo>
                  <a:lnTo>
                    <a:pt x="533654" y="55664"/>
                  </a:lnTo>
                  <a:lnTo>
                    <a:pt x="534060" y="52222"/>
                  </a:lnTo>
                  <a:close/>
                </a:path>
                <a:path w="917575" h="100965">
                  <a:moveTo>
                    <a:pt x="547268" y="53771"/>
                  </a:moveTo>
                  <a:lnTo>
                    <a:pt x="538403" y="52730"/>
                  </a:lnTo>
                  <a:lnTo>
                    <a:pt x="537997" y="56172"/>
                  </a:lnTo>
                  <a:lnTo>
                    <a:pt x="546874" y="57213"/>
                  </a:lnTo>
                  <a:lnTo>
                    <a:pt x="547268" y="53771"/>
                  </a:lnTo>
                  <a:close/>
                </a:path>
                <a:path w="917575" h="100965">
                  <a:moveTo>
                    <a:pt x="560489" y="55321"/>
                  </a:moveTo>
                  <a:lnTo>
                    <a:pt x="551624" y="54279"/>
                  </a:lnTo>
                  <a:lnTo>
                    <a:pt x="551218" y="57721"/>
                  </a:lnTo>
                  <a:lnTo>
                    <a:pt x="560082" y="58762"/>
                  </a:lnTo>
                  <a:lnTo>
                    <a:pt x="560489" y="55321"/>
                  </a:lnTo>
                  <a:close/>
                </a:path>
                <a:path w="917575" h="100965">
                  <a:moveTo>
                    <a:pt x="573709" y="56870"/>
                  </a:moveTo>
                  <a:lnTo>
                    <a:pt x="564832" y="55841"/>
                  </a:lnTo>
                  <a:lnTo>
                    <a:pt x="564438" y="59270"/>
                  </a:lnTo>
                  <a:lnTo>
                    <a:pt x="573303" y="60312"/>
                  </a:lnTo>
                  <a:lnTo>
                    <a:pt x="573709" y="56870"/>
                  </a:lnTo>
                  <a:close/>
                </a:path>
                <a:path w="917575" h="100965">
                  <a:moveTo>
                    <a:pt x="586917" y="58432"/>
                  </a:moveTo>
                  <a:lnTo>
                    <a:pt x="578040" y="57378"/>
                  </a:lnTo>
                  <a:lnTo>
                    <a:pt x="577646" y="60820"/>
                  </a:lnTo>
                  <a:lnTo>
                    <a:pt x="586524" y="61861"/>
                  </a:lnTo>
                  <a:lnTo>
                    <a:pt x="586917" y="58432"/>
                  </a:lnTo>
                  <a:close/>
                </a:path>
                <a:path w="917575" h="100965">
                  <a:moveTo>
                    <a:pt x="600138" y="59982"/>
                  </a:moveTo>
                  <a:lnTo>
                    <a:pt x="591273" y="58940"/>
                  </a:lnTo>
                  <a:lnTo>
                    <a:pt x="590867" y="62369"/>
                  </a:lnTo>
                  <a:lnTo>
                    <a:pt x="599732" y="63411"/>
                  </a:lnTo>
                  <a:lnTo>
                    <a:pt x="600138" y="59982"/>
                  </a:lnTo>
                  <a:close/>
                </a:path>
                <a:path w="917575" h="100965">
                  <a:moveTo>
                    <a:pt x="613359" y="61531"/>
                  </a:moveTo>
                  <a:lnTo>
                    <a:pt x="604481" y="60490"/>
                  </a:lnTo>
                  <a:lnTo>
                    <a:pt x="604075" y="63931"/>
                  </a:lnTo>
                  <a:lnTo>
                    <a:pt x="612952" y="64960"/>
                  </a:lnTo>
                  <a:lnTo>
                    <a:pt x="613359" y="61531"/>
                  </a:lnTo>
                  <a:close/>
                </a:path>
                <a:path w="917575" h="100965">
                  <a:moveTo>
                    <a:pt x="626567" y="63080"/>
                  </a:moveTo>
                  <a:lnTo>
                    <a:pt x="617702" y="62039"/>
                  </a:lnTo>
                  <a:lnTo>
                    <a:pt x="617296" y="65468"/>
                  </a:lnTo>
                  <a:lnTo>
                    <a:pt x="626173" y="66522"/>
                  </a:lnTo>
                  <a:lnTo>
                    <a:pt x="626567" y="63080"/>
                  </a:lnTo>
                  <a:close/>
                </a:path>
                <a:path w="917575" h="100965">
                  <a:moveTo>
                    <a:pt x="639787" y="64630"/>
                  </a:moveTo>
                  <a:lnTo>
                    <a:pt x="630910" y="63588"/>
                  </a:lnTo>
                  <a:lnTo>
                    <a:pt x="630516" y="67030"/>
                  </a:lnTo>
                  <a:lnTo>
                    <a:pt x="639381" y="68072"/>
                  </a:lnTo>
                  <a:lnTo>
                    <a:pt x="639787" y="64630"/>
                  </a:lnTo>
                  <a:close/>
                </a:path>
                <a:path w="917575" h="100965">
                  <a:moveTo>
                    <a:pt x="653008" y="66179"/>
                  </a:moveTo>
                  <a:lnTo>
                    <a:pt x="644131" y="65138"/>
                  </a:lnTo>
                  <a:lnTo>
                    <a:pt x="643724" y="68580"/>
                  </a:lnTo>
                  <a:lnTo>
                    <a:pt x="652602" y="69621"/>
                  </a:lnTo>
                  <a:lnTo>
                    <a:pt x="653008" y="66179"/>
                  </a:lnTo>
                  <a:close/>
                </a:path>
                <a:path w="917575" h="100965">
                  <a:moveTo>
                    <a:pt x="666216" y="67729"/>
                  </a:moveTo>
                  <a:lnTo>
                    <a:pt x="657352" y="66700"/>
                  </a:lnTo>
                  <a:lnTo>
                    <a:pt x="656945" y="70129"/>
                  </a:lnTo>
                  <a:lnTo>
                    <a:pt x="665810" y="71170"/>
                  </a:lnTo>
                  <a:lnTo>
                    <a:pt x="666216" y="67729"/>
                  </a:lnTo>
                  <a:close/>
                </a:path>
                <a:path w="917575" h="100965">
                  <a:moveTo>
                    <a:pt x="679437" y="69291"/>
                  </a:moveTo>
                  <a:lnTo>
                    <a:pt x="670560" y="68237"/>
                  </a:lnTo>
                  <a:lnTo>
                    <a:pt x="670153" y="71678"/>
                  </a:lnTo>
                  <a:lnTo>
                    <a:pt x="679030" y="72720"/>
                  </a:lnTo>
                  <a:lnTo>
                    <a:pt x="679437" y="69291"/>
                  </a:lnTo>
                  <a:close/>
                </a:path>
                <a:path w="917575" h="100965">
                  <a:moveTo>
                    <a:pt x="692645" y="70840"/>
                  </a:moveTo>
                  <a:lnTo>
                    <a:pt x="683780" y="69799"/>
                  </a:lnTo>
                  <a:lnTo>
                    <a:pt x="683374" y="73228"/>
                  </a:lnTo>
                  <a:lnTo>
                    <a:pt x="692251" y="74269"/>
                  </a:lnTo>
                  <a:lnTo>
                    <a:pt x="692645" y="70840"/>
                  </a:lnTo>
                  <a:close/>
                </a:path>
                <a:path w="917575" h="100965">
                  <a:moveTo>
                    <a:pt x="705866" y="72390"/>
                  </a:moveTo>
                  <a:lnTo>
                    <a:pt x="696988" y="71348"/>
                  </a:lnTo>
                  <a:lnTo>
                    <a:pt x="696582" y="74790"/>
                  </a:lnTo>
                  <a:lnTo>
                    <a:pt x="705459" y="75819"/>
                  </a:lnTo>
                  <a:lnTo>
                    <a:pt x="705866" y="72390"/>
                  </a:lnTo>
                  <a:close/>
                </a:path>
                <a:path w="917575" h="100965">
                  <a:moveTo>
                    <a:pt x="719086" y="73939"/>
                  </a:moveTo>
                  <a:lnTo>
                    <a:pt x="710209" y="72898"/>
                  </a:lnTo>
                  <a:lnTo>
                    <a:pt x="709803" y="76327"/>
                  </a:lnTo>
                  <a:lnTo>
                    <a:pt x="718680" y="77381"/>
                  </a:lnTo>
                  <a:lnTo>
                    <a:pt x="719086" y="73939"/>
                  </a:lnTo>
                  <a:close/>
                </a:path>
                <a:path w="917575" h="100965">
                  <a:moveTo>
                    <a:pt x="732294" y="75488"/>
                  </a:moveTo>
                  <a:lnTo>
                    <a:pt x="723430" y="74447"/>
                  </a:lnTo>
                  <a:lnTo>
                    <a:pt x="723023" y="77889"/>
                  </a:lnTo>
                  <a:lnTo>
                    <a:pt x="731888" y="78930"/>
                  </a:lnTo>
                  <a:lnTo>
                    <a:pt x="732294" y="75488"/>
                  </a:lnTo>
                  <a:close/>
                </a:path>
                <a:path w="917575" h="100965">
                  <a:moveTo>
                    <a:pt x="745515" y="77038"/>
                  </a:moveTo>
                  <a:lnTo>
                    <a:pt x="736638" y="75996"/>
                  </a:lnTo>
                  <a:lnTo>
                    <a:pt x="736231" y="79438"/>
                  </a:lnTo>
                  <a:lnTo>
                    <a:pt x="745109" y="80479"/>
                  </a:lnTo>
                  <a:lnTo>
                    <a:pt x="745515" y="77038"/>
                  </a:lnTo>
                  <a:close/>
                </a:path>
                <a:path w="917575" h="100965">
                  <a:moveTo>
                    <a:pt x="758736" y="78587"/>
                  </a:moveTo>
                  <a:lnTo>
                    <a:pt x="749858" y="77546"/>
                  </a:lnTo>
                  <a:lnTo>
                    <a:pt x="749452" y="80987"/>
                  </a:lnTo>
                  <a:lnTo>
                    <a:pt x="758329" y="82029"/>
                  </a:lnTo>
                  <a:lnTo>
                    <a:pt x="758736" y="78587"/>
                  </a:lnTo>
                  <a:close/>
                </a:path>
                <a:path w="917575" h="100965">
                  <a:moveTo>
                    <a:pt x="771944" y="80149"/>
                  </a:moveTo>
                  <a:lnTo>
                    <a:pt x="763066" y="79095"/>
                  </a:lnTo>
                  <a:lnTo>
                    <a:pt x="762660" y="82537"/>
                  </a:lnTo>
                  <a:lnTo>
                    <a:pt x="771537" y="83578"/>
                  </a:lnTo>
                  <a:lnTo>
                    <a:pt x="771944" y="80149"/>
                  </a:lnTo>
                  <a:close/>
                </a:path>
                <a:path w="917575" h="100965">
                  <a:moveTo>
                    <a:pt x="785164" y="81686"/>
                  </a:moveTo>
                  <a:lnTo>
                    <a:pt x="776287" y="80657"/>
                  </a:lnTo>
                  <a:lnTo>
                    <a:pt x="775881" y="84086"/>
                  </a:lnTo>
                  <a:lnTo>
                    <a:pt x="784758" y="85128"/>
                  </a:lnTo>
                  <a:lnTo>
                    <a:pt x="785164" y="81686"/>
                  </a:lnTo>
                  <a:close/>
                </a:path>
                <a:path w="917575" h="100965">
                  <a:moveTo>
                    <a:pt x="798372" y="83248"/>
                  </a:moveTo>
                  <a:lnTo>
                    <a:pt x="789508" y="82207"/>
                  </a:lnTo>
                  <a:lnTo>
                    <a:pt x="789101" y="85636"/>
                  </a:lnTo>
                  <a:lnTo>
                    <a:pt x="797979" y="86677"/>
                  </a:lnTo>
                  <a:lnTo>
                    <a:pt x="798372" y="83248"/>
                  </a:lnTo>
                  <a:close/>
                </a:path>
                <a:path w="917575" h="100965">
                  <a:moveTo>
                    <a:pt x="811593" y="84797"/>
                  </a:moveTo>
                  <a:lnTo>
                    <a:pt x="802728" y="83756"/>
                  </a:lnTo>
                  <a:lnTo>
                    <a:pt x="802322" y="87185"/>
                  </a:lnTo>
                  <a:lnTo>
                    <a:pt x="811187" y="88239"/>
                  </a:lnTo>
                  <a:lnTo>
                    <a:pt x="811593" y="84797"/>
                  </a:lnTo>
                  <a:close/>
                </a:path>
                <a:path w="917575" h="100965">
                  <a:moveTo>
                    <a:pt x="824801" y="86347"/>
                  </a:moveTo>
                  <a:lnTo>
                    <a:pt x="815936" y="85305"/>
                  </a:lnTo>
                  <a:lnTo>
                    <a:pt x="815530" y="88747"/>
                  </a:lnTo>
                  <a:lnTo>
                    <a:pt x="824407" y="89776"/>
                  </a:lnTo>
                  <a:lnTo>
                    <a:pt x="824801" y="86347"/>
                  </a:lnTo>
                  <a:close/>
                </a:path>
                <a:path w="917575" h="100965">
                  <a:moveTo>
                    <a:pt x="838022" y="87896"/>
                  </a:moveTo>
                  <a:lnTo>
                    <a:pt x="829157" y="86855"/>
                  </a:lnTo>
                  <a:lnTo>
                    <a:pt x="828751" y="90284"/>
                  </a:lnTo>
                  <a:lnTo>
                    <a:pt x="837628" y="91338"/>
                  </a:lnTo>
                  <a:lnTo>
                    <a:pt x="838022" y="87896"/>
                  </a:lnTo>
                  <a:close/>
                </a:path>
                <a:path w="917575" h="100965">
                  <a:moveTo>
                    <a:pt x="851242" y="89446"/>
                  </a:moveTo>
                  <a:lnTo>
                    <a:pt x="842365" y="88404"/>
                  </a:lnTo>
                  <a:lnTo>
                    <a:pt x="841959" y="91846"/>
                  </a:lnTo>
                  <a:lnTo>
                    <a:pt x="850836" y="92887"/>
                  </a:lnTo>
                  <a:lnTo>
                    <a:pt x="851242" y="89446"/>
                  </a:lnTo>
                  <a:close/>
                </a:path>
                <a:path w="917575" h="100965">
                  <a:moveTo>
                    <a:pt x="864450" y="90995"/>
                  </a:moveTo>
                  <a:lnTo>
                    <a:pt x="855586" y="89954"/>
                  </a:lnTo>
                  <a:lnTo>
                    <a:pt x="855179" y="93395"/>
                  </a:lnTo>
                  <a:lnTo>
                    <a:pt x="864057" y="94437"/>
                  </a:lnTo>
                  <a:lnTo>
                    <a:pt x="864450" y="90995"/>
                  </a:lnTo>
                  <a:close/>
                </a:path>
                <a:path w="917575" h="100965">
                  <a:moveTo>
                    <a:pt x="877671" y="92544"/>
                  </a:moveTo>
                  <a:lnTo>
                    <a:pt x="868794" y="91516"/>
                  </a:lnTo>
                  <a:lnTo>
                    <a:pt x="868400" y="94945"/>
                  </a:lnTo>
                  <a:lnTo>
                    <a:pt x="877265" y="95986"/>
                  </a:lnTo>
                  <a:lnTo>
                    <a:pt x="877671" y="92544"/>
                  </a:lnTo>
                  <a:close/>
                </a:path>
                <a:path w="917575" h="100965">
                  <a:moveTo>
                    <a:pt x="890892" y="94107"/>
                  </a:moveTo>
                  <a:lnTo>
                    <a:pt x="882015" y="93065"/>
                  </a:lnTo>
                  <a:lnTo>
                    <a:pt x="881608" y="96494"/>
                  </a:lnTo>
                  <a:lnTo>
                    <a:pt x="890485" y="97536"/>
                  </a:lnTo>
                  <a:lnTo>
                    <a:pt x="890892" y="94107"/>
                  </a:lnTo>
                  <a:close/>
                </a:path>
                <a:path w="917575" h="100965">
                  <a:moveTo>
                    <a:pt x="904113" y="95643"/>
                  </a:moveTo>
                  <a:lnTo>
                    <a:pt x="895235" y="94615"/>
                  </a:lnTo>
                  <a:lnTo>
                    <a:pt x="894829" y="98044"/>
                  </a:lnTo>
                  <a:lnTo>
                    <a:pt x="903706" y="99085"/>
                  </a:lnTo>
                  <a:lnTo>
                    <a:pt x="904113" y="95643"/>
                  </a:lnTo>
                  <a:close/>
                </a:path>
                <a:path w="917575" h="100965">
                  <a:moveTo>
                    <a:pt x="917321" y="97205"/>
                  </a:moveTo>
                  <a:lnTo>
                    <a:pt x="908443" y="96164"/>
                  </a:lnTo>
                  <a:lnTo>
                    <a:pt x="908050" y="99606"/>
                  </a:lnTo>
                  <a:lnTo>
                    <a:pt x="916914" y="100634"/>
                  </a:lnTo>
                  <a:lnTo>
                    <a:pt x="917321" y="97205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" name="object 15"/>
            <p:cNvSpPr/>
            <p:nvPr/>
          </p:nvSpPr>
          <p:spPr>
            <a:xfrm>
              <a:off x="1166545" y="851192"/>
              <a:ext cx="829944" cy="46355"/>
            </a:xfrm>
            <a:custGeom>
              <a:avLst/>
              <a:gdLst/>
              <a:ahLst/>
              <a:cxnLst/>
              <a:rect l="l" t="t" r="r" b="b"/>
              <a:pathLst>
                <a:path w="829944" h="46355">
                  <a:moveTo>
                    <a:pt x="9029" y="29044"/>
                  </a:moveTo>
                  <a:lnTo>
                    <a:pt x="101" y="28816"/>
                  </a:lnTo>
                  <a:lnTo>
                    <a:pt x="0" y="32270"/>
                  </a:lnTo>
                  <a:lnTo>
                    <a:pt x="8940" y="32512"/>
                  </a:lnTo>
                  <a:lnTo>
                    <a:pt x="9029" y="29044"/>
                  </a:lnTo>
                  <a:close/>
                </a:path>
                <a:path w="829944" h="46355">
                  <a:moveTo>
                    <a:pt x="16878" y="457"/>
                  </a:moveTo>
                  <a:lnTo>
                    <a:pt x="8077" y="0"/>
                  </a:lnTo>
                  <a:lnTo>
                    <a:pt x="7899" y="3467"/>
                  </a:lnTo>
                  <a:lnTo>
                    <a:pt x="16700" y="3911"/>
                  </a:lnTo>
                  <a:lnTo>
                    <a:pt x="16878" y="457"/>
                  </a:lnTo>
                  <a:close/>
                </a:path>
                <a:path w="829944" h="46355">
                  <a:moveTo>
                    <a:pt x="22313" y="29400"/>
                  </a:moveTo>
                  <a:lnTo>
                    <a:pt x="13398" y="29159"/>
                  </a:lnTo>
                  <a:lnTo>
                    <a:pt x="13296" y="32626"/>
                  </a:lnTo>
                  <a:lnTo>
                    <a:pt x="22225" y="32854"/>
                  </a:lnTo>
                  <a:lnTo>
                    <a:pt x="22313" y="29400"/>
                  </a:lnTo>
                  <a:close/>
                </a:path>
                <a:path w="829944" h="46355">
                  <a:moveTo>
                    <a:pt x="29984" y="1143"/>
                  </a:moveTo>
                  <a:lnTo>
                    <a:pt x="21183" y="673"/>
                  </a:lnTo>
                  <a:lnTo>
                    <a:pt x="21005" y="4140"/>
                  </a:lnTo>
                  <a:lnTo>
                    <a:pt x="29806" y="4597"/>
                  </a:lnTo>
                  <a:lnTo>
                    <a:pt x="29984" y="1143"/>
                  </a:lnTo>
                  <a:close/>
                </a:path>
                <a:path w="829944" h="46355">
                  <a:moveTo>
                    <a:pt x="35610" y="29743"/>
                  </a:moveTo>
                  <a:lnTo>
                    <a:pt x="26682" y="29514"/>
                  </a:lnTo>
                  <a:lnTo>
                    <a:pt x="26593" y="32969"/>
                  </a:lnTo>
                  <a:lnTo>
                    <a:pt x="35521" y="33197"/>
                  </a:lnTo>
                  <a:lnTo>
                    <a:pt x="35610" y="29743"/>
                  </a:lnTo>
                  <a:close/>
                </a:path>
                <a:path w="829944" h="46355">
                  <a:moveTo>
                    <a:pt x="43091" y="1816"/>
                  </a:moveTo>
                  <a:lnTo>
                    <a:pt x="34290" y="1358"/>
                  </a:lnTo>
                  <a:lnTo>
                    <a:pt x="34112" y="4813"/>
                  </a:lnTo>
                  <a:lnTo>
                    <a:pt x="42913" y="5270"/>
                  </a:lnTo>
                  <a:lnTo>
                    <a:pt x="43091" y="1816"/>
                  </a:lnTo>
                  <a:close/>
                </a:path>
                <a:path w="829944" h="46355">
                  <a:moveTo>
                    <a:pt x="48907" y="30086"/>
                  </a:moveTo>
                  <a:lnTo>
                    <a:pt x="39992" y="29857"/>
                  </a:lnTo>
                  <a:lnTo>
                    <a:pt x="39890" y="33312"/>
                  </a:lnTo>
                  <a:lnTo>
                    <a:pt x="48818" y="33553"/>
                  </a:lnTo>
                  <a:lnTo>
                    <a:pt x="48907" y="30086"/>
                  </a:lnTo>
                  <a:close/>
                </a:path>
                <a:path w="829944" h="46355">
                  <a:moveTo>
                    <a:pt x="56197" y="2489"/>
                  </a:moveTo>
                  <a:lnTo>
                    <a:pt x="47396" y="2032"/>
                  </a:lnTo>
                  <a:lnTo>
                    <a:pt x="47218" y="5499"/>
                  </a:lnTo>
                  <a:lnTo>
                    <a:pt x="56019" y="5943"/>
                  </a:lnTo>
                  <a:lnTo>
                    <a:pt x="56197" y="2489"/>
                  </a:lnTo>
                  <a:close/>
                </a:path>
                <a:path w="829944" h="46355">
                  <a:moveTo>
                    <a:pt x="62204" y="30441"/>
                  </a:moveTo>
                  <a:lnTo>
                    <a:pt x="53276" y="30200"/>
                  </a:lnTo>
                  <a:lnTo>
                    <a:pt x="53187" y="33667"/>
                  </a:lnTo>
                  <a:lnTo>
                    <a:pt x="62115" y="33896"/>
                  </a:lnTo>
                  <a:lnTo>
                    <a:pt x="62204" y="30441"/>
                  </a:lnTo>
                  <a:close/>
                </a:path>
                <a:path w="829944" h="46355">
                  <a:moveTo>
                    <a:pt x="69291" y="3162"/>
                  </a:moveTo>
                  <a:lnTo>
                    <a:pt x="60502" y="2717"/>
                  </a:lnTo>
                  <a:lnTo>
                    <a:pt x="60325" y="6172"/>
                  </a:lnTo>
                  <a:lnTo>
                    <a:pt x="69126" y="6629"/>
                  </a:lnTo>
                  <a:lnTo>
                    <a:pt x="69291" y="3162"/>
                  </a:lnTo>
                  <a:close/>
                </a:path>
                <a:path w="829944" h="46355">
                  <a:moveTo>
                    <a:pt x="75501" y="30784"/>
                  </a:moveTo>
                  <a:lnTo>
                    <a:pt x="66573" y="30556"/>
                  </a:lnTo>
                  <a:lnTo>
                    <a:pt x="66484" y="34010"/>
                  </a:lnTo>
                  <a:lnTo>
                    <a:pt x="75412" y="34239"/>
                  </a:lnTo>
                  <a:lnTo>
                    <a:pt x="75501" y="30784"/>
                  </a:lnTo>
                  <a:close/>
                </a:path>
                <a:path w="829944" h="46355">
                  <a:moveTo>
                    <a:pt x="82397" y="3848"/>
                  </a:moveTo>
                  <a:lnTo>
                    <a:pt x="73609" y="3390"/>
                  </a:lnTo>
                  <a:lnTo>
                    <a:pt x="73431" y="6858"/>
                  </a:lnTo>
                  <a:lnTo>
                    <a:pt x="82232" y="7302"/>
                  </a:lnTo>
                  <a:lnTo>
                    <a:pt x="82397" y="3848"/>
                  </a:lnTo>
                  <a:close/>
                </a:path>
                <a:path w="829944" h="46355">
                  <a:moveTo>
                    <a:pt x="88798" y="30899"/>
                  </a:moveTo>
                  <a:lnTo>
                    <a:pt x="79768" y="30899"/>
                  </a:lnTo>
                  <a:lnTo>
                    <a:pt x="79768" y="34493"/>
                  </a:lnTo>
                  <a:lnTo>
                    <a:pt x="88798" y="34594"/>
                  </a:lnTo>
                  <a:lnTo>
                    <a:pt x="88798" y="30899"/>
                  </a:lnTo>
                  <a:close/>
                </a:path>
                <a:path w="829944" h="46355">
                  <a:moveTo>
                    <a:pt x="102095" y="34493"/>
                  </a:moveTo>
                  <a:lnTo>
                    <a:pt x="93065" y="34493"/>
                  </a:lnTo>
                  <a:lnTo>
                    <a:pt x="93065" y="34937"/>
                  </a:lnTo>
                  <a:lnTo>
                    <a:pt x="102095" y="34937"/>
                  </a:lnTo>
                  <a:lnTo>
                    <a:pt x="102095" y="34493"/>
                  </a:lnTo>
                  <a:close/>
                </a:path>
                <a:path w="829944" h="46355">
                  <a:moveTo>
                    <a:pt x="115379" y="34493"/>
                  </a:moveTo>
                  <a:lnTo>
                    <a:pt x="106362" y="34493"/>
                  </a:lnTo>
                  <a:lnTo>
                    <a:pt x="106362" y="35280"/>
                  </a:lnTo>
                  <a:lnTo>
                    <a:pt x="115379" y="35280"/>
                  </a:lnTo>
                  <a:lnTo>
                    <a:pt x="115379" y="34493"/>
                  </a:lnTo>
                  <a:close/>
                </a:path>
                <a:path w="829944" h="46355">
                  <a:moveTo>
                    <a:pt x="128676" y="31940"/>
                  </a:moveTo>
                  <a:lnTo>
                    <a:pt x="119659" y="31940"/>
                  </a:lnTo>
                  <a:lnTo>
                    <a:pt x="119659" y="34493"/>
                  </a:lnTo>
                  <a:lnTo>
                    <a:pt x="128676" y="34493"/>
                  </a:lnTo>
                  <a:lnTo>
                    <a:pt x="128676" y="31940"/>
                  </a:lnTo>
                  <a:close/>
                </a:path>
                <a:path w="829944" h="46355">
                  <a:moveTo>
                    <a:pt x="134823" y="6565"/>
                  </a:moveTo>
                  <a:lnTo>
                    <a:pt x="126022" y="6096"/>
                  </a:lnTo>
                  <a:lnTo>
                    <a:pt x="125844" y="9563"/>
                  </a:lnTo>
                  <a:lnTo>
                    <a:pt x="134645" y="10020"/>
                  </a:lnTo>
                  <a:lnTo>
                    <a:pt x="134823" y="6565"/>
                  </a:lnTo>
                  <a:close/>
                </a:path>
                <a:path w="829944" h="46355">
                  <a:moveTo>
                    <a:pt x="147929" y="7226"/>
                  </a:moveTo>
                  <a:lnTo>
                    <a:pt x="139128" y="6781"/>
                  </a:lnTo>
                  <a:lnTo>
                    <a:pt x="138950" y="10236"/>
                  </a:lnTo>
                  <a:lnTo>
                    <a:pt x="147751" y="10693"/>
                  </a:lnTo>
                  <a:lnTo>
                    <a:pt x="147929" y="7226"/>
                  </a:lnTo>
                  <a:close/>
                </a:path>
                <a:path w="829944" h="46355">
                  <a:moveTo>
                    <a:pt x="161023" y="7912"/>
                  </a:moveTo>
                  <a:lnTo>
                    <a:pt x="152222" y="7454"/>
                  </a:lnTo>
                  <a:lnTo>
                    <a:pt x="152057" y="10922"/>
                  </a:lnTo>
                  <a:lnTo>
                    <a:pt x="160858" y="11366"/>
                  </a:lnTo>
                  <a:lnTo>
                    <a:pt x="161023" y="7912"/>
                  </a:lnTo>
                  <a:close/>
                </a:path>
                <a:path w="829944" h="46355">
                  <a:moveTo>
                    <a:pt x="174142" y="8585"/>
                  </a:moveTo>
                  <a:lnTo>
                    <a:pt x="165341" y="8128"/>
                  </a:lnTo>
                  <a:lnTo>
                    <a:pt x="165163" y="11595"/>
                  </a:lnTo>
                  <a:lnTo>
                    <a:pt x="173951" y="12039"/>
                  </a:lnTo>
                  <a:lnTo>
                    <a:pt x="174142" y="8585"/>
                  </a:lnTo>
                  <a:close/>
                </a:path>
                <a:path w="829944" h="46355">
                  <a:moveTo>
                    <a:pt x="187236" y="9271"/>
                  </a:moveTo>
                  <a:lnTo>
                    <a:pt x="178447" y="8801"/>
                  </a:lnTo>
                  <a:lnTo>
                    <a:pt x="178269" y="12268"/>
                  </a:lnTo>
                  <a:lnTo>
                    <a:pt x="187058" y="12725"/>
                  </a:lnTo>
                  <a:lnTo>
                    <a:pt x="187236" y="9271"/>
                  </a:lnTo>
                  <a:close/>
                </a:path>
                <a:path w="829944" h="46355">
                  <a:moveTo>
                    <a:pt x="200342" y="9944"/>
                  </a:moveTo>
                  <a:lnTo>
                    <a:pt x="191541" y="9486"/>
                  </a:lnTo>
                  <a:lnTo>
                    <a:pt x="191363" y="12941"/>
                  </a:lnTo>
                  <a:lnTo>
                    <a:pt x="200164" y="13398"/>
                  </a:lnTo>
                  <a:lnTo>
                    <a:pt x="200342" y="9944"/>
                  </a:lnTo>
                  <a:close/>
                </a:path>
                <a:path w="829944" h="46355">
                  <a:moveTo>
                    <a:pt x="213448" y="10629"/>
                  </a:moveTo>
                  <a:lnTo>
                    <a:pt x="204647" y="10160"/>
                  </a:lnTo>
                  <a:lnTo>
                    <a:pt x="204470" y="13627"/>
                  </a:lnTo>
                  <a:lnTo>
                    <a:pt x="213271" y="14084"/>
                  </a:lnTo>
                  <a:lnTo>
                    <a:pt x="213448" y="10629"/>
                  </a:lnTo>
                  <a:close/>
                </a:path>
                <a:path w="829944" h="46355">
                  <a:moveTo>
                    <a:pt x="226555" y="11303"/>
                  </a:moveTo>
                  <a:lnTo>
                    <a:pt x="217754" y="10845"/>
                  </a:lnTo>
                  <a:lnTo>
                    <a:pt x="217576" y="14300"/>
                  </a:lnTo>
                  <a:lnTo>
                    <a:pt x="226377" y="14757"/>
                  </a:lnTo>
                  <a:lnTo>
                    <a:pt x="226555" y="11303"/>
                  </a:lnTo>
                  <a:close/>
                </a:path>
                <a:path w="829944" h="46355">
                  <a:moveTo>
                    <a:pt x="239661" y="11976"/>
                  </a:moveTo>
                  <a:lnTo>
                    <a:pt x="230860" y="11518"/>
                  </a:lnTo>
                  <a:lnTo>
                    <a:pt x="230682" y="14973"/>
                  </a:lnTo>
                  <a:lnTo>
                    <a:pt x="239483" y="15430"/>
                  </a:lnTo>
                  <a:lnTo>
                    <a:pt x="239661" y="11976"/>
                  </a:lnTo>
                  <a:close/>
                </a:path>
                <a:path w="829944" h="46355">
                  <a:moveTo>
                    <a:pt x="252768" y="12649"/>
                  </a:moveTo>
                  <a:lnTo>
                    <a:pt x="243967" y="12192"/>
                  </a:lnTo>
                  <a:lnTo>
                    <a:pt x="243789" y="15659"/>
                  </a:lnTo>
                  <a:lnTo>
                    <a:pt x="252590" y="16103"/>
                  </a:lnTo>
                  <a:lnTo>
                    <a:pt x="252768" y="12649"/>
                  </a:lnTo>
                  <a:close/>
                </a:path>
                <a:path w="829944" h="46355">
                  <a:moveTo>
                    <a:pt x="265861" y="13335"/>
                  </a:moveTo>
                  <a:lnTo>
                    <a:pt x="257073" y="12877"/>
                  </a:lnTo>
                  <a:lnTo>
                    <a:pt x="256895" y="16332"/>
                  </a:lnTo>
                  <a:lnTo>
                    <a:pt x="265696" y="16789"/>
                  </a:lnTo>
                  <a:lnTo>
                    <a:pt x="265861" y="13335"/>
                  </a:lnTo>
                  <a:close/>
                </a:path>
                <a:path w="829944" h="46355">
                  <a:moveTo>
                    <a:pt x="278968" y="14008"/>
                  </a:moveTo>
                  <a:lnTo>
                    <a:pt x="270179" y="13550"/>
                  </a:lnTo>
                  <a:lnTo>
                    <a:pt x="269989" y="17018"/>
                  </a:lnTo>
                  <a:lnTo>
                    <a:pt x="278790" y="17462"/>
                  </a:lnTo>
                  <a:lnTo>
                    <a:pt x="278968" y="14008"/>
                  </a:lnTo>
                  <a:close/>
                </a:path>
                <a:path w="829944" h="46355">
                  <a:moveTo>
                    <a:pt x="292074" y="14681"/>
                  </a:moveTo>
                  <a:lnTo>
                    <a:pt x="283286" y="14224"/>
                  </a:lnTo>
                  <a:lnTo>
                    <a:pt x="283095" y="17691"/>
                  </a:lnTo>
                  <a:lnTo>
                    <a:pt x="291896" y="18148"/>
                  </a:lnTo>
                  <a:lnTo>
                    <a:pt x="292074" y="14681"/>
                  </a:lnTo>
                  <a:close/>
                </a:path>
                <a:path w="829944" h="46355">
                  <a:moveTo>
                    <a:pt x="305181" y="15367"/>
                  </a:moveTo>
                  <a:lnTo>
                    <a:pt x="296392" y="14897"/>
                  </a:lnTo>
                  <a:lnTo>
                    <a:pt x="296202" y="18364"/>
                  </a:lnTo>
                  <a:lnTo>
                    <a:pt x="305003" y="18821"/>
                  </a:lnTo>
                  <a:lnTo>
                    <a:pt x="305181" y="15367"/>
                  </a:lnTo>
                  <a:close/>
                </a:path>
                <a:path w="829944" h="46355">
                  <a:moveTo>
                    <a:pt x="318287" y="16040"/>
                  </a:moveTo>
                  <a:lnTo>
                    <a:pt x="309486" y="15582"/>
                  </a:lnTo>
                  <a:lnTo>
                    <a:pt x="309308" y="19037"/>
                  </a:lnTo>
                  <a:lnTo>
                    <a:pt x="318109" y="19494"/>
                  </a:lnTo>
                  <a:lnTo>
                    <a:pt x="318287" y="16040"/>
                  </a:lnTo>
                  <a:close/>
                </a:path>
                <a:path w="829944" h="46355">
                  <a:moveTo>
                    <a:pt x="331393" y="16256"/>
                  </a:moveTo>
                  <a:lnTo>
                    <a:pt x="322414" y="16256"/>
                  </a:lnTo>
                  <a:lnTo>
                    <a:pt x="322414" y="19583"/>
                  </a:lnTo>
                  <a:lnTo>
                    <a:pt x="331393" y="19583"/>
                  </a:lnTo>
                  <a:lnTo>
                    <a:pt x="331393" y="16256"/>
                  </a:lnTo>
                  <a:close/>
                </a:path>
                <a:path w="829944" h="46355">
                  <a:moveTo>
                    <a:pt x="344500" y="17399"/>
                  </a:moveTo>
                  <a:lnTo>
                    <a:pt x="335699" y="16941"/>
                  </a:lnTo>
                  <a:lnTo>
                    <a:pt x="335521" y="20396"/>
                  </a:lnTo>
                  <a:lnTo>
                    <a:pt x="344322" y="20853"/>
                  </a:lnTo>
                  <a:lnTo>
                    <a:pt x="344500" y="17399"/>
                  </a:lnTo>
                  <a:close/>
                </a:path>
                <a:path w="829944" h="46355">
                  <a:moveTo>
                    <a:pt x="357606" y="18072"/>
                  </a:moveTo>
                  <a:lnTo>
                    <a:pt x="348805" y="17614"/>
                  </a:lnTo>
                  <a:lnTo>
                    <a:pt x="348627" y="21082"/>
                  </a:lnTo>
                  <a:lnTo>
                    <a:pt x="357428" y="21526"/>
                  </a:lnTo>
                  <a:lnTo>
                    <a:pt x="357606" y="18072"/>
                  </a:lnTo>
                  <a:close/>
                </a:path>
                <a:path w="829944" h="46355">
                  <a:moveTo>
                    <a:pt x="370713" y="18745"/>
                  </a:moveTo>
                  <a:lnTo>
                    <a:pt x="361911" y="18288"/>
                  </a:lnTo>
                  <a:lnTo>
                    <a:pt x="361734" y="21755"/>
                  </a:lnTo>
                  <a:lnTo>
                    <a:pt x="370522" y="22199"/>
                  </a:lnTo>
                  <a:lnTo>
                    <a:pt x="370713" y="18745"/>
                  </a:lnTo>
                  <a:close/>
                </a:path>
                <a:path w="829944" h="46355">
                  <a:moveTo>
                    <a:pt x="383806" y="19431"/>
                  </a:moveTo>
                  <a:lnTo>
                    <a:pt x="375005" y="18961"/>
                  </a:lnTo>
                  <a:lnTo>
                    <a:pt x="374827" y="22428"/>
                  </a:lnTo>
                  <a:lnTo>
                    <a:pt x="383628" y="22885"/>
                  </a:lnTo>
                  <a:lnTo>
                    <a:pt x="383806" y="19431"/>
                  </a:lnTo>
                  <a:close/>
                </a:path>
                <a:path w="829944" h="46355">
                  <a:moveTo>
                    <a:pt x="396913" y="20104"/>
                  </a:moveTo>
                  <a:lnTo>
                    <a:pt x="388112" y="19646"/>
                  </a:lnTo>
                  <a:lnTo>
                    <a:pt x="387934" y="23101"/>
                  </a:lnTo>
                  <a:lnTo>
                    <a:pt x="396735" y="23558"/>
                  </a:lnTo>
                  <a:lnTo>
                    <a:pt x="396913" y="20104"/>
                  </a:lnTo>
                  <a:close/>
                </a:path>
                <a:path w="829944" h="46355">
                  <a:moveTo>
                    <a:pt x="410019" y="20789"/>
                  </a:moveTo>
                  <a:lnTo>
                    <a:pt x="401218" y="20320"/>
                  </a:lnTo>
                  <a:lnTo>
                    <a:pt x="401040" y="23787"/>
                  </a:lnTo>
                  <a:lnTo>
                    <a:pt x="409841" y="24244"/>
                  </a:lnTo>
                  <a:lnTo>
                    <a:pt x="410019" y="20789"/>
                  </a:lnTo>
                  <a:close/>
                </a:path>
                <a:path w="829944" h="46355">
                  <a:moveTo>
                    <a:pt x="423125" y="21450"/>
                  </a:moveTo>
                  <a:lnTo>
                    <a:pt x="414324" y="21005"/>
                  </a:lnTo>
                  <a:lnTo>
                    <a:pt x="414147" y="24460"/>
                  </a:lnTo>
                  <a:lnTo>
                    <a:pt x="422948" y="24917"/>
                  </a:lnTo>
                  <a:lnTo>
                    <a:pt x="423125" y="21450"/>
                  </a:lnTo>
                  <a:close/>
                </a:path>
                <a:path w="829944" h="46355">
                  <a:moveTo>
                    <a:pt x="436232" y="22136"/>
                  </a:moveTo>
                  <a:lnTo>
                    <a:pt x="427431" y="21678"/>
                  </a:lnTo>
                  <a:lnTo>
                    <a:pt x="427253" y="25146"/>
                  </a:lnTo>
                  <a:lnTo>
                    <a:pt x="436054" y="25590"/>
                  </a:lnTo>
                  <a:lnTo>
                    <a:pt x="436232" y="22136"/>
                  </a:lnTo>
                  <a:close/>
                </a:path>
                <a:path w="829944" h="46355">
                  <a:moveTo>
                    <a:pt x="449338" y="22809"/>
                  </a:moveTo>
                  <a:lnTo>
                    <a:pt x="440537" y="22352"/>
                  </a:lnTo>
                  <a:lnTo>
                    <a:pt x="440359" y="25819"/>
                  </a:lnTo>
                  <a:lnTo>
                    <a:pt x="449160" y="26263"/>
                  </a:lnTo>
                  <a:lnTo>
                    <a:pt x="449338" y="22809"/>
                  </a:lnTo>
                  <a:close/>
                </a:path>
                <a:path w="829944" h="46355">
                  <a:moveTo>
                    <a:pt x="462432" y="23495"/>
                  </a:moveTo>
                  <a:lnTo>
                    <a:pt x="453644" y="23025"/>
                  </a:lnTo>
                  <a:lnTo>
                    <a:pt x="453466" y="26492"/>
                  </a:lnTo>
                  <a:lnTo>
                    <a:pt x="462254" y="26949"/>
                  </a:lnTo>
                  <a:lnTo>
                    <a:pt x="462432" y="23495"/>
                  </a:lnTo>
                  <a:close/>
                </a:path>
                <a:path w="829944" h="46355">
                  <a:moveTo>
                    <a:pt x="475538" y="24168"/>
                  </a:moveTo>
                  <a:lnTo>
                    <a:pt x="466737" y="23710"/>
                  </a:lnTo>
                  <a:lnTo>
                    <a:pt x="466572" y="27165"/>
                  </a:lnTo>
                  <a:lnTo>
                    <a:pt x="475361" y="27622"/>
                  </a:lnTo>
                  <a:lnTo>
                    <a:pt x="475538" y="24168"/>
                  </a:lnTo>
                  <a:close/>
                </a:path>
                <a:path w="829944" h="46355">
                  <a:moveTo>
                    <a:pt x="488645" y="24853"/>
                  </a:moveTo>
                  <a:lnTo>
                    <a:pt x="479856" y="24384"/>
                  </a:lnTo>
                  <a:lnTo>
                    <a:pt x="479666" y="27851"/>
                  </a:lnTo>
                  <a:lnTo>
                    <a:pt x="488467" y="28308"/>
                  </a:lnTo>
                  <a:lnTo>
                    <a:pt x="488645" y="24853"/>
                  </a:lnTo>
                  <a:close/>
                </a:path>
                <a:path w="829944" h="46355">
                  <a:moveTo>
                    <a:pt x="501751" y="25527"/>
                  </a:moveTo>
                  <a:lnTo>
                    <a:pt x="492950" y="25069"/>
                  </a:lnTo>
                  <a:lnTo>
                    <a:pt x="492772" y="28524"/>
                  </a:lnTo>
                  <a:lnTo>
                    <a:pt x="501573" y="28981"/>
                  </a:lnTo>
                  <a:lnTo>
                    <a:pt x="501751" y="25527"/>
                  </a:lnTo>
                  <a:close/>
                </a:path>
                <a:path w="829944" h="46355">
                  <a:moveTo>
                    <a:pt x="514858" y="26200"/>
                  </a:moveTo>
                  <a:lnTo>
                    <a:pt x="506056" y="25742"/>
                  </a:lnTo>
                  <a:lnTo>
                    <a:pt x="505879" y="29210"/>
                  </a:lnTo>
                  <a:lnTo>
                    <a:pt x="514680" y="29654"/>
                  </a:lnTo>
                  <a:lnTo>
                    <a:pt x="514858" y="26200"/>
                  </a:lnTo>
                  <a:close/>
                </a:path>
                <a:path w="829944" h="46355">
                  <a:moveTo>
                    <a:pt x="527964" y="26873"/>
                  </a:moveTo>
                  <a:lnTo>
                    <a:pt x="519163" y="26416"/>
                  </a:lnTo>
                  <a:lnTo>
                    <a:pt x="518985" y="29883"/>
                  </a:lnTo>
                  <a:lnTo>
                    <a:pt x="527786" y="30327"/>
                  </a:lnTo>
                  <a:lnTo>
                    <a:pt x="527964" y="26873"/>
                  </a:lnTo>
                  <a:close/>
                </a:path>
                <a:path w="829944" h="46355">
                  <a:moveTo>
                    <a:pt x="541070" y="27559"/>
                  </a:moveTo>
                  <a:lnTo>
                    <a:pt x="532269" y="27101"/>
                  </a:lnTo>
                  <a:lnTo>
                    <a:pt x="532091" y="30556"/>
                  </a:lnTo>
                  <a:lnTo>
                    <a:pt x="540893" y="31013"/>
                  </a:lnTo>
                  <a:lnTo>
                    <a:pt x="541070" y="27559"/>
                  </a:lnTo>
                  <a:close/>
                </a:path>
                <a:path w="829944" h="46355">
                  <a:moveTo>
                    <a:pt x="554164" y="28232"/>
                  </a:moveTo>
                  <a:lnTo>
                    <a:pt x="545376" y="27774"/>
                  </a:lnTo>
                  <a:lnTo>
                    <a:pt x="545198" y="31242"/>
                  </a:lnTo>
                  <a:lnTo>
                    <a:pt x="553986" y="31686"/>
                  </a:lnTo>
                  <a:lnTo>
                    <a:pt x="554164" y="28232"/>
                  </a:lnTo>
                  <a:close/>
                </a:path>
                <a:path w="829944" h="46355">
                  <a:moveTo>
                    <a:pt x="567283" y="28917"/>
                  </a:moveTo>
                  <a:lnTo>
                    <a:pt x="558482" y="28448"/>
                  </a:lnTo>
                  <a:lnTo>
                    <a:pt x="558304" y="31915"/>
                  </a:lnTo>
                  <a:lnTo>
                    <a:pt x="567093" y="32372"/>
                  </a:lnTo>
                  <a:lnTo>
                    <a:pt x="567283" y="28917"/>
                  </a:lnTo>
                  <a:close/>
                </a:path>
                <a:path w="829944" h="46355">
                  <a:moveTo>
                    <a:pt x="580377" y="29591"/>
                  </a:moveTo>
                  <a:lnTo>
                    <a:pt x="571576" y="29133"/>
                  </a:lnTo>
                  <a:lnTo>
                    <a:pt x="571398" y="32588"/>
                  </a:lnTo>
                  <a:lnTo>
                    <a:pt x="580199" y="33045"/>
                  </a:lnTo>
                  <a:lnTo>
                    <a:pt x="580377" y="29591"/>
                  </a:lnTo>
                  <a:close/>
                </a:path>
                <a:path w="829944" h="46355">
                  <a:moveTo>
                    <a:pt x="593483" y="30264"/>
                  </a:moveTo>
                  <a:lnTo>
                    <a:pt x="584682" y="29806"/>
                  </a:lnTo>
                  <a:lnTo>
                    <a:pt x="584504" y="33261"/>
                  </a:lnTo>
                  <a:lnTo>
                    <a:pt x="593305" y="33718"/>
                  </a:lnTo>
                  <a:lnTo>
                    <a:pt x="593483" y="30264"/>
                  </a:lnTo>
                  <a:close/>
                </a:path>
                <a:path w="829944" h="46355">
                  <a:moveTo>
                    <a:pt x="606590" y="30949"/>
                  </a:moveTo>
                  <a:lnTo>
                    <a:pt x="597789" y="30480"/>
                  </a:lnTo>
                  <a:lnTo>
                    <a:pt x="597623" y="33947"/>
                  </a:lnTo>
                  <a:lnTo>
                    <a:pt x="606412" y="34404"/>
                  </a:lnTo>
                  <a:lnTo>
                    <a:pt x="606590" y="30949"/>
                  </a:lnTo>
                  <a:close/>
                </a:path>
                <a:path w="829944" h="46355">
                  <a:moveTo>
                    <a:pt x="619696" y="31623"/>
                  </a:moveTo>
                  <a:lnTo>
                    <a:pt x="610895" y="31165"/>
                  </a:lnTo>
                  <a:lnTo>
                    <a:pt x="610717" y="34620"/>
                  </a:lnTo>
                  <a:lnTo>
                    <a:pt x="619518" y="35077"/>
                  </a:lnTo>
                  <a:lnTo>
                    <a:pt x="619696" y="31623"/>
                  </a:lnTo>
                  <a:close/>
                </a:path>
                <a:path w="829944" h="46355">
                  <a:moveTo>
                    <a:pt x="632802" y="32296"/>
                  </a:moveTo>
                  <a:lnTo>
                    <a:pt x="624001" y="31838"/>
                  </a:lnTo>
                  <a:lnTo>
                    <a:pt x="623824" y="35306"/>
                  </a:lnTo>
                  <a:lnTo>
                    <a:pt x="632625" y="35750"/>
                  </a:lnTo>
                  <a:lnTo>
                    <a:pt x="632802" y="32296"/>
                  </a:lnTo>
                  <a:close/>
                </a:path>
                <a:path w="829944" h="46355">
                  <a:moveTo>
                    <a:pt x="645909" y="32969"/>
                  </a:moveTo>
                  <a:lnTo>
                    <a:pt x="637108" y="32524"/>
                  </a:lnTo>
                  <a:lnTo>
                    <a:pt x="636930" y="35979"/>
                  </a:lnTo>
                  <a:lnTo>
                    <a:pt x="645718" y="36423"/>
                  </a:lnTo>
                  <a:lnTo>
                    <a:pt x="645909" y="32969"/>
                  </a:lnTo>
                  <a:close/>
                </a:path>
                <a:path w="829944" h="46355">
                  <a:moveTo>
                    <a:pt x="659003" y="33655"/>
                  </a:moveTo>
                  <a:lnTo>
                    <a:pt x="650201" y="33185"/>
                  </a:lnTo>
                  <a:lnTo>
                    <a:pt x="650036" y="36652"/>
                  </a:lnTo>
                  <a:lnTo>
                    <a:pt x="658825" y="37109"/>
                  </a:lnTo>
                  <a:lnTo>
                    <a:pt x="659003" y="33655"/>
                  </a:lnTo>
                  <a:close/>
                </a:path>
                <a:path w="829944" h="46355">
                  <a:moveTo>
                    <a:pt x="672109" y="34328"/>
                  </a:moveTo>
                  <a:lnTo>
                    <a:pt x="663308" y="33870"/>
                  </a:lnTo>
                  <a:lnTo>
                    <a:pt x="663143" y="37325"/>
                  </a:lnTo>
                  <a:lnTo>
                    <a:pt x="671931" y="37782"/>
                  </a:lnTo>
                  <a:lnTo>
                    <a:pt x="672109" y="34328"/>
                  </a:lnTo>
                  <a:close/>
                </a:path>
                <a:path w="829944" h="46355">
                  <a:moveTo>
                    <a:pt x="685215" y="35013"/>
                  </a:moveTo>
                  <a:lnTo>
                    <a:pt x="676414" y="34544"/>
                  </a:lnTo>
                  <a:lnTo>
                    <a:pt x="676236" y="38011"/>
                  </a:lnTo>
                  <a:lnTo>
                    <a:pt x="685038" y="38468"/>
                  </a:lnTo>
                  <a:lnTo>
                    <a:pt x="685215" y="35013"/>
                  </a:lnTo>
                  <a:close/>
                </a:path>
                <a:path w="829944" h="46355">
                  <a:moveTo>
                    <a:pt x="698322" y="35687"/>
                  </a:moveTo>
                  <a:lnTo>
                    <a:pt x="689521" y="35229"/>
                  </a:lnTo>
                  <a:lnTo>
                    <a:pt x="689356" y="38684"/>
                  </a:lnTo>
                  <a:lnTo>
                    <a:pt x="698144" y="39141"/>
                  </a:lnTo>
                  <a:lnTo>
                    <a:pt x="698322" y="35687"/>
                  </a:lnTo>
                  <a:close/>
                </a:path>
                <a:path w="829944" h="46355">
                  <a:moveTo>
                    <a:pt x="711428" y="36360"/>
                  </a:moveTo>
                  <a:lnTo>
                    <a:pt x="702627" y="35902"/>
                  </a:lnTo>
                  <a:lnTo>
                    <a:pt x="702449" y="39370"/>
                  </a:lnTo>
                  <a:lnTo>
                    <a:pt x="711250" y="39827"/>
                  </a:lnTo>
                  <a:lnTo>
                    <a:pt x="711428" y="36360"/>
                  </a:lnTo>
                  <a:close/>
                </a:path>
                <a:path w="829944" h="46355">
                  <a:moveTo>
                    <a:pt x="724535" y="37033"/>
                  </a:moveTo>
                  <a:lnTo>
                    <a:pt x="715733" y="36588"/>
                  </a:lnTo>
                  <a:lnTo>
                    <a:pt x="715556" y="40043"/>
                  </a:lnTo>
                  <a:lnTo>
                    <a:pt x="724357" y="40487"/>
                  </a:lnTo>
                  <a:lnTo>
                    <a:pt x="724535" y="37033"/>
                  </a:lnTo>
                  <a:close/>
                </a:path>
                <a:path w="829944" h="46355">
                  <a:moveTo>
                    <a:pt x="737628" y="37719"/>
                  </a:moveTo>
                  <a:lnTo>
                    <a:pt x="728840" y="37261"/>
                  </a:lnTo>
                  <a:lnTo>
                    <a:pt x="728662" y="40716"/>
                  </a:lnTo>
                  <a:lnTo>
                    <a:pt x="737450" y="41173"/>
                  </a:lnTo>
                  <a:lnTo>
                    <a:pt x="737628" y="37719"/>
                  </a:lnTo>
                  <a:close/>
                </a:path>
                <a:path w="829944" h="46355">
                  <a:moveTo>
                    <a:pt x="750747" y="38392"/>
                  </a:moveTo>
                  <a:lnTo>
                    <a:pt x="741946" y="37934"/>
                  </a:lnTo>
                  <a:lnTo>
                    <a:pt x="741756" y="41389"/>
                  </a:lnTo>
                  <a:lnTo>
                    <a:pt x="750557" y="41846"/>
                  </a:lnTo>
                  <a:lnTo>
                    <a:pt x="750747" y="38392"/>
                  </a:lnTo>
                  <a:close/>
                </a:path>
                <a:path w="829944" h="46355">
                  <a:moveTo>
                    <a:pt x="763854" y="39077"/>
                  </a:moveTo>
                  <a:lnTo>
                    <a:pt x="755053" y="38608"/>
                  </a:lnTo>
                  <a:lnTo>
                    <a:pt x="754862" y="42075"/>
                  </a:lnTo>
                  <a:lnTo>
                    <a:pt x="763663" y="42532"/>
                  </a:lnTo>
                  <a:lnTo>
                    <a:pt x="763854" y="39077"/>
                  </a:lnTo>
                  <a:close/>
                </a:path>
                <a:path w="829944" h="46355">
                  <a:moveTo>
                    <a:pt x="776947" y="39751"/>
                  </a:moveTo>
                  <a:lnTo>
                    <a:pt x="768146" y="39293"/>
                  </a:lnTo>
                  <a:lnTo>
                    <a:pt x="767969" y="42748"/>
                  </a:lnTo>
                  <a:lnTo>
                    <a:pt x="776770" y="43205"/>
                  </a:lnTo>
                  <a:lnTo>
                    <a:pt x="776947" y="39751"/>
                  </a:lnTo>
                  <a:close/>
                </a:path>
                <a:path w="829944" h="46355">
                  <a:moveTo>
                    <a:pt x="790054" y="40424"/>
                  </a:moveTo>
                  <a:lnTo>
                    <a:pt x="781265" y="39966"/>
                  </a:lnTo>
                  <a:lnTo>
                    <a:pt x="781075" y="43434"/>
                  </a:lnTo>
                  <a:lnTo>
                    <a:pt x="789876" y="43878"/>
                  </a:lnTo>
                  <a:lnTo>
                    <a:pt x="790054" y="40424"/>
                  </a:lnTo>
                  <a:close/>
                </a:path>
                <a:path w="829944" h="46355">
                  <a:moveTo>
                    <a:pt x="803160" y="41109"/>
                  </a:moveTo>
                  <a:lnTo>
                    <a:pt x="794359" y="40640"/>
                  </a:lnTo>
                  <a:lnTo>
                    <a:pt x="794181" y="44107"/>
                  </a:lnTo>
                  <a:lnTo>
                    <a:pt x="802982" y="44564"/>
                  </a:lnTo>
                  <a:lnTo>
                    <a:pt x="803160" y="41109"/>
                  </a:lnTo>
                  <a:close/>
                </a:path>
                <a:path w="829944" h="46355">
                  <a:moveTo>
                    <a:pt x="816267" y="41783"/>
                  </a:moveTo>
                  <a:lnTo>
                    <a:pt x="807466" y="41325"/>
                  </a:lnTo>
                  <a:lnTo>
                    <a:pt x="807288" y="44780"/>
                  </a:lnTo>
                  <a:lnTo>
                    <a:pt x="816089" y="45237"/>
                  </a:lnTo>
                  <a:lnTo>
                    <a:pt x="816267" y="41783"/>
                  </a:lnTo>
                  <a:close/>
                </a:path>
                <a:path w="829944" h="46355">
                  <a:moveTo>
                    <a:pt x="829373" y="42456"/>
                  </a:moveTo>
                  <a:lnTo>
                    <a:pt x="820572" y="41998"/>
                  </a:lnTo>
                  <a:lnTo>
                    <a:pt x="820394" y="45466"/>
                  </a:lnTo>
                  <a:lnTo>
                    <a:pt x="829183" y="45910"/>
                  </a:lnTo>
                  <a:lnTo>
                    <a:pt x="829373" y="42456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" name="object 16"/>
            <p:cNvSpPr/>
            <p:nvPr/>
          </p:nvSpPr>
          <p:spPr>
            <a:xfrm>
              <a:off x="1286205" y="883132"/>
              <a:ext cx="713740" cy="22225"/>
            </a:xfrm>
            <a:custGeom>
              <a:avLst/>
              <a:gdLst/>
              <a:ahLst/>
              <a:cxnLst/>
              <a:rect l="l" t="t" r="r" b="b"/>
              <a:pathLst>
                <a:path w="713739" h="22225">
                  <a:moveTo>
                    <a:pt x="9017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0" y="3683"/>
                  </a:lnTo>
                  <a:lnTo>
                    <a:pt x="9017" y="3683"/>
                  </a:lnTo>
                  <a:lnTo>
                    <a:pt x="9017" y="2552"/>
                  </a:lnTo>
                  <a:lnTo>
                    <a:pt x="9017" y="0"/>
                  </a:lnTo>
                  <a:close/>
                </a:path>
                <a:path w="713739" h="22225">
                  <a:moveTo>
                    <a:pt x="22313" y="571"/>
                  </a:moveTo>
                  <a:lnTo>
                    <a:pt x="13385" y="342"/>
                  </a:lnTo>
                  <a:lnTo>
                    <a:pt x="13296" y="3810"/>
                  </a:lnTo>
                  <a:lnTo>
                    <a:pt x="22225" y="4038"/>
                  </a:lnTo>
                  <a:lnTo>
                    <a:pt x="22313" y="571"/>
                  </a:lnTo>
                  <a:close/>
                </a:path>
                <a:path w="713739" h="22225">
                  <a:moveTo>
                    <a:pt x="35610" y="927"/>
                  </a:moveTo>
                  <a:lnTo>
                    <a:pt x="26682" y="685"/>
                  </a:lnTo>
                  <a:lnTo>
                    <a:pt x="26593" y="4152"/>
                  </a:lnTo>
                  <a:lnTo>
                    <a:pt x="35521" y="4381"/>
                  </a:lnTo>
                  <a:lnTo>
                    <a:pt x="35610" y="927"/>
                  </a:lnTo>
                  <a:close/>
                </a:path>
                <a:path w="713739" h="22225">
                  <a:moveTo>
                    <a:pt x="48907" y="1270"/>
                  </a:moveTo>
                  <a:lnTo>
                    <a:pt x="39979" y="1041"/>
                  </a:lnTo>
                  <a:lnTo>
                    <a:pt x="39890" y="4495"/>
                  </a:lnTo>
                  <a:lnTo>
                    <a:pt x="48818" y="4724"/>
                  </a:lnTo>
                  <a:lnTo>
                    <a:pt x="48907" y="1270"/>
                  </a:lnTo>
                  <a:close/>
                </a:path>
                <a:path w="713739" h="22225">
                  <a:moveTo>
                    <a:pt x="62191" y="1612"/>
                  </a:moveTo>
                  <a:lnTo>
                    <a:pt x="53276" y="1384"/>
                  </a:lnTo>
                  <a:lnTo>
                    <a:pt x="53187" y="4838"/>
                  </a:lnTo>
                  <a:lnTo>
                    <a:pt x="62103" y="5080"/>
                  </a:lnTo>
                  <a:lnTo>
                    <a:pt x="62191" y="1612"/>
                  </a:lnTo>
                  <a:close/>
                </a:path>
                <a:path w="713739" h="22225">
                  <a:moveTo>
                    <a:pt x="75488" y="1968"/>
                  </a:moveTo>
                  <a:lnTo>
                    <a:pt x="66560" y="1727"/>
                  </a:lnTo>
                  <a:lnTo>
                    <a:pt x="66471" y="5194"/>
                  </a:lnTo>
                  <a:lnTo>
                    <a:pt x="75399" y="5422"/>
                  </a:lnTo>
                  <a:lnTo>
                    <a:pt x="75488" y="1968"/>
                  </a:lnTo>
                  <a:close/>
                </a:path>
                <a:path w="713739" h="22225">
                  <a:moveTo>
                    <a:pt x="88785" y="2311"/>
                  </a:moveTo>
                  <a:lnTo>
                    <a:pt x="79857" y="2082"/>
                  </a:lnTo>
                  <a:lnTo>
                    <a:pt x="79768" y="5537"/>
                  </a:lnTo>
                  <a:lnTo>
                    <a:pt x="88696" y="5765"/>
                  </a:lnTo>
                  <a:lnTo>
                    <a:pt x="88785" y="2311"/>
                  </a:lnTo>
                  <a:close/>
                </a:path>
                <a:path w="713739" h="22225">
                  <a:moveTo>
                    <a:pt x="102082" y="2654"/>
                  </a:moveTo>
                  <a:lnTo>
                    <a:pt x="93154" y="2425"/>
                  </a:lnTo>
                  <a:lnTo>
                    <a:pt x="93065" y="5880"/>
                  </a:lnTo>
                  <a:lnTo>
                    <a:pt x="101993" y="6121"/>
                  </a:lnTo>
                  <a:lnTo>
                    <a:pt x="102082" y="2654"/>
                  </a:lnTo>
                  <a:close/>
                </a:path>
                <a:path w="713739" h="22225">
                  <a:moveTo>
                    <a:pt x="115379" y="3009"/>
                  </a:moveTo>
                  <a:lnTo>
                    <a:pt x="106451" y="2768"/>
                  </a:lnTo>
                  <a:lnTo>
                    <a:pt x="106362" y="6235"/>
                  </a:lnTo>
                  <a:lnTo>
                    <a:pt x="115290" y="6464"/>
                  </a:lnTo>
                  <a:lnTo>
                    <a:pt x="115379" y="3009"/>
                  </a:lnTo>
                  <a:close/>
                </a:path>
                <a:path w="713739" h="22225">
                  <a:moveTo>
                    <a:pt x="128676" y="3352"/>
                  </a:moveTo>
                  <a:lnTo>
                    <a:pt x="119748" y="3124"/>
                  </a:lnTo>
                  <a:lnTo>
                    <a:pt x="119659" y="6578"/>
                  </a:lnTo>
                  <a:lnTo>
                    <a:pt x="128587" y="6819"/>
                  </a:lnTo>
                  <a:lnTo>
                    <a:pt x="128676" y="3352"/>
                  </a:lnTo>
                  <a:close/>
                </a:path>
                <a:path w="713739" h="22225">
                  <a:moveTo>
                    <a:pt x="141973" y="3708"/>
                  </a:moveTo>
                  <a:lnTo>
                    <a:pt x="133045" y="3467"/>
                  </a:lnTo>
                  <a:lnTo>
                    <a:pt x="132943" y="6934"/>
                  </a:lnTo>
                  <a:lnTo>
                    <a:pt x="141884" y="7162"/>
                  </a:lnTo>
                  <a:lnTo>
                    <a:pt x="141973" y="3708"/>
                  </a:lnTo>
                  <a:close/>
                </a:path>
                <a:path w="713739" h="22225">
                  <a:moveTo>
                    <a:pt x="155257" y="4051"/>
                  </a:moveTo>
                  <a:lnTo>
                    <a:pt x="146342" y="3822"/>
                  </a:lnTo>
                  <a:lnTo>
                    <a:pt x="146240" y="7277"/>
                  </a:lnTo>
                  <a:lnTo>
                    <a:pt x="155168" y="7505"/>
                  </a:lnTo>
                  <a:lnTo>
                    <a:pt x="155257" y="4051"/>
                  </a:lnTo>
                  <a:close/>
                </a:path>
                <a:path w="713739" h="22225">
                  <a:moveTo>
                    <a:pt x="168567" y="4394"/>
                  </a:moveTo>
                  <a:lnTo>
                    <a:pt x="159626" y="4165"/>
                  </a:lnTo>
                  <a:lnTo>
                    <a:pt x="159537" y="7620"/>
                  </a:lnTo>
                  <a:lnTo>
                    <a:pt x="168465" y="7861"/>
                  </a:lnTo>
                  <a:lnTo>
                    <a:pt x="168567" y="4394"/>
                  </a:lnTo>
                  <a:close/>
                </a:path>
                <a:path w="713739" h="22225">
                  <a:moveTo>
                    <a:pt x="221742" y="5549"/>
                  </a:moveTo>
                  <a:lnTo>
                    <a:pt x="212890" y="5549"/>
                  </a:lnTo>
                  <a:lnTo>
                    <a:pt x="212890" y="9232"/>
                  </a:lnTo>
                  <a:lnTo>
                    <a:pt x="221742" y="9232"/>
                  </a:lnTo>
                  <a:lnTo>
                    <a:pt x="221742" y="5549"/>
                  </a:lnTo>
                  <a:close/>
                </a:path>
                <a:path w="713739" h="22225">
                  <a:moveTo>
                    <a:pt x="235038" y="6134"/>
                  </a:moveTo>
                  <a:lnTo>
                    <a:pt x="226110" y="5892"/>
                  </a:lnTo>
                  <a:lnTo>
                    <a:pt x="226009" y="9347"/>
                  </a:lnTo>
                  <a:lnTo>
                    <a:pt x="234950" y="9588"/>
                  </a:lnTo>
                  <a:lnTo>
                    <a:pt x="235038" y="6134"/>
                  </a:lnTo>
                  <a:close/>
                </a:path>
                <a:path w="713739" h="22225">
                  <a:moveTo>
                    <a:pt x="248323" y="6477"/>
                  </a:moveTo>
                  <a:lnTo>
                    <a:pt x="239395" y="6235"/>
                  </a:lnTo>
                  <a:lnTo>
                    <a:pt x="239306" y="9702"/>
                  </a:lnTo>
                  <a:lnTo>
                    <a:pt x="248234" y="9931"/>
                  </a:lnTo>
                  <a:lnTo>
                    <a:pt x="248323" y="6477"/>
                  </a:lnTo>
                  <a:close/>
                </a:path>
                <a:path w="713739" h="22225">
                  <a:moveTo>
                    <a:pt x="261620" y="6819"/>
                  </a:moveTo>
                  <a:lnTo>
                    <a:pt x="252704" y="6591"/>
                  </a:lnTo>
                  <a:lnTo>
                    <a:pt x="252603" y="10045"/>
                  </a:lnTo>
                  <a:lnTo>
                    <a:pt x="261531" y="10287"/>
                  </a:lnTo>
                  <a:lnTo>
                    <a:pt x="261620" y="6819"/>
                  </a:lnTo>
                  <a:close/>
                </a:path>
                <a:path w="713739" h="22225">
                  <a:moveTo>
                    <a:pt x="274916" y="7175"/>
                  </a:moveTo>
                  <a:lnTo>
                    <a:pt x="265988" y="6934"/>
                  </a:lnTo>
                  <a:lnTo>
                    <a:pt x="265899" y="10388"/>
                  </a:lnTo>
                  <a:lnTo>
                    <a:pt x="274828" y="10629"/>
                  </a:lnTo>
                  <a:lnTo>
                    <a:pt x="274916" y="7175"/>
                  </a:lnTo>
                  <a:close/>
                </a:path>
                <a:path w="713739" h="22225">
                  <a:moveTo>
                    <a:pt x="288213" y="7518"/>
                  </a:moveTo>
                  <a:lnTo>
                    <a:pt x="279285" y="7289"/>
                  </a:lnTo>
                  <a:lnTo>
                    <a:pt x="279196" y="10744"/>
                  </a:lnTo>
                  <a:lnTo>
                    <a:pt x="288124" y="10972"/>
                  </a:lnTo>
                  <a:lnTo>
                    <a:pt x="288213" y="7518"/>
                  </a:lnTo>
                  <a:close/>
                </a:path>
                <a:path w="713739" h="22225">
                  <a:moveTo>
                    <a:pt x="301510" y="7861"/>
                  </a:moveTo>
                  <a:lnTo>
                    <a:pt x="292582" y="7632"/>
                  </a:lnTo>
                  <a:lnTo>
                    <a:pt x="292493" y="11087"/>
                  </a:lnTo>
                  <a:lnTo>
                    <a:pt x="301421" y="11328"/>
                  </a:lnTo>
                  <a:lnTo>
                    <a:pt x="301510" y="7861"/>
                  </a:lnTo>
                  <a:close/>
                </a:path>
                <a:path w="713739" h="22225">
                  <a:moveTo>
                    <a:pt x="314807" y="8216"/>
                  </a:moveTo>
                  <a:lnTo>
                    <a:pt x="305866" y="7975"/>
                  </a:lnTo>
                  <a:lnTo>
                    <a:pt x="305777" y="11442"/>
                  </a:lnTo>
                  <a:lnTo>
                    <a:pt x="314706" y="11671"/>
                  </a:lnTo>
                  <a:lnTo>
                    <a:pt x="314807" y="8216"/>
                  </a:lnTo>
                  <a:close/>
                </a:path>
                <a:path w="713739" h="22225">
                  <a:moveTo>
                    <a:pt x="328104" y="8559"/>
                  </a:moveTo>
                  <a:lnTo>
                    <a:pt x="319176" y="8331"/>
                  </a:lnTo>
                  <a:lnTo>
                    <a:pt x="319074" y="11785"/>
                  </a:lnTo>
                  <a:lnTo>
                    <a:pt x="328015" y="12014"/>
                  </a:lnTo>
                  <a:lnTo>
                    <a:pt x="328104" y="8559"/>
                  </a:lnTo>
                  <a:close/>
                </a:path>
                <a:path w="713739" h="22225">
                  <a:moveTo>
                    <a:pt x="341388" y="8902"/>
                  </a:moveTo>
                  <a:lnTo>
                    <a:pt x="332473" y="8674"/>
                  </a:lnTo>
                  <a:lnTo>
                    <a:pt x="332371" y="12128"/>
                  </a:lnTo>
                  <a:lnTo>
                    <a:pt x="341299" y="12369"/>
                  </a:lnTo>
                  <a:lnTo>
                    <a:pt x="341388" y="8902"/>
                  </a:lnTo>
                  <a:close/>
                </a:path>
                <a:path w="713739" h="22225">
                  <a:moveTo>
                    <a:pt x="354685" y="9245"/>
                  </a:moveTo>
                  <a:lnTo>
                    <a:pt x="345757" y="9017"/>
                  </a:lnTo>
                  <a:lnTo>
                    <a:pt x="345668" y="12484"/>
                  </a:lnTo>
                  <a:lnTo>
                    <a:pt x="354596" y="12700"/>
                  </a:lnTo>
                  <a:lnTo>
                    <a:pt x="354685" y="9245"/>
                  </a:lnTo>
                  <a:close/>
                </a:path>
                <a:path w="713739" h="22225">
                  <a:moveTo>
                    <a:pt x="367982" y="9588"/>
                  </a:moveTo>
                  <a:lnTo>
                    <a:pt x="359054" y="9359"/>
                  </a:lnTo>
                  <a:lnTo>
                    <a:pt x="358965" y="12827"/>
                  </a:lnTo>
                  <a:lnTo>
                    <a:pt x="367893" y="13055"/>
                  </a:lnTo>
                  <a:lnTo>
                    <a:pt x="367982" y="9588"/>
                  </a:lnTo>
                  <a:close/>
                </a:path>
                <a:path w="713739" h="22225">
                  <a:moveTo>
                    <a:pt x="381279" y="9944"/>
                  </a:moveTo>
                  <a:lnTo>
                    <a:pt x="372351" y="9715"/>
                  </a:lnTo>
                  <a:lnTo>
                    <a:pt x="372262" y="13169"/>
                  </a:lnTo>
                  <a:lnTo>
                    <a:pt x="381190" y="13398"/>
                  </a:lnTo>
                  <a:lnTo>
                    <a:pt x="381279" y="9944"/>
                  </a:lnTo>
                  <a:close/>
                </a:path>
                <a:path w="713739" h="22225">
                  <a:moveTo>
                    <a:pt x="394576" y="10287"/>
                  </a:moveTo>
                  <a:lnTo>
                    <a:pt x="385648" y="10058"/>
                  </a:lnTo>
                  <a:lnTo>
                    <a:pt x="385546" y="13525"/>
                  </a:lnTo>
                  <a:lnTo>
                    <a:pt x="394487" y="13754"/>
                  </a:lnTo>
                  <a:lnTo>
                    <a:pt x="394576" y="10287"/>
                  </a:lnTo>
                  <a:close/>
                </a:path>
                <a:path w="713739" h="22225">
                  <a:moveTo>
                    <a:pt x="407873" y="10642"/>
                  </a:moveTo>
                  <a:lnTo>
                    <a:pt x="398945" y="10401"/>
                  </a:lnTo>
                  <a:lnTo>
                    <a:pt x="398843" y="13868"/>
                  </a:lnTo>
                  <a:lnTo>
                    <a:pt x="407771" y="14097"/>
                  </a:lnTo>
                  <a:lnTo>
                    <a:pt x="407873" y="10642"/>
                  </a:lnTo>
                  <a:close/>
                </a:path>
                <a:path w="713739" h="22225">
                  <a:moveTo>
                    <a:pt x="421157" y="10985"/>
                  </a:moveTo>
                  <a:lnTo>
                    <a:pt x="412242" y="10756"/>
                  </a:lnTo>
                  <a:lnTo>
                    <a:pt x="412140" y="14211"/>
                  </a:lnTo>
                  <a:lnTo>
                    <a:pt x="421068" y="14439"/>
                  </a:lnTo>
                  <a:lnTo>
                    <a:pt x="421157" y="10985"/>
                  </a:lnTo>
                  <a:close/>
                </a:path>
                <a:path w="713739" h="22225">
                  <a:moveTo>
                    <a:pt x="434454" y="11328"/>
                  </a:moveTo>
                  <a:lnTo>
                    <a:pt x="425538" y="11099"/>
                  </a:lnTo>
                  <a:lnTo>
                    <a:pt x="425437" y="14554"/>
                  </a:lnTo>
                  <a:lnTo>
                    <a:pt x="434365" y="14795"/>
                  </a:lnTo>
                  <a:lnTo>
                    <a:pt x="434454" y="11328"/>
                  </a:lnTo>
                  <a:close/>
                </a:path>
                <a:path w="713739" h="22225">
                  <a:moveTo>
                    <a:pt x="447751" y="11684"/>
                  </a:moveTo>
                  <a:lnTo>
                    <a:pt x="438823" y="11442"/>
                  </a:lnTo>
                  <a:lnTo>
                    <a:pt x="438734" y="14909"/>
                  </a:lnTo>
                  <a:lnTo>
                    <a:pt x="447662" y="15138"/>
                  </a:lnTo>
                  <a:lnTo>
                    <a:pt x="447751" y="11684"/>
                  </a:lnTo>
                  <a:close/>
                </a:path>
                <a:path w="713739" h="22225">
                  <a:moveTo>
                    <a:pt x="461048" y="12026"/>
                  </a:moveTo>
                  <a:lnTo>
                    <a:pt x="452120" y="11798"/>
                  </a:lnTo>
                  <a:lnTo>
                    <a:pt x="452031" y="15252"/>
                  </a:lnTo>
                  <a:lnTo>
                    <a:pt x="460959" y="15481"/>
                  </a:lnTo>
                  <a:lnTo>
                    <a:pt x="461048" y="12026"/>
                  </a:lnTo>
                  <a:close/>
                </a:path>
                <a:path w="713739" h="22225">
                  <a:moveTo>
                    <a:pt x="474345" y="12369"/>
                  </a:moveTo>
                  <a:lnTo>
                    <a:pt x="465416" y="12141"/>
                  </a:lnTo>
                  <a:lnTo>
                    <a:pt x="465328" y="15595"/>
                  </a:lnTo>
                  <a:lnTo>
                    <a:pt x="474256" y="15836"/>
                  </a:lnTo>
                  <a:lnTo>
                    <a:pt x="474345" y="12369"/>
                  </a:lnTo>
                  <a:close/>
                </a:path>
                <a:path w="713739" h="22225">
                  <a:moveTo>
                    <a:pt x="487641" y="12725"/>
                  </a:moveTo>
                  <a:lnTo>
                    <a:pt x="478713" y="12484"/>
                  </a:lnTo>
                  <a:lnTo>
                    <a:pt x="478612" y="15951"/>
                  </a:lnTo>
                  <a:lnTo>
                    <a:pt x="487553" y="16179"/>
                  </a:lnTo>
                  <a:lnTo>
                    <a:pt x="487641" y="12725"/>
                  </a:lnTo>
                  <a:close/>
                </a:path>
                <a:path w="713739" h="22225">
                  <a:moveTo>
                    <a:pt x="500938" y="13068"/>
                  </a:moveTo>
                  <a:lnTo>
                    <a:pt x="491998" y="12839"/>
                  </a:lnTo>
                  <a:lnTo>
                    <a:pt x="491909" y="16294"/>
                  </a:lnTo>
                  <a:lnTo>
                    <a:pt x="500837" y="16522"/>
                  </a:lnTo>
                  <a:lnTo>
                    <a:pt x="500938" y="13068"/>
                  </a:lnTo>
                  <a:close/>
                </a:path>
                <a:path w="713739" h="22225">
                  <a:moveTo>
                    <a:pt x="514223" y="13411"/>
                  </a:moveTo>
                  <a:lnTo>
                    <a:pt x="505294" y="13182"/>
                  </a:lnTo>
                  <a:lnTo>
                    <a:pt x="505206" y="16637"/>
                  </a:lnTo>
                  <a:lnTo>
                    <a:pt x="514134" y="16878"/>
                  </a:lnTo>
                  <a:lnTo>
                    <a:pt x="514223" y="13411"/>
                  </a:lnTo>
                  <a:close/>
                </a:path>
                <a:path w="713739" h="22225">
                  <a:moveTo>
                    <a:pt x="527519" y="13766"/>
                  </a:moveTo>
                  <a:lnTo>
                    <a:pt x="518591" y="13525"/>
                  </a:lnTo>
                  <a:lnTo>
                    <a:pt x="518502" y="16992"/>
                  </a:lnTo>
                  <a:lnTo>
                    <a:pt x="527431" y="17221"/>
                  </a:lnTo>
                  <a:lnTo>
                    <a:pt x="527519" y="13766"/>
                  </a:lnTo>
                  <a:close/>
                </a:path>
                <a:path w="713739" h="22225">
                  <a:moveTo>
                    <a:pt x="540816" y="14109"/>
                  </a:moveTo>
                  <a:lnTo>
                    <a:pt x="531888" y="13881"/>
                  </a:lnTo>
                  <a:lnTo>
                    <a:pt x="531799" y="17335"/>
                  </a:lnTo>
                  <a:lnTo>
                    <a:pt x="540727" y="17564"/>
                  </a:lnTo>
                  <a:lnTo>
                    <a:pt x="540816" y="14109"/>
                  </a:lnTo>
                  <a:close/>
                </a:path>
                <a:path w="713739" h="22225">
                  <a:moveTo>
                    <a:pt x="554113" y="14452"/>
                  </a:moveTo>
                  <a:lnTo>
                    <a:pt x="545185" y="14224"/>
                  </a:lnTo>
                  <a:lnTo>
                    <a:pt x="545096" y="17678"/>
                  </a:lnTo>
                  <a:lnTo>
                    <a:pt x="554024" y="17907"/>
                  </a:lnTo>
                  <a:lnTo>
                    <a:pt x="554113" y="14452"/>
                  </a:lnTo>
                  <a:close/>
                </a:path>
                <a:path w="713739" h="22225">
                  <a:moveTo>
                    <a:pt x="567410" y="14795"/>
                  </a:moveTo>
                  <a:lnTo>
                    <a:pt x="558482" y="14566"/>
                  </a:lnTo>
                  <a:lnTo>
                    <a:pt x="558393" y="18034"/>
                  </a:lnTo>
                  <a:lnTo>
                    <a:pt x="567321" y="18262"/>
                  </a:lnTo>
                  <a:lnTo>
                    <a:pt x="567410" y="14795"/>
                  </a:lnTo>
                  <a:close/>
                </a:path>
                <a:path w="713739" h="22225">
                  <a:moveTo>
                    <a:pt x="580707" y="15151"/>
                  </a:moveTo>
                  <a:lnTo>
                    <a:pt x="571779" y="14909"/>
                  </a:lnTo>
                  <a:lnTo>
                    <a:pt x="571677" y="18376"/>
                  </a:lnTo>
                  <a:lnTo>
                    <a:pt x="580618" y="18605"/>
                  </a:lnTo>
                  <a:lnTo>
                    <a:pt x="580707" y="15151"/>
                  </a:lnTo>
                  <a:close/>
                </a:path>
                <a:path w="713739" h="22225">
                  <a:moveTo>
                    <a:pt x="593991" y="15494"/>
                  </a:moveTo>
                  <a:lnTo>
                    <a:pt x="585063" y="15265"/>
                  </a:lnTo>
                  <a:lnTo>
                    <a:pt x="584974" y="18719"/>
                  </a:lnTo>
                  <a:lnTo>
                    <a:pt x="593902" y="18948"/>
                  </a:lnTo>
                  <a:lnTo>
                    <a:pt x="593991" y="15494"/>
                  </a:lnTo>
                  <a:close/>
                </a:path>
                <a:path w="713739" h="22225">
                  <a:moveTo>
                    <a:pt x="607288" y="15836"/>
                  </a:moveTo>
                  <a:lnTo>
                    <a:pt x="598360" y="15608"/>
                  </a:lnTo>
                  <a:lnTo>
                    <a:pt x="598271" y="19062"/>
                  </a:lnTo>
                  <a:lnTo>
                    <a:pt x="607199" y="19304"/>
                  </a:lnTo>
                  <a:lnTo>
                    <a:pt x="607288" y="15836"/>
                  </a:lnTo>
                  <a:close/>
                </a:path>
                <a:path w="713739" h="22225">
                  <a:moveTo>
                    <a:pt x="620585" y="16192"/>
                  </a:moveTo>
                  <a:lnTo>
                    <a:pt x="611657" y="15951"/>
                  </a:lnTo>
                  <a:lnTo>
                    <a:pt x="611568" y="19418"/>
                  </a:lnTo>
                  <a:lnTo>
                    <a:pt x="620496" y="19646"/>
                  </a:lnTo>
                  <a:lnTo>
                    <a:pt x="620585" y="16192"/>
                  </a:lnTo>
                  <a:close/>
                </a:path>
                <a:path w="713739" h="22225">
                  <a:moveTo>
                    <a:pt x="633882" y="16535"/>
                  </a:moveTo>
                  <a:lnTo>
                    <a:pt x="624954" y="16306"/>
                  </a:lnTo>
                  <a:lnTo>
                    <a:pt x="624865" y="19761"/>
                  </a:lnTo>
                  <a:lnTo>
                    <a:pt x="633793" y="19989"/>
                  </a:lnTo>
                  <a:lnTo>
                    <a:pt x="633882" y="16535"/>
                  </a:lnTo>
                  <a:close/>
                </a:path>
                <a:path w="713739" h="22225">
                  <a:moveTo>
                    <a:pt x="647179" y="16878"/>
                  </a:moveTo>
                  <a:lnTo>
                    <a:pt x="638251" y="16649"/>
                  </a:lnTo>
                  <a:lnTo>
                    <a:pt x="638162" y="20104"/>
                  </a:lnTo>
                  <a:lnTo>
                    <a:pt x="647090" y="20345"/>
                  </a:lnTo>
                  <a:lnTo>
                    <a:pt x="647179" y="16878"/>
                  </a:lnTo>
                  <a:close/>
                </a:path>
                <a:path w="713739" h="22225">
                  <a:moveTo>
                    <a:pt x="660476" y="17233"/>
                  </a:moveTo>
                  <a:lnTo>
                    <a:pt x="651535" y="16992"/>
                  </a:lnTo>
                  <a:lnTo>
                    <a:pt x="651446" y="20459"/>
                  </a:lnTo>
                  <a:lnTo>
                    <a:pt x="660374" y="20688"/>
                  </a:lnTo>
                  <a:lnTo>
                    <a:pt x="660476" y="17233"/>
                  </a:lnTo>
                  <a:close/>
                </a:path>
                <a:path w="713739" h="22225">
                  <a:moveTo>
                    <a:pt x="673760" y="17576"/>
                  </a:moveTo>
                  <a:lnTo>
                    <a:pt x="664845" y="17348"/>
                  </a:lnTo>
                  <a:lnTo>
                    <a:pt x="664743" y="20802"/>
                  </a:lnTo>
                  <a:lnTo>
                    <a:pt x="673671" y="21031"/>
                  </a:lnTo>
                  <a:lnTo>
                    <a:pt x="673760" y="17576"/>
                  </a:lnTo>
                  <a:close/>
                </a:path>
                <a:path w="713739" h="22225">
                  <a:moveTo>
                    <a:pt x="687057" y="17919"/>
                  </a:moveTo>
                  <a:lnTo>
                    <a:pt x="678129" y="17691"/>
                  </a:lnTo>
                  <a:lnTo>
                    <a:pt x="678040" y="21145"/>
                  </a:lnTo>
                  <a:lnTo>
                    <a:pt x="686968" y="21386"/>
                  </a:lnTo>
                  <a:lnTo>
                    <a:pt x="687057" y="17919"/>
                  </a:lnTo>
                  <a:close/>
                </a:path>
                <a:path w="713739" h="22225">
                  <a:moveTo>
                    <a:pt x="700354" y="18275"/>
                  </a:moveTo>
                  <a:lnTo>
                    <a:pt x="691438" y="18034"/>
                  </a:lnTo>
                  <a:lnTo>
                    <a:pt x="691337" y="21501"/>
                  </a:lnTo>
                  <a:lnTo>
                    <a:pt x="700265" y="21729"/>
                  </a:lnTo>
                  <a:lnTo>
                    <a:pt x="700354" y="18275"/>
                  </a:lnTo>
                  <a:close/>
                </a:path>
                <a:path w="713739" h="22225">
                  <a:moveTo>
                    <a:pt x="713651" y="18618"/>
                  </a:moveTo>
                  <a:lnTo>
                    <a:pt x="704723" y="18389"/>
                  </a:lnTo>
                  <a:lnTo>
                    <a:pt x="704634" y="21844"/>
                  </a:lnTo>
                  <a:lnTo>
                    <a:pt x="713562" y="22072"/>
                  </a:lnTo>
                  <a:lnTo>
                    <a:pt x="713651" y="18618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40396" y="1010551"/>
              <a:ext cx="869315" cy="45720"/>
            </a:xfrm>
            <a:custGeom>
              <a:avLst/>
              <a:gdLst/>
              <a:ahLst/>
              <a:cxnLst/>
              <a:rect l="l" t="t" r="r" b="b"/>
              <a:pathLst>
                <a:path w="869314" h="45719">
                  <a:moveTo>
                    <a:pt x="8496" y="45339"/>
                  </a:moveTo>
                  <a:lnTo>
                    <a:pt x="8407" y="41884"/>
                  </a:lnTo>
                  <a:lnTo>
                    <a:pt x="0" y="42100"/>
                  </a:lnTo>
                  <a:lnTo>
                    <a:pt x="88" y="45554"/>
                  </a:lnTo>
                  <a:lnTo>
                    <a:pt x="8496" y="45339"/>
                  </a:lnTo>
                  <a:close/>
                </a:path>
                <a:path w="869314" h="45719">
                  <a:moveTo>
                    <a:pt x="21018" y="45021"/>
                  </a:moveTo>
                  <a:lnTo>
                    <a:pt x="20929" y="41567"/>
                  </a:lnTo>
                  <a:lnTo>
                    <a:pt x="12522" y="41783"/>
                  </a:lnTo>
                  <a:lnTo>
                    <a:pt x="12611" y="45237"/>
                  </a:lnTo>
                  <a:lnTo>
                    <a:pt x="21018" y="45021"/>
                  </a:lnTo>
                  <a:close/>
                </a:path>
                <a:path w="869314" h="45719">
                  <a:moveTo>
                    <a:pt x="33540" y="44704"/>
                  </a:moveTo>
                  <a:lnTo>
                    <a:pt x="33464" y="41249"/>
                  </a:lnTo>
                  <a:lnTo>
                    <a:pt x="25044" y="41465"/>
                  </a:lnTo>
                  <a:lnTo>
                    <a:pt x="25133" y="44919"/>
                  </a:lnTo>
                  <a:lnTo>
                    <a:pt x="33540" y="44704"/>
                  </a:lnTo>
                  <a:close/>
                </a:path>
                <a:path w="869314" h="45719">
                  <a:moveTo>
                    <a:pt x="46075" y="44386"/>
                  </a:moveTo>
                  <a:lnTo>
                    <a:pt x="45986" y="40932"/>
                  </a:lnTo>
                  <a:lnTo>
                    <a:pt x="37566" y="41148"/>
                  </a:lnTo>
                  <a:lnTo>
                    <a:pt x="37668" y="44602"/>
                  </a:lnTo>
                  <a:lnTo>
                    <a:pt x="46075" y="44386"/>
                  </a:lnTo>
                  <a:close/>
                </a:path>
                <a:path w="869314" h="45719">
                  <a:moveTo>
                    <a:pt x="58597" y="44069"/>
                  </a:moveTo>
                  <a:lnTo>
                    <a:pt x="58508" y="40614"/>
                  </a:lnTo>
                  <a:lnTo>
                    <a:pt x="50101" y="40830"/>
                  </a:lnTo>
                  <a:lnTo>
                    <a:pt x="50190" y="44284"/>
                  </a:lnTo>
                  <a:lnTo>
                    <a:pt x="58597" y="44069"/>
                  </a:lnTo>
                  <a:close/>
                </a:path>
                <a:path w="869314" h="45719">
                  <a:moveTo>
                    <a:pt x="71120" y="43751"/>
                  </a:moveTo>
                  <a:lnTo>
                    <a:pt x="71031" y="40297"/>
                  </a:lnTo>
                  <a:lnTo>
                    <a:pt x="62623" y="40513"/>
                  </a:lnTo>
                  <a:lnTo>
                    <a:pt x="62712" y="43967"/>
                  </a:lnTo>
                  <a:lnTo>
                    <a:pt x="71120" y="43751"/>
                  </a:lnTo>
                  <a:close/>
                </a:path>
                <a:path w="869314" h="45719">
                  <a:moveTo>
                    <a:pt x="83642" y="43434"/>
                  </a:moveTo>
                  <a:lnTo>
                    <a:pt x="83553" y="39979"/>
                  </a:lnTo>
                  <a:lnTo>
                    <a:pt x="75145" y="40195"/>
                  </a:lnTo>
                  <a:lnTo>
                    <a:pt x="75234" y="43649"/>
                  </a:lnTo>
                  <a:lnTo>
                    <a:pt x="83642" y="43434"/>
                  </a:lnTo>
                  <a:close/>
                </a:path>
                <a:path w="869314" h="45719">
                  <a:moveTo>
                    <a:pt x="96177" y="43116"/>
                  </a:moveTo>
                  <a:lnTo>
                    <a:pt x="96088" y="39662"/>
                  </a:lnTo>
                  <a:lnTo>
                    <a:pt x="87668" y="39878"/>
                  </a:lnTo>
                  <a:lnTo>
                    <a:pt x="87757" y="43332"/>
                  </a:lnTo>
                  <a:lnTo>
                    <a:pt x="96177" y="43116"/>
                  </a:lnTo>
                  <a:close/>
                </a:path>
                <a:path w="869314" h="45719">
                  <a:moveTo>
                    <a:pt x="103644" y="88"/>
                  </a:moveTo>
                  <a:lnTo>
                    <a:pt x="94310" y="0"/>
                  </a:lnTo>
                  <a:lnTo>
                    <a:pt x="94284" y="3467"/>
                  </a:lnTo>
                  <a:lnTo>
                    <a:pt x="103619" y="3543"/>
                  </a:lnTo>
                  <a:lnTo>
                    <a:pt x="103644" y="88"/>
                  </a:lnTo>
                  <a:close/>
                </a:path>
                <a:path w="869314" h="45719">
                  <a:moveTo>
                    <a:pt x="108699" y="42799"/>
                  </a:moveTo>
                  <a:lnTo>
                    <a:pt x="108610" y="39344"/>
                  </a:lnTo>
                  <a:lnTo>
                    <a:pt x="100203" y="39560"/>
                  </a:lnTo>
                  <a:lnTo>
                    <a:pt x="100291" y="43014"/>
                  </a:lnTo>
                  <a:lnTo>
                    <a:pt x="108699" y="42799"/>
                  </a:lnTo>
                  <a:close/>
                </a:path>
                <a:path w="869314" h="45719">
                  <a:moveTo>
                    <a:pt x="117563" y="215"/>
                  </a:moveTo>
                  <a:lnTo>
                    <a:pt x="108216" y="127"/>
                  </a:lnTo>
                  <a:lnTo>
                    <a:pt x="108191" y="3594"/>
                  </a:lnTo>
                  <a:lnTo>
                    <a:pt x="117525" y="3670"/>
                  </a:lnTo>
                  <a:lnTo>
                    <a:pt x="117563" y="215"/>
                  </a:lnTo>
                  <a:close/>
                </a:path>
                <a:path w="869314" h="45719">
                  <a:moveTo>
                    <a:pt x="121221" y="42494"/>
                  </a:moveTo>
                  <a:lnTo>
                    <a:pt x="121132" y="39027"/>
                  </a:lnTo>
                  <a:lnTo>
                    <a:pt x="112725" y="39243"/>
                  </a:lnTo>
                  <a:lnTo>
                    <a:pt x="112814" y="42697"/>
                  </a:lnTo>
                  <a:lnTo>
                    <a:pt x="121221" y="42494"/>
                  </a:lnTo>
                  <a:close/>
                </a:path>
                <a:path w="869314" h="45719">
                  <a:moveTo>
                    <a:pt x="131470" y="330"/>
                  </a:moveTo>
                  <a:lnTo>
                    <a:pt x="122123" y="254"/>
                  </a:lnTo>
                  <a:lnTo>
                    <a:pt x="122097" y="3708"/>
                  </a:lnTo>
                  <a:lnTo>
                    <a:pt x="131432" y="3797"/>
                  </a:lnTo>
                  <a:lnTo>
                    <a:pt x="131470" y="330"/>
                  </a:lnTo>
                  <a:close/>
                </a:path>
                <a:path w="869314" h="45719">
                  <a:moveTo>
                    <a:pt x="133743" y="42164"/>
                  </a:moveTo>
                  <a:lnTo>
                    <a:pt x="133654" y="38709"/>
                  </a:lnTo>
                  <a:lnTo>
                    <a:pt x="125247" y="38925"/>
                  </a:lnTo>
                  <a:lnTo>
                    <a:pt x="125336" y="42379"/>
                  </a:lnTo>
                  <a:lnTo>
                    <a:pt x="133743" y="42164"/>
                  </a:lnTo>
                  <a:close/>
                </a:path>
                <a:path w="869314" h="45719">
                  <a:moveTo>
                    <a:pt x="145376" y="457"/>
                  </a:moveTo>
                  <a:lnTo>
                    <a:pt x="136042" y="368"/>
                  </a:lnTo>
                  <a:lnTo>
                    <a:pt x="136004" y="3835"/>
                  </a:lnTo>
                  <a:lnTo>
                    <a:pt x="145351" y="3911"/>
                  </a:lnTo>
                  <a:lnTo>
                    <a:pt x="145376" y="457"/>
                  </a:lnTo>
                  <a:close/>
                </a:path>
                <a:path w="869314" h="45719">
                  <a:moveTo>
                    <a:pt x="146278" y="41859"/>
                  </a:moveTo>
                  <a:lnTo>
                    <a:pt x="146189" y="38392"/>
                  </a:lnTo>
                  <a:lnTo>
                    <a:pt x="137769" y="38608"/>
                  </a:lnTo>
                  <a:lnTo>
                    <a:pt x="137871" y="42062"/>
                  </a:lnTo>
                  <a:lnTo>
                    <a:pt x="146278" y="41859"/>
                  </a:lnTo>
                  <a:close/>
                </a:path>
                <a:path w="869314" h="45719">
                  <a:moveTo>
                    <a:pt x="158800" y="41541"/>
                  </a:moveTo>
                  <a:lnTo>
                    <a:pt x="158711" y="38074"/>
                  </a:lnTo>
                  <a:lnTo>
                    <a:pt x="150304" y="38290"/>
                  </a:lnTo>
                  <a:lnTo>
                    <a:pt x="150393" y="41744"/>
                  </a:lnTo>
                  <a:lnTo>
                    <a:pt x="158800" y="41541"/>
                  </a:lnTo>
                  <a:close/>
                </a:path>
                <a:path w="869314" h="45719">
                  <a:moveTo>
                    <a:pt x="159283" y="584"/>
                  </a:moveTo>
                  <a:lnTo>
                    <a:pt x="149948" y="495"/>
                  </a:lnTo>
                  <a:lnTo>
                    <a:pt x="149923" y="3962"/>
                  </a:lnTo>
                  <a:lnTo>
                    <a:pt x="159258" y="4038"/>
                  </a:lnTo>
                  <a:lnTo>
                    <a:pt x="159283" y="584"/>
                  </a:lnTo>
                  <a:close/>
                </a:path>
                <a:path w="869314" h="45719">
                  <a:moveTo>
                    <a:pt x="171323" y="41224"/>
                  </a:moveTo>
                  <a:lnTo>
                    <a:pt x="171234" y="37757"/>
                  </a:lnTo>
                  <a:lnTo>
                    <a:pt x="162826" y="37973"/>
                  </a:lnTo>
                  <a:lnTo>
                    <a:pt x="162915" y="41427"/>
                  </a:lnTo>
                  <a:lnTo>
                    <a:pt x="171323" y="41224"/>
                  </a:lnTo>
                  <a:close/>
                </a:path>
                <a:path w="869314" h="45719">
                  <a:moveTo>
                    <a:pt x="173202" y="698"/>
                  </a:moveTo>
                  <a:lnTo>
                    <a:pt x="163868" y="622"/>
                  </a:lnTo>
                  <a:lnTo>
                    <a:pt x="163830" y="4076"/>
                  </a:lnTo>
                  <a:lnTo>
                    <a:pt x="173164" y="4165"/>
                  </a:lnTo>
                  <a:lnTo>
                    <a:pt x="173202" y="698"/>
                  </a:lnTo>
                  <a:close/>
                </a:path>
                <a:path w="869314" h="45719">
                  <a:moveTo>
                    <a:pt x="183845" y="40906"/>
                  </a:moveTo>
                  <a:lnTo>
                    <a:pt x="183769" y="37439"/>
                  </a:lnTo>
                  <a:lnTo>
                    <a:pt x="175348" y="37655"/>
                  </a:lnTo>
                  <a:lnTo>
                    <a:pt x="175437" y="41109"/>
                  </a:lnTo>
                  <a:lnTo>
                    <a:pt x="183845" y="40906"/>
                  </a:lnTo>
                  <a:close/>
                </a:path>
                <a:path w="869314" h="45719">
                  <a:moveTo>
                    <a:pt x="187109" y="825"/>
                  </a:moveTo>
                  <a:lnTo>
                    <a:pt x="177774" y="736"/>
                  </a:lnTo>
                  <a:lnTo>
                    <a:pt x="177736" y="4203"/>
                  </a:lnTo>
                  <a:lnTo>
                    <a:pt x="187083" y="4279"/>
                  </a:lnTo>
                  <a:lnTo>
                    <a:pt x="187109" y="825"/>
                  </a:lnTo>
                  <a:close/>
                </a:path>
                <a:path w="869314" h="45719">
                  <a:moveTo>
                    <a:pt x="201015" y="939"/>
                  </a:moveTo>
                  <a:lnTo>
                    <a:pt x="191681" y="863"/>
                  </a:lnTo>
                  <a:lnTo>
                    <a:pt x="191655" y="4318"/>
                  </a:lnTo>
                  <a:lnTo>
                    <a:pt x="200990" y="4406"/>
                  </a:lnTo>
                  <a:lnTo>
                    <a:pt x="201015" y="939"/>
                  </a:lnTo>
                  <a:close/>
                </a:path>
                <a:path w="869314" h="45719">
                  <a:moveTo>
                    <a:pt x="214922" y="1066"/>
                  </a:moveTo>
                  <a:lnTo>
                    <a:pt x="205587" y="990"/>
                  </a:lnTo>
                  <a:lnTo>
                    <a:pt x="205562" y="4445"/>
                  </a:lnTo>
                  <a:lnTo>
                    <a:pt x="214896" y="4533"/>
                  </a:lnTo>
                  <a:lnTo>
                    <a:pt x="214922" y="1066"/>
                  </a:lnTo>
                  <a:close/>
                </a:path>
                <a:path w="869314" h="45719">
                  <a:moveTo>
                    <a:pt x="228841" y="1193"/>
                  </a:moveTo>
                  <a:lnTo>
                    <a:pt x="219494" y="1104"/>
                  </a:lnTo>
                  <a:lnTo>
                    <a:pt x="219468" y="4572"/>
                  </a:lnTo>
                  <a:lnTo>
                    <a:pt x="228815" y="4648"/>
                  </a:lnTo>
                  <a:lnTo>
                    <a:pt x="228841" y="1193"/>
                  </a:lnTo>
                  <a:close/>
                </a:path>
                <a:path w="869314" h="45719">
                  <a:moveTo>
                    <a:pt x="242747" y="1308"/>
                  </a:moveTo>
                  <a:lnTo>
                    <a:pt x="233413" y="1231"/>
                  </a:lnTo>
                  <a:lnTo>
                    <a:pt x="233387" y="4686"/>
                  </a:lnTo>
                  <a:lnTo>
                    <a:pt x="242722" y="4775"/>
                  </a:lnTo>
                  <a:lnTo>
                    <a:pt x="242747" y="1308"/>
                  </a:lnTo>
                  <a:close/>
                </a:path>
                <a:path w="869314" h="45719">
                  <a:moveTo>
                    <a:pt x="256667" y="1435"/>
                  </a:moveTo>
                  <a:lnTo>
                    <a:pt x="247319" y="1358"/>
                  </a:lnTo>
                  <a:lnTo>
                    <a:pt x="247294" y="4813"/>
                  </a:lnTo>
                  <a:lnTo>
                    <a:pt x="256628" y="4889"/>
                  </a:lnTo>
                  <a:lnTo>
                    <a:pt x="256667" y="1435"/>
                  </a:lnTo>
                  <a:close/>
                </a:path>
                <a:path w="869314" h="45719">
                  <a:moveTo>
                    <a:pt x="270573" y="1562"/>
                  </a:moveTo>
                  <a:lnTo>
                    <a:pt x="261239" y="1473"/>
                  </a:lnTo>
                  <a:lnTo>
                    <a:pt x="261200" y="4940"/>
                  </a:lnTo>
                  <a:lnTo>
                    <a:pt x="270548" y="5016"/>
                  </a:lnTo>
                  <a:lnTo>
                    <a:pt x="270573" y="1562"/>
                  </a:lnTo>
                  <a:close/>
                </a:path>
                <a:path w="869314" h="45719">
                  <a:moveTo>
                    <a:pt x="284480" y="1676"/>
                  </a:moveTo>
                  <a:lnTo>
                    <a:pt x="275145" y="1600"/>
                  </a:lnTo>
                  <a:lnTo>
                    <a:pt x="275107" y="5054"/>
                  </a:lnTo>
                  <a:lnTo>
                    <a:pt x="284454" y="5143"/>
                  </a:lnTo>
                  <a:lnTo>
                    <a:pt x="284480" y="1676"/>
                  </a:lnTo>
                  <a:close/>
                </a:path>
                <a:path w="869314" h="45719">
                  <a:moveTo>
                    <a:pt x="298399" y="1803"/>
                  </a:moveTo>
                  <a:lnTo>
                    <a:pt x="289052" y="1714"/>
                  </a:lnTo>
                  <a:lnTo>
                    <a:pt x="289026" y="5181"/>
                  </a:lnTo>
                  <a:lnTo>
                    <a:pt x="298361" y="5257"/>
                  </a:lnTo>
                  <a:lnTo>
                    <a:pt x="298399" y="1803"/>
                  </a:lnTo>
                  <a:close/>
                </a:path>
                <a:path w="869314" h="45719">
                  <a:moveTo>
                    <a:pt x="312305" y="1930"/>
                  </a:moveTo>
                  <a:lnTo>
                    <a:pt x="302958" y="1841"/>
                  </a:lnTo>
                  <a:lnTo>
                    <a:pt x="302933" y="5308"/>
                  </a:lnTo>
                  <a:lnTo>
                    <a:pt x="312280" y="5384"/>
                  </a:lnTo>
                  <a:lnTo>
                    <a:pt x="312305" y="1930"/>
                  </a:lnTo>
                  <a:close/>
                </a:path>
                <a:path w="869314" h="45719">
                  <a:moveTo>
                    <a:pt x="326212" y="2044"/>
                  </a:moveTo>
                  <a:lnTo>
                    <a:pt x="316865" y="1968"/>
                  </a:lnTo>
                  <a:lnTo>
                    <a:pt x="316839" y="5422"/>
                  </a:lnTo>
                  <a:lnTo>
                    <a:pt x="326186" y="5511"/>
                  </a:lnTo>
                  <a:lnTo>
                    <a:pt x="326212" y="2044"/>
                  </a:lnTo>
                  <a:close/>
                </a:path>
                <a:path w="869314" h="45719">
                  <a:moveTo>
                    <a:pt x="340131" y="2171"/>
                  </a:moveTo>
                  <a:lnTo>
                    <a:pt x="330784" y="2082"/>
                  </a:lnTo>
                  <a:lnTo>
                    <a:pt x="330758" y="5549"/>
                  </a:lnTo>
                  <a:lnTo>
                    <a:pt x="340093" y="5626"/>
                  </a:lnTo>
                  <a:lnTo>
                    <a:pt x="340131" y="2171"/>
                  </a:lnTo>
                  <a:close/>
                </a:path>
                <a:path w="869314" h="45719">
                  <a:moveTo>
                    <a:pt x="354037" y="2298"/>
                  </a:moveTo>
                  <a:lnTo>
                    <a:pt x="344690" y="2209"/>
                  </a:lnTo>
                  <a:lnTo>
                    <a:pt x="344665" y="5676"/>
                  </a:lnTo>
                  <a:lnTo>
                    <a:pt x="353999" y="5753"/>
                  </a:lnTo>
                  <a:lnTo>
                    <a:pt x="354037" y="2298"/>
                  </a:lnTo>
                  <a:close/>
                </a:path>
                <a:path w="869314" h="45719">
                  <a:moveTo>
                    <a:pt x="367944" y="2413"/>
                  </a:moveTo>
                  <a:lnTo>
                    <a:pt x="358609" y="2336"/>
                  </a:lnTo>
                  <a:lnTo>
                    <a:pt x="358584" y="5791"/>
                  </a:lnTo>
                  <a:lnTo>
                    <a:pt x="367919" y="5880"/>
                  </a:lnTo>
                  <a:lnTo>
                    <a:pt x="367944" y="2413"/>
                  </a:lnTo>
                  <a:close/>
                </a:path>
                <a:path w="869314" h="45719">
                  <a:moveTo>
                    <a:pt x="381850" y="2540"/>
                  </a:moveTo>
                  <a:lnTo>
                    <a:pt x="372516" y="2451"/>
                  </a:lnTo>
                  <a:lnTo>
                    <a:pt x="372478" y="5918"/>
                  </a:lnTo>
                  <a:lnTo>
                    <a:pt x="381825" y="5994"/>
                  </a:lnTo>
                  <a:lnTo>
                    <a:pt x="381850" y="2540"/>
                  </a:lnTo>
                  <a:close/>
                </a:path>
                <a:path w="869314" h="45719">
                  <a:moveTo>
                    <a:pt x="395770" y="2654"/>
                  </a:moveTo>
                  <a:lnTo>
                    <a:pt x="386422" y="2578"/>
                  </a:lnTo>
                  <a:lnTo>
                    <a:pt x="386397" y="6032"/>
                  </a:lnTo>
                  <a:lnTo>
                    <a:pt x="395732" y="6121"/>
                  </a:lnTo>
                  <a:lnTo>
                    <a:pt x="395770" y="2654"/>
                  </a:lnTo>
                  <a:close/>
                </a:path>
                <a:path w="869314" h="45719">
                  <a:moveTo>
                    <a:pt x="409676" y="2781"/>
                  </a:moveTo>
                  <a:lnTo>
                    <a:pt x="400329" y="2692"/>
                  </a:lnTo>
                  <a:lnTo>
                    <a:pt x="400304" y="6159"/>
                  </a:lnTo>
                  <a:lnTo>
                    <a:pt x="409651" y="6248"/>
                  </a:lnTo>
                  <a:lnTo>
                    <a:pt x="409676" y="2781"/>
                  </a:lnTo>
                  <a:close/>
                </a:path>
                <a:path w="869314" h="45719">
                  <a:moveTo>
                    <a:pt x="423583" y="2908"/>
                  </a:moveTo>
                  <a:lnTo>
                    <a:pt x="414235" y="2819"/>
                  </a:lnTo>
                  <a:lnTo>
                    <a:pt x="414210" y="6286"/>
                  </a:lnTo>
                  <a:lnTo>
                    <a:pt x="423557" y="6362"/>
                  </a:lnTo>
                  <a:lnTo>
                    <a:pt x="423583" y="2908"/>
                  </a:lnTo>
                  <a:close/>
                </a:path>
                <a:path w="869314" h="45719">
                  <a:moveTo>
                    <a:pt x="437502" y="3022"/>
                  </a:moveTo>
                  <a:lnTo>
                    <a:pt x="428155" y="2933"/>
                  </a:lnTo>
                  <a:lnTo>
                    <a:pt x="428129" y="6400"/>
                  </a:lnTo>
                  <a:lnTo>
                    <a:pt x="437464" y="6489"/>
                  </a:lnTo>
                  <a:lnTo>
                    <a:pt x="437502" y="3022"/>
                  </a:lnTo>
                  <a:close/>
                </a:path>
                <a:path w="869314" h="45719">
                  <a:moveTo>
                    <a:pt x="451408" y="3149"/>
                  </a:moveTo>
                  <a:lnTo>
                    <a:pt x="442061" y="3060"/>
                  </a:lnTo>
                  <a:lnTo>
                    <a:pt x="442036" y="6527"/>
                  </a:lnTo>
                  <a:lnTo>
                    <a:pt x="451370" y="6604"/>
                  </a:lnTo>
                  <a:lnTo>
                    <a:pt x="451408" y="3149"/>
                  </a:lnTo>
                  <a:close/>
                </a:path>
                <a:path w="869314" h="45719">
                  <a:moveTo>
                    <a:pt x="465315" y="3276"/>
                  </a:moveTo>
                  <a:lnTo>
                    <a:pt x="455980" y="3187"/>
                  </a:lnTo>
                  <a:lnTo>
                    <a:pt x="455955" y="6642"/>
                  </a:lnTo>
                  <a:lnTo>
                    <a:pt x="465289" y="6731"/>
                  </a:lnTo>
                  <a:lnTo>
                    <a:pt x="465315" y="3276"/>
                  </a:lnTo>
                  <a:close/>
                </a:path>
                <a:path w="869314" h="45719">
                  <a:moveTo>
                    <a:pt x="479221" y="3390"/>
                  </a:moveTo>
                  <a:lnTo>
                    <a:pt x="469887" y="3302"/>
                  </a:lnTo>
                  <a:lnTo>
                    <a:pt x="469849" y="6769"/>
                  </a:lnTo>
                  <a:lnTo>
                    <a:pt x="479196" y="6858"/>
                  </a:lnTo>
                  <a:lnTo>
                    <a:pt x="479221" y="3390"/>
                  </a:lnTo>
                  <a:close/>
                </a:path>
                <a:path w="869314" h="45719">
                  <a:moveTo>
                    <a:pt x="493141" y="3517"/>
                  </a:moveTo>
                  <a:lnTo>
                    <a:pt x="483793" y="3429"/>
                  </a:lnTo>
                  <a:lnTo>
                    <a:pt x="483768" y="6883"/>
                  </a:lnTo>
                  <a:lnTo>
                    <a:pt x="493102" y="6972"/>
                  </a:lnTo>
                  <a:lnTo>
                    <a:pt x="493141" y="3517"/>
                  </a:lnTo>
                  <a:close/>
                </a:path>
                <a:path w="869314" h="45719">
                  <a:moveTo>
                    <a:pt x="507047" y="3644"/>
                  </a:moveTo>
                  <a:lnTo>
                    <a:pt x="497700" y="3556"/>
                  </a:lnTo>
                  <a:lnTo>
                    <a:pt x="497674" y="7010"/>
                  </a:lnTo>
                  <a:lnTo>
                    <a:pt x="507022" y="7099"/>
                  </a:lnTo>
                  <a:lnTo>
                    <a:pt x="507047" y="3644"/>
                  </a:lnTo>
                  <a:close/>
                </a:path>
                <a:path w="869314" h="45719">
                  <a:moveTo>
                    <a:pt x="520954" y="3759"/>
                  </a:moveTo>
                  <a:lnTo>
                    <a:pt x="511619" y="3670"/>
                  </a:lnTo>
                  <a:lnTo>
                    <a:pt x="511581" y="7137"/>
                  </a:lnTo>
                  <a:lnTo>
                    <a:pt x="520928" y="7226"/>
                  </a:lnTo>
                  <a:lnTo>
                    <a:pt x="520954" y="3759"/>
                  </a:lnTo>
                  <a:close/>
                </a:path>
                <a:path w="869314" h="45719">
                  <a:moveTo>
                    <a:pt x="534860" y="3886"/>
                  </a:moveTo>
                  <a:lnTo>
                    <a:pt x="525526" y="3797"/>
                  </a:lnTo>
                  <a:lnTo>
                    <a:pt x="525500" y="7251"/>
                  </a:lnTo>
                  <a:lnTo>
                    <a:pt x="534835" y="7340"/>
                  </a:lnTo>
                  <a:lnTo>
                    <a:pt x="534860" y="3886"/>
                  </a:lnTo>
                  <a:close/>
                </a:path>
                <a:path w="869314" h="45719">
                  <a:moveTo>
                    <a:pt x="548779" y="4000"/>
                  </a:moveTo>
                  <a:lnTo>
                    <a:pt x="539432" y="3924"/>
                  </a:lnTo>
                  <a:lnTo>
                    <a:pt x="539407" y="7378"/>
                  </a:lnTo>
                  <a:lnTo>
                    <a:pt x="548741" y="7467"/>
                  </a:lnTo>
                  <a:lnTo>
                    <a:pt x="548779" y="4000"/>
                  </a:lnTo>
                  <a:close/>
                </a:path>
                <a:path w="869314" h="45719">
                  <a:moveTo>
                    <a:pt x="562686" y="4127"/>
                  </a:moveTo>
                  <a:lnTo>
                    <a:pt x="553351" y="4038"/>
                  </a:lnTo>
                  <a:lnTo>
                    <a:pt x="553326" y="7505"/>
                  </a:lnTo>
                  <a:lnTo>
                    <a:pt x="562660" y="7594"/>
                  </a:lnTo>
                  <a:lnTo>
                    <a:pt x="562686" y="4127"/>
                  </a:lnTo>
                  <a:close/>
                </a:path>
                <a:path w="869314" h="45719">
                  <a:moveTo>
                    <a:pt x="576592" y="4241"/>
                  </a:moveTo>
                  <a:lnTo>
                    <a:pt x="567258" y="4165"/>
                  </a:lnTo>
                  <a:lnTo>
                    <a:pt x="567232" y="7620"/>
                  </a:lnTo>
                  <a:lnTo>
                    <a:pt x="576567" y="7708"/>
                  </a:lnTo>
                  <a:lnTo>
                    <a:pt x="576592" y="4241"/>
                  </a:lnTo>
                  <a:close/>
                </a:path>
                <a:path w="869314" h="45719">
                  <a:moveTo>
                    <a:pt x="590511" y="4368"/>
                  </a:moveTo>
                  <a:lnTo>
                    <a:pt x="581164" y="4292"/>
                  </a:lnTo>
                  <a:lnTo>
                    <a:pt x="581139" y="7747"/>
                  </a:lnTo>
                  <a:lnTo>
                    <a:pt x="590473" y="7835"/>
                  </a:lnTo>
                  <a:lnTo>
                    <a:pt x="590511" y="4368"/>
                  </a:lnTo>
                  <a:close/>
                </a:path>
                <a:path w="869314" h="45719">
                  <a:moveTo>
                    <a:pt x="604418" y="4495"/>
                  </a:moveTo>
                  <a:lnTo>
                    <a:pt x="595071" y="4406"/>
                  </a:lnTo>
                  <a:lnTo>
                    <a:pt x="595045" y="7874"/>
                  </a:lnTo>
                  <a:lnTo>
                    <a:pt x="604393" y="7950"/>
                  </a:lnTo>
                  <a:lnTo>
                    <a:pt x="604418" y="4495"/>
                  </a:lnTo>
                  <a:close/>
                </a:path>
                <a:path w="869314" h="45719">
                  <a:moveTo>
                    <a:pt x="618324" y="4610"/>
                  </a:moveTo>
                  <a:lnTo>
                    <a:pt x="608990" y="4533"/>
                  </a:lnTo>
                  <a:lnTo>
                    <a:pt x="608965" y="7988"/>
                  </a:lnTo>
                  <a:lnTo>
                    <a:pt x="618299" y="8077"/>
                  </a:lnTo>
                  <a:lnTo>
                    <a:pt x="618324" y="4610"/>
                  </a:lnTo>
                  <a:close/>
                </a:path>
                <a:path w="869314" h="45719">
                  <a:moveTo>
                    <a:pt x="632231" y="4737"/>
                  </a:moveTo>
                  <a:lnTo>
                    <a:pt x="622896" y="4648"/>
                  </a:lnTo>
                  <a:lnTo>
                    <a:pt x="622871" y="8115"/>
                  </a:lnTo>
                  <a:lnTo>
                    <a:pt x="632206" y="8191"/>
                  </a:lnTo>
                  <a:lnTo>
                    <a:pt x="632231" y="4737"/>
                  </a:lnTo>
                  <a:close/>
                </a:path>
                <a:path w="869314" h="45719">
                  <a:moveTo>
                    <a:pt x="646150" y="4864"/>
                  </a:moveTo>
                  <a:lnTo>
                    <a:pt x="636803" y="4775"/>
                  </a:lnTo>
                  <a:lnTo>
                    <a:pt x="636778" y="8229"/>
                  </a:lnTo>
                  <a:lnTo>
                    <a:pt x="646112" y="8318"/>
                  </a:lnTo>
                  <a:lnTo>
                    <a:pt x="646150" y="4864"/>
                  </a:lnTo>
                  <a:close/>
                </a:path>
                <a:path w="869314" h="45719">
                  <a:moveTo>
                    <a:pt x="660057" y="4978"/>
                  </a:moveTo>
                  <a:lnTo>
                    <a:pt x="650722" y="4902"/>
                  </a:lnTo>
                  <a:lnTo>
                    <a:pt x="650697" y="8356"/>
                  </a:lnTo>
                  <a:lnTo>
                    <a:pt x="660031" y="8445"/>
                  </a:lnTo>
                  <a:lnTo>
                    <a:pt x="660057" y="4978"/>
                  </a:lnTo>
                  <a:close/>
                </a:path>
                <a:path w="869314" h="45719">
                  <a:moveTo>
                    <a:pt x="673963" y="5105"/>
                  </a:moveTo>
                  <a:lnTo>
                    <a:pt x="664629" y="5016"/>
                  </a:lnTo>
                  <a:lnTo>
                    <a:pt x="664603" y="8483"/>
                  </a:lnTo>
                  <a:lnTo>
                    <a:pt x="673938" y="8559"/>
                  </a:lnTo>
                  <a:lnTo>
                    <a:pt x="673963" y="5105"/>
                  </a:lnTo>
                  <a:close/>
                </a:path>
                <a:path w="869314" h="45719">
                  <a:moveTo>
                    <a:pt x="687882" y="5219"/>
                  </a:moveTo>
                  <a:lnTo>
                    <a:pt x="678535" y="5143"/>
                  </a:lnTo>
                  <a:lnTo>
                    <a:pt x="678510" y="8597"/>
                  </a:lnTo>
                  <a:lnTo>
                    <a:pt x="687844" y="8686"/>
                  </a:lnTo>
                  <a:lnTo>
                    <a:pt x="687882" y="5219"/>
                  </a:lnTo>
                  <a:close/>
                </a:path>
                <a:path w="869314" h="45719">
                  <a:moveTo>
                    <a:pt x="701789" y="5346"/>
                  </a:moveTo>
                  <a:lnTo>
                    <a:pt x="692454" y="5270"/>
                  </a:lnTo>
                  <a:lnTo>
                    <a:pt x="692416" y="8724"/>
                  </a:lnTo>
                  <a:lnTo>
                    <a:pt x="701763" y="8813"/>
                  </a:lnTo>
                  <a:lnTo>
                    <a:pt x="701789" y="5346"/>
                  </a:lnTo>
                  <a:close/>
                </a:path>
                <a:path w="869314" h="45719">
                  <a:moveTo>
                    <a:pt x="715695" y="5473"/>
                  </a:moveTo>
                  <a:lnTo>
                    <a:pt x="706361" y="5384"/>
                  </a:lnTo>
                  <a:lnTo>
                    <a:pt x="706335" y="8851"/>
                  </a:lnTo>
                  <a:lnTo>
                    <a:pt x="715670" y="8928"/>
                  </a:lnTo>
                  <a:lnTo>
                    <a:pt x="715695" y="5473"/>
                  </a:lnTo>
                  <a:close/>
                </a:path>
                <a:path w="869314" h="45719">
                  <a:moveTo>
                    <a:pt x="729615" y="5588"/>
                  </a:moveTo>
                  <a:lnTo>
                    <a:pt x="720267" y="5511"/>
                  </a:lnTo>
                  <a:lnTo>
                    <a:pt x="720242" y="8966"/>
                  </a:lnTo>
                  <a:lnTo>
                    <a:pt x="729576" y="9055"/>
                  </a:lnTo>
                  <a:lnTo>
                    <a:pt x="729615" y="5588"/>
                  </a:lnTo>
                  <a:close/>
                </a:path>
                <a:path w="869314" h="45719">
                  <a:moveTo>
                    <a:pt x="743521" y="5715"/>
                  </a:moveTo>
                  <a:lnTo>
                    <a:pt x="734187" y="5638"/>
                  </a:lnTo>
                  <a:lnTo>
                    <a:pt x="734161" y="9093"/>
                  </a:lnTo>
                  <a:lnTo>
                    <a:pt x="743496" y="9169"/>
                  </a:lnTo>
                  <a:lnTo>
                    <a:pt x="743521" y="5715"/>
                  </a:lnTo>
                  <a:close/>
                </a:path>
                <a:path w="869314" h="45719">
                  <a:moveTo>
                    <a:pt x="757440" y="5842"/>
                  </a:moveTo>
                  <a:lnTo>
                    <a:pt x="748093" y="5753"/>
                  </a:lnTo>
                  <a:lnTo>
                    <a:pt x="748068" y="9220"/>
                  </a:lnTo>
                  <a:lnTo>
                    <a:pt x="757402" y="9296"/>
                  </a:lnTo>
                  <a:lnTo>
                    <a:pt x="757440" y="5842"/>
                  </a:lnTo>
                  <a:close/>
                </a:path>
                <a:path w="869314" h="45719">
                  <a:moveTo>
                    <a:pt x="771334" y="5956"/>
                  </a:moveTo>
                  <a:lnTo>
                    <a:pt x="762000" y="5880"/>
                  </a:lnTo>
                  <a:lnTo>
                    <a:pt x="761974" y="9334"/>
                  </a:lnTo>
                  <a:lnTo>
                    <a:pt x="771309" y="9423"/>
                  </a:lnTo>
                  <a:lnTo>
                    <a:pt x="771334" y="5956"/>
                  </a:lnTo>
                  <a:close/>
                </a:path>
                <a:path w="869314" h="45719">
                  <a:moveTo>
                    <a:pt x="785253" y="6083"/>
                  </a:moveTo>
                  <a:lnTo>
                    <a:pt x="775919" y="6007"/>
                  </a:lnTo>
                  <a:lnTo>
                    <a:pt x="775881" y="9461"/>
                  </a:lnTo>
                  <a:lnTo>
                    <a:pt x="785228" y="9537"/>
                  </a:lnTo>
                  <a:lnTo>
                    <a:pt x="785253" y="6083"/>
                  </a:lnTo>
                  <a:close/>
                </a:path>
                <a:path w="869314" h="45719">
                  <a:moveTo>
                    <a:pt x="799160" y="6210"/>
                  </a:moveTo>
                  <a:lnTo>
                    <a:pt x="789825" y="6121"/>
                  </a:lnTo>
                  <a:lnTo>
                    <a:pt x="789800" y="9588"/>
                  </a:lnTo>
                  <a:lnTo>
                    <a:pt x="799134" y="9664"/>
                  </a:lnTo>
                  <a:lnTo>
                    <a:pt x="799160" y="6210"/>
                  </a:lnTo>
                  <a:close/>
                </a:path>
                <a:path w="869314" h="45719">
                  <a:moveTo>
                    <a:pt x="813066" y="6324"/>
                  </a:moveTo>
                  <a:lnTo>
                    <a:pt x="803732" y="6248"/>
                  </a:lnTo>
                  <a:lnTo>
                    <a:pt x="803706" y="9702"/>
                  </a:lnTo>
                  <a:lnTo>
                    <a:pt x="813041" y="9791"/>
                  </a:lnTo>
                  <a:lnTo>
                    <a:pt x="813066" y="6324"/>
                  </a:lnTo>
                  <a:close/>
                </a:path>
                <a:path w="869314" h="45719">
                  <a:moveTo>
                    <a:pt x="826985" y="6451"/>
                  </a:moveTo>
                  <a:lnTo>
                    <a:pt x="817651" y="6362"/>
                  </a:lnTo>
                  <a:lnTo>
                    <a:pt x="817613" y="9829"/>
                  </a:lnTo>
                  <a:lnTo>
                    <a:pt x="826960" y="9906"/>
                  </a:lnTo>
                  <a:lnTo>
                    <a:pt x="826985" y="6451"/>
                  </a:lnTo>
                  <a:close/>
                </a:path>
                <a:path w="869314" h="45719">
                  <a:moveTo>
                    <a:pt x="840892" y="6578"/>
                  </a:moveTo>
                  <a:lnTo>
                    <a:pt x="831557" y="6489"/>
                  </a:lnTo>
                  <a:lnTo>
                    <a:pt x="831532" y="9944"/>
                  </a:lnTo>
                  <a:lnTo>
                    <a:pt x="840867" y="10033"/>
                  </a:lnTo>
                  <a:lnTo>
                    <a:pt x="840892" y="6578"/>
                  </a:lnTo>
                  <a:close/>
                </a:path>
                <a:path w="869314" h="45719">
                  <a:moveTo>
                    <a:pt x="854811" y="6692"/>
                  </a:moveTo>
                  <a:lnTo>
                    <a:pt x="845464" y="6616"/>
                  </a:lnTo>
                  <a:lnTo>
                    <a:pt x="845439" y="10071"/>
                  </a:lnTo>
                  <a:lnTo>
                    <a:pt x="854773" y="10160"/>
                  </a:lnTo>
                  <a:lnTo>
                    <a:pt x="854811" y="6692"/>
                  </a:lnTo>
                  <a:close/>
                </a:path>
                <a:path w="869314" h="45719">
                  <a:moveTo>
                    <a:pt x="868718" y="6819"/>
                  </a:moveTo>
                  <a:lnTo>
                    <a:pt x="859370" y="6731"/>
                  </a:lnTo>
                  <a:lnTo>
                    <a:pt x="859345" y="10198"/>
                  </a:lnTo>
                  <a:lnTo>
                    <a:pt x="868680" y="10274"/>
                  </a:lnTo>
                  <a:lnTo>
                    <a:pt x="868718" y="6819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" name="object 18"/>
            <p:cNvSpPr/>
            <p:nvPr/>
          </p:nvSpPr>
          <p:spPr>
            <a:xfrm>
              <a:off x="1215478" y="1030554"/>
              <a:ext cx="798195" cy="90805"/>
            </a:xfrm>
            <a:custGeom>
              <a:avLst/>
              <a:gdLst/>
              <a:ahLst/>
              <a:cxnLst/>
              <a:rect l="l" t="t" r="r" b="b"/>
              <a:pathLst>
                <a:path w="798194" h="90805">
                  <a:moveTo>
                    <a:pt x="9093" y="89928"/>
                  </a:moveTo>
                  <a:lnTo>
                    <a:pt x="8788" y="86487"/>
                  </a:lnTo>
                  <a:lnTo>
                    <a:pt x="0" y="87274"/>
                  </a:lnTo>
                  <a:lnTo>
                    <a:pt x="304" y="90716"/>
                  </a:lnTo>
                  <a:lnTo>
                    <a:pt x="9093" y="89928"/>
                  </a:lnTo>
                  <a:close/>
                </a:path>
                <a:path w="798194" h="90805">
                  <a:moveTo>
                    <a:pt x="22174" y="88747"/>
                  </a:moveTo>
                  <a:lnTo>
                    <a:pt x="21856" y="85305"/>
                  </a:lnTo>
                  <a:lnTo>
                    <a:pt x="13081" y="86093"/>
                  </a:lnTo>
                  <a:lnTo>
                    <a:pt x="13398" y="89547"/>
                  </a:lnTo>
                  <a:lnTo>
                    <a:pt x="22174" y="88747"/>
                  </a:lnTo>
                  <a:close/>
                </a:path>
                <a:path w="798194" h="90805">
                  <a:moveTo>
                    <a:pt x="35255" y="87566"/>
                  </a:moveTo>
                  <a:lnTo>
                    <a:pt x="34937" y="84124"/>
                  </a:lnTo>
                  <a:lnTo>
                    <a:pt x="26162" y="84912"/>
                  </a:lnTo>
                  <a:lnTo>
                    <a:pt x="26466" y="88353"/>
                  </a:lnTo>
                  <a:lnTo>
                    <a:pt x="35255" y="87566"/>
                  </a:lnTo>
                  <a:close/>
                </a:path>
                <a:path w="798194" h="90805">
                  <a:moveTo>
                    <a:pt x="48336" y="86385"/>
                  </a:moveTo>
                  <a:lnTo>
                    <a:pt x="48018" y="82931"/>
                  </a:lnTo>
                  <a:lnTo>
                    <a:pt x="39243" y="83731"/>
                  </a:lnTo>
                  <a:lnTo>
                    <a:pt x="39547" y="87172"/>
                  </a:lnTo>
                  <a:lnTo>
                    <a:pt x="48336" y="86385"/>
                  </a:lnTo>
                  <a:close/>
                </a:path>
                <a:path w="798194" h="90805">
                  <a:moveTo>
                    <a:pt x="61404" y="85204"/>
                  </a:moveTo>
                  <a:lnTo>
                    <a:pt x="61099" y="81762"/>
                  </a:lnTo>
                  <a:lnTo>
                    <a:pt x="52324" y="82550"/>
                  </a:lnTo>
                  <a:lnTo>
                    <a:pt x="52628" y="85991"/>
                  </a:lnTo>
                  <a:lnTo>
                    <a:pt x="61404" y="85204"/>
                  </a:lnTo>
                  <a:close/>
                </a:path>
                <a:path w="798194" h="90805">
                  <a:moveTo>
                    <a:pt x="74485" y="84023"/>
                  </a:moveTo>
                  <a:lnTo>
                    <a:pt x="74180" y="80568"/>
                  </a:lnTo>
                  <a:lnTo>
                    <a:pt x="65405" y="81368"/>
                  </a:lnTo>
                  <a:lnTo>
                    <a:pt x="65709" y="84810"/>
                  </a:lnTo>
                  <a:lnTo>
                    <a:pt x="74485" y="84023"/>
                  </a:lnTo>
                  <a:close/>
                </a:path>
                <a:path w="798194" h="90805">
                  <a:moveTo>
                    <a:pt x="87566" y="82829"/>
                  </a:moveTo>
                  <a:lnTo>
                    <a:pt x="87249" y="79387"/>
                  </a:lnTo>
                  <a:lnTo>
                    <a:pt x="78473" y="80187"/>
                  </a:lnTo>
                  <a:lnTo>
                    <a:pt x="78790" y="83629"/>
                  </a:lnTo>
                  <a:lnTo>
                    <a:pt x="87566" y="82829"/>
                  </a:lnTo>
                  <a:close/>
                </a:path>
                <a:path w="798194" h="90805">
                  <a:moveTo>
                    <a:pt x="100647" y="81648"/>
                  </a:moveTo>
                  <a:lnTo>
                    <a:pt x="100330" y="78206"/>
                  </a:lnTo>
                  <a:lnTo>
                    <a:pt x="91554" y="78994"/>
                  </a:lnTo>
                  <a:lnTo>
                    <a:pt x="91871" y="82448"/>
                  </a:lnTo>
                  <a:lnTo>
                    <a:pt x="100647" y="81648"/>
                  </a:lnTo>
                  <a:close/>
                </a:path>
                <a:path w="798194" h="90805">
                  <a:moveTo>
                    <a:pt x="108762" y="20904"/>
                  </a:moveTo>
                  <a:lnTo>
                    <a:pt x="108686" y="17437"/>
                  </a:lnTo>
                  <a:lnTo>
                    <a:pt x="100266" y="17653"/>
                  </a:lnTo>
                  <a:lnTo>
                    <a:pt x="100355" y="21107"/>
                  </a:lnTo>
                  <a:lnTo>
                    <a:pt x="108762" y="20904"/>
                  </a:lnTo>
                  <a:close/>
                </a:path>
                <a:path w="798194" h="90805">
                  <a:moveTo>
                    <a:pt x="113728" y="80467"/>
                  </a:moveTo>
                  <a:lnTo>
                    <a:pt x="113411" y="77025"/>
                  </a:lnTo>
                  <a:lnTo>
                    <a:pt x="104635" y="77812"/>
                  </a:lnTo>
                  <a:lnTo>
                    <a:pt x="104940" y="81267"/>
                  </a:lnTo>
                  <a:lnTo>
                    <a:pt x="113728" y="80467"/>
                  </a:lnTo>
                  <a:close/>
                </a:path>
                <a:path w="798194" h="90805">
                  <a:moveTo>
                    <a:pt x="121297" y="20586"/>
                  </a:moveTo>
                  <a:lnTo>
                    <a:pt x="121208" y="17119"/>
                  </a:lnTo>
                  <a:lnTo>
                    <a:pt x="112788" y="17335"/>
                  </a:lnTo>
                  <a:lnTo>
                    <a:pt x="112877" y="20789"/>
                  </a:lnTo>
                  <a:lnTo>
                    <a:pt x="121297" y="20586"/>
                  </a:lnTo>
                  <a:close/>
                </a:path>
                <a:path w="798194" h="90805">
                  <a:moveTo>
                    <a:pt x="126809" y="79286"/>
                  </a:moveTo>
                  <a:lnTo>
                    <a:pt x="126492" y="75844"/>
                  </a:lnTo>
                  <a:lnTo>
                    <a:pt x="117716" y="76631"/>
                  </a:lnTo>
                  <a:lnTo>
                    <a:pt x="118021" y="80086"/>
                  </a:lnTo>
                  <a:lnTo>
                    <a:pt x="126809" y="79286"/>
                  </a:lnTo>
                  <a:close/>
                </a:path>
                <a:path w="798194" h="90805">
                  <a:moveTo>
                    <a:pt x="133819" y="20269"/>
                  </a:moveTo>
                  <a:lnTo>
                    <a:pt x="133731" y="16802"/>
                  </a:lnTo>
                  <a:lnTo>
                    <a:pt x="125310" y="17018"/>
                  </a:lnTo>
                  <a:lnTo>
                    <a:pt x="125412" y="20472"/>
                  </a:lnTo>
                  <a:lnTo>
                    <a:pt x="133819" y="20269"/>
                  </a:lnTo>
                  <a:close/>
                </a:path>
                <a:path w="798194" h="90805">
                  <a:moveTo>
                    <a:pt x="139877" y="78105"/>
                  </a:moveTo>
                  <a:lnTo>
                    <a:pt x="139573" y="74663"/>
                  </a:lnTo>
                  <a:lnTo>
                    <a:pt x="130797" y="75450"/>
                  </a:lnTo>
                  <a:lnTo>
                    <a:pt x="131102" y="78905"/>
                  </a:lnTo>
                  <a:lnTo>
                    <a:pt x="139877" y="78105"/>
                  </a:lnTo>
                  <a:close/>
                </a:path>
                <a:path w="798194" h="90805">
                  <a:moveTo>
                    <a:pt x="146342" y="19951"/>
                  </a:moveTo>
                  <a:lnTo>
                    <a:pt x="146253" y="16484"/>
                  </a:lnTo>
                  <a:lnTo>
                    <a:pt x="137845" y="16700"/>
                  </a:lnTo>
                  <a:lnTo>
                    <a:pt x="137934" y="20154"/>
                  </a:lnTo>
                  <a:lnTo>
                    <a:pt x="146342" y="19951"/>
                  </a:lnTo>
                  <a:close/>
                </a:path>
                <a:path w="798194" h="90805">
                  <a:moveTo>
                    <a:pt x="152958" y="76923"/>
                  </a:moveTo>
                  <a:lnTo>
                    <a:pt x="152654" y="73469"/>
                  </a:lnTo>
                  <a:lnTo>
                    <a:pt x="143865" y="74269"/>
                  </a:lnTo>
                  <a:lnTo>
                    <a:pt x="144183" y="77711"/>
                  </a:lnTo>
                  <a:lnTo>
                    <a:pt x="152958" y="76923"/>
                  </a:lnTo>
                  <a:close/>
                </a:path>
                <a:path w="798194" h="90805">
                  <a:moveTo>
                    <a:pt x="158864" y="19634"/>
                  </a:moveTo>
                  <a:lnTo>
                    <a:pt x="158775" y="16167"/>
                  </a:lnTo>
                  <a:lnTo>
                    <a:pt x="150368" y="16383"/>
                  </a:lnTo>
                  <a:lnTo>
                    <a:pt x="150456" y="19837"/>
                  </a:lnTo>
                  <a:lnTo>
                    <a:pt x="158864" y="19634"/>
                  </a:lnTo>
                  <a:close/>
                </a:path>
                <a:path w="798194" h="90805">
                  <a:moveTo>
                    <a:pt x="166039" y="75742"/>
                  </a:moveTo>
                  <a:lnTo>
                    <a:pt x="165722" y="72301"/>
                  </a:lnTo>
                  <a:lnTo>
                    <a:pt x="156946" y="73088"/>
                  </a:lnTo>
                  <a:lnTo>
                    <a:pt x="157264" y="76530"/>
                  </a:lnTo>
                  <a:lnTo>
                    <a:pt x="166039" y="75742"/>
                  </a:lnTo>
                  <a:close/>
                </a:path>
                <a:path w="798194" h="90805">
                  <a:moveTo>
                    <a:pt x="171399" y="19316"/>
                  </a:moveTo>
                  <a:lnTo>
                    <a:pt x="171310" y="15849"/>
                  </a:lnTo>
                  <a:lnTo>
                    <a:pt x="162890" y="16065"/>
                  </a:lnTo>
                  <a:lnTo>
                    <a:pt x="162991" y="19519"/>
                  </a:lnTo>
                  <a:lnTo>
                    <a:pt x="171399" y="19316"/>
                  </a:lnTo>
                  <a:close/>
                </a:path>
                <a:path w="798194" h="90805">
                  <a:moveTo>
                    <a:pt x="179120" y="74561"/>
                  </a:moveTo>
                  <a:lnTo>
                    <a:pt x="178803" y="71107"/>
                  </a:lnTo>
                  <a:lnTo>
                    <a:pt x="170027" y="71907"/>
                  </a:lnTo>
                  <a:lnTo>
                    <a:pt x="170332" y="75349"/>
                  </a:lnTo>
                  <a:lnTo>
                    <a:pt x="179120" y="74561"/>
                  </a:lnTo>
                  <a:close/>
                </a:path>
                <a:path w="798194" h="90805">
                  <a:moveTo>
                    <a:pt x="183921" y="18999"/>
                  </a:moveTo>
                  <a:lnTo>
                    <a:pt x="183832" y="15532"/>
                  </a:lnTo>
                  <a:lnTo>
                    <a:pt x="175425" y="15748"/>
                  </a:lnTo>
                  <a:lnTo>
                    <a:pt x="175514" y="19215"/>
                  </a:lnTo>
                  <a:lnTo>
                    <a:pt x="183921" y="18999"/>
                  </a:lnTo>
                  <a:close/>
                </a:path>
                <a:path w="798194" h="90805">
                  <a:moveTo>
                    <a:pt x="192201" y="73380"/>
                  </a:moveTo>
                  <a:lnTo>
                    <a:pt x="191884" y="69926"/>
                  </a:lnTo>
                  <a:lnTo>
                    <a:pt x="183108" y="70726"/>
                  </a:lnTo>
                  <a:lnTo>
                    <a:pt x="183413" y="74168"/>
                  </a:lnTo>
                  <a:lnTo>
                    <a:pt x="192201" y="73380"/>
                  </a:lnTo>
                  <a:close/>
                </a:path>
                <a:path w="798194" h="90805">
                  <a:moveTo>
                    <a:pt x="196443" y="18681"/>
                  </a:moveTo>
                  <a:lnTo>
                    <a:pt x="196367" y="15214"/>
                  </a:lnTo>
                  <a:lnTo>
                    <a:pt x="187947" y="15430"/>
                  </a:lnTo>
                  <a:lnTo>
                    <a:pt x="188036" y="18897"/>
                  </a:lnTo>
                  <a:lnTo>
                    <a:pt x="196443" y="18681"/>
                  </a:lnTo>
                  <a:close/>
                </a:path>
                <a:path w="798194" h="90805">
                  <a:moveTo>
                    <a:pt x="208965" y="18364"/>
                  </a:moveTo>
                  <a:lnTo>
                    <a:pt x="208889" y="14897"/>
                  </a:lnTo>
                  <a:lnTo>
                    <a:pt x="200469" y="15113"/>
                  </a:lnTo>
                  <a:lnTo>
                    <a:pt x="200558" y="18580"/>
                  </a:lnTo>
                  <a:lnTo>
                    <a:pt x="208965" y="18364"/>
                  </a:lnTo>
                  <a:close/>
                </a:path>
                <a:path w="798194" h="90805">
                  <a:moveTo>
                    <a:pt x="221500" y="18046"/>
                  </a:moveTo>
                  <a:lnTo>
                    <a:pt x="221399" y="14579"/>
                  </a:lnTo>
                  <a:lnTo>
                    <a:pt x="212991" y="14795"/>
                  </a:lnTo>
                  <a:lnTo>
                    <a:pt x="213080" y="18262"/>
                  </a:lnTo>
                  <a:lnTo>
                    <a:pt x="221500" y="18046"/>
                  </a:lnTo>
                  <a:close/>
                </a:path>
                <a:path w="798194" h="90805">
                  <a:moveTo>
                    <a:pt x="234022" y="17729"/>
                  </a:moveTo>
                  <a:lnTo>
                    <a:pt x="233934" y="14262"/>
                  </a:lnTo>
                  <a:lnTo>
                    <a:pt x="225526" y="14478"/>
                  </a:lnTo>
                  <a:lnTo>
                    <a:pt x="225615" y="17945"/>
                  </a:lnTo>
                  <a:lnTo>
                    <a:pt x="234022" y="17729"/>
                  </a:lnTo>
                  <a:close/>
                </a:path>
                <a:path w="798194" h="90805">
                  <a:moveTo>
                    <a:pt x="246545" y="17411"/>
                  </a:moveTo>
                  <a:lnTo>
                    <a:pt x="246456" y="13944"/>
                  </a:lnTo>
                  <a:lnTo>
                    <a:pt x="238048" y="14160"/>
                  </a:lnTo>
                  <a:lnTo>
                    <a:pt x="238137" y="17627"/>
                  </a:lnTo>
                  <a:lnTo>
                    <a:pt x="246545" y="17411"/>
                  </a:lnTo>
                  <a:close/>
                </a:path>
                <a:path w="798194" h="90805">
                  <a:moveTo>
                    <a:pt x="259080" y="17094"/>
                  </a:moveTo>
                  <a:lnTo>
                    <a:pt x="258978" y="13627"/>
                  </a:lnTo>
                  <a:lnTo>
                    <a:pt x="250571" y="13843"/>
                  </a:lnTo>
                  <a:lnTo>
                    <a:pt x="250659" y="17310"/>
                  </a:lnTo>
                  <a:lnTo>
                    <a:pt x="259080" y="17094"/>
                  </a:lnTo>
                  <a:close/>
                </a:path>
                <a:path w="798194" h="90805">
                  <a:moveTo>
                    <a:pt x="271602" y="16776"/>
                  </a:moveTo>
                  <a:lnTo>
                    <a:pt x="271513" y="13322"/>
                  </a:lnTo>
                  <a:lnTo>
                    <a:pt x="263105" y="13525"/>
                  </a:lnTo>
                  <a:lnTo>
                    <a:pt x="263182" y="16992"/>
                  </a:lnTo>
                  <a:lnTo>
                    <a:pt x="271602" y="16776"/>
                  </a:lnTo>
                  <a:close/>
                </a:path>
                <a:path w="798194" h="90805">
                  <a:moveTo>
                    <a:pt x="284124" y="16459"/>
                  </a:moveTo>
                  <a:lnTo>
                    <a:pt x="284035" y="13004"/>
                  </a:lnTo>
                  <a:lnTo>
                    <a:pt x="275628" y="13208"/>
                  </a:lnTo>
                  <a:lnTo>
                    <a:pt x="275717" y="16675"/>
                  </a:lnTo>
                  <a:lnTo>
                    <a:pt x="284124" y="16459"/>
                  </a:lnTo>
                  <a:close/>
                </a:path>
                <a:path w="798194" h="90805">
                  <a:moveTo>
                    <a:pt x="296646" y="16141"/>
                  </a:moveTo>
                  <a:lnTo>
                    <a:pt x="296570" y="12687"/>
                  </a:lnTo>
                  <a:lnTo>
                    <a:pt x="288150" y="12890"/>
                  </a:lnTo>
                  <a:lnTo>
                    <a:pt x="288239" y="16357"/>
                  </a:lnTo>
                  <a:lnTo>
                    <a:pt x="296646" y="16141"/>
                  </a:lnTo>
                  <a:close/>
                </a:path>
                <a:path w="798194" h="90805">
                  <a:moveTo>
                    <a:pt x="309168" y="15824"/>
                  </a:moveTo>
                  <a:lnTo>
                    <a:pt x="309079" y="12369"/>
                  </a:lnTo>
                  <a:lnTo>
                    <a:pt x="300672" y="12573"/>
                  </a:lnTo>
                  <a:lnTo>
                    <a:pt x="300761" y="16040"/>
                  </a:lnTo>
                  <a:lnTo>
                    <a:pt x="309168" y="15824"/>
                  </a:lnTo>
                  <a:close/>
                </a:path>
                <a:path w="798194" h="90805">
                  <a:moveTo>
                    <a:pt x="321703" y="15506"/>
                  </a:moveTo>
                  <a:lnTo>
                    <a:pt x="321614" y="12052"/>
                  </a:lnTo>
                  <a:lnTo>
                    <a:pt x="313207" y="12268"/>
                  </a:lnTo>
                  <a:lnTo>
                    <a:pt x="313296" y="15722"/>
                  </a:lnTo>
                  <a:lnTo>
                    <a:pt x="321703" y="15506"/>
                  </a:lnTo>
                  <a:close/>
                </a:path>
                <a:path w="798194" h="90805">
                  <a:moveTo>
                    <a:pt x="334225" y="15189"/>
                  </a:moveTo>
                  <a:lnTo>
                    <a:pt x="334137" y="11734"/>
                  </a:lnTo>
                  <a:lnTo>
                    <a:pt x="325729" y="11950"/>
                  </a:lnTo>
                  <a:lnTo>
                    <a:pt x="325818" y="15405"/>
                  </a:lnTo>
                  <a:lnTo>
                    <a:pt x="334225" y="15189"/>
                  </a:lnTo>
                  <a:close/>
                </a:path>
                <a:path w="798194" h="90805">
                  <a:moveTo>
                    <a:pt x="346748" y="14871"/>
                  </a:moveTo>
                  <a:lnTo>
                    <a:pt x="346659" y="11417"/>
                  </a:lnTo>
                  <a:lnTo>
                    <a:pt x="338251" y="11633"/>
                  </a:lnTo>
                  <a:lnTo>
                    <a:pt x="338340" y="15087"/>
                  </a:lnTo>
                  <a:lnTo>
                    <a:pt x="346748" y="14871"/>
                  </a:lnTo>
                  <a:close/>
                </a:path>
                <a:path w="798194" h="90805">
                  <a:moveTo>
                    <a:pt x="359270" y="14554"/>
                  </a:moveTo>
                  <a:lnTo>
                    <a:pt x="359194" y="11099"/>
                  </a:lnTo>
                  <a:lnTo>
                    <a:pt x="350774" y="11315"/>
                  </a:lnTo>
                  <a:lnTo>
                    <a:pt x="350862" y="14770"/>
                  </a:lnTo>
                  <a:lnTo>
                    <a:pt x="359270" y="14554"/>
                  </a:lnTo>
                  <a:close/>
                </a:path>
                <a:path w="798194" h="90805">
                  <a:moveTo>
                    <a:pt x="371805" y="14236"/>
                  </a:moveTo>
                  <a:lnTo>
                    <a:pt x="371716" y="10782"/>
                  </a:lnTo>
                  <a:lnTo>
                    <a:pt x="363296" y="10998"/>
                  </a:lnTo>
                  <a:lnTo>
                    <a:pt x="363397" y="14452"/>
                  </a:lnTo>
                  <a:lnTo>
                    <a:pt x="371805" y="14236"/>
                  </a:lnTo>
                  <a:close/>
                </a:path>
                <a:path w="798194" h="90805">
                  <a:moveTo>
                    <a:pt x="384327" y="13919"/>
                  </a:moveTo>
                  <a:lnTo>
                    <a:pt x="384238" y="10464"/>
                  </a:lnTo>
                  <a:lnTo>
                    <a:pt x="375831" y="10680"/>
                  </a:lnTo>
                  <a:lnTo>
                    <a:pt x="375920" y="14135"/>
                  </a:lnTo>
                  <a:lnTo>
                    <a:pt x="384327" y="13919"/>
                  </a:lnTo>
                  <a:close/>
                </a:path>
                <a:path w="798194" h="90805">
                  <a:moveTo>
                    <a:pt x="396849" y="13601"/>
                  </a:moveTo>
                  <a:lnTo>
                    <a:pt x="396760" y="10147"/>
                  </a:lnTo>
                  <a:lnTo>
                    <a:pt x="388353" y="10363"/>
                  </a:lnTo>
                  <a:lnTo>
                    <a:pt x="388442" y="13817"/>
                  </a:lnTo>
                  <a:lnTo>
                    <a:pt x="396849" y="13601"/>
                  </a:lnTo>
                  <a:close/>
                </a:path>
                <a:path w="798194" h="90805">
                  <a:moveTo>
                    <a:pt x="409371" y="13284"/>
                  </a:moveTo>
                  <a:lnTo>
                    <a:pt x="409295" y="9829"/>
                  </a:lnTo>
                  <a:lnTo>
                    <a:pt x="400888" y="10045"/>
                  </a:lnTo>
                  <a:lnTo>
                    <a:pt x="400964" y="13500"/>
                  </a:lnTo>
                  <a:lnTo>
                    <a:pt x="409371" y="13284"/>
                  </a:lnTo>
                  <a:close/>
                </a:path>
                <a:path w="798194" h="90805">
                  <a:moveTo>
                    <a:pt x="421906" y="12966"/>
                  </a:moveTo>
                  <a:lnTo>
                    <a:pt x="421817" y="9512"/>
                  </a:lnTo>
                  <a:lnTo>
                    <a:pt x="413397" y="9728"/>
                  </a:lnTo>
                  <a:lnTo>
                    <a:pt x="413486" y="13182"/>
                  </a:lnTo>
                  <a:lnTo>
                    <a:pt x="421906" y="12966"/>
                  </a:lnTo>
                  <a:close/>
                </a:path>
                <a:path w="798194" h="90805">
                  <a:moveTo>
                    <a:pt x="434428" y="12649"/>
                  </a:moveTo>
                  <a:lnTo>
                    <a:pt x="434340" y="9194"/>
                  </a:lnTo>
                  <a:lnTo>
                    <a:pt x="425932" y="9410"/>
                  </a:lnTo>
                  <a:lnTo>
                    <a:pt x="426021" y="12865"/>
                  </a:lnTo>
                  <a:lnTo>
                    <a:pt x="434428" y="12649"/>
                  </a:lnTo>
                  <a:close/>
                </a:path>
                <a:path w="798194" h="90805">
                  <a:moveTo>
                    <a:pt x="446951" y="12344"/>
                  </a:moveTo>
                  <a:lnTo>
                    <a:pt x="446862" y="8890"/>
                  </a:lnTo>
                  <a:lnTo>
                    <a:pt x="438454" y="9093"/>
                  </a:lnTo>
                  <a:lnTo>
                    <a:pt x="438543" y="12547"/>
                  </a:lnTo>
                  <a:lnTo>
                    <a:pt x="446951" y="12344"/>
                  </a:lnTo>
                  <a:close/>
                </a:path>
                <a:path w="798194" h="90805">
                  <a:moveTo>
                    <a:pt x="459486" y="12026"/>
                  </a:moveTo>
                  <a:lnTo>
                    <a:pt x="459384" y="8559"/>
                  </a:lnTo>
                  <a:lnTo>
                    <a:pt x="450977" y="8775"/>
                  </a:lnTo>
                  <a:lnTo>
                    <a:pt x="451065" y="12230"/>
                  </a:lnTo>
                  <a:lnTo>
                    <a:pt x="459486" y="12026"/>
                  </a:lnTo>
                  <a:close/>
                </a:path>
                <a:path w="798194" h="90805">
                  <a:moveTo>
                    <a:pt x="472008" y="11709"/>
                  </a:moveTo>
                  <a:lnTo>
                    <a:pt x="471919" y="8255"/>
                  </a:lnTo>
                  <a:lnTo>
                    <a:pt x="463499" y="8458"/>
                  </a:lnTo>
                  <a:lnTo>
                    <a:pt x="463600" y="11912"/>
                  </a:lnTo>
                  <a:lnTo>
                    <a:pt x="472008" y="11709"/>
                  </a:lnTo>
                  <a:close/>
                </a:path>
                <a:path w="798194" h="90805">
                  <a:moveTo>
                    <a:pt x="484530" y="11391"/>
                  </a:moveTo>
                  <a:lnTo>
                    <a:pt x="484441" y="7937"/>
                  </a:lnTo>
                  <a:lnTo>
                    <a:pt x="476034" y="8140"/>
                  </a:lnTo>
                  <a:lnTo>
                    <a:pt x="476123" y="11607"/>
                  </a:lnTo>
                  <a:lnTo>
                    <a:pt x="484530" y="11391"/>
                  </a:lnTo>
                  <a:close/>
                </a:path>
                <a:path w="798194" h="90805">
                  <a:moveTo>
                    <a:pt x="497052" y="11074"/>
                  </a:moveTo>
                  <a:lnTo>
                    <a:pt x="496963" y="7620"/>
                  </a:lnTo>
                  <a:lnTo>
                    <a:pt x="488556" y="7823"/>
                  </a:lnTo>
                  <a:lnTo>
                    <a:pt x="488645" y="11290"/>
                  </a:lnTo>
                  <a:lnTo>
                    <a:pt x="497052" y="11074"/>
                  </a:lnTo>
                  <a:close/>
                </a:path>
                <a:path w="798194" h="90805">
                  <a:moveTo>
                    <a:pt x="509587" y="10756"/>
                  </a:moveTo>
                  <a:lnTo>
                    <a:pt x="509498" y="7302"/>
                  </a:lnTo>
                  <a:lnTo>
                    <a:pt x="501078" y="7505"/>
                  </a:lnTo>
                  <a:lnTo>
                    <a:pt x="501167" y="10972"/>
                  </a:lnTo>
                  <a:lnTo>
                    <a:pt x="509587" y="10756"/>
                  </a:lnTo>
                  <a:close/>
                </a:path>
                <a:path w="798194" h="90805">
                  <a:moveTo>
                    <a:pt x="522109" y="10439"/>
                  </a:moveTo>
                  <a:lnTo>
                    <a:pt x="522020" y="6985"/>
                  </a:lnTo>
                  <a:lnTo>
                    <a:pt x="513613" y="7188"/>
                  </a:lnTo>
                  <a:lnTo>
                    <a:pt x="513702" y="10655"/>
                  </a:lnTo>
                  <a:lnTo>
                    <a:pt x="522109" y="10439"/>
                  </a:lnTo>
                  <a:close/>
                </a:path>
                <a:path w="798194" h="90805">
                  <a:moveTo>
                    <a:pt x="534631" y="10121"/>
                  </a:moveTo>
                  <a:lnTo>
                    <a:pt x="534543" y="6667"/>
                  </a:lnTo>
                  <a:lnTo>
                    <a:pt x="526135" y="6870"/>
                  </a:lnTo>
                  <a:lnTo>
                    <a:pt x="526224" y="10337"/>
                  </a:lnTo>
                  <a:lnTo>
                    <a:pt x="534631" y="10121"/>
                  </a:lnTo>
                  <a:close/>
                </a:path>
                <a:path w="798194" h="90805">
                  <a:moveTo>
                    <a:pt x="547154" y="9804"/>
                  </a:moveTo>
                  <a:lnTo>
                    <a:pt x="547065" y="6350"/>
                  </a:lnTo>
                  <a:lnTo>
                    <a:pt x="538657" y="6553"/>
                  </a:lnTo>
                  <a:lnTo>
                    <a:pt x="538746" y="10020"/>
                  </a:lnTo>
                  <a:lnTo>
                    <a:pt x="547154" y="9804"/>
                  </a:lnTo>
                  <a:close/>
                </a:path>
                <a:path w="798194" h="90805">
                  <a:moveTo>
                    <a:pt x="559689" y="9486"/>
                  </a:moveTo>
                  <a:lnTo>
                    <a:pt x="559587" y="6032"/>
                  </a:lnTo>
                  <a:lnTo>
                    <a:pt x="551180" y="6235"/>
                  </a:lnTo>
                  <a:lnTo>
                    <a:pt x="551268" y="9702"/>
                  </a:lnTo>
                  <a:lnTo>
                    <a:pt x="559689" y="9486"/>
                  </a:lnTo>
                  <a:close/>
                </a:path>
                <a:path w="798194" h="90805">
                  <a:moveTo>
                    <a:pt x="572211" y="9169"/>
                  </a:moveTo>
                  <a:lnTo>
                    <a:pt x="572122" y="5715"/>
                  </a:lnTo>
                  <a:lnTo>
                    <a:pt x="563702" y="5918"/>
                  </a:lnTo>
                  <a:lnTo>
                    <a:pt x="563803" y="9385"/>
                  </a:lnTo>
                  <a:lnTo>
                    <a:pt x="572211" y="9169"/>
                  </a:lnTo>
                  <a:close/>
                </a:path>
                <a:path w="798194" h="90805">
                  <a:moveTo>
                    <a:pt x="584733" y="8851"/>
                  </a:moveTo>
                  <a:lnTo>
                    <a:pt x="584644" y="5397"/>
                  </a:lnTo>
                  <a:lnTo>
                    <a:pt x="576237" y="5600"/>
                  </a:lnTo>
                  <a:lnTo>
                    <a:pt x="576326" y="9067"/>
                  </a:lnTo>
                  <a:lnTo>
                    <a:pt x="584733" y="8851"/>
                  </a:lnTo>
                  <a:close/>
                </a:path>
                <a:path w="798194" h="90805">
                  <a:moveTo>
                    <a:pt x="597255" y="8534"/>
                  </a:moveTo>
                  <a:lnTo>
                    <a:pt x="597166" y="5080"/>
                  </a:lnTo>
                  <a:lnTo>
                    <a:pt x="588759" y="5283"/>
                  </a:lnTo>
                  <a:lnTo>
                    <a:pt x="588848" y="8750"/>
                  </a:lnTo>
                  <a:lnTo>
                    <a:pt x="597255" y="8534"/>
                  </a:lnTo>
                  <a:close/>
                </a:path>
                <a:path w="798194" h="90805">
                  <a:moveTo>
                    <a:pt x="609790" y="8216"/>
                  </a:moveTo>
                  <a:lnTo>
                    <a:pt x="609701" y="4762"/>
                  </a:lnTo>
                  <a:lnTo>
                    <a:pt x="601281" y="4965"/>
                  </a:lnTo>
                  <a:lnTo>
                    <a:pt x="601383" y="8432"/>
                  </a:lnTo>
                  <a:lnTo>
                    <a:pt x="609790" y="8216"/>
                  </a:lnTo>
                  <a:close/>
                </a:path>
                <a:path w="798194" h="90805">
                  <a:moveTo>
                    <a:pt x="622312" y="7899"/>
                  </a:moveTo>
                  <a:lnTo>
                    <a:pt x="622223" y="4445"/>
                  </a:lnTo>
                  <a:lnTo>
                    <a:pt x="613803" y="4648"/>
                  </a:lnTo>
                  <a:lnTo>
                    <a:pt x="613905" y="8115"/>
                  </a:lnTo>
                  <a:lnTo>
                    <a:pt x="622312" y="7899"/>
                  </a:lnTo>
                  <a:close/>
                </a:path>
                <a:path w="798194" h="90805">
                  <a:moveTo>
                    <a:pt x="634834" y="7594"/>
                  </a:moveTo>
                  <a:lnTo>
                    <a:pt x="634746" y="4127"/>
                  </a:lnTo>
                  <a:lnTo>
                    <a:pt x="626338" y="4330"/>
                  </a:lnTo>
                  <a:lnTo>
                    <a:pt x="626427" y="7797"/>
                  </a:lnTo>
                  <a:lnTo>
                    <a:pt x="634834" y="7594"/>
                  </a:lnTo>
                  <a:close/>
                </a:path>
                <a:path w="798194" h="90805">
                  <a:moveTo>
                    <a:pt x="647357" y="7277"/>
                  </a:moveTo>
                  <a:lnTo>
                    <a:pt x="647268" y="3810"/>
                  </a:lnTo>
                  <a:lnTo>
                    <a:pt x="638860" y="4013"/>
                  </a:lnTo>
                  <a:lnTo>
                    <a:pt x="638949" y="7480"/>
                  </a:lnTo>
                  <a:lnTo>
                    <a:pt x="647357" y="7277"/>
                  </a:lnTo>
                  <a:close/>
                </a:path>
                <a:path w="798194" h="90805">
                  <a:moveTo>
                    <a:pt x="659892" y="6959"/>
                  </a:moveTo>
                  <a:lnTo>
                    <a:pt x="659803" y="3492"/>
                  </a:lnTo>
                  <a:lnTo>
                    <a:pt x="651383" y="3695"/>
                  </a:lnTo>
                  <a:lnTo>
                    <a:pt x="651471" y="7162"/>
                  </a:lnTo>
                  <a:lnTo>
                    <a:pt x="659892" y="6959"/>
                  </a:lnTo>
                  <a:close/>
                </a:path>
                <a:path w="798194" h="90805">
                  <a:moveTo>
                    <a:pt x="672414" y="6642"/>
                  </a:moveTo>
                  <a:lnTo>
                    <a:pt x="672325" y="3175"/>
                  </a:lnTo>
                  <a:lnTo>
                    <a:pt x="663917" y="3378"/>
                  </a:lnTo>
                  <a:lnTo>
                    <a:pt x="664006" y="6845"/>
                  </a:lnTo>
                  <a:lnTo>
                    <a:pt x="672414" y="6642"/>
                  </a:lnTo>
                  <a:close/>
                </a:path>
                <a:path w="798194" h="90805">
                  <a:moveTo>
                    <a:pt x="684936" y="6324"/>
                  </a:moveTo>
                  <a:lnTo>
                    <a:pt x="684847" y="2857"/>
                  </a:lnTo>
                  <a:lnTo>
                    <a:pt x="676440" y="3060"/>
                  </a:lnTo>
                  <a:lnTo>
                    <a:pt x="676529" y="6527"/>
                  </a:lnTo>
                  <a:lnTo>
                    <a:pt x="684936" y="6324"/>
                  </a:lnTo>
                  <a:close/>
                </a:path>
                <a:path w="798194" h="90805">
                  <a:moveTo>
                    <a:pt x="697471" y="6007"/>
                  </a:moveTo>
                  <a:lnTo>
                    <a:pt x="697369" y="2540"/>
                  </a:lnTo>
                  <a:lnTo>
                    <a:pt x="688962" y="2743"/>
                  </a:lnTo>
                  <a:lnTo>
                    <a:pt x="689051" y="6210"/>
                  </a:lnTo>
                  <a:lnTo>
                    <a:pt x="697471" y="6007"/>
                  </a:lnTo>
                  <a:close/>
                </a:path>
                <a:path w="798194" h="90805">
                  <a:moveTo>
                    <a:pt x="709980" y="5689"/>
                  </a:moveTo>
                  <a:lnTo>
                    <a:pt x="709891" y="2222"/>
                  </a:lnTo>
                  <a:lnTo>
                    <a:pt x="701484" y="2438"/>
                  </a:lnTo>
                  <a:lnTo>
                    <a:pt x="701573" y="5892"/>
                  </a:lnTo>
                  <a:lnTo>
                    <a:pt x="709980" y="5689"/>
                  </a:lnTo>
                  <a:close/>
                </a:path>
                <a:path w="798194" h="90805">
                  <a:moveTo>
                    <a:pt x="722515" y="5372"/>
                  </a:moveTo>
                  <a:lnTo>
                    <a:pt x="722426" y="1905"/>
                  </a:lnTo>
                  <a:lnTo>
                    <a:pt x="714019" y="2120"/>
                  </a:lnTo>
                  <a:lnTo>
                    <a:pt x="714108" y="5575"/>
                  </a:lnTo>
                  <a:lnTo>
                    <a:pt x="722515" y="5372"/>
                  </a:lnTo>
                  <a:close/>
                </a:path>
                <a:path w="798194" h="90805">
                  <a:moveTo>
                    <a:pt x="735037" y="5054"/>
                  </a:moveTo>
                  <a:lnTo>
                    <a:pt x="734949" y="1587"/>
                  </a:lnTo>
                  <a:lnTo>
                    <a:pt x="726541" y="1803"/>
                  </a:lnTo>
                  <a:lnTo>
                    <a:pt x="726630" y="5257"/>
                  </a:lnTo>
                  <a:lnTo>
                    <a:pt x="735037" y="5054"/>
                  </a:lnTo>
                  <a:close/>
                </a:path>
                <a:path w="798194" h="90805">
                  <a:moveTo>
                    <a:pt x="747560" y="4737"/>
                  </a:moveTo>
                  <a:lnTo>
                    <a:pt x="747483" y="1270"/>
                  </a:lnTo>
                  <a:lnTo>
                    <a:pt x="739063" y="1485"/>
                  </a:lnTo>
                  <a:lnTo>
                    <a:pt x="739152" y="4940"/>
                  </a:lnTo>
                  <a:lnTo>
                    <a:pt x="747560" y="4737"/>
                  </a:lnTo>
                  <a:close/>
                </a:path>
                <a:path w="798194" h="90805">
                  <a:moveTo>
                    <a:pt x="760095" y="4419"/>
                  </a:moveTo>
                  <a:lnTo>
                    <a:pt x="760006" y="952"/>
                  </a:lnTo>
                  <a:lnTo>
                    <a:pt x="751586" y="1168"/>
                  </a:lnTo>
                  <a:lnTo>
                    <a:pt x="751674" y="4622"/>
                  </a:lnTo>
                  <a:lnTo>
                    <a:pt x="760095" y="4419"/>
                  </a:lnTo>
                  <a:close/>
                </a:path>
                <a:path w="798194" h="90805">
                  <a:moveTo>
                    <a:pt x="772617" y="4102"/>
                  </a:moveTo>
                  <a:lnTo>
                    <a:pt x="772528" y="635"/>
                  </a:lnTo>
                  <a:lnTo>
                    <a:pt x="764120" y="850"/>
                  </a:lnTo>
                  <a:lnTo>
                    <a:pt x="764209" y="4305"/>
                  </a:lnTo>
                  <a:lnTo>
                    <a:pt x="772617" y="4102"/>
                  </a:lnTo>
                  <a:close/>
                </a:path>
                <a:path w="798194" h="90805">
                  <a:moveTo>
                    <a:pt x="785139" y="3784"/>
                  </a:moveTo>
                  <a:lnTo>
                    <a:pt x="785050" y="317"/>
                  </a:lnTo>
                  <a:lnTo>
                    <a:pt x="776643" y="533"/>
                  </a:lnTo>
                  <a:lnTo>
                    <a:pt x="776732" y="3987"/>
                  </a:lnTo>
                  <a:lnTo>
                    <a:pt x="785139" y="3784"/>
                  </a:lnTo>
                  <a:close/>
                </a:path>
                <a:path w="798194" h="90805">
                  <a:moveTo>
                    <a:pt x="797661" y="3467"/>
                  </a:moveTo>
                  <a:lnTo>
                    <a:pt x="797572" y="0"/>
                  </a:lnTo>
                  <a:lnTo>
                    <a:pt x="789165" y="215"/>
                  </a:lnTo>
                  <a:lnTo>
                    <a:pt x="789254" y="3670"/>
                  </a:lnTo>
                  <a:lnTo>
                    <a:pt x="797661" y="3467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" name="object 19"/>
            <p:cNvSpPr/>
            <p:nvPr/>
          </p:nvSpPr>
          <p:spPr>
            <a:xfrm>
              <a:off x="1356398" y="1043724"/>
              <a:ext cx="679450" cy="61594"/>
            </a:xfrm>
            <a:custGeom>
              <a:avLst/>
              <a:gdLst/>
              <a:ahLst/>
              <a:cxnLst/>
              <a:rect l="l" t="t" r="r" b="b"/>
              <a:pathLst>
                <a:path w="679450" h="61594">
                  <a:moveTo>
                    <a:pt x="9258" y="22733"/>
                  </a:moveTo>
                  <a:lnTo>
                    <a:pt x="9055" y="19278"/>
                  </a:lnTo>
                  <a:lnTo>
                    <a:pt x="0" y="19824"/>
                  </a:lnTo>
                  <a:lnTo>
                    <a:pt x="203" y="23279"/>
                  </a:lnTo>
                  <a:lnTo>
                    <a:pt x="9258" y="22733"/>
                  </a:lnTo>
                  <a:close/>
                </a:path>
                <a:path w="679450" h="61594">
                  <a:moveTo>
                    <a:pt x="22745" y="21907"/>
                  </a:moveTo>
                  <a:lnTo>
                    <a:pt x="22529" y="18453"/>
                  </a:lnTo>
                  <a:lnTo>
                    <a:pt x="13474" y="18999"/>
                  </a:lnTo>
                  <a:lnTo>
                    <a:pt x="13690" y="22453"/>
                  </a:lnTo>
                  <a:lnTo>
                    <a:pt x="22745" y="21907"/>
                  </a:lnTo>
                  <a:close/>
                </a:path>
                <a:path w="679450" h="61594">
                  <a:moveTo>
                    <a:pt x="36233" y="21082"/>
                  </a:moveTo>
                  <a:lnTo>
                    <a:pt x="36017" y="17627"/>
                  </a:lnTo>
                  <a:lnTo>
                    <a:pt x="26962" y="18186"/>
                  </a:lnTo>
                  <a:lnTo>
                    <a:pt x="27178" y="21640"/>
                  </a:lnTo>
                  <a:lnTo>
                    <a:pt x="36233" y="21082"/>
                  </a:lnTo>
                  <a:close/>
                </a:path>
                <a:path w="679450" h="61594">
                  <a:moveTo>
                    <a:pt x="49720" y="20256"/>
                  </a:moveTo>
                  <a:lnTo>
                    <a:pt x="49504" y="16802"/>
                  </a:lnTo>
                  <a:lnTo>
                    <a:pt x="40449" y="17360"/>
                  </a:lnTo>
                  <a:lnTo>
                    <a:pt x="40665" y="20815"/>
                  </a:lnTo>
                  <a:lnTo>
                    <a:pt x="49720" y="20256"/>
                  </a:lnTo>
                  <a:close/>
                </a:path>
                <a:path w="679450" h="61594">
                  <a:moveTo>
                    <a:pt x="51282" y="60210"/>
                  </a:moveTo>
                  <a:lnTo>
                    <a:pt x="50965" y="56756"/>
                  </a:lnTo>
                  <a:lnTo>
                    <a:pt x="42189" y="57556"/>
                  </a:lnTo>
                  <a:lnTo>
                    <a:pt x="42494" y="60998"/>
                  </a:lnTo>
                  <a:lnTo>
                    <a:pt x="51282" y="60210"/>
                  </a:lnTo>
                  <a:close/>
                </a:path>
                <a:path w="679450" h="61594">
                  <a:moveTo>
                    <a:pt x="63195" y="19431"/>
                  </a:moveTo>
                  <a:lnTo>
                    <a:pt x="62979" y="15989"/>
                  </a:lnTo>
                  <a:lnTo>
                    <a:pt x="53924" y="16535"/>
                  </a:lnTo>
                  <a:lnTo>
                    <a:pt x="54140" y="19989"/>
                  </a:lnTo>
                  <a:lnTo>
                    <a:pt x="63195" y="19431"/>
                  </a:lnTo>
                  <a:close/>
                </a:path>
                <a:path w="679450" h="61594">
                  <a:moveTo>
                    <a:pt x="64363" y="59016"/>
                  </a:moveTo>
                  <a:lnTo>
                    <a:pt x="64046" y="55575"/>
                  </a:lnTo>
                  <a:lnTo>
                    <a:pt x="55270" y="56375"/>
                  </a:lnTo>
                  <a:lnTo>
                    <a:pt x="55575" y="59817"/>
                  </a:lnTo>
                  <a:lnTo>
                    <a:pt x="64363" y="59016"/>
                  </a:lnTo>
                  <a:close/>
                </a:path>
                <a:path w="679450" h="61594">
                  <a:moveTo>
                    <a:pt x="76682" y="18618"/>
                  </a:moveTo>
                  <a:lnTo>
                    <a:pt x="76466" y="15163"/>
                  </a:lnTo>
                  <a:lnTo>
                    <a:pt x="67411" y="15709"/>
                  </a:lnTo>
                  <a:lnTo>
                    <a:pt x="67627" y="19177"/>
                  </a:lnTo>
                  <a:lnTo>
                    <a:pt x="76682" y="18618"/>
                  </a:lnTo>
                  <a:close/>
                </a:path>
                <a:path w="679450" h="61594">
                  <a:moveTo>
                    <a:pt x="77431" y="57835"/>
                  </a:moveTo>
                  <a:lnTo>
                    <a:pt x="77127" y="54394"/>
                  </a:lnTo>
                  <a:lnTo>
                    <a:pt x="68338" y="55181"/>
                  </a:lnTo>
                  <a:lnTo>
                    <a:pt x="68643" y="58635"/>
                  </a:lnTo>
                  <a:lnTo>
                    <a:pt x="77431" y="57835"/>
                  </a:lnTo>
                  <a:close/>
                </a:path>
                <a:path w="679450" h="61594">
                  <a:moveTo>
                    <a:pt x="90157" y="17792"/>
                  </a:moveTo>
                  <a:lnTo>
                    <a:pt x="89954" y="14338"/>
                  </a:lnTo>
                  <a:lnTo>
                    <a:pt x="80899" y="14897"/>
                  </a:lnTo>
                  <a:lnTo>
                    <a:pt x="81114" y="18351"/>
                  </a:lnTo>
                  <a:lnTo>
                    <a:pt x="90157" y="17792"/>
                  </a:lnTo>
                  <a:close/>
                </a:path>
                <a:path w="679450" h="61594">
                  <a:moveTo>
                    <a:pt x="90512" y="56654"/>
                  </a:moveTo>
                  <a:lnTo>
                    <a:pt x="90208" y="53213"/>
                  </a:lnTo>
                  <a:lnTo>
                    <a:pt x="81419" y="54013"/>
                  </a:lnTo>
                  <a:lnTo>
                    <a:pt x="81737" y="57454"/>
                  </a:lnTo>
                  <a:lnTo>
                    <a:pt x="90512" y="56654"/>
                  </a:lnTo>
                  <a:close/>
                </a:path>
                <a:path w="679450" h="61594">
                  <a:moveTo>
                    <a:pt x="103593" y="55473"/>
                  </a:moveTo>
                  <a:lnTo>
                    <a:pt x="103276" y="52031"/>
                  </a:lnTo>
                  <a:lnTo>
                    <a:pt x="94500" y="52819"/>
                  </a:lnTo>
                  <a:lnTo>
                    <a:pt x="94805" y="56273"/>
                  </a:lnTo>
                  <a:lnTo>
                    <a:pt x="103593" y="55473"/>
                  </a:lnTo>
                  <a:close/>
                </a:path>
                <a:path w="679450" h="61594">
                  <a:moveTo>
                    <a:pt x="103657" y="16979"/>
                  </a:moveTo>
                  <a:lnTo>
                    <a:pt x="103441" y="13525"/>
                  </a:lnTo>
                  <a:lnTo>
                    <a:pt x="94386" y="14071"/>
                  </a:lnTo>
                  <a:lnTo>
                    <a:pt x="94589" y="17526"/>
                  </a:lnTo>
                  <a:lnTo>
                    <a:pt x="103657" y="16979"/>
                  </a:lnTo>
                  <a:close/>
                </a:path>
                <a:path w="679450" h="61594">
                  <a:moveTo>
                    <a:pt x="116674" y="54292"/>
                  </a:moveTo>
                  <a:lnTo>
                    <a:pt x="116357" y="50850"/>
                  </a:lnTo>
                  <a:lnTo>
                    <a:pt x="107581" y="51638"/>
                  </a:lnTo>
                  <a:lnTo>
                    <a:pt x="107886" y="55079"/>
                  </a:lnTo>
                  <a:lnTo>
                    <a:pt x="116674" y="54292"/>
                  </a:lnTo>
                  <a:close/>
                </a:path>
                <a:path w="679450" h="61594">
                  <a:moveTo>
                    <a:pt x="117132" y="16154"/>
                  </a:moveTo>
                  <a:lnTo>
                    <a:pt x="116928" y="12700"/>
                  </a:lnTo>
                  <a:lnTo>
                    <a:pt x="107861" y="13246"/>
                  </a:lnTo>
                  <a:lnTo>
                    <a:pt x="108077" y="16700"/>
                  </a:lnTo>
                  <a:lnTo>
                    <a:pt x="117132" y="16154"/>
                  </a:lnTo>
                  <a:close/>
                </a:path>
                <a:path w="679450" h="61594">
                  <a:moveTo>
                    <a:pt x="129743" y="53111"/>
                  </a:moveTo>
                  <a:lnTo>
                    <a:pt x="129438" y="49657"/>
                  </a:lnTo>
                  <a:lnTo>
                    <a:pt x="120662" y="50457"/>
                  </a:lnTo>
                  <a:lnTo>
                    <a:pt x="120967" y="53898"/>
                  </a:lnTo>
                  <a:lnTo>
                    <a:pt x="129743" y="53111"/>
                  </a:lnTo>
                  <a:close/>
                </a:path>
                <a:path w="679450" h="61594">
                  <a:moveTo>
                    <a:pt x="130619" y="15328"/>
                  </a:moveTo>
                  <a:lnTo>
                    <a:pt x="130403" y="11874"/>
                  </a:lnTo>
                  <a:lnTo>
                    <a:pt x="121348" y="12433"/>
                  </a:lnTo>
                  <a:lnTo>
                    <a:pt x="121564" y="15875"/>
                  </a:lnTo>
                  <a:lnTo>
                    <a:pt x="130619" y="15328"/>
                  </a:lnTo>
                  <a:close/>
                </a:path>
                <a:path w="679450" h="61594">
                  <a:moveTo>
                    <a:pt x="142824" y="51930"/>
                  </a:moveTo>
                  <a:lnTo>
                    <a:pt x="142519" y="48488"/>
                  </a:lnTo>
                  <a:lnTo>
                    <a:pt x="133731" y="49276"/>
                  </a:lnTo>
                  <a:lnTo>
                    <a:pt x="134048" y="52730"/>
                  </a:lnTo>
                  <a:lnTo>
                    <a:pt x="142824" y="51930"/>
                  </a:lnTo>
                  <a:close/>
                </a:path>
                <a:path w="679450" h="61594">
                  <a:moveTo>
                    <a:pt x="144106" y="14503"/>
                  </a:moveTo>
                  <a:lnTo>
                    <a:pt x="143891" y="11049"/>
                  </a:lnTo>
                  <a:lnTo>
                    <a:pt x="134835" y="11607"/>
                  </a:lnTo>
                  <a:lnTo>
                    <a:pt x="135051" y="15062"/>
                  </a:lnTo>
                  <a:lnTo>
                    <a:pt x="144106" y="14503"/>
                  </a:lnTo>
                  <a:close/>
                </a:path>
                <a:path w="679450" h="61594">
                  <a:moveTo>
                    <a:pt x="155905" y="50749"/>
                  </a:moveTo>
                  <a:lnTo>
                    <a:pt x="155600" y="47294"/>
                  </a:lnTo>
                  <a:lnTo>
                    <a:pt x="146812" y="48094"/>
                  </a:lnTo>
                  <a:lnTo>
                    <a:pt x="147116" y="51536"/>
                  </a:lnTo>
                  <a:lnTo>
                    <a:pt x="155905" y="50749"/>
                  </a:lnTo>
                  <a:close/>
                </a:path>
                <a:path w="679450" h="61594">
                  <a:moveTo>
                    <a:pt x="157581" y="13690"/>
                  </a:moveTo>
                  <a:lnTo>
                    <a:pt x="157378" y="10236"/>
                  </a:lnTo>
                  <a:lnTo>
                    <a:pt x="148323" y="10782"/>
                  </a:lnTo>
                  <a:lnTo>
                    <a:pt x="148526" y="14236"/>
                  </a:lnTo>
                  <a:lnTo>
                    <a:pt x="157581" y="13690"/>
                  </a:lnTo>
                  <a:close/>
                </a:path>
                <a:path w="679450" h="61594">
                  <a:moveTo>
                    <a:pt x="168986" y="49555"/>
                  </a:moveTo>
                  <a:lnTo>
                    <a:pt x="168668" y="46113"/>
                  </a:lnTo>
                  <a:lnTo>
                    <a:pt x="159893" y="46913"/>
                  </a:lnTo>
                  <a:lnTo>
                    <a:pt x="160210" y="50355"/>
                  </a:lnTo>
                  <a:lnTo>
                    <a:pt x="168986" y="49555"/>
                  </a:lnTo>
                  <a:close/>
                </a:path>
                <a:path w="679450" h="61594">
                  <a:moveTo>
                    <a:pt x="171069" y="12865"/>
                  </a:moveTo>
                  <a:lnTo>
                    <a:pt x="170865" y="9410"/>
                  </a:lnTo>
                  <a:lnTo>
                    <a:pt x="161810" y="9969"/>
                  </a:lnTo>
                  <a:lnTo>
                    <a:pt x="162013" y="13423"/>
                  </a:lnTo>
                  <a:lnTo>
                    <a:pt x="171069" y="12865"/>
                  </a:lnTo>
                  <a:close/>
                </a:path>
                <a:path w="679450" h="61594">
                  <a:moveTo>
                    <a:pt x="182067" y="48387"/>
                  </a:moveTo>
                  <a:lnTo>
                    <a:pt x="181749" y="44932"/>
                  </a:lnTo>
                  <a:lnTo>
                    <a:pt x="172974" y="45720"/>
                  </a:lnTo>
                  <a:lnTo>
                    <a:pt x="173278" y="49174"/>
                  </a:lnTo>
                  <a:lnTo>
                    <a:pt x="182067" y="48387"/>
                  </a:lnTo>
                  <a:close/>
                </a:path>
                <a:path w="679450" h="61594">
                  <a:moveTo>
                    <a:pt x="184556" y="12039"/>
                  </a:moveTo>
                  <a:lnTo>
                    <a:pt x="184340" y="8585"/>
                  </a:lnTo>
                  <a:lnTo>
                    <a:pt x="175285" y="9144"/>
                  </a:lnTo>
                  <a:lnTo>
                    <a:pt x="175501" y="12598"/>
                  </a:lnTo>
                  <a:lnTo>
                    <a:pt x="184556" y="12039"/>
                  </a:lnTo>
                  <a:close/>
                </a:path>
                <a:path w="679450" h="61594">
                  <a:moveTo>
                    <a:pt x="195135" y="47193"/>
                  </a:moveTo>
                  <a:lnTo>
                    <a:pt x="194830" y="43751"/>
                  </a:lnTo>
                  <a:lnTo>
                    <a:pt x="186055" y="44538"/>
                  </a:lnTo>
                  <a:lnTo>
                    <a:pt x="186359" y="47993"/>
                  </a:lnTo>
                  <a:lnTo>
                    <a:pt x="195135" y="47193"/>
                  </a:lnTo>
                  <a:close/>
                </a:path>
                <a:path w="679450" h="61594">
                  <a:moveTo>
                    <a:pt x="198043" y="11226"/>
                  </a:moveTo>
                  <a:lnTo>
                    <a:pt x="197827" y="7772"/>
                  </a:lnTo>
                  <a:lnTo>
                    <a:pt x="188772" y="8318"/>
                  </a:lnTo>
                  <a:lnTo>
                    <a:pt x="188976" y="11772"/>
                  </a:lnTo>
                  <a:lnTo>
                    <a:pt x="198043" y="11226"/>
                  </a:lnTo>
                  <a:close/>
                </a:path>
                <a:path w="679450" h="61594">
                  <a:moveTo>
                    <a:pt x="208216" y="46012"/>
                  </a:moveTo>
                  <a:lnTo>
                    <a:pt x="207911" y="42570"/>
                  </a:lnTo>
                  <a:lnTo>
                    <a:pt x="199123" y="43370"/>
                  </a:lnTo>
                  <a:lnTo>
                    <a:pt x="199440" y="46812"/>
                  </a:lnTo>
                  <a:lnTo>
                    <a:pt x="208216" y="46012"/>
                  </a:lnTo>
                  <a:close/>
                </a:path>
                <a:path w="679450" h="61594">
                  <a:moveTo>
                    <a:pt x="211518" y="10401"/>
                  </a:moveTo>
                  <a:lnTo>
                    <a:pt x="211315" y="6946"/>
                  </a:lnTo>
                  <a:lnTo>
                    <a:pt x="202260" y="7493"/>
                  </a:lnTo>
                  <a:lnTo>
                    <a:pt x="202463" y="10947"/>
                  </a:lnTo>
                  <a:lnTo>
                    <a:pt x="211518" y="10401"/>
                  </a:lnTo>
                  <a:close/>
                </a:path>
                <a:path w="679450" h="61594">
                  <a:moveTo>
                    <a:pt x="221297" y="44831"/>
                  </a:moveTo>
                  <a:lnTo>
                    <a:pt x="220980" y="41389"/>
                  </a:lnTo>
                  <a:lnTo>
                    <a:pt x="212204" y="42176"/>
                  </a:lnTo>
                  <a:lnTo>
                    <a:pt x="212521" y="45631"/>
                  </a:lnTo>
                  <a:lnTo>
                    <a:pt x="221297" y="44831"/>
                  </a:lnTo>
                  <a:close/>
                </a:path>
                <a:path w="679450" h="61594">
                  <a:moveTo>
                    <a:pt x="225005" y="9575"/>
                  </a:moveTo>
                  <a:lnTo>
                    <a:pt x="224802" y="6121"/>
                  </a:lnTo>
                  <a:lnTo>
                    <a:pt x="215734" y="6680"/>
                  </a:lnTo>
                  <a:lnTo>
                    <a:pt x="215950" y="10121"/>
                  </a:lnTo>
                  <a:lnTo>
                    <a:pt x="225005" y="9575"/>
                  </a:lnTo>
                  <a:close/>
                </a:path>
                <a:path w="679450" h="61594">
                  <a:moveTo>
                    <a:pt x="234378" y="43649"/>
                  </a:moveTo>
                  <a:lnTo>
                    <a:pt x="234061" y="40208"/>
                  </a:lnTo>
                  <a:lnTo>
                    <a:pt x="225285" y="40995"/>
                  </a:lnTo>
                  <a:lnTo>
                    <a:pt x="225602" y="44437"/>
                  </a:lnTo>
                  <a:lnTo>
                    <a:pt x="234378" y="43649"/>
                  </a:lnTo>
                  <a:close/>
                </a:path>
                <a:path w="679450" h="61594">
                  <a:moveTo>
                    <a:pt x="238493" y="8763"/>
                  </a:moveTo>
                  <a:lnTo>
                    <a:pt x="238277" y="5308"/>
                  </a:lnTo>
                  <a:lnTo>
                    <a:pt x="229235" y="5854"/>
                  </a:lnTo>
                  <a:lnTo>
                    <a:pt x="229438" y="9309"/>
                  </a:lnTo>
                  <a:lnTo>
                    <a:pt x="238493" y="8763"/>
                  </a:lnTo>
                  <a:close/>
                </a:path>
                <a:path w="679450" h="61594">
                  <a:moveTo>
                    <a:pt x="247459" y="42468"/>
                  </a:moveTo>
                  <a:lnTo>
                    <a:pt x="247142" y="39027"/>
                  </a:lnTo>
                  <a:lnTo>
                    <a:pt x="238366" y="39814"/>
                  </a:lnTo>
                  <a:lnTo>
                    <a:pt x="238671" y="43256"/>
                  </a:lnTo>
                  <a:lnTo>
                    <a:pt x="247459" y="42468"/>
                  </a:lnTo>
                  <a:close/>
                </a:path>
                <a:path w="679450" h="61594">
                  <a:moveTo>
                    <a:pt x="251968" y="7937"/>
                  </a:moveTo>
                  <a:lnTo>
                    <a:pt x="251764" y="4483"/>
                  </a:lnTo>
                  <a:lnTo>
                    <a:pt x="242709" y="5029"/>
                  </a:lnTo>
                  <a:lnTo>
                    <a:pt x="242925" y="8483"/>
                  </a:lnTo>
                  <a:lnTo>
                    <a:pt x="251968" y="7937"/>
                  </a:lnTo>
                  <a:close/>
                </a:path>
                <a:path w="679450" h="61594">
                  <a:moveTo>
                    <a:pt x="260540" y="41287"/>
                  </a:moveTo>
                  <a:lnTo>
                    <a:pt x="260223" y="37846"/>
                  </a:lnTo>
                  <a:lnTo>
                    <a:pt x="251447" y="38633"/>
                  </a:lnTo>
                  <a:lnTo>
                    <a:pt x="251752" y="42075"/>
                  </a:lnTo>
                  <a:lnTo>
                    <a:pt x="260540" y="41287"/>
                  </a:lnTo>
                  <a:close/>
                </a:path>
                <a:path w="679450" h="61594">
                  <a:moveTo>
                    <a:pt x="265455" y="7112"/>
                  </a:moveTo>
                  <a:lnTo>
                    <a:pt x="265252" y="3657"/>
                  </a:lnTo>
                  <a:lnTo>
                    <a:pt x="256197" y="4216"/>
                  </a:lnTo>
                  <a:lnTo>
                    <a:pt x="256400" y="7670"/>
                  </a:lnTo>
                  <a:lnTo>
                    <a:pt x="265455" y="7112"/>
                  </a:lnTo>
                  <a:close/>
                </a:path>
                <a:path w="679450" h="61594">
                  <a:moveTo>
                    <a:pt x="273608" y="40106"/>
                  </a:moveTo>
                  <a:lnTo>
                    <a:pt x="273304" y="36652"/>
                  </a:lnTo>
                  <a:lnTo>
                    <a:pt x="264528" y="37452"/>
                  </a:lnTo>
                  <a:lnTo>
                    <a:pt x="264833" y="40894"/>
                  </a:lnTo>
                  <a:lnTo>
                    <a:pt x="273608" y="40106"/>
                  </a:lnTo>
                  <a:close/>
                </a:path>
                <a:path w="679450" h="61594">
                  <a:moveTo>
                    <a:pt x="278942" y="6286"/>
                  </a:moveTo>
                  <a:lnTo>
                    <a:pt x="278726" y="2832"/>
                  </a:lnTo>
                  <a:lnTo>
                    <a:pt x="269671" y="3390"/>
                  </a:lnTo>
                  <a:lnTo>
                    <a:pt x="269887" y="6845"/>
                  </a:lnTo>
                  <a:lnTo>
                    <a:pt x="278942" y="6286"/>
                  </a:lnTo>
                  <a:close/>
                </a:path>
                <a:path w="679450" h="61594">
                  <a:moveTo>
                    <a:pt x="286689" y="38912"/>
                  </a:moveTo>
                  <a:lnTo>
                    <a:pt x="286385" y="35471"/>
                  </a:lnTo>
                  <a:lnTo>
                    <a:pt x="277596" y="36271"/>
                  </a:lnTo>
                  <a:lnTo>
                    <a:pt x="277914" y="39712"/>
                  </a:lnTo>
                  <a:lnTo>
                    <a:pt x="286689" y="38912"/>
                  </a:lnTo>
                  <a:close/>
                </a:path>
                <a:path w="679450" h="61594">
                  <a:moveTo>
                    <a:pt x="292430" y="5461"/>
                  </a:moveTo>
                  <a:lnTo>
                    <a:pt x="292214" y="2019"/>
                  </a:lnTo>
                  <a:lnTo>
                    <a:pt x="283159" y="2565"/>
                  </a:lnTo>
                  <a:lnTo>
                    <a:pt x="283375" y="6019"/>
                  </a:lnTo>
                  <a:lnTo>
                    <a:pt x="292430" y="5461"/>
                  </a:lnTo>
                  <a:close/>
                </a:path>
                <a:path w="679450" h="61594">
                  <a:moveTo>
                    <a:pt x="299770" y="37744"/>
                  </a:moveTo>
                  <a:lnTo>
                    <a:pt x="299466" y="34290"/>
                  </a:lnTo>
                  <a:lnTo>
                    <a:pt x="290677" y="35077"/>
                  </a:lnTo>
                  <a:lnTo>
                    <a:pt x="290982" y="38531"/>
                  </a:lnTo>
                  <a:lnTo>
                    <a:pt x="299770" y="37744"/>
                  </a:lnTo>
                  <a:close/>
                </a:path>
                <a:path w="679450" h="61594">
                  <a:moveTo>
                    <a:pt x="312851" y="36550"/>
                  </a:moveTo>
                  <a:lnTo>
                    <a:pt x="312534" y="33108"/>
                  </a:lnTo>
                  <a:lnTo>
                    <a:pt x="303758" y="33909"/>
                  </a:lnTo>
                  <a:lnTo>
                    <a:pt x="304063" y="37350"/>
                  </a:lnTo>
                  <a:lnTo>
                    <a:pt x="312851" y="36550"/>
                  </a:lnTo>
                  <a:close/>
                </a:path>
                <a:path w="679450" h="61594">
                  <a:moveTo>
                    <a:pt x="325932" y="35369"/>
                  </a:moveTo>
                  <a:lnTo>
                    <a:pt x="325615" y="31927"/>
                  </a:lnTo>
                  <a:lnTo>
                    <a:pt x="316839" y="32715"/>
                  </a:lnTo>
                  <a:lnTo>
                    <a:pt x="317144" y="36169"/>
                  </a:lnTo>
                  <a:lnTo>
                    <a:pt x="325932" y="35369"/>
                  </a:lnTo>
                  <a:close/>
                </a:path>
                <a:path w="679450" h="61594">
                  <a:moveTo>
                    <a:pt x="339013" y="34188"/>
                  </a:moveTo>
                  <a:lnTo>
                    <a:pt x="338696" y="30746"/>
                  </a:lnTo>
                  <a:lnTo>
                    <a:pt x="329920" y="31534"/>
                  </a:lnTo>
                  <a:lnTo>
                    <a:pt x="330225" y="34988"/>
                  </a:lnTo>
                  <a:lnTo>
                    <a:pt x="339013" y="34188"/>
                  </a:lnTo>
                  <a:close/>
                </a:path>
                <a:path w="679450" h="61594">
                  <a:moveTo>
                    <a:pt x="352082" y="33007"/>
                  </a:moveTo>
                  <a:lnTo>
                    <a:pt x="351777" y="29565"/>
                  </a:lnTo>
                  <a:lnTo>
                    <a:pt x="342988" y="30353"/>
                  </a:lnTo>
                  <a:lnTo>
                    <a:pt x="343306" y="33794"/>
                  </a:lnTo>
                  <a:lnTo>
                    <a:pt x="352082" y="33007"/>
                  </a:lnTo>
                  <a:close/>
                </a:path>
                <a:path w="679450" h="61594">
                  <a:moveTo>
                    <a:pt x="365163" y="31826"/>
                  </a:moveTo>
                  <a:lnTo>
                    <a:pt x="364858" y="28384"/>
                  </a:lnTo>
                  <a:lnTo>
                    <a:pt x="356069" y="29171"/>
                  </a:lnTo>
                  <a:lnTo>
                    <a:pt x="356387" y="32626"/>
                  </a:lnTo>
                  <a:lnTo>
                    <a:pt x="365163" y="31826"/>
                  </a:lnTo>
                  <a:close/>
                </a:path>
                <a:path w="679450" h="61594">
                  <a:moveTo>
                    <a:pt x="378244" y="30645"/>
                  </a:moveTo>
                  <a:lnTo>
                    <a:pt x="377926" y="27190"/>
                  </a:lnTo>
                  <a:lnTo>
                    <a:pt x="369150" y="27990"/>
                  </a:lnTo>
                  <a:lnTo>
                    <a:pt x="369455" y="31432"/>
                  </a:lnTo>
                  <a:lnTo>
                    <a:pt x="378244" y="30645"/>
                  </a:lnTo>
                  <a:close/>
                </a:path>
                <a:path w="679450" h="61594">
                  <a:moveTo>
                    <a:pt x="391325" y="29464"/>
                  </a:moveTo>
                  <a:lnTo>
                    <a:pt x="391007" y="26009"/>
                  </a:lnTo>
                  <a:lnTo>
                    <a:pt x="382231" y="26809"/>
                  </a:lnTo>
                  <a:lnTo>
                    <a:pt x="382536" y="30251"/>
                  </a:lnTo>
                  <a:lnTo>
                    <a:pt x="391325" y="29464"/>
                  </a:lnTo>
                  <a:close/>
                </a:path>
                <a:path w="679450" h="61594">
                  <a:moveTo>
                    <a:pt x="404393" y="28282"/>
                  </a:moveTo>
                  <a:lnTo>
                    <a:pt x="404088" y="24841"/>
                  </a:lnTo>
                  <a:lnTo>
                    <a:pt x="395300" y="25628"/>
                  </a:lnTo>
                  <a:lnTo>
                    <a:pt x="395617" y="29070"/>
                  </a:lnTo>
                  <a:lnTo>
                    <a:pt x="404393" y="28282"/>
                  </a:lnTo>
                  <a:close/>
                </a:path>
                <a:path w="679450" h="61594">
                  <a:moveTo>
                    <a:pt x="417487" y="27101"/>
                  </a:moveTo>
                  <a:lnTo>
                    <a:pt x="417169" y="23647"/>
                  </a:lnTo>
                  <a:lnTo>
                    <a:pt x="408393" y="24434"/>
                  </a:lnTo>
                  <a:lnTo>
                    <a:pt x="408698" y="27889"/>
                  </a:lnTo>
                  <a:lnTo>
                    <a:pt x="417487" y="27101"/>
                  </a:lnTo>
                  <a:close/>
                </a:path>
                <a:path w="679450" h="61594">
                  <a:moveTo>
                    <a:pt x="430555" y="25908"/>
                  </a:moveTo>
                  <a:lnTo>
                    <a:pt x="430250" y="22466"/>
                  </a:lnTo>
                  <a:lnTo>
                    <a:pt x="421462" y="23266"/>
                  </a:lnTo>
                  <a:lnTo>
                    <a:pt x="421779" y="26708"/>
                  </a:lnTo>
                  <a:lnTo>
                    <a:pt x="430555" y="25908"/>
                  </a:lnTo>
                  <a:close/>
                </a:path>
                <a:path w="679450" h="61594">
                  <a:moveTo>
                    <a:pt x="443636" y="24726"/>
                  </a:moveTo>
                  <a:lnTo>
                    <a:pt x="443318" y="21285"/>
                  </a:lnTo>
                  <a:lnTo>
                    <a:pt x="434543" y="22072"/>
                  </a:lnTo>
                  <a:lnTo>
                    <a:pt x="434848" y="25527"/>
                  </a:lnTo>
                  <a:lnTo>
                    <a:pt x="443636" y="24726"/>
                  </a:lnTo>
                  <a:close/>
                </a:path>
                <a:path w="679450" h="61594">
                  <a:moveTo>
                    <a:pt x="456717" y="23545"/>
                  </a:moveTo>
                  <a:lnTo>
                    <a:pt x="456399" y="20104"/>
                  </a:lnTo>
                  <a:lnTo>
                    <a:pt x="447624" y="20891"/>
                  </a:lnTo>
                  <a:lnTo>
                    <a:pt x="447929" y="24333"/>
                  </a:lnTo>
                  <a:lnTo>
                    <a:pt x="456717" y="23545"/>
                  </a:lnTo>
                  <a:close/>
                </a:path>
                <a:path w="679450" h="61594">
                  <a:moveTo>
                    <a:pt x="469798" y="22364"/>
                  </a:moveTo>
                  <a:lnTo>
                    <a:pt x="469480" y="18923"/>
                  </a:lnTo>
                  <a:lnTo>
                    <a:pt x="460705" y="19710"/>
                  </a:lnTo>
                  <a:lnTo>
                    <a:pt x="461010" y="23164"/>
                  </a:lnTo>
                  <a:lnTo>
                    <a:pt x="469798" y="22364"/>
                  </a:lnTo>
                  <a:close/>
                </a:path>
                <a:path w="679450" h="61594">
                  <a:moveTo>
                    <a:pt x="482879" y="21183"/>
                  </a:moveTo>
                  <a:lnTo>
                    <a:pt x="482561" y="17741"/>
                  </a:lnTo>
                  <a:lnTo>
                    <a:pt x="473786" y="18529"/>
                  </a:lnTo>
                  <a:lnTo>
                    <a:pt x="474091" y="21983"/>
                  </a:lnTo>
                  <a:lnTo>
                    <a:pt x="482879" y="21183"/>
                  </a:lnTo>
                  <a:close/>
                </a:path>
                <a:path w="679450" h="61594">
                  <a:moveTo>
                    <a:pt x="495947" y="20002"/>
                  </a:moveTo>
                  <a:lnTo>
                    <a:pt x="495630" y="16548"/>
                  </a:lnTo>
                  <a:lnTo>
                    <a:pt x="486854" y="17348"/>
                  </a:lnTo>
                  <a:lnTo>
                    <a:pt x="487172" y="20789"/>
                  </a:lnTo>
                  <a:lnTo>
                    <a:pt x="495947" y="20002"/>
                  </a:lnTo>
                  <a:close/>
                </a:path>
                <a:path w="679450" h="61594">
                  <a:moveTo>
                    <a:pt x="509028" y="18821"/>
                  </a:moveTo>
                  <a:lnTo>
                    <a:pt x="508723" y="15379"/>
                  </a:lnTo>
                  <a:lnTo>
                    <a:pt x="499935" y="16167"/>
                  </a:lnTo>
                  <a:lnTo>
                    <a:pt x="500240" y="19608"/>
                  </a:lnTo>
                  <a:lnTo>
                    <a:pt x="509028" y="18821"/>
                  </a:lnTo>
                  <a:close/>
                </a:path>
                <a:path w="679450" h="61594">
                  <a:moveTo>
                    <a:pt x="522109" y="17640"/>
                  </a:moveTo>
                  <a:lnTo>
                    <a:pt x="521792" y="14185"/>
                  </a:lnTo>
                  <a:lnTo>
                    <a:pt x="513016" y="14986"/>
                  </a:lnTo>
                  <a:lnTo>
                    <a:pt x="513321" y="18427"/>
                  </a:lnTo>
                  <a:lnTo>
                    <a:pt x="522109" y="17640"/>
                  </a:lnTo>
                  <a:close/>
                </a:path>
                <a:path w="679450" h="61594">
                  <a:moveTo>
                    <a:pt x="535178" y="16459"/>
                  </a:moveTo>
                  <a:lnTo>
                    <a:pt x="534873" y="13004"/>
                  </a:lnTo>
                  <a:lnTo>
                    <a:pt x="526097" y="13804"/>
                  </a:lnTo>
                  <a:lnTo>
                    <a:pt x="526402" y="17246"/>
                  </a:lnTo>
                  <a:lnTo>
                    <a:pt x="535178" y="16459"/>
                  </a:lnTo>
                  <a:close/>
                </a:path>
                <a:path w="679450" h="61594">
                  <a:moveTo>
                    <a:pt x="548259" y="15265"/>
                  </a:moveTo>
                  <a:lnTo>
                    <a:pt x="547954" y="11823"/>
                  </a:lnTo>
                  <a:lnTo>
                    <a:pt x="539178" y="12623"/>
                  </a:lnTo>
                  <a:lnTo>
                    <a:pt x="539483" y="16065"/>
                  </a:lnTo>
                  <a:lnTo>
                    <a:pt x="548259" y="15265"/>
                  </a:lnTo>
                  <a:close/>
                </a:path>
                <a:path w="679450" h="61594">
                  <a:moveTo>
                    <a:pt x="561340" y="14084"/>
                  </a:moveTo>
                  <a:lnTo>
                    <a:pt x="561035" y="10642"/>
                  </a:lnTo>
                  <a:lnTo>
                    <a:pt x="552246" y="11430"/>
                  </a:lnTo>
                  <a:lnTo>
                    <a:pt x="552564" y="14884"/>
                  </a:lnTo>
                  <a:lnTo>
                    <a:pt x="561340" y="14084"/>
                  </a:lnTo>
                  <a:close/>
                </a:path>
                <a:path w="679450" h="61594">
                  <a:moveTo>
                    <a:pt x="574421" y="12903"/>
                  </a:moveTo>
                  <a:lnTo>
                    <a:pt x="574116" y="9461"/>
                  </a:lnTo>
                  <a:lnTo>
                    <a:pt x="565327" y="10248"/>
                  </a:lnTo>
                  <a:lnTo>
                    <a:pt x="565645" y="13690"/>
                  </a:lnTo>
                  <a:lnTo>
                    <a:pt x="574421" y="12903"/>
                  </a:lnTo>
                  <a:close/>
                </a:path>
                <a:path w="679450" h="61594">
                  <a:moveTo>
                    <a:pt x="587502" y="11722"/>
                  </a:moveTo>
                  <a:lnTo>
                    <a:pt x="587184" y="8280"/>
                  </a:lnTo>
                  <a:lnTo>
                    <a:pt x="578408" y="9067"/>
                  </a:lnTo>
                  <a:lnTo>
                    <a:pt x="578726" y="12522"/>
                  </a:lnTo>
                  <a:lnTo>
                    <a:pt x="587502" y="11722"/>
                  </a:lnTo>
                  <a:close/>
                </a:path>
                <a:path w="679450" h="61594">
                  <a:moveTo>
                    <a:pt x="600583" y="10541"/>
                  </a:moveTo>
                  <a:lnTo>
                    <a:pt x="600265" y="7099"/>
                  </a:lnTo>
                  <a:lnTo>
                    <a:pt x="591489" y="7886"/>
                  </a:lnTo>
                  <a:lnTo>
                    <a:pt x="591794" y="11328"/>
                  </a:lnTo>
                  <a:lnTo>
                    <a:pt x="600583" y="10541"/>
                  </a:lnTo>
                  <a:close/>
                </a:path>
                <a:path w="679450" h="61594">
                  <a:moveTo>
                    <a:pt x="613651" y="9359"/>
                  </a:moveTo>
                  <a:lnTo>
                    <a:pt x="613346" y="5905"/>
                  </a:lnTo>
                  <a:lnTo>
                    <a:pt x="604570" y="6705"/>
                  </a:lnTo>
                  <a:lnTo>
                    <a:pt x="604875" y="10147"/>
                  </a:lnTo>
                  <a:lnTo>
                    <a:pt x="613651" y="9359"/>
                  </a:lnTo>
                  <a:close/>
                </a:path>
                <a:path w="679450" h="61594">
                  <a:moveTo>
                    <a:pt x="626732" y="8178"/>
                  </a:moveTo>
                  <a:lnTo>
                    <a:pt x="626427" y="4737"/>
                  </a:lnTo>
                  <a:lnTo>
                    <a:pt x="617651" y="5524"/>
                  </a:lnTo>
                  <a:lnTo>
                    <a:pt x="617956" y="8966"/>
                  </a:lnTo>
                  <a:lnTo>
                    <a:pt x="626732" y="8178"/>
                  </a:lnTo>
                  <a:close/>
                </a:path>
                <a:path w="679450" h="61594">
                  <a:moveTo>
                    <a:pt x="639813" y="6997"/>
                  </a:moveTo>
                  <a:lnTo>
                    <a:pt x="639508" y="3543"/>
                  </a:lnTo>
                  <a:lnTo>
                    <a:pt x="630720" y="4343"/>
                  </a:lnTo>
                  <a:lnTo>
                    <a:pt x="631037" y="7785"/>
                  </a:lnTo>
                  <a:lnTo>
                    <a:pt x="639813" y="6997"/>
                  </a:lnTo>
                  <a:close/>
                </a:path>
                <a:path w="679450" h="61594">
                  <a:moveTo>
                    <a:pt x="652894" y="5803"/>
                  </a:moveTo>
                  <a:lnTo>
                    <a:pt x="652576" y="2362"/>
                  </a:lnTo>
                  <a:lnTo>
                    <a:pt x="643801" y="3162"/>
                  </a:lnTo>
                  <a:lnTo>
                    <a:pt x="644105" y="6604"/>
                  </a:lnTo>
                  <a:lnTo>
                    <a:pt x="652894" y="5803"/>
                  </a:lnTo>
                  <a:close/>
                </a:path>
                <a:path w="679450" h="61594">
                  <a:moveTo>
                    <a:pt x="665975" y="4622"/>
                  </a:moveTo>
                  <a:lnTo>
                    <a:pt x="665657" y="1181"/>
                  </a:lnTo>
                  <a:lnTo>
                    <a:pt x="656882" y="1981"/>
                  </a:lnTo>
                  <a:lnTo>
                    <a:pt x="657199" y="5422"/>
                  </a:lnTo>
                  <a:lnTo>
                    <a:pt x="665975" y="4622"/>
                  </a:lnTo>
                  <a:close/>
                </a:path>
                <a:path w="679450" h="61594">
                  <a:moveTo>
                    <a:pt x="679056" y="3454"/>
                  </a:moveTo>
                  <a:lnTo>
                    <a:pt x="678738" y="0"/>
                  </a:lnTo>
                  <a:lnTo>
                    <a:pt x="669963" y="787"/>
                  </a:lnTo>
                  <a:lnTo>
                    <a:pt x="670267" y="4241"/>
                  </a:lnTo>
                  <a:lnTo>
                    <a:pt x="679056" y="3454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" name="object 20"/>
            <p:cNvSpPr/>
            <p:nvPr/>
          </p:nvSpPr>
          <p:spPr>
            <a:xfrm>
              <a:off x="1639557" y="1023556"/>
              <a:ext cx="373380" cy="26670"/>
            </a:xfrm>
            <a:custGeom>
              <a:avLst/>
              <a:gdLst/>
              <a:ahLst/>
              <a:cxnLst/>
              <a:rect l="l" t="t" r="r" b="b"/>
              <a:pathLst>
                <a:path w="373380" h="26669">
                  <a:moveTo>
                    <a:pt x="9271" y="25628"/>
                  </a:moveTo>
                  <a:lnTo>
                    <a:pt x="9055" y="22186"/>
                  </a:lnTo>
                  <a:lnTo>
                    <a:pt x="0" y="22733"/>
                  </a:lnTo>
                  <a:lnTo>
                    <a:pt x="215" y="26187"/>
                  </a:lnTo>
                  <a:lnTo>
                    <a:pt x="9271" y="25628"/>
                  </a:lnTo>
                  <a:close/>
                </a:path>
                <a:path w="373380" h="26669">
                  <a:moveTo>
                    <a:pt x="22745" y="24815"/>
                  </a:moveTo>
                  <a:lnTo>
                    <a:pt x="22542" y="21361"/>
                  </a:lnTo>
                  <a:lnTo>
                    <a:pt x="13487" y="21907"/>
                  </a:lnTo>
                  <a:lnTo>
                    <a:pt x="13703" y="25361"/>
                  </a:lnTo>
                  <a:lnTo>
                    <a:pt x="22745" y="24815"/>
                  </a:lnTo>
                  <a:close/>
                </a:path>
                <a:path w="373380" h="26669">
                  <a:moveTo>
                    <a:pt x="36233" y="23990"/>
                  </a:moveTo>
                  <a:lnTo>
                    <a:pt x="36029" y="20535"/>
                  </a:lnTo>
                  <a:lnTo>
                    <a:pt x="26974" y="21082"/>
                  </a:lnTo>
                  <a:lnTo>
                    <a:pt x="27178" y="24549"/>
                  </a:lnTo>
                  <a:lnTo>
                    <a:pt x="36233" y="23990"/>
                  </a:lnTo>
                  <a:close/>
                </a:path>
                <a:path w="373380" h="26669">
                  <a:moveTo>
                    <a:pt x="49720" y="23177"/>
                  </a:moveTo>
                  <a:lnTo>
                    <a:pt x="49517" y="19723"/>
                  </a:lnTo>
                  <a:lnTo>
                    <a:pt x="40462" y="20269"/>
                  </a:lnTo>
                  <a:lnTo>
                    <a:pt x="40665" y="23723"/>
                  </a:lnTo>
                  <a:lnTo>
                    <a:pt x="49720" y="23177"/>
                  </a:lnTo>
                  <a:close/>
                </a:path>
                <a:path w="373380" h="26669">
                  <a:moveTo>
                    <a:pt x="63207" y="22352"/>
                  </a:moveTo>
                  <a:lnTo>
                    <a:pt x="62992" y="18897"/>
                  </a:lnTo>
                  <a:lnTo>
                    <a:pt x="53936" y="19443"/>
                  </a:lnTo>
                  <a:lnTo>
                    <a:pt x="54152" y="22898"/>
                  </a:lnTo>
                  <a:lnTo>
                    <a:pt x="63207" y="22352"/>
                  </a:lnTo>
                  <a:close/>
                </a:path>
                <a:path w="373380" h="26669">
                  <a:moveTo>
                    <a:pt x="76682" y="21526"/>
                  </a:moveTo>
                  <a:lnTo>
                    <a:pt x="76479" y="18072"/>
                  </a:lnTo>
                  <a:lnTo>
                    <a:pt x="67424" y="18630"/>
                  </a:lnTo>
                  <a:lnTo>
                    <a:pt x="67640" y="22072"/>
                  </a:lnTo>
                  <a:lnTo>
                    <a:pt x="76682" y="21526"/>
                  </a:lnTo>
                  <a:close/>
                </a:path>
                <a:path w="373380" h="26669">
                  <a:moveTo>
                    <a:pt x="90170" y="20701"/>
                  </a:moveTo>
                  <a:lnTo>
                    <a:pt x="89954" y="17246"/>
                  </a:lnTo>
                  <a:lnTo>
                    <a:pt x="80911" y="17805"/>
                  </a:lnTo>
                  <a:lnTo>
                    <a:pt x="81114" y="21259"/>
                  </a:lnTo>
                  <a:lnTo>
                    <a:pt x="90170" y="20701"/>
                  </a:lnTo>
                  <a:close/>
                </a:path>
                <a:path w="373380" h="26669">
                  <a:moveTo>
                    <a:pt x="103657" y="19875"/>
                  </a:moveTo>
                  <a:lnTo>
                    <a:pt x="103454" y="16421"/>
                  </a:lnTo>
                  <a:lnTo>
                    <a:pt x="94386" y="16979"/>
                  </a:lnTo>
                  <a:lnTo>
                    <a:pt x="94602" y="20434"/>
                  </a:lnTo>
                  <a:lnTo>
                    <a:pt x="103657" y="19875"/>
                  </a:lnTo>
                  <a:close/>
                </a:path>
                <a:path w="373380" h="26669">
                  <a:moveTo>
                    <a:pt x="117144" y="19062"/>
                  </a:moveTo>
                  <a:lnTo>
                    <a:pt x="116928" y="15608"/>
                  </a:lnTo>
                  <a:lnTo>
                    <a:pt x="107873" y="16154"/>
                  </a:lnTo>
                  <a:lnTo>
                    <a:pt x="108089" y="19608"/>
                  </a:lnTo>
                  <a:lnTo>
                    <a:pt x="117144" y="19062"/>
                  </a:lnTo>
                  <a:close/>
                </a:path>
                <a:path w="373380" h="26669">
                  <a:moveTo>
                    <a:pt x="130619" y="18237"/>
                  </a:moveTo>
                  <a:lnTo>
                    <a:pt x="130416" y="14782"/>
                  </a:lnTo>
                  <a:lnTo>
                    <a:pt x="121361" y="15341"/>
                  </a:lnTo>
                  <a:lnTo>
                    <a:pt x="121564" y="18796"/>
                  </a:lnTo>
                  <a:lnTo>
                    <a:pt x="130619" y="18237"/>
                  </a:lnTo>
                  <a:close/>
                </a:path>
                <a:path w="373380" h="26669">
                  <a:moveTo>
                    <a:pt x="144106" y="17411"/>
                  </a:moveTo>
                  <a:lnTo>
                    <a:pt x="143903" y="13970"/>
                  </a:lnTo>
                  <a:lnTo>
                    <a:pt x="134848" y="14516"/>
                  </a:lnTo>
                  <a:lnTo>
                    <a:pt x="135051" y="17970"/>
                  </a:lnTo>
                  <a:lnTo>
                    <a:pt x="144106" y="17411"/>
                  </a:lnTo>
                  <a:close/>
                </a:path>
                <a:path w="373380" h="26669">
                  <a:moveTo>
                    <a:pt x="157594" y="16598"/>
                  </a:moveTo>
                  <a:lnTo>
                    <a:pt x="157378" y="13144"/>
                  </a:lnTo>
                  <a:lnTo>
                    <a:pt x="148323" y="13690"/>
                  </a:lnTo>
                  <a:lnTo>
                    <a:pt x="148539" y="17145"/>
                  </a:lnTo>
                  <a:lnTo>
                    <a:pt x="157594" y="16598"/>
                  </a:lnTo>
                  <a:close/>
                </a:path>
                <a:path w="373380" h="26669">
                  <a:moveTo>
                    <a:pt x="171069" y="15773"/>
                  </a:moveTo>
                  <a:lnTo>
                    <a:pt x="170865" y="12319"/>
                  </a:lnTo>
                  <a:lnTo>
                    <a:pt x="161810" y="12865"/>
                  </a:lnTo>
                  <a:lnTo>
                    <a:pt x="162026" y="16319"/>
                  </a:lnTo>
                  <a:lnTo>
                    <a:pt x="171069" y="15773"/>
                  </a:lnTo>
                  <a:close/>
                </a:path>
                <a:path w="373380" h="26669">
                  <a:moveTo>
                    <a:pt x="184556" y="14947"/>
                  </a:moveTo>
                  <a:lnTo>
                    <a:pt x="184353" y="11493"/>
                  </a:lnTo>
                  <a:lnTo>
                    <a:pt x="175298" y="12052"/>
                  </a:lnTo>
                  <a:lnTo>
                    <a:pt x="175501" y="15506"/>
                  </a:lnTo>
                  <a:lnTo>
                    <a:pt x="184556" y="14947"/>
                  </a:lnTo>
                  <a:close/>
                </a:path>
                <a:path w="373380" h="26669">
                  <a:moveTo>
                    <a:pt x="198043" y="14135"/>
                  </a:moveTo>
                  <a:lnTo>
                    <a:pt x="197840" y="10680"/>
                  </a:lnTo>
                  <a:lnTo>
                    <a:pt x="188772" y="11226"/>
                  </a:lnTo>
                  <a:lnTo>
                    <a:pt x="188988" y="14681"/>
                  </a:lnTo>
                  <a:lnTo>
                    <a:pt x="198043" y="14135"/>
                  </a:lnTo>
                  <a:close/>
                </a:path>
                <a:path w="373380" h="26669">
                  <a:moveTo>
                    <a:pt x="211531" y="13309"/>
                  </a:moveTo>
                  <a:lnTo>
                    <a:pt x="211315" y="9855"/>
                  </a:lnTo>
                  <a:lnTo>
                    <a:pt x="202260" y="10414"/>
                  </a:lnTo>
                  <a:lnTo>
                    <a:pt x="202476" y="13868"/>
                  </a:lnTo>
                  <a:lnTo>
                    <a:pt x="211531" y="13309"/>
                  </a:lnTo>
                  <a:close/>
                </a:path>
                <a:path w="373380" h="26669">
                  <a:moveTo>
                    <a:pt x="225005" y="12484"/>
                  </a:moveTo>
                  <a:lnTo>
                    <a:pt x="224802" y="9029"/>
                  </a:lnTo>
                  <a:lnTo>
                    <a:pt x="215747" y="9588"/>
                  </a:lnTo>
                  <a:lnTo>
                    <a:pt x="215950" y="13042"/>
                  </a:lnTo>
                  <a:lnTo>
                    <a:pt x="225005" y="12484"/>
                  </a:lnTo>
                  <a:close/>
                </a:path>
                <a:path w="373380" h="26669">
                  <a:moveTo>
                    <a:pt x="238493" y="11658"/>
                  </a:moveTo>
                  <a:lnTo>
                    <a:pt x="238290" y="8204"/>
                  </a:lnTo>
                  <a:lnTo>
                    <a:pt x="229235" y="8763"/>
                  </a:lnTo>
                  <a:lnTo>
                    <a:pt x="229438" y="12217"/>
                  </a:lnTo>
                  <a:lnTo>
                    <a:pt x="238493" y="11658"/>
                  </a:lnTo>
                  <a:close/>
                </a:path>
                <a:path w="373380" h="26669">
                  <a:moveTo>
                    <a:pt x="251980" y="10845"/>
                  </a:moveTo>
                  <a:lnTo>
                    <a:pt x="251764" y="7391"/>
                  </a:lnTo>
                  <a:lnTo>
                    <a:pt x="242709" y="7937"/>
                  </a:lnTo>
                  <a:lnTo>
                    <a:pt x="242925" y="11391"/>
                  </a:lnTo>
                  <a:lnTo>
                    <a:pt x="251980" y="10845"/>
                  </a:lnTo>
                  <a:close/>
                </a:path>
                <a:path w="373380" h="26669">
                  <a:moveTo>
                    <a:pt x="265468" y="10020"/>
                  </a:moveTo>
                  <a:lnTo>
                    <a:pt x="265252" y="6565"/>
                  </a:lnTo>
                  <a:lnTo>
                    <a:pt x="256197" y="7112"/>
                  </a:lnTo>
                  <a:lnTo>
                    <a:pt x="256413" y="10566"/>
                  </a:lnTo>
                  <a:lnTo>
                    <a:pt x="265468" y="10020"/>
                  </a:lnTo>
                  <a:close/>
                </a:path>
                <a:path w="373380" h="26669">
                  <a:moveTo>
                    <a:pt x="278942" y="9207"/>
                  </a:moveTo>
                  <a:lnTo>
                    <a:pt x="278739" y="5740"/>
                  </a:lnTo>
                  <a:lnTo>
                    <a:pt x="269684" y="6299"/>
                  </a:lnTo>
                  <a:lnTo>
                    <a:pt x="269887" y="9753"/>
                  </a:lnTo>
                  <a:lnTo>
                    <a:pt x="278942" y="9207"/>
                  </a:lnTo>
                  <a:close/>
                </a:path>
                <a:path w="373380" h="26669">
                  <a:moveTo>
                    <a:pt x="292430" y="8382"/>
                  </a:moveTo>
                  <a:lnTo>
                    <a:pt x="292227" y="4927"/>
                  </a:lnTo>
                  <a:lnTo>
                    <a:pt x="283171" y="5473"/>
                  </a:lnTo>
                  <a:lnTo>
                    <a:pt x="283375" y="8928"/>
                  </a:lnTo>
                  <a:lnTo>
                    <a:pt x="292430" y="8382"/>
                  </a:lnTo>
                  <a:close/>
                </a:path>
                <a:path w="373380" h="26669">
                  <a:moveTo>
                    <a:pt x="305917" y="7556"/>
                  </a:moveTo>
                  <a:lnTo>
                    <a:pt x="305701" y="4102"/>
                  </a:lnTo>
                  <a:lnTo>
                    <a:pt x="296646" y="4660"/>
                  </a:lnTo>
                  <a:lnTo>
                    <a:pt x="296862" y="8102"/>
                  </a:lnTo>
                  <a:lnTo>
                    <a:pt x="305917" y="7556"/>
                  </a:lnTo>
                  <a:close/>
                </a:path>
                <a:path w="373380" h="26669">
                  <a:moveTo>
                    <a:pt x="319405" y="6731"/>
                  </a:moveTo>
                  <a:lnTo>
                    <a:pt x="319189" y="3276"/>
                  </a:lnTo>
                  <a:lnTo>
                    <a:pt x="310134" y="3835"/>
                  </a:lnTo>
                  <a:lnTo>
                    <a:pt x="310337" y="7289"/>
                  </a:lnTo>
                  <a:lnTo>
                    <a:pt x="319405" y="6731"/>
                  </a:lnTo>
                  <a:close/>
                </a:path>
                <a:path w="373380" h="26669">
                  <a:moveTo>
                    <a:pt x="332879" y="5905"/>
                  </a:moveTo>
                  <a:lnTo>
                    <a:pt x="332676" y="2451"/>
                  </a:lnTo>
                  <a:lnTo>
                    <a:pt x="323621" y="3009"/>
                  </a:lnTo>
                  <a:lnTo>
                    <a:pt x="323824" y="6464"/>
                  </a:lnTo>
                  <a:lnTo>
                    <a:pt x="332879" y="5905"/>
                  </a:lnTo>
                  <a:close/>
                </a:path>
                <a:path w="373380" h="26669">
                  <a:moveTo>
                    <a:pt x="346367" y="5092"/>
                  </a:moveTo>
                  <a:lnTo>
                    <a:pt x="346151" y="1638"/>
                  </a:lnTo>
                  <a:lnTo>
                    <a:pt x="337096" y="2184"/>
                  </a:lnTo>
                  <a:lnTo>
                    <a:pt x="337312" y="5638"/>
                  </a:lnTo>
                  <a:lnTo>
                    <a:pt x="346367" y="5092"/>
                  </a:lnTo>
                  <a:close/>
                </a:path>
                <a:path w="373380" h="26669">
                  <a:moveTo>
                    <a:pt x="359854" y="4267"/>
                  </a:moveTo>
                  <a:lnTo>
                    <a:pt x="359638" y="812"/>
                  </a:lnTo>
                  <a:lnTo>
                    <a:pt x="350583" y="1358"/>
                  </a:lnTo>
                  <a:lnTo>
                    <a:pt x="350799" y="4826"/>
                  </a:lnTo>
                  <a:lnTo>
                    <a:pt x="359854" y="4267"/>
                  </a:lnTo>
                  <a:close/>
                </a:path>
                <a:path w="373380" h="26669">
                  <a:moveTo>
                    <a:pt x="373329" y="3441"/>
                  </a:moveTo>
                  <a:lnTo>
                    <a:pt x="373126" y="0"/>
                  </a:lnTo>
                  <a:lnTo>
                    <a:pt x="364070" y="546"/>
                  </a:lnTo>
                  <a:lnTo>
                    <a:pt x="364286" y="4000"/>
                  </a:lnTo>
                  <a:lnTo>
                    <a:pt x="373329" y="3441"/>
                  </a:lnTo>
                  <a:close/>
                </a:path>
              </a:pathLst>
            </a:custGeom>
            <a:solidFill>
              <a:srgbClr val="CBDB2A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" name="object 21"/>
            <p:cNvSpPr/>
            <p:nvPr/>
          </p:nvSpPr>
          <p:spPr>
            <a:xfrm>
              <a:off x="1285504" y="840166"/>
              <a:ext cx="171450" cy="259079"/>
            </a:xfrm>
            <a:custGeom>
              <a:avLst/>
              <a:gdLst/>
              <a:ahLst/>
              <a:cxnLst/>
              <a:rect l="l" t="t" r="r" b="b"/>
              <a:pathLst>
                <a:path w="171450" h="259080">
                  <a:moveTo>
                    <a:pt x="43042" y="0"/>
                  </a:moveTo>
                  <a:lnTo>
                    <a:pt x="11985" y="27116"/>
                  </a:lnTo>
                  <a:lnTo>
                    <a:pt x="3182" y="70882"/>
                  </a:lnTo>
                  <a:lnTo>
                    <a:pt x="2523" y="86455"/>
                  </a:lnTo>
                  <a:lnTo>
                    <a:pt x="3851" y="114937"/>
                  </a:lnTo>
                  <a:lnTo>
                    <a:pt x="3501" y="136648"/>
                  </a:lnTo>
                  <a:lnTo>
                    <a:pt x="2183" y="161814"/>
                  </a:lnTo>
                  <a:lnTo>
                    <a:pt x="0" y="187547"/>
                  </a:lnTo>
                  <a:lnTo>
                    <a:pt x="347" y="211955"/>
                  </a:lnTo>
                  <a:lnTo>
                    <a:pt x="5911" y="233505"/>
                  </a:lnTo>
                  <a:lnTo>
                    <a:pt x="15744" y="249863"/>
                  </a:lnTo>
                  <a:lnTo>
                    <a:pt x="28898" y="258696"/>
                  </a:lnTo>
                  <a:lnTo>
                    <a:pt x="45501" y="258549"/>
                  </a:lnTo>
                  <a:lnTo>
                    <a:pt x="84190" y="235829"/>
                  </a:lnTo>
                  <a:lnTo>
                    <a:pt x="133912" y="170189"/>
                  </a:lnTo>
                  <a:lnTo>
                    <a:pt x="160371" y="120015"/>
                  </a:lnTo>
                  <a:lnTo>
                    <a:pt x="171376" y="73870"/>
                  </a:lnTo>
                  <a:lnTo>
                    <a:pt x="166517" y="55644"/>
                  </a:lnTo>
                  <a:lnTo>
                    <a:pt x="133708" y="22955"/>
                  </a:lnTo>
                  <a:lnTo>
                    <a:pt x="84597" y="6032"/>
                  </a:lnTo>
                  <a:lnTo>
                    <a:pt x="61491" y="1735"/>
                  </a:lnTo>
                  <a:lnTo>
                    <a:pt x="43042" y="0"/>
                  </a:lnTo>
                  <a:close/>
                </a:path>
              </a:pathLst>
            </a:custGeom>
            <a:solidFill>
              <a:srgbClr val="A97B5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" name="object 22"/>
            <p:cNvSpPr/>
            <p:nvPr/>
          </p:nvSpPr>
          <p:spPr>
            <a:xfrm>
              <a:off x="1285504" y="840167"/>
              <a:ext cx="171450" cy="259079"/>
            </a:xfrm>
            <a:custGeom>
              <a:avLst/>
              <a:gdLst/>
              <a:ahLst/>
              <a:cxnLst/>
              <a:rect l="l" t="t" r="r" b="b"/>
              <a:pathLst>
                <a:path w="171450" h="259080">
                  <a:moveTo>
                    <a:pt x="7701" y="40147"/>
                  </a:moveTo>
                  <a:lnTo>
                    <a:pt x="4959" y="54796"/>
                  </a:lnTo>
                  <a:lnTo>
                    <a:pt x="3182" y="70882"/>
                  </a:lnTo>
                  <a:lnTo>
                    <a:pt x="2523" y="86455"/>
                  </a:lnTo>
                  <a:lnTo>
                    <a:pt x="3130" y="99567"/>
                  </a:lnTo>
                  <a:lnTo>
                    <a:pt x="3851" y="114937"/>
                  </a:lnTo>
                  <a:lnTo>
                    <a:pt x="3501" y="136648"/>
                  </a:lnTo>
                  <a:lnTo>
                    <a:pt x="2183" y="161815"/>
                  </a:lnTo>
                  <a:lnTo>
                    <a:pt x="0" y="187547"/>
                  </a:lnTo>
                  <a:lnTo>
                    <a:pt x="347" y="211955"/>
                  </a:lnTo>
                  <a:lnTo>
                    <a:pt x="5911" y="233505"/>
                  </a:lnTo>
                  <a:lnTo>
                    <a:pt x="15743" y="249864"/>
                  </a:lnTo>
                  <a:lnTo>
                    <a:pt x="28898" y="258696"/>
                  </a:lnTo>
                  <a:lnTo>
                    <a:pt x="45501" y="258549"/>
                  </a:lnTo>
                  <a:lnTo>
                    <a:pt x="84190" y="235830"/>
                  </a:lnTo>
                  <a:lnTo>
                    <a:pt x="133912" y="170189"/>
                  </a:lnTo>
                  <a:lnTo>
                    <a:pt x="160371" y="120016"/>
                  </a:lnTo>
                  <a:lnTo>
                    <a:pt x="171376" y="73870"/>
                  </a:lnTo>
                  <a:lnTo>
                    <a:pt x="166517" y="55645"/>
                  </a:lnTo>
                  <a:lnTo>
                    <a:pt x="133708" y="22956"/>
                  </a:lnTo>
                  <a:lnTo>
                    <a:pt x="84596" y="6032"/>
                  </a:lnTo>
                  <a:lnTo>
                    <a:pt x="43042" y="0"/>
                  </a:lnTo>
                  <a:lnTo>
                    <a:pt x="31807" y="1196"/>
                  </a:lnTo>
                  <a:lnTo>
                    <a:pt x="24828" y="6362"/>
                  </a:lnTo>
                  <a:lnTo>
                    <a:pt x="17957" y="15428"/>
                  </a:lnTo>
                  <a:lnTo>
                    <a:pt x="11985" y="27116"/>
                  </a:lnTo>
                  <a:lnTo>
                    <a:pt x="7701" y="40147"/>
                  </a:lnTo>
                  <a:close/>
                </a:path>
              </a:pathLst>
            </a:custGeom>
            <a:ln w="6493">
              <a:solidFill>
                <a:srgbClr val="A97B5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3" name="object 23"/>
            <p:cNvSpPr/>
            <p:nvPr/>
          </p:nvSpPr>
          <p:spPr>
            <a:xfrm>
              <a:off x="1075594" y="981467"/>
              <a:ext cx="285750" cy="152400"/>
            </a:xfrm>
            <a:custGeom>
              <a:avLst/>
              <a:gdLst/>
              <a:ahLst/>
              <a:cxnLst/>
              <a:rect l="l" t="t" r="r" b="b"/>
              <a:pathLst>
                <a:path w="285750" h="152400">
                  <a:moveTo>
                    <a:pt x="130991" y="0"/>
                  </a:moveTo>
                  <a:lnTo>
                    <a:pt x="69745" y="7174"/>
                  </a:lnTo>
                  <a:lnTo>
                    <a:pt x="19819" y="37481"/>
                  </a:lnTo>
                  <a:lnTo>
                    <a:pt x="0" y="77355"/>
                  </a:lnTo>
                  <a:lnTo>
                    <a:pt x="4036" y="97236"/>
                  </a:lnTo>
                  <a:lnTo>
                    <a:pt x="36322" y="131209"/>
                  </a:lnTo>
                  <a:lnTo>
                    <a:pt x="97971" y="148491"/>
                  </a:lnTo>
                  <a:lnTo>
                    <a:pt x="165808" y="152118"/>
                  </a:lnTo>
                  <a:lnTo>
                    <a:pt x="195754" y="149886"/>
                  </a:lnTo>
                  <a:lnTo>
                    <a:pt x="241935" y="140083"/>
                  </a:lnTo>
                  <a:lnTo>
                    <a:pt x="278722" y="112180"/>
                  </a:lnTo>
                  <a:lnTo>
                    <a:pt x="285631" y="94616"/>
                  </a:lnTo>
                  <a:lnTo>
                    <a:pt x="282719" y="75836"/>
                  </a:lnTo>
                  <a:lnTo>
                    <a:pt x="253166" y="39723"/>
                  </a:lnTo>
                  <a:lnTo>
                    <a:pt x="191624" y="11240"/>
                  </a:lnTo>
                  <a:lnTo>
                    <a:pt x="130991" y="0"/>
                  </a:lnTo>
                  <a:close/>
                </a:path>
              </a:pathLst>
            </a:custGeom>
            <a:solidFill>
              <a:srgbClr val="CBDB2A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5594" y="981467"/>
              <a:ext cx="285750" cy="152400"/>
            </a:xfrm>
            <a:custGeom>
              <a:avLst/>
              <a:gdLst/>
              <a:ahLst/>
              <a:cxnLst/>
              <a:rect l="l" t="t" r="r" b="b"/>
              <a:pathLst>
                <a:path w="285750" h="152400">
                  <a:moveTo>
                    <a:pt x="0" y="77355"/>
                  </a:moveTo>
                  <a:lnTo>
                    <a:pt x="16806" y="115885"/>
                  </a:lnTo>
                  <a:lnTo>
                    <a:pt x="60595" y="141113"/>
                  </a:lnTo>
                  <a:lnTo>
                    <a:pt x="131821" y="151578"/>
                  </a:lnTo>
                  <a:lnTo>
                    <a:pt x="165808" y="152118"/>
                  </a:lnTo>
                  <a:lnTo>
                    <a:pt x="195754" y="149886"/>
                  </a:lnTo>
                  <a:lnTo>
                    <a:pt x="241935" y="140082"/>
                  </a:lnTo>
                  <a:lnTo>
                    <a:pt x="278722" y="112180"/>
                  </a:lnTo>
                  <a:lnTo>
                    <a:pt x="285631" y="94616"/>
                  </a:lnTo>
                  <a:lnTo>
                    <a:pt x="282719" y="75836"/>
                  </a:lnTo>
                  <a:lnTo>
                    <a:pt x="253165" y="39723"/>
                  </a:lnTo>
                  <a:lnTo>
                    <a:pt x="191624" y="11240"/>
                  </a:lnTo>
                  <a:lnTo>
                    <a:pt x="130991" y="0"/>
                  </a:lnTo>
                  <a:lnTo>
                    <a:pt x="98445" y="1219"/>
                  </a:lnTo>
                  <a:lnTo>
                    <a:pt x="39949" y="20709"/>
                  </a:lnTo>
                  <a:lnTo>
                    <a:pt x="5802" y="57111"/>
                  </a:lnTo>
                  <a:lnTo>
                    <a:pt x="0" y="77355"/>
                  </a:lnTo>
                  <a:close/>
                </a:path>
              </a:pathLst>
            </a:custGeom>
            <a:ln w="6493">
              <a:solidFill>
                <a:srgbClr val="D7DF23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3375" y="761643"/>
              <a:ext cx="187325" cy="162560"/>
            </a:xfrm>
            <a:custGeom>
              <a:avLst/>
              <a:gdLst/>
              <a:ahLst/>
              <a:cxnLst/>
              <a:rect l="l" t="t" r="r" b="b"/>
              <a:pathLst>
                <a:path w="187325" h="162559">
                  <a:moveTo>
                    <a:pt x="101591" y="0"/>
                  </a:moveTo>
                  <a:lnTo>
                    <a:pt x="62043" y="11064"/>
                  </a:lnTo>
                  <a:lnTo>
                    <a:pt x="26157" y="32216"/>
                  </a:lnTo>
                  <a:lnTo>
                    <a:pt x="4810" y="66090"/>
                  </a:lnTo>
                  <a:lnTo>
                    <a:pt x="0" y="87170"/>
                  </a:lnTo>
                  <a:lnTo>
                    <a:pt x="233" y="107709"/>
                  </a:lnTo>
                  <a:lnTo>
                    <a:pt x="21624" y="142912"/>
                  </a:lnTo>
                  <a:lnTo>
                    <a:pt x="62711" y="161336"/>
                  </a:lnTo>
                  <a:lnTo>
                    <a:pt x="86989" y="162170"/>
                  </a:lnTo>
                  <a:lnTo>
                    <a:pt x="112349" y="159649"/>
                  </a:lnTo>
                  <a:lnTo>
                    <a:pt x="154296" y="146497"/>
                  </a:lnTo>
                  <a:lnTo>
                    <a:pt x="185714" y="104915"/>
                  </a:lnTo>
                  <a:lnTo>
                    <a:pt x="187208" y="89305"/>
                  </a:lnTo>
                  <a:lnTo>
                    <a:pt x="184252" y="73113"/>
                  </a:lnTo>
                  <a:lnTo>
                    <a:pt x="163693" y="24787"/>
                  </a:lnTo>
                  <a:lnTo>
                    <a:pt x="119533" y="760"/>
                  </a:lnTo>
                  <a:lnTo>
                    <a:pt x="101591" y="0"/>
                  </a:lnTo>
                  <a:close/>
                </a:path>
              </a:pathLst>
            </a:custGeom>
            <a:solidFill>
              <a:srgbClr val="6DC8B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6" name="object 26"/>
            <p:cNvSpPr/>
            <p:nvPr/>
          </p:nvSpPr>
          <p:spPr>
            <a:xfrm>
              <a:off x="1575342" y="964254"/>
              <a:ext cx="245110" cy="212725"/>
            </a:xfrm>
            <a:custGeom>
              <a:avLst/>
              <a:gdLst/>
              <a:ahLst/>
              <a:cxnLst/>
              <a:rect l="l" t="t" r="r" b="b"/>
              <a:pathLst>
                <a:path w="245110" h="212725">
                  <a:moveTo>
                    <a:pt x="101758" y="0"/>
                  </a:moveTo>
                  <a:lnTo>
                    <a:pt x="64142" y="37254"/>
                  </a:lnTo>
                  <a:lnTo>
                    <a:pt x="21843" y="108885"/>
                  </a:lnTo>
                  <a:lnTo>
                    <a:pt x="2855" y="156907"/>
                  </a:lnTo>
                  <a:lnTo>
                    <a:pt x="0" y="177889"/>
                  </a:lnTo>
                  <a:lnTo>
                    <a:pt x="2419" y="193163"/>
                  </a:lnTo>
                  <a:lnTo>
                    <a:pt x="12435" y="203147"/>
                  </a:lnTo>
                  <a:lnTo>
                    <a:pt x="30261" y="209723"/>
                  </a:lnTo>
                  <a:lnTo>
                    <a:pt x="53376" y="212324"/>
                  </a:lnTo>
                  <a:lnTo>
                    <a:pt x="79256" y="210385"/>
                  </a:lnTo>
                  <a:lnTo>
                    <a:pt x="172354" y="194903"/>
                  </a:lnTo>
                  <a:lnTo>
                    <a:pt x="220138" y="178559"/>
                  </a:lnTo>
                  <a:lnTo>
                    <a:pt x="245074" y="154232"/>
                  </a:lnTo>
                  <a:lnTo>
                    <a:pt x="244738" y="139026"/>
                  </a:lnTo>
                  <a:lnTo>
                    <a:pt x="224390" y="99070"/>
                  </a:lnTo>
                  <a:lnTo>
                    <a:pt x="168055" y="41970"/>
                  </a:lnTo>
                  <a:lnTo>
                    <a:pt x="129257" y="11090"/>
                  </a:lnTo>
                  <a:lnTo>
                    <a:pt x="101758" y="0"/>
                  </a:lnTo>
                  <a:close/>
                </a:path>
              </a:pathLst>
            </a:custGeom>
            <a:solidFill>
              <a:srgbClr val="EF4136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7" name="object 27"/>
            <p:cNvSpPr/>
            <p:nvPr/>
          </p:nvSpPr>
          <p:spPr>
            <a:xfrm>
              <a:off x="1575342" y="964255"/>
              <a:ext cx="245110" cy="212725"/>
            </a:xfrm>
            <a:custGeom>
              <a:avLst/>
              <a:gdLst/>
              <a:ahLst/>
              <a:cxnLst/>
              <a:rect l="l" t="t" r="r" b="b"/>
              <a:pathLst>
                <a:path w="245110" h="212725">
                  <a:moveTo>
                    <a:pt x="206882" y="79239"/>
                  </a:moveTo>
                  <a:lnTo>
                    <a:pt x="224390" y="99070"/>
                  </a:lnTo>
                  <a:lnTo>
                    <a:pt x="237426" y="119818"/>
                  </a:lnTo>
                  <a:lnTo>
                    <a:pt x="244738" y="139026"/>
                  </a:lnTo>
                  <a:lnTo>
                    <a:pt x="245074" y="154232"/>
                  </a:lnTo>
                  <a:lnTo>
                    <a:pt x="236654" y="166726"/>
                  </a:lnTo>
                  <a:lnTo>
                    <a:pt x="197909" y="188396"/>
                  </a:lnTo>
                  <a:lnTo>
                    <a:pt x="79256" y="210385"/>
                  </a:lnTo>
                  <a:lnTo>
                    <a:pt x="53376" y="212324"/>
                  </a:lnTo>
                  <a:lnTo>
                    <a:pt x="30261" y="209723"/>
                  </a:lnTo>
                  <a:lnTo>
                    <a:pt x="12435" y="203147"/>
                  </a:lnTo>
                  <a:lnTo>
                    <a:pt x="2419" y="193163"/>
                  </a:lnTo>
                  <a:lnTo>
                    <a:pt x="0" y="177889"/>
                  </a:lnTo>
                  <a:lnTo>
                    <a:pt x="2855" y="156907"/>
                  </a:lnTo>
                  <a:lnTo>
                    <a:pt x="21843" y="108884"/>
                  </a:lnTo>
                  <a:lnTo>
                    <a:pt x="50105" y="59387"/>
                  </a:lnTo>
                  <a:lnTo>
                    <a:pt x="78561" y="18679"/>
                  </a:lnTo>
                  <a:lnTo>
                    <a:pt x="101758" y="0"/>
                  </a:lnTo>
                  <a:lnTo>
                    <a:pt x="113006" y="2383"/>
                  </a:lnTo>
                  <a:lnTo>
                    <a:pt x="129257" y="11090"/>
                  </a:lnTo>
                  <a:lnTo>
                    <a:pt x="148332" y="24745"/>
                  </a:lnTo>
                  <a:lnTo>
                    <a:pt x="168055" y="41970"/>
                  </a:lnTo>
                  <a:lnTo>
                    <a:pt x="206882" y="79239"/>
                  </a:lnTo>
                  <a:close/>
                </a:path>
              </a:pathLst>
            </a:custGeom>
            <a:ln w="6493">
              <a:solidFill>
                <a:srgbClr val="EF4136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0979" y="822211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30979" y="822212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0" name="object 30"/>
            <p:cNvSpPr/>
            <p:nvPr/>
          </p:nvSpPr>
          <p:spPr>
            <a:xfrm>
              <a:off x="1122862" y="77037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1" name="object 31"/>
            <p:cNvSpPr/>
            <p:nvPr/>
          </p:nvSpPr>
          <p:spPr>
            <a:xfrm>
              <a:off x="1122862" y="77037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2" name="object 32"/>
            <p:cNvSpPr/>
            <p:nvPr/>
          </p:nvSpPr>
          <p:spPr>
            <a:xfrm>
              <a:off x="1089365" y="1016815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3" name="object 33"/>
            <p:cNvSpPr/>
            <p:nvPr/>
          </p:nvSpPr>
          <p:spPr>
            <a:xfrm>
              <a:off x="1089365" y="1016816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4" name="object 34"/>
            <p:cNvSpPr/>
            <p:nvPr/>
          </p:nvSpPr>
          <p:spPr>
            <a:xfrm>
              <a:off x="1632572" y="1039860"/>
              <a:ext cx="35560" cy="69850"/>
            </a:xfrm>
            <a:custGeom>
              <a:avLst/>
              <a:gdLst/>
              <a:ahLst/>
              <a:cxnLst/>
              <a:rect l="l" t="t" r="r" b="b"/>
              <a:pathLst>
                <a:path w="35560" h="69850">
                  <a:moveTo>
                    <a:pt x="35541" y="0"/>
                  </a:moveTo>
                  <a:lnTo>
                    <a:pt x="0" y="69407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5" name="object 35"/>
            <p:cNvSpPr/>
            <p:nvPr/>
          </p:nvSpPr>
          <p:spPr>
            <a:xfrm>
              <a:off x="1705917" y="1032168"/>
              <a:ext cx="53340" cy="63500"/>
            </a:xfrm>
            <a:custGeom>
              <a:avLst/>
              <a:gdLst/>
              <a:ahLst/>
              <a:cxnLst/>
              <a:rect l="l" t="t" r="r" b="b"/>
              <a:pathLst>
                <a:path w="53339" h="63500">
                  <a:moveTo>
                    <a:pt x="0" y="0"/>
                  </a:moveTo>
                  <a:lnTo>
                    <a:pt x="52919" y="6342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6" name="object 36"/>
            <p:cNvSpPr/>
            <p:nvPr/>
          </p:nvSpPr>
          <p:spPr>
            <a:xfrm>
              <a:off x="1642378" y="1114383"/>
              <a:ext cx="108585" cy="15240"/>
            </a:xfrm>
            <a:custGeom>
              <a:avLst/>
              <a:gdLst/>
              <a:ahLst/>
              <a:cxnLst/>
              <a:rect l="l" t="t" r="r" b="b"/>
              <a:pathLst>
                <a:path w="108585" h="15240">
                  <a:moveTo>
                    <a:pt x="0" y="15156"/>
                  </a:moveTo>
                  <a:lnTo>
                    <a:pt x="108345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7" name="object 37"/>
            <p:cNvSpPr/>
            <p:nvPr/>
          </p:nvSpPr>
          <p:spPr>
            <a:xfrm>
              <a:off x="1304669" y="103930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8" name="object 38"/>
            <p:cNvSpPr/>
            <p:nvPr/>
          </p:nvSpPr>
          <p:spPr>
            <a:xfrm>
              <a:off x="1304669" y="103930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9" name="object 39"/>
            <p:cNvSpPr/>
            <p:nvPr/>
          </p:nvSpPr>
          <p:spPr>
            <a:xfrm>
              <a:off x="1446652" y="116531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0" name="object 40"/>
            <p:cNvSpPr/>
            <p:nvPr/>
          </p:nvSpPr>
          <p:spPr>
            <a:xfrm>
              <a:off x="1446652" y="1165315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1" name="object 41"/>
            <p:cNvSpPr/>
            <p:nvPr/>
          </p:nvSpPr>
          <p:spPr>
            <a:xfrm>
              <a:off x="1494171" y="1140300"/>
              <a:ext cx="96520" cy="36830"/>
            </a:xfrm>
            <a:custGeom>
              <a:avLst/>
              <a:gdLst/>
              <a:ahLst/>
              <a:cxnLst/>
              <a:rect l="l" t="t" r="r" b="b"/>
              <a:pathLst>
                <a:path w="96519" h="36830">
                  <a:moveTo>
                    <a:pt x="0" y="36626"/>
                  </a:moveTo>
                  <a:lnTo>
                    <a:pt x="96370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2" name="object 42"/>
            <p:cNvSpPr/>
            <p:nvPr/>
          </p:nvSpPr>
          <p:spPr>
            <a:xfrm>
              <a:off x="1590544" y="1103622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3" name="object 43"/>
            <p:cNvSpPr/>
            <p:nvPr/>
          </p:nvSpPr>
          <p:spPr>
            <a:xfrm>
              <a:off x="1590543" y="1103622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4" name="object 44"/>
            <p:cNvSpPr/>
            <p:nvPr/>
          </p:nvSpPr>
          <p:spPr>
            <a:xfrm>
              <a:off x="1657649" y="993167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5" name="object 45"/>
            <p:cNvSpPr/>
            <p:nvPr/>
          </p:nvSpPr>
          <p:spPr>
            <a:xfrm>
              <a:off x="1657649" y="993167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6" name="object 46"/>
            <p:cNvSpPr/>
            <p:nvPr/>
          </p:nvSpPr>
          <p:spPr>
            <a:xfrm>
              <a:off x="1115284" y="860902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7" name="object 47"/>
            <p:cNvSpPr/>
            <p:nvPr/>
          </p:nvSpPr>
          <p:spPr>
            <a:xfrm>
              <a:off x="1115283" y="860903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8" name="object 48"/>
            <p:cNvSpPr/>
            <p:nvPr/>
          </p:nvSpPr>
          <p:spPr>
            <a:xfrm>
              <a:off x="1184184" y="990897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9" name="object 49"/>
            <p:cNvSpPr/>
            <p:nvPr/>
          </p:nvSpPr>
          <p:spPr>
            <a:xfrm>
              <a:off x="1184184" y="990897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167121" y="1080912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1" name="object 51"/>
            <p:cNvSpPr/>
            <p:nvPr/>
          </p:nvSpPr>
          <p:spPr>
            <a:xfrm>
              <a:off x="1167121" y="1080912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2" name="object 52"/>
            <p:cNvSpPr/>
            <p:nvPr/>
          </p:nvSpPr>
          <p:spPr>
            <a:xfrm>
              <a:off x="1317854" y="93355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3" name="object 53"/>
            <p:cNvSpPr/>
            <p:nvPr/>
          </p:nvSpPr>
          <p:spPr>
            <a:xfrm>
              <a:off x="1317853" y="93355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4" name="object 54"/>
            <p:cNvSpPr/>
            <p:nvPr/>
          </p:nvSpPr>
          <p:spPr>
            <a:xfrm>
              <a:off x="1133162" y="1061467"/>
              <a:ext cx="38735" cy="31115"/>
            </a:xfrm>
            <a:custGeom>
              <a:avLst/>
              <a:gdLst/>
              <a:ahLst/>
              <a:cxnLst/>
              <a:rect l="l" t="t" r="r" b="b"/>
              <a:pathLst>
                <a:path w="38734" h="31115">
                  <a:moveTo>
                    <a:pt x="0" y="0"/>
                  </a:moveTo>
                  <a:lnTo>
                    <a:pt x="38424" y="3082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5" name="object 55"/>
            <p:cNvSpPr/>
            <p:nvPr/>
          </p:nvSpPr>
          <p:spPr>
            <a:xfrm>
              <a:off x="1138917" y="1016817"/>
              <a:ext cx="45720" cy="15875"/>
            </a:xfrm>
            <a:custGeom>
              <a:avLst/>
              <a:gdLst/>
              <a:ahLst/>
              <a:cxnLst/>
              <a:rect l="l" t="t" r="r" b="b"/>
              <a:pathLst>
                <a:path w="45719" h="15875">
                  <a:moveTo>
                    <a:pt x="0" y="15312"/>
                  </a:moveTo>
                  <a:lnTo>
                    <a:pt x="45263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6" name="object 56"/>
            <p:cNvSpPr/>
            <p:nvPr/>
          </p:nvSpPr>
          <p:spPr>
            <a:xfrm>
              <a:off x="1203951" y="1042733"/>
              <a:ext cx="6350" cy="40640"/>
            </a:xfrm>
            <a:custGeom>
              <a:avLst/>
              <a:gdLst/>
              <a:ahLst/>
              <a:cxnLst/>
              <a:rect l="l" t="t" r="r" b="b"/>
              <a:pathLst>
                <a:path w="6350" h="40640">
                  <a:moveTo>
                    <a:pt x="6149" y="0"/>
                  </a:moveTo>
                  <a:lnTo>
                    <a:pt x="0" y="40613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7" name="object 57"/>
            <p:cNvSpPr/>
            <p:nvPr/>
          </p:nvSpPr>
          <p:spPr>
            <a:xfrm>
              <a:off x="1356244" y="877618"/>
              <a:ext cx="41275" cy="15240"/>
            </a:xfrm>
            <a:custGeom>
              <a:avLst/>
              <a:gdLst/>
              <a:ahLst/>
              <a:cxnLst/>
              <a:rect l="l" t="t" r="r" b="b"/>
              <a:pathLst>
                <a:path w="41275" h="15240">
                  <a:moveTo>
                    <a:pt x="0" y="0"/>
                  </a:moveTo>
                  <a:lnTo>
                    <a:pt x="41184" y="14624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8" name="object 58"/>
            <p:cNvSpPr/>
            <p:nvPr/>
          </p:nvSpPr>
          <p:spPr>
            <a:xfrm>
              <a:off x="1330584" y="899968"/>
              <a:ext cx="6350" cy="34925"/>
            </a:xfrm>
            <a:custGeom>
              <a:avLst/>
              <a:gdLst/>
              <a:ahLst/>
              <a:cxnLst/>
              <a:rect l="l" t="t" r="r" b="b"/>
              <a:pathLst>
                <a:path w="6350" h="34925">
                  <a:moveTo>
                    <a:pt x="0" y="0"/>
                  </a:moveTo>
                  <a:lnTo>
                    <a:pt x="6286" y="34541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59" name="object 59"/>
            <p:cNvSpPr/>
            <p:nvPr/>
          </p:nvSpPr>
          <p:spPr>
            <a:xfrm>
              <a:off x="1367234" y="925544"/>
              <a:ext cx="40005" cy="23495"/>
            </a:xfrm>
            <a:custGeom>
              <a:avLst/>
              <a:gdLst/>
              <a:ahLst/>
              <a:cxnLst/>
              <a:rect l="l" t="t" r="r" b="b"/>
              <a:pathLst>
                <a:path w="40005" h="23494">
                  <a:moveTo>
                    <a:pt x="0" y="22975"/>
                  </a:moveTo>
                  <a:lnTo>
                    <a:pt x="39847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0" name="object 60"/>
            <p:cNvSpPr/>
            <p:nvPr/>
          </p:nvSpPr>
          <p:spPr>
            <a:xfrm>
              <a:off x="1078975" y="806593"/>
              <a:ext cx="46355" cy="28575"/>
            </a:xfrm>
            <a:custGeom>
              <a:avLst/>
              <a:gdLst/>
              <a:ahLst/>
              <a:cxnLst/>
              <a:rect l="l" t="t" r="r" b="b"/>
              <a:pathLst>
                <a:path w="46355" h="28575">
                  <a:moveTo>
                    <a:pt x="0" y="28008"/>
                  </a:moveTo>
                  <a:lnTo>
                    <a:pt x="46022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9435" y="860902"/>
              <a:ext cx="39370" cy="13335"/>
            </a:xfrm>
            <a:custGeom>
              <a:avLst/>
              <a:gdLst/>
              <a:ahLst/>
              <a:cxnLst/>
              <a:rect l="l" t="t" r="r" b="b"/>
              <a:pathLst>
                <a:path w="39369" h="13334">
                  <a:moveTo>
                    <a:pt x="0" y="0"/>
                  </a:moveTo>
                  <a:lnTo>
                    <a:pt x="39230" y="13143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2" name="object 62"/>
            <p:cNvSpPr/>
            <p:nvPr/>
          </p:nvSpPr>
          <p:spPr>
            <a:xfrm>
              <a:off x="1148778" y="822211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4">
                  <a:moveTo>
                    <a:pt x="0" y="38691"/>
                  </a:moveTo>
                  <a:lnTo>
                    <a:pt x="0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3" name="object 63"/>
            <p:cNvSpPr/>
            <p:nvPr/>
          </p:nvSpPr>
          <p:spPr>
            <a:xfrm>
              <a:off x="1153659" y="909549"/>
              <a:ext cx="44450" cy="84455"/>
            </a:xfrm>
            <a:custGeom>
              <a:avLst/>
              <a:gdLst/>
              <a:ahLst/>
              <a:cxnLst/>
              <a:rect l="l" t="t" r="r" b="b"/>
              <a:pathLst>
                <a:path w="44450" h="84455">
                  <a:moveTo>
                    <a:pt x="0" y="0"/>
                  </a:moveTo>
                  <a:lnTo>
                    <a:pt x="44269" y="84389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4" name="object 64"/>
            <p:cNvSpPr/>
            <p:nvPr/>
          </p:nvSpPr>
          <p:spPr>
            <a:xfrm>
              <a:off x="1167118" y="886820"/>
              <a:ext cx="152400" cy="65405"/>
            </a:xfrm>
            <a:custGeom>
              <a:avLst/>
              <a:gdLst/>
              <a:ahLst/>
              <a:cxnLst/>
              <a:rect l="l" t="t" r="r" b="b"/>
              <a:pathLst>
                <a:path w="152400" h="65405">
                  <a:moveTo>
                    <a:pt x="0" y="0"/>
                  </a:moveTo>
                  <a:lnTo>
                    <a:pt x="151907" y="64926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5" name="object 65"/>
            <p:cNvSpPr/>
            <p:nvPr/>
          </p:nvSpPr>
          <p:spPr>
            <a:xfrm>
              <a:off x="1336869" y="985390"/>
              <a:ext cx="6985" cy="55244"/>
            </a:xfrm>
            <a:custGeom>
              <a:avLst/>
              <a:gdLst/>
              <a:ahLst/>
              <a:cxnLst/>
              <a:rect l="l" t="t" r="r" b="b"/>
              <a:pathLst>
                <a:path w="6984" h="55244">
                  <a:moveTo>
                    <a:pt x="0" y="54711"/>
                  </a:moveTo>
                  <a:lnTo>
                    <a:pt x="6896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6" name="object 66"/>
            <p:cNvSpPr/>
            <p:nvPr/>
          </p:nvSpPr>
          <p:spPr>
            <a:xfrm>
              <a:off x="1349550" y="1078305"/>
              <a:ext cx="102235" cy="98425"/>
            </a:xfrm>
            <a:custGeom>
              <a:avLst/>
              <a:gdLst/>
              <a:ahLst/>
              <a:cxnLst/>
              <a:rect l="l" t="t" r="r" b="b"/>
              <a:pathLst>
                <a:path w="102234" h="98425">
                  <a:moveTo>
                    <a:pt x="0" y="0"/>
                  </a:moveTo>
                  <a:lnTo>
                    <a:pt x="101910" y="97916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7" name="object 67"/>
            <p:cNvSpPr/>
            <p:nvPr/>
          </p:nvSpPr>
          <p:spPr>
            <a:xfrm>
              <a:off x="1270150" y="1310046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8" name="object 68"/>
            <p:cNvSpPr/>
            <p:nvPr/>
          </p:nvSpPr>
          <p:spPr>
            <a:xfrm>
              <a:off x="1270150" y="1310046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69" name="object 69"/>
            <p:cNvSpPr/>
            <p:nvPr/>
          </p:nvSpPr>
          <p:spPr>
            <a:xfrm>
              <a:off x="1270150" y="133458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0" name="object 70"/>
            <p:cNvSpPr/>
            <p:nvPr/>
          </p:nvSpPr>
          <p:spPr>
            <a:xfrm>
              <a:off x="1270150" y="133458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1" name="object 71"/>
            <p:cNvSpPr/>
            <p:nvPr/>
          </p:nvSpPr>
          <p:spPr>
            <a:xfrm>
              <a:off x="1270150" y="1359601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2" name="object 72"/>
            <p:cNvSpPr/>
            <p:nvPr/>
          </p:nvSpPr>
          <p:spPr>
            <a:xfrm>
              <a:off x="1258149" y="1159217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3" name="object 73"/>
            <p:cNvSpPr/>
            <p:nvPr/>
          </p:nvSpPr>
          <p:spPr>
            <a:xfrm>
              <a:off x="1258149" y="1159217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4" name="object 74"/>
            <p:cNvSpPr/>
            <p:nvPr/>
          </p:nvSpPr>
          <p:spPr>
            <a:xfrm>
              <a:off x="1258146" y="118376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5" name="object 75"/>
            <p:cNvSpPr/>
            <p:nvPr/>
          </p:nvSpPr>
          <p:spPr>
            <a:xfrm>
              <a:off x="1258146" y="118376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6" name="object 76"/>
            <p:cNvSpPr/>
            <p:nvPr/>
          </p:nvSpPr>
          <p:spPr>
            <a:xfrm>
              <a:off x="1258146" y="120877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7" name="object 77"/>
            <p:cNvSpPr/>
            <p:nvPr/>
          </p:nvSpPr>
          <p:spPr>
            <a:xfrm>
              <a:off x="1258146" y="120877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8" name="object 78"/>
            <p:cNvSpPr/>
            <p:nvPr/>
          </p:nvSpPr>
          <p:spPr>
            <a:xfrm>
              <a:off x="1451462" y="110475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9" name="object 79"/>
            <p:cNvSpPr/>
            <p:nvPr/>
          </p:nvSpPr>
          <p:spPr>
            <a:xfrm>
              <a:off x="1451462" y="110475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0" name="object 80"/>
            <p:cNvSpPr/>
            <p:nvPr/>
          </p:nvSpPr>
          <p:spPr>
            <a:xfrm>
              <a:off x="1451462" y="1129305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1" name="object 81"/>
            <p:cNvSpPr/>
            <p:nvPr/>
          </p:nvSpPr>
          <p:spPr>
            <a:xfrm>
              <a:off x="1451462" y="1129305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2" name="object 82"/>
            <p:cNvSpPr/>
            <p:nvPr/>
          </p:nvSpPr>
          <p:spPr>
            <a:xfrm>
              <a:off x="1451462" y="1154317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3" name="object 83"/>
            <p:cNvSpPr/>
            <p:nvPr/>
          </p:nvSpPr>
          <p:spPr>
            <a:xfrm>
              <a:off x="1451462" y="1154317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4" name="object 84"/>
            <p:cNvSpPr/>
            <p:nvPr/>
          </p:nvSpPr>
          <p:spPr>
            <a:xfrm>
              <a:off x="1578614" y="1048495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5" name="object 85"/>
            <p:cNvSpPr/>
            <p:nvPr/>
          </p:nvSpPr>
          <p:spPr>
            <a:xfrm>
              <a:off x="1578614" y="1048495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6" name="object 86"/>
            <p:cNvSpPr/>
            <p:nvPr/>
          </p:nvSpPr>
          <p:spPr>
            <a:xfrm>
              <a:off x="1578614" y="1073041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7" name="object 87"/>
            <p:cNvSpPr/>
            <p:nvPr/>
          </p:nvSpPr>
          <p:spPr>
            <a:xfrm>
              <a:off x="1578614" y="1073041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8" name="object 88"/>
            <p:cNvSpPr/>
            <p:nvPr/>
          </p:nvSpPr>
          <p:spPr>
            <a:xfrm>
              <a:off x="1578614" y="1098053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9" name="object 89"/>
            <p:cNvSpPr/>
            <p:nvPr/>
          </p:nvSpPr>
          <p:spPr>
            <a:xfrm>
              <a:off x="1578614" y="1098053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0" name="object 90"/>
            <p:cNvSpPr/>
            <p:nvPr/>
          </p:nvSpPr>
          <p:spPr>
            <a:xfrm>
              <a:off x="1657646" y="930174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1" name="object 91"/>
            <p:cNvSpPr/>
            <p:nvPr/>
          </p:nvSpPr>
          <p:spPr>
            <a:xfrm>
              <a:off x="1657646" y="930174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2" name="object 92"/>
            <p:cNvSpPr/>
            <p:nvPr/>
          </p:nvSpPr>
          <p:spPr>
            <a:xfrm>
              <a:off x="1657646" y="954715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3" name="object 93"/>
            <p:cNvSpPr/>
            <p:nvPr/>
          </p:nvSpPr>
          <p:spPr>
            <a:xfrm>
              <a:off x="1657646" y="954715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4" name="object 94"/>
            <p:cNvSpPr/>
            <p:nvPr/>
          </p:nvSpPr>
          <p:spPr>
            <a:xfrm>
              <a:off x="1657646" y="97972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5" name="object 95"/>
            <p:cNvSpPr/>
            <p:nvPr/>
          </p:nvSpPr>
          <p:spPr>
            <a:xfrm>
              <a:off x="1657646" y="97972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6" name="object 96"/>
            <p:cNvSpPr/>
            <p:nvPr/>
          </p:nvSpPr>
          <p:spPr>
            <a:xfrm>
              <a:off x="1171935" y="1151444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7" name="object 97"/>
            <p:cNvSpPr/>
            <p:nvPr/>
          </p:nvSpPr>
          <p:spPr>
            <a:xfrm>
              <a:off x="1171932" y="1175987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8" name="object 98"/>
            <p:cNvSpPr/>
            <p:nvPr/>
          </p:nvSpPr>
          <p:spPr>
            <a:xfrm>
              <a:off x="1171932" y="1175987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9" name="object 99"/>
            <p:cNvSpPr/>
            <p:nvPr/>
          </p:nvSpPr>
          <p:spPr>
            <a:xfrm>
              <a:off x="1171932" y="1200999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35788" y="1010810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35788" y="1010810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035790" y="1035351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035790" y="1035351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35790" y="106036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35790" y="106036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140445" y="942422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140445" y="942422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140442" y="96696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140442" y="96696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140442" y="99198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140442" y="99198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365955" y="103266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365955" y="103266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365956" y="105721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365956" y="105721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365956" y="108222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365956" y="108222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379398" y="95494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79398" y="95494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379401" y="979493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379401" y="979493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379401" y="1004505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379401" y="1004505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30976" y="76551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30976" y="76551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30976" y="79006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30976" y="79006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030976" y="815076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30976" y="815076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052082" y="894503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052082" y="894503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052082" y="91905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052082" y="91905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052082" y="94406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35" name="object 1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6896" y="866382"/>
              <a:ext cx="297208" cy="328097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1498447" y="1189558"/>
              <a:ext cx="622935" cy="13335"/>
            </a:xfrm>
            <a:custGeom>
              <a:avLst/>
              <a:gdLst/>
              <a:ahLst/>
              <a:cxnLst/>
              <a:rect l="l" t="t" r="r" b="b"/>
              <a:pathLst>
                <a:path w="622935" h="13334">
                  <a:moveTo>
                    <a:pt x="8648" y="139"/>
                  </a:moveTo>
                  <a:lnTo>
                    <a:pt x="63" y="0"/>
                  </a:lnTo>
                  <a:lnTo>
                    <a:pt x="0" y="3454"/>
                  </a:lnTo>
                  <a:lnTo>
                    <a:pt x="8585" y="3594"/>
                  </a:lnTo>
                  <a:lnTo>
                    <a:pt x="8610" y="1816"/>
                  </a:lnTo>
                  <a:lnTo>
                    <a:pt x="8648" y="139"/>
                  </a:lnTo>
                  <a:close/>
                </a:path>
                <a:path w="622935" h="13334">
                  <a:moveTo>
                    <a:pt x="21437" y="330"/>
                  </a:moveTo>
                  <a:lnTo>
                    <a:pt x="12852" y="190"/>
                  </a:lnTo>
                  <a:lnTo>
                    <a:pt x="12788" y="3657"/>
                  </a:lnTo>
                  <a:lnTo>
                    <a:pt x="21386" y="3797"/>
                  </a:lnTo>
                  <a:lnTo>
                    <a:pt x="21437" y="330"/>
                  </a:lnTo>
                  <a:close/>
                </a:path>
                <a:path w="622935" h="13334">
                  <a:moveTo>
                    <a:pt x="34226" y="533"/>
                  </a:moveTo>
                  <a:lnTo>
                    <a:pt x="25641" y="393"/>
                  </a:lnTo>
                  <a:lnTo>
                    <a:pt x="25577" y="3848"/>
                  </a:lnTo>
                  <a:lnTo>
                    <a:pt x="34175" y="3987"/>
                  </a:lnTo>
                  <a:lnTo>
                    <a:pt x="34226" y="533"/>
                  </a:lnTo>
                  <a:close/>
                </a:path>
                <a:path w="622935" h="13334">
                  <a:moveTo>
                    <a:pt x="47015" y="736"/>
                  </a:moveTo>
                  <a:lnTo>
                    <a:pt x="38430" y="596"/>
                  </a:lnTo>
                  <a:lnTo>
                    <a:pt x="38379" y="4051"/>
                  </a:lnTo>
                  <a:lnTo>
                    <a:pt x="46964" y="4191"/>
                  </a:lnTo>
                  <a:lnTo>
                    <a:pt x="47015" y="736"/>
                  </a:lnTo>
                  <a:close/>
                </a:path>
                <a:path w="622935" h="13334">
                  <a:moveTo>
                    <a:pt x="59804" y="927"/>
                  </a:moveTo>
                  <a:lnTo>
                    <a:pt x="51219" y="787"/>
                  </a:lnTo>
                  <a:lnTo>
                    <a:pt x="51168" y="4254"/>
                  </a:lnTo>
                  <a:lnTo>
                    <a:pt x="59753" y="4394"/>
                  </a:lnTo>
                  <a:lnTo>
                    <a:pt x="59804" y="927"/>
                  </a:lnTo>
                  <a:close/>
                </a:path>
                <a:path w="622935" h="13334">
                  <a:moveTo>
                    <a:pt x="72593" y="1130"/>
                  </a:moveTo>
                  <a:lnTo>
                    <a:pt x="64008" y="990"/>
                  </a:lnTo>
                  <a:lnTo>
                    <a:pt x="63957" y="4457"/>
                  </a:lnTo>
                  <a:lnTo>
                    <a:pt x="72542" y="4597"/>
                  </a:lnTo>
                  <a:lnTo>
                    <a:pt x="72593" y="1130"/>
                  </a:lnTo>
                  <a:close/>
                </a:path>
                <a:path w="622935" h="13334">
                  <a:moveTo>
                    <a:pt x="85382" y="1320"/>
                  </a:moveTo>
                  <a:lnTo>
                    <a:pt x="76796" y="1193"/>
                  </a:lnTo>
                  <a:lnTo>
                    <a:pt x="76733" y="4648"/>
                  </a:lnTo>
                  <a:lnTo>
                    <a:pt x="85318" y="4787"/>
                  </a:lnTo>
                  <a:lnTo>
                    <a:pt x="85382" y="1320"/>
                  </a:lnTo>
                  <a:close/>
                </a:path>
                <a:path w="622935" h="13334">
                  <a:moveTo>
                    <a:pt x="98171" y="1536"/>
                  </a:moveTo>
                  <a:lnTo>
                    <a:pt x="89585" y="1397"/>
                  </a:lnTo>
                  <a:lnTo>
                    <a:pt x="89535" y="4851"/>
                  </a:lnTo>
                  <a:lnTo>
                    <a:pt x="98120" y="4991"/>
                  </a:lnTo>
                  <a:lnTo>
                    <a:pt x="98171" y="1536"/>
                  </a:lnTo>
                  <a:close/>
                </a:path>
                <a:path w="622935" h="13334">
                  <a:moveTo>
                    <a:pt x="110959" y="1727"/>
                  </a:moveTo>
                  <a:lnTo>
                    <a:pt x="102374" y="1587"/>
                  </a:lnTo>
                  <a:lnTo>
                    <a:pt x="102323" y="5054"/>
                  </a:lnTo>
                  <a:lnTo>
                    <a:pt x="110909" y="5194"/>
                  </a:lnTo>
                  <a:lnTo>
                    <a:pt x="110959" y="1727"/>
                  </a:lnTo>
                  <a:close/>
                </a:path>
                <a:path w="622935" h="13334">
                  <a:moveTo>
                    <a:pt x="123748" y="1930"/>
                  </a:moveTo>
                  <a:lnTo>
                    <a:pt x="115163" y="1790"/>
                  </a:lnTo>
                  <a:lnTo>
                    <a:pt x="115112" y="5245"/>
                  </a:lnTo>
                  <a:lnTo>
                    <a:pt x="123698" y="5384"/>
                  </a:lnTo>
                  <a:lnTo>
                    <a:pt x="123748" y="1930"/>
                  </a:lnTo>
                  <a:close/>
                </a:path>
                <a:path w="622935" h="13334">
                  <a:moveTo>
                    <a:pt x="136537" y="2120"/>
                  </a:moveTo>
                  <a:lnTo>
                    <a:pt x="127952" y="1993"/>
                  </a:lnTo>
                  <a:lnTo>
                    <a:pt x="127901" y="5448"/>
                  </a:lnTo>
                  <a:lnTo>
                    <a:pt x="136486" y="5588"/>
                  </a:lnTo>
                  <a:lnTo>
                    <a:pt x="136537" y="2120"/>
                  </a:lnTo>
                  <a:close/>
                </a:path>
                <a:path w="622935" h="13334">
                  <a:moveTo>
                    <a:pt x="149326" y="2324"/>
                  </a:moveTo>
                  <a:lnTo>
                    <a:pt x="140741" y="2184"/>
                  </a:lnTo>
                  <a:lnTo>
                    <a:pt x="140690" y="5651"/>
                  </a:lnTo>
                  <a:lnTo>
                    <a:pt x="149275" y="5778"/>
                  </a:lnTo>
                  <a:lnTo>
                    <a:pt x="149326" y="2324"/>
                  </a:lnTo>
                  <a:close/>
                </a:path>
                <a:path w="622935" h="13334">
                  <a:moveTo>
                    <a:pt x="162115" y="2527"/>
                  </a:moveTo>
                  <a:lnTo>
                    <a:pt x="153530" y="2387"/>
                  </a:lnTo>
                  <a:lnTo>
                    <a:pt x="153479" y="5854"/>
                  </a:lnTo>
                  <a:lnTo>
                    <a:pt x="162064" y="5981"/>
                  </a:lnTo>
                  <a:lnTo>
                    <a:pt x="162115" y="2527"/>
                  </a:lnTo>
                  <a:close/>
                </a:path>
                <a:path w="622935" h="13334">
                  <a:moveTo>
                    <a:pt x="174904" y="2717"/>
                  </a:moveTo>
                  <a:lnTo>
                    <a:pt x="166319" y="2590"/>
                  </a:lnTo>
                  <a:lnTo>
                    <a:pt x="166268" y="6045"/>
                  </a:lnTo>
                  <a:lnTo>
                    <a:pt x="174853" y="6184"/>
                  </a:lnTo>
                  <a:lnTo>
                    <a:pt x="174904" y="2717"/>
                  </a:lnTo>
                  <a:close/>
                </a:path>
                <a:path w="622935" h="13334">
                  <a:moveTo>
                    <a:pt x="187693" y="2921"/>
                  </a:moveTo>
                  <a:lnTo>
                    <a:pt x="179108" y="2794"/>
                  </a:lnTo>
                  <a:lnTo>
                    <a:pt x="179057" y="6248"/>
                  </a:lnTo>
                  <a:lnTo>
                    <a:pt x="187642" y="6375"/>
                  </a:lnTo>
                  <a:lnTo>
                    <a:pt x="187693" y="2921"/>
                  </a:lnTo>
                  <a:close/>
                </a:path>
                <a:path w="622935" h="13334">
                  <a:moveTo>
                    <a:pt x="200482" y="3124"/>
                  </a:moveTo>
                  <a:lnTo>
                    <a:pt x="191897" y="2984"/>
                  </a:lnTo>
                  <a:lnTo>
                    <a:pt x="191846" y="6451"/>
                  </a:lnTo>
                  <a:lnTo>
                    <a:pt x="200431" y="6578"/>
                  </a:lnTo>
                  <a:lnTo>
                    <a:pt x="200482" y="3124"/>
                  </a:lnTo>
                  <a:close/>
                </a:path>
                <a:path w="622935" h="13334">
                  <a:moveTo>
                    <a:pt x="213271" y="3327"/>
                  </a:moveTo>
                  <a:lnTo>
                    <a:pt x="204685" y="3187"/>
                  </a:lnTo>
                  <a:lnTo>
                    <a:pt x="204635" y="6642"/>
                  </a:lnTo>
                  <a:lnTo>
                    <a:pt x="213220" y="6781"/>
                  </a:lnTo>
                  <a:lnTo>
                    <a:pt x="213271" y="3327"/>
                  </a:lnTo>
                  <a:close/>
                </a:path>
                <a:path w="622935" h="13334">
                  <a:moveTo>
                    <a:pt x="226060" y="3517"/>
                  </a:moveTo>
                  <a:lnTo>
                    <a:pt x="217474" y="3390"/>
                  </a:lnTo>
                  <a:lnTo>
                    <a:pt x="217424" y="6845"/>
                  </a:lnTo>
                  <a:lnTo>
                    <a:pt x="226009" y="6985"/>
                  </a:lnTo>
                  <a:lnTo>
                    <a:pt x="226060" y="3517"/>
                  </a:lnTo>
                  <a:close/>
                </a:path>
                <a:path w="622935" h="13334">
                  <a:moveTo>
                    <a:pt x="238848" y="3721"/>
                  </a:moveTo>
                  <a:lnTo>
                    <a:pt x="230263" y="3581"/>
                  </a:lnTo>
                  <a:lnTo>
                    <a:pt x="230212" y="7048"/>
                  </a:lnTo>
                  <a:lnTo>
                    <a:pt x="238798" y="7175"/>
                  </a:lnTo>
                  <a:lnTo>
                    <a:pt x="238848" y="3721"/>
                  </a:lnTo>
                  <a:close/>
                </a:path>
                <a:path w="622935" h="13334">
                  <a:moveTo>
                    <a:pt x="251637" y="3924"/>
                  </a:moveTo>
                  <a:lnTo>
                    <a:pt x="243052" y="3784"/>
                  </a:lnTo>
                  <a:lnTo>
                    <a:pt x="243001" y="7251"/>
                  </a:lnTo>
                  <a:lnTo>
                    <a:pt x="251587" y="7378"/>
                  </a:lnTo>
                  <a:lnTo>
                    <a:pt x="251637" y="3924"/>
                  </a:lnTo>
                  <a:close/>
                </a:path>
                <a:path w="622935" h="13334">
                  <a:moveTo>
                    <a:pt x="264426" y="4114"/>
                  </a:moveTo>
                  <a:lnTo>
                    <a:pt x="255841" y="3975"/>
                  </a:lnTo>
                  <a:lnTo>
                    <a:pt x="255790" y="7442"/>
                  </a:lnTo>
                  <a:lnTo>
                    <a:pt x="264375" y="7581"/>
                  </a:lnTo>
                  <a:lnTo>
                    <a:pt x="264426" y="4114"/>
                  </a:lnTo>
                  <a:close/>
                </a:path>
                <a:path w="622935" h="13334">
                  <a:moveTo>
                    <a:pt x="277215" y="4318"/>
                  </a:moveTo>
                  <a:lnTo>
                    <a:pt x="268630" y="4178"/>
                  </a:lnTo>
                  <a:lnTo>
                    <a:pt x="268579" y="7645"/>
                  </a:lnTo>
                  <a:lnTo>
                    <a:pt x="277164" y="7772"/>
                  </a:lnTo>
                  <a:lnTo>
                    <a:pt x="277215" y="4318"/>
                  </a:lnTo>
                  <a:close/>
                </a:path>
                <a:path w="622935" h="13334">
                  <a:moveTo>
                    <a:pt x="290004" y="4521"/>
                  </a:moveTo>
                  <a:lnTo>
                    <a:pt x="281419" y="4381"/>
                  </a:lnTo>
                  <a:lnTo>
                    <a:pt x="281368" y="7835"/>
                  </a:lnTo>
                  <a:lnTo>
                    <a:pt x="289953" y="7975"/>
                  </a:lnTo>
                  <a:lnTo>
                    <a:pt x="290004" y="4521"/>
                  </a:lnTo>
                  <a:close/>
                </a:path>
                <a:path w="622935" h="13334">
                  <a:moveTo>
                    <a:pt x="302793" y="4724"/>
                  </a:moveTo>
                  <a:lnTo>
                    <a:pt x="294208" y="4572"/>
                  </a:lnTo>
                  <a:lnTo>
                    <a:pt x="294157" y="8039"/>
                  </a:lnTo>
                  <a:lnTo>
                    <a:pt x="302742" y="8178"/>
                  </a:lnTo>
                  <a:lnTo>
                    <a:pt x="302793" y="4724"/>
                  </a:lnTo>
                  <a:close/>
                </a:path>
                <a:path w="622935" h="13334">
                  <a:moveTo>
                    <a:pt x="315582" y="4914"/>
                  </a:moveTo>
                  <a:lnTo>
                    <a:pt x="306997" y="4775"/>
                  </a:lnTo>
                  <a:lnTo>
                    <a:pt x="306946" y="8242"/>
                  </a:lnTo>
                  <a:lnTo>
                    <a:pt x="315531" y="8382"/>
                  </a:lnTo>
                  <a:lnTo>
                    <a:pt x="315582" y="4914"/>
                  </a:lnTo>
                  <a:close/>
                </a:path>
                <a:path w="622935" h="13334">
                  <a:moveTo>
                    <a:pt x="328371" y="5118"/>
                  </a:moveTo>
                  <a:lnTo>
                    <a:pt x="319786" y="4978"/>
                  </a:lnTo>
                  <a:lnTo>
                    <a:pt x="319735" y="8432"/>
                  </a:lnTo>
                  <a:lnTo>
                    <a:pt x="328320" y="8572"/>
                  </a:lnTo>
                  <a:lnTo>
                    <a:pt x="328371" y="5118"/>
                  </a:lnTo>
                  <a:close/>
                </a:path>
                <a:path w="622935" h="13334">
                  <a:moveTo>
                    <a:pt x="341160" y="5321"/>
                  </a:moveTo>
                  <a:lnTo>
                    <a:pt x="332574" y="5181"/>
                  </a:lnTo>
                  <a:lnTo>
                    <a:pt x="332524" y="8636"/>
                  </a:lnTo>
                  <a:lnTo>
                    <a:pt x="341109" y="8775"/>
                  </a:lnTo>
                  <a:lnTo>
                    <a:pt x="341160" y="5321"/>
                  </a:lnTo>
                  <a:close/>
                </a:path>
                <a:path w="622935" h="13334">
                  <a:moveTo>
                    <a:pt x="353949" y="5511"/>
                  </a:moveTo>
                  <a:lnTo>
                    <a:pt x="345363" y="5372"/>
                  </a:lnTo>
                  <a:lnTo>
                    <a:pt x="345313" y="8839"/>
                  </a:lnTo>
                  <a:lnTo>
                    <a:pt x="353898" y="8978"/>
                  </a:lnTo>
                  <a:lnTo>
                    <a:pt x="353949" y="5511"/>
                  </a:lnTo>
                  <a:close/>
                </a:path>
                <a:path w="622935" h="13334">
                  <a:moveTo>
                    <a:pt x="366737" y="5715"/>
                  </a:moveTo>
                  <a:lnTo>
                    <a:pt x="358152" y="5575"/>
                  </a:lnTo>
                  <a:lnTo>
                    <a:pt x="358101" y="9029"/>
                  </a:lnTo>
                  <a:lnTo>
                    <a:pt x="366687" y="9169"/>
                  </a:lnTo>
                  <a:lnTo>
                    <a:pt x="366737" y="5715"/>
                  </a:lnTo>
                  <a:close/>
                </a:path>
                <a:path w="622935" h="13334">
                  <a:moveTo>
                    <a:pt x="379526" y="5918"/>
                  </a:moveTo>
                  <a:lnTo>
                    <a:pt x="370941" y="5778"/>
                  </a:lnTo>
                  <a:lnTo>
                    <a:pt x="370890" y="9232"/>
                  </a:lnTo>
                  <a:lnTo>
                    <a:pt x="379476" y="9372"/>
                  </a:lnTo>
                  <a:lnTo>
                    <a:pt x="379526" y="5918"/>
                  </a:lnTo>
                  <a:close/>
                </a:path>
                <a:path w="622935" h="13334">
                  <a:moveTo>
                    <a:pt x="392315" y="6121"/>
                  </a:moveTo>
                  <a:lnTo>
                    <a:pt x="383730" y="5969"/>
                  </a:lnTo>
                  <a:lnTo>
                    <a:pt x="383679" y="9436"/>
                  </a:lnTo>
                  <a:lnTo>
                    <a:pt x="392264" y="9575"/>
                  </a:lnTo>
                  <a:lnTo>
                    <a:pt x="392315" y="6121"/>
                  </a:lnTo>
                  <a:close/>
                </a:path>
                <a:path w="622935" h="13334">
                  <a:moveTo>
                    <a:pt x="405104" y="6311"/>
                  </a:moveTo>
                  <a:lnTo>
                    <a:pt x="396519" y="6172"/>
                  </a:lnTo>
                  <a:lnTo>
                    <a:pt x="396468" y="9639"/>
                  </a:lnTo>
                  <a:lnTo>
                    <a:pt x="405053" y="9779"/>
                  </a:lnTo>
                  <a:lnTo>
                    <a:pt x="405104" y="6311"/>
                  </a:lnTo>
                  <a:close/>
                </a:path>
                <a:path w="622935" h="13334">
                  <a:moveTo>
                    <a:pt x="417893" y="6502"/>
                  </a:moveTo>
                  <a:lnTo>
                    <a:pt x="409308" y="6375"/>
                  </a:lnTo>
                  <a:lnTo>
                    <a:pt x="409244" y="9829"/>
                  </a:lnTo>
                  <a:lnTo>
                    <a:pt x="417842" y="9969"/>
                  </a:lnTo>
                  <a:lnTo>
                    <a:pt x="417893" y="6502"/>
                  </a:lnTo>
                  <a:close/>
                </a:path>
                <a:path w="622935" h="13334">
                  <a:moveTo>
                    <a:pt x="430682" y="6705"/>
                  </a:moveTo>
                  <a:lnTo>
                    <a:pt x="422109" y="6578"/>
                  </a:lnTo>
                  <a:lnTo>
                    <a:pt x="422046" y="10033"/>
                  </a:lnTo>
                  <a:lnTo>
                    <a:pt x="430631" y="10172"/>
                  </a:lnTo>
                  <a:lnTo>
                    <a:pt x="430682" y="6705"/>
                  </a:lnTo>
                  <a:close/>
                </a:path>
                <a:path w="622935" h="13334">
                  <a:moveTo>
                    <a:pt x="443471" y="6908"/>
                  </a:moveTo>
                  <a:lnTo>
                    <a:pt x="434886" y="6769"/>
                  </a:lnTo>
                  <a:lnTo>
                    <a:pt x="434835" y="10236"/>
                  </a:lnTo>
                  <a:lnTo>
                    <a:pt x="443420" y="10363"/>
                  </a:lnTo>
                  <a:lnTo>
                    <a:pt x="443471" y="6908"/>
                  </a:lnTo>
                  <a:close/>
                </a:path>
                <a:path w="622935" h="13334">
                  <a:moveTo>
                    <a:pt x="456260" y="7112"/>
                  </a:moveTo>
                  <a:lnTo>
                    <a:pt x="447675" y="6972"/>
                  </a:lnTo>
                  <a:lnTo>
                    <a:pt x="447624" y="10426"/>
                  </a:lnTo>
                  <a:lnTo>
                    <a:pt x="456209" y="10566"/>
                  </a:lnTo>
                  <a:lnTo>
                    <a:pt x="456260" y="7112"/>
                  </a:lnTo>
                  <a:close/>
                </a:path>
                <a:path w="622935" h="13334">
                  <a:moveTo>
                    <a:pt x="469049" y="7302"/>
                  </a:moveTo>
                  <a:lnTo>
                    <a:pt x="460463" y="7175"/>
                  </a:lnTo>
                  <a:lnTo>
                    <a:pt x="460413" y="10629"/>
                  </a:lnTo>
                  <a:lnTo>
                    <a:pt x="468998" y="10769"/>
                  </a:lnTo>
                  <a:lnTo>
                    <a:pt x="469049" y="7302"/>
                  </a:lnTo>
                  <a:close/>
                </a:path>
                <a:path w="622935" h="13334">
                  <a:moveTo>
                    <a:pt x="481838" y="7505"/>
                  </a:moveTo>
                  <a:lnTo>
                    <a:pt x="473252" y="7366"/>
                  </a:lnTo>
                  <a:lnTo>
                    <a:pt x="473202" y="10833"/>
                  </a:lnTo>
                  <a:lnTo>
                    <a:pt x="481787" y="10960"/>
                  </a:lnTo>
                  <a:lnTo>
                    <a:pt x="481838" y="7505"/>
                  </a:lnTo>
                  <a:close/>
                </a:path>
                <a:path w="622935" h="13334">
                  <a:moveTo>
                    <a:pt x="494626" y="7708"/>
                  </a:moveTo>
                  <a:lnTo>
                    <a:pt x="486041" y="7569"/>
                  </a:lnTo>
                  <a:lnTo>
                    <a:pt x="485990" y="11036"/>
                  </a:lnTo>
                  <a:lnTo>
                    <a:pt x="494576" y="11163"/>
                  </a:lnTo>
                  <a:lnTo>
                    <a:pt x="494626" y="7708"/>
                  </a:lnTo>
                  <a:close/>
                </a:path>
                <a:path w="622935" h="13334">
                  <a:moveTo>
                    <a:pt x="507415" y="7899"/>
                  </a:moveTo>
                  <a:lnTo>
                    <a:pt x="498830" y="7772"/>
                  </a:lnTo>
                  <a:lnTo>
                    <a:pt x="498779" y="11226"/>
                  </a:lnTo>
                  <a:lnTo>
                    <a:pt x="507365" y="11366"/>
                  </a:lnTo>
                  <a:lnTo>
                    <a:pt x="507415" y="7899"/>
                  </a:lnTo>
                  <a:close/>
                </a:path>
                <a:path w="622935" h="13334">
                  <a:moveTo>
                    <a:pt x="520204" y="8102"/>
                  </a:moveTo>
                  <a:lnTo>
                    <a:pt x="511619" y="7975"/>
                  </a:lnTo>
                  <a:lnTo>
                    <a:pt x="511568" y="11430"/>
                  </a:lnTo>
                  <a:lnTo>
                    <a:pt x="520153" y="11569"/>
                  </a:lnTo>
                  <a:lnTo>
                    <a:pt x="520204" y="8102"/>
                  </a:lnTo>
                  <a:close/>
                </a:path>
                <a:path w="622935" h="13334">
                  <a:moveTo>
                    <a:pt x="532993" y="8305"/>
                  </a:moveTo>
                  <a:lnTo>
                    <a:pt x="524408" y="8166"/>
                  </a:lnTo>
                  <a:lnTo>
                    <a:pt x="524357" y="11633"/>
                  </a:lnTo>
                  <a:lnTo>
                    <a:pt x="532942" y="11760"/>
                  </a:lnTo>
                  <a:lnTo>
                    <a:pt x="532993" y="8305"/>
                  </a:lnTo>
                  <a:close/>
                </a:path>
                <a:path w="622935" h="13334">
                  <a:moveTo>
                    <a:pt x="545782" y="8509"/>
                  </a:moveTo>
                  <a:lnTo>
                    <a:pt x="537197" y="8369"/>
                  </a:lnTo>
                  <a:lnTo>
                    <a:pt x="537146" y="11823"/>
                  </a:lnTo>
                  <a:lnTo>
                    <a:pt x="545731" y="11963"/>
                  </a:lnTo>
                  <a:lnTo>
                    <a:pt x="545782" y="8509"/>
                  </a:lnTo>
                  <a:close/>
                </a:path>
                <a:path w="622935" h="13334">
                  <a:moveTo>
                    <a:pt x="558571" y="8699"/>
                  </a:moveTo>
                  <a:lnTo>
                    <a:pt x="549986" y="8572"/>
                  </a:lnTo>
                  <a:lnTo>
                    <a:pt x="549935" y="12026"/>
                  </a:lnTo>
                  <a:lnTo>
                    <a:pt x="558520" y="12166"/>
                  </a:lnTo>
                  <a:lnTo>
                    <a:pt x="558571" y="8699"/>
                  </a:lnTo>
                  <a:close/>
                </a:path>
                <a:path w="622935" h="13334">
                  <a:moveTo>
                    <a:pt x="571360" y="8902"/>
                  </a:moveTo>
                  <a:lnTo>
                    <a:pt x="562775" y="8763"/>
                  </a:lnTo>
                  <a:lnTo>
                    <a:pt x="562724" y="12230"/>
                  </a:lnTo>
                  <a:lnTo>
                    <a:pt x="571309" y="12357"/>
                  </a:lnTo>
                  <a:lnTo>
                    <a:pt x="571360" y="8902"/>
                  </a:lnTo>
                  <a:close/>
                </a:path>
                <a:path w="622935" h="13334">
                  <a:moveTo>
                    <a:pt x="584149" y="9105"/>
                  </a:moveTo>
                  <a:lnTo>
                    <a:pt x="575576" y="8966"/>
                  </a:lnTo>
                  <a:lnTo>
                    <a:pt x="575513" y="12433"/>
                  </a:lnTo>
                  <a:lnTo>
                    <a:pt x="584098" y="12560"/>
                  </a:lnTo>
                  <a:lnTo>
                    <a:pt x="584149" y="9105"/>
                  </a:lnTo>
                  <a:close/>
                </a:path>
                <a:path w="622935" h="13334">
                  <a:moveTo>
                    <a:pt x="596938" y="9296"/>
                  </a:moveTo>
                  <a:lnTo>
                    <a:pt x="588352" y="9156"/>
                  </a:lnTo>
                  <a:lnTo>
                    <a:pt x="588302" y="12623"/>
                  </a:lnTo>
                  <a:lnTo>
                    <a:pt x="596887" y="12763"/>
                  </a:lnTo>
                  <a:lnTo>
                    <a:pt x="596938" y="9296"/>
                  </a:lnTo>
                  <a:close/>
                </a:path>
                <a:path w="622935" h="13334">
                  <a:moveTo>
                    <a:pt x="609727" y="9499"/>
                  </a:moveTo>
                  <a:lnTo>
                    <a:pt x="601141" y="9359"/>
                  </a:lnTo>
                  <a:lnTo>
                    <a:pt x="601091" y="12827"/>
                  </a:lnTo>
                  <a:lnTo>
                    <a:pt x="609676" y="12966"/>
                  </a:lnTo>
                  <a:lnTo>
                    <a:pt x="609727" y="9499"/>
                  </a:lnTo>
                  <a:close/>
                </a:path>
                <a:path w="622935" h="13334">
                  <a:moveTo>
                    <a:pt x="622515" y="9702"/>
                  </a:moveTo>
                  <a:lnTo>
                    <a:pt x="613930" y="9563"/>
                  </a:lnTo>
                  <a:lnTo>
                    <a:pt x="613879" y="13017"/>
                  </a:lnTo>
                  <a:lnTo>
                    <a:pt x="622465" y="13157"/>
                  </a:lnTo>
                  <a:lnTo>
                    <a:pt x="622515" y="9702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125152" y="1183998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125152" y="1183998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499095" y="1309813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499095" y="1309813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499092" y="133435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499092" y="133435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499092" y="1359366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709280" y="1017422"/>
              <a:ext cx="526415" cy="99060"/>
            </a:xfrm>
            <a:custGeom>
              <a:avLst/>
              <a:gdLst/>
              <a:ahLst/>
              <a:cxnLst/>
              <a:rect l="l" t="t" r="r" b="b"/>
              <a:pathLst>
                <a:path w="526414" h="99059">
                  <a:moveTo>
                    <a:pt x="8851" y="927"/>
                  </a:moveTo>
                  <a:lnTo>
                    <a:pt x="381" y="0"/>
                  </a:lnTo>
                  <a:lnTo>
                    <a:pt x="0" y="3441"/>
                  </a:lnTo>
                  <a:lnTo>
                    <a:pt x="8470" y="4356"/>
                  </a:lnTo>
                  <a:lnTo>
                    <a:pt x="8851" y="927"/>
                  </a:lnTo>
                  <a:close/>
                </a:path>
                <a:path w="526414" h="99059">
                  <a:moveTo>
                    <a:pt x="21475" y="2298"/>
                  </a:moveTo>
                  <a:lnTo>
                    <a:pt x="13004" y="1371"/>
                  </a:lnTo>
                  <a:lnTo>
                    <a:pt x="12623" y="4813"/>
                  </a:lnTo>
                  <a:lnTo>
                    <a:pt x="21094" y="5727"/>
                  </a:lnTo>
                  <a:lnTo>
                    <a:pt x="21475" y="2298"/>
                  </a:lnTo>
                  <a:close/>
                </a:path>
                <a:path w="526414" h="99059">
                  <a:moveTo>
                    <a:pt x="34086" y="3670"/>
                  </a:moveTo>
                  <a:lnTo>
                    <a:pt x="25615" y="2743"/>
                  </a:lnTo>
                  <a:lnTo>
                    <a:pt x="25234" y="6184"/>
                  </a:lnTo>
                  <a:lnTo>
                    <a:pt x="33718" y="7112"/>
                  </a:lnTo>
                  <a:lnTo>
                    <a:pt x="34086" y="3670"/>
                  </a:lnTo>
                  <a:close/>
                </a:path>
                <a:path w="526414" h="99059">
                  <a:moveTo>
                    <a:pt x="46710" y="5054"/>
                  </a:moveTo>
                  <a:lnTo>
                    <a:pt x="38239" y="4127"/>
                  </a:lnTo>
                  <a:lnTo>
                    <a:pt x="37858" y="7569"/>
                  </a:lnTo>
                  <a:lnTo>
                    <a:pt x="46329" y="8483"/>
                  </a:lnTo>
                  <a:lnTo>
                    <a:pt x="46710" y="5054"/>
                  </a:lnTo>
                  <a:close/>
                </a:path>
                <a:path w="526414" h="99059">
                  <a:moveTo>
                    <a:pt x="59321" y="6426"/>
                  </a:moveTo>
                  <a:lnTo>
                    <a:pt x="50850" y="5499"/>
                  </a:lnTo>
                  <a:lnTo>
                    <a:pt x="50482" y="8940"/>
                  </a:lnTo>
                  <a:lnTo>
                    <a:pt x="58953" y="9867"/>
                  </a:lnTo>
                  <a:lnTo>
                    <a:pt x="59321" y="6426"/>
                  </a:lnTo>
                  <a:close/>
                </a:path>
                <a:path w="526414" h="99059">
                  <a:moveTo>
                    <a:pt x="71945" y="7797"/>
                  </a:moveTo>
                  <a:lnTo>
                    <a:pt x="63474" y="6870"/>
                  </a:lnTo>
                  <a:lnTo>
                    <a:pt x="63093" y="10312"/>
                  </a:lnTo>
                  <a:lnTo>
                    <a:pt x="71577" y="11239"/>
                  </a:lnTo>
                  <a:lnTo>
                    <a:pt x="71945" y="7797"/>
                  </a:lnTo>
                  <a:close/>
                </a:path>
                <a:path w="526414" h="99059">
                  <a:moveTo>
                    <a:pt x="84569" y="9182"/>
                  </a:moveTo>
                  <a:lnTo>
                    <a:pt x="76085" y="8255"/>
                  </a:lnTo>
                  <a:lnTo>
                    <a:pt x="75717" y="11696"/>
                  </a:lnTo>
                  <a:lnTo>
                    <a:pt x="84188" y="12611"/>
                  </a:lnTo>
                  <a:lnTo>
                    <a:pt x="84569" y="9182"/>
                  </a:lnTo>
                  <a:close/>
                </a:path>
                <a:path w="526414" h="99059">
                  <a:moveTo>
                    <a:pt x="97180" y="10553"/>
                  </a:moveTo>
                  <a:lnTo>
                    <a:pt x="88709" y="9626"/>
                  </a:lnTo>
                  <a:lnTo>
                    <a:pt x="88328" y="13068"/>
                  </a:lnTo>
                  <a:lnTo>
                    <a:pt x="96812" y="13995"/>
                  </a:lnTo>
                  <a:lnTo>
                    <a:pt x="97180" y="10553"/>
                  </a:lnTo>
                  <a:close/>
                </a:path>
                <a:path w="526414" h="99059">
                  <a:moveTo>
                    <a:pt x="101777" y="98107"/>
                  </a:moveTo>
                  <a:lnTo>
                    <a:pt x="101523" y="94665"/>
                  </a:lnTo>
                  <a:lnTo>
                    <a:pt x="93141" y="95288"/>
                  </a:lnTo>
                  <a:lnTo>
                    <a:pt x="93408" y="98742"/>
                  </a:lnTo>
                  <a:lnTo>
                    <a:pt x="101777" y="98107"/>
                  </a:lnTo>
                  <a:close/>
                </a:path>
                <a:path w="526414" h="99059">
                  <a:moveTo>
                    <a:pt x="109804" y="11938"/>
                  </a:moveTo>
                  <a:lnTo>
                    <a:pt x="101333" y="10998"/>
                  </a:lnTo>
                  <a:lnTo>
                    <a:pt x="100952" y="14439"/>
                  </a:lnTo>
                  <a:lnTo>
                    <a:pt x="109423" y="15367"/>
                  </a:lnTo>
                  <a:lnTo>
                    <a:pt x="109804" y="11938"/>
                  </a:lnTo>
                  <a:close/>
                </a:path>
                <a:path w="526414" h="99059">
                  <a:moveTo>
                    <a:pt x="113931" y="93726"/>
                  </a:moveTo>
                  <a:lnTo>
                    <a:pt x="105625" y="93726"/>
                  </a:lnTo>
                  <a:lnTo>
                    <a:pt x="105625" y="97802"/>
                  </a:lnTo>
                  <a:lnTo>
                    <a:pt x="113931" y="97802"/>
                  </a:lnTo>
                  <a:lnTo>
                    <a:pt x="113931" y="93726"/>
                  </a:lnTo>
                  <a:close/>
                </a:path>
                <a:path w="526414" h="99059">
                  <a:moveTo>
                    <a:pt x="122428" y="13296"/>
                  </a:moveTo>
                  <a:lnTo>
                    <a:pt x="113944" y="12382"/>
                  </a:lnTo>
                  <a:lnTo>
                    <a:pt x="113576" y="15811"/>
                  </a:lnTo>
                  <a:lnTo>
                    <a:pt x="122047" y="16738"/>
                  </a:lnTo>
                  <a:lnTo>
                    <a:pt x="122428" y="13296"/>
                  </a:lnTo>
                  <a:close/>
                </a:path>
                <a:path w="526414" h="99059">
                  <a:moveTo>
                    <a:pt x="135039" y="14681"/>
                  </a:moveTo>
                  <a:lnTo>
                    <a:pt x="126568" y="13754"/>
                  </a:lnTo>
                  <a:lnTo>
                    <a:pt x="126187" y="17195"/>
                  </a:lnTo>
                  <a:lnTo>
                    <a:pt x="134670" y="18122"/>
                  </a:lnTo>
                  <a:lnTo>
                    <a:pt x="135039" y="14681"/>
                  </a:lnTo>
                  <a:close/>
                </a:path>
                <a:path w="526414" h="99059">
                  <a:moveTo>
                    <a:pt x="147662" y="16052"/>
                  </a:moveTo>
                  <a:lnTo>
                    <a:pt x="139179" y="15125"/>
                  </a:lnTo>
                  <a:lnTo>
                    <a:pt x="138811" y="18567"/>
                  </a:lnTo>
                  <a:lnTo>
                    <a:pt x="147281" y="19494"/>
                  </a:lnTo>
                  <a:lnTo>
                    <a:pt x="147662" y="16052"/>
                  </a:lnTo>
                  <a:close/>
                </a:path>
                <a:path w="526414" h="99059">
                  <a:moveTo>
                    <a:pt x="160274" y="17437"/>
                  </a:moveTo>
                  <a:lnTo>
                    <a:pt x="151803" y="16510"/>
                  </a:lnTo>
                  <a:lnTo>
                    <a:pt x="151422" y="19939"/>
                  </a:lnTo>
                  <a:lnTo>
                    <a:pt x="159905" y="20878"/>
                  </a:lnTo>
                  <a:lnTo>
                    <a:pt x="160274" y="17437"/>
                  </a:lnTo>
                  <a:close/>
                </a:path>
                <a:path w="526414" h="99059">
                  <a:moveTo>
                    <a:pt x="164134" y="89979"/>
                  </a:moveTo>
                  <a:lnTo>
                    <a:pt x="156146" y="89979"/>
                  </a:lnTo>
                  <a:lnTo>
                    <a:pt x="156146" y="94056"/>
                  </a:lnTo>
                  <a:lnTo>
                    <a:pt x="164134" y="94056"/>
                  </a:lnTo>
                  <a:lnTo>
                    <a:pt x="164134" y="89979"/>
                  </a:lnTo>
                  <a:close/>
                </a:path>
                <a:path w="526414" h="99059">
                  <a:moveTo>
                    <a:pt x="172897" y="18808"/>
                  </a:moveTo>
                  <a:lnTo>
                    <a:pt x="164426" y="17881"/>
                  </a:lnTo>
                  <a:lnTo>
                    <a:pt x="164045" y="21323"/>
                  </a:lnTo>
                  <a:lnTo>
                    <a:pt x="172516" y="22250"/>
                  </a:lnTo>
                  <a:lnTo>
                    <a:pt x="172897" y="18808"/>
                  </a:lnTo>
                  <a:close/>
                </a:path>
                <a:path w="526414" h="99059">
                  <a:moveTo>
                    <a:pt x="176606" y="92494"/>
                  </a:moveTo>
                  <a:lnTo>
                    <a:pt x="176339" y="89039"/>
                  </a:lnTo>
                  <a:lnTo>
                    <a:pt x="167970" y="89662"/>
                  </a:lnTo>
                  <a:lnTo>
                    <a:pt x="168224" y="93129"/>
                  </a:lnTo>
                  <a:lnTo>
                    <a:pt x="176606" y="92494"/>
                  </a:lnTo>
                  <a:close/>
                </a:path>
                <a:path w="526414" h="99059">
                  <a:moveTo>
                    <a:pt x="185521" y="20180"/>
                  </a:moveTo>
                  <a:lnTo>
                    <a:pt x="177038" y="19265"/>
                  </a:lnTo>
                  <a:lnTo>
                    <a:pt x="176669" y="22694"/>
                  </a:lnTo>
                  <a:lnTo>
                    <a:pt x="185140" y="23622"/>
                  </a:lnTo>
                  <a:lnTo>
                    <a:pt x="185521" y="20180"/>
                  </a:lnTo>
                  <a:close/>
                </a:path>
                <a:path w="526414" h="99059">
                  <a:moveTo>
                    <a:pt x="189077" y="91554"/>
                  </a:moveTo>
                  <a:lnTo>
                    <a:pt x="188810" y="88112"/>
                  </a:lnTo>
                  <a:lnTo>
                    <a:pt x="180441" y="88734"/>
                  </a:lnTo>
                  <a:lnTo>
                    <a:pt x="180695" y="92189"/>
                  </a:lnTo>
                  <a:lnTo>
                    <a:pt x="189077" y="91554"/>
                  </a:lnTo>
                  <a:close/>
                </a:path>
                <a:path w="526414" h="99059">
                  <a:moveTo>
                    <a:pt x="198132" y="21564"/>
                  </a:moveTo>
                  <a:lnTo>
                    <a:pt x="189661" y="20637"/>
                  </a:lnTo>
                  <a:lnTo>
                    <a:pt x="189280" y="24066"/>
                  </a:lnTo>
                  <a:lnTo>
                    <a:pt x="197751" y="25006"/>
                  </a:lnTo>
                  <a:lnTo>
                    <a:pt x="198132" y="21564"/>
                  </a:lnTo>
                  <a:close/>
                </a:path>
                <a:path w="526414" h="99059">
                  <a:moveTo>
                    <a:pt x="201549" y="90614"/>
                  </a:moveTo>
                  <a:lnTo>
                    <a:pt x="201282" y="87172"/>
                  </a:lnTo>
                  <a:lnTo>
                    <a:pt x="192913" y="87795"/>
                  </a:lnTo>
                  <a:lnTo>
                    <a:pt x="193167" y="91249"/>
                  </a:lnTo>
                  <a:lnTo>
                    <a:pt x="201549" y="90614"/>
                  </a:lnTo>
                  <a:close/>
                </a:path>
                <a:path w="526414" h="99059">
                  <a:moveTo>
                    <a:pt x="210756" y="22936"/>
                  </a:moveTo>
                  <a:lnTo>
                    <a:pt x="202272" y="22009"/>
                  </a:lnTo>
                  <a:lnTo>
                    <a:pt x="201904" y="25450"/>
                  </a:lnTo>
                  <a:lnTo>
                    <a:pt x="210375" y="26377"/>
                  </a:lnTo>
                  <a:lnTo>
                    <a:pt x="210756" y="22936"/>
                  </a:lnTo>
                  <a:close/>
                </a:path>
                <a:path w="526414" h="99059">
                  <a:moveTo>
                    <a:pt x="214020" y="89674"/>
                  </a:moveTo>
                  <a:lnTo>
                    <a:pt x="213753" y="86233"/>
                  </a:lnTo>
                  <a:lnTo>
                    <a:pt x="205371" y="86855"/>
                  </a:lnTo>
                  <a:lnTo>
                    <a:pt x="205638" y="90322"/>
                  </a:lnTo>
                  <a:lnTo>
                    <a:pt x="214020" y="89674"/>
                  </a:lnTo>
                  <a:close/>
                </a:path>
                <a:path w="526414" h="99059">
                  <a:moveTo>
                    <a:pt x="223367" y="24307"/>
                  </a:moveTo>
                  <a:lnTo>
                    <a:pt x="214896" y="23393"/>
                  </a:lnTo>
                  <a:lnTo>
                    <a:pt x="214528" y="26822"/>
                  </a:lnTo>
                  <a:lnTo>
                    <a:pt x="222999" y="27749"/>
                  </a:lnTo>
                  <a:lnTo>
                    <a:pt x="223367" y="24307"/>
                  </a:lnTo>
                  <a:close/>
                </a:path>
                <a:path w="526414" h="99059">
                  <a:moveTo>
                    <a:pt x="226479" y="88747"/>
                  </a:moveTo>
                  <a:lnTo>
                    <a:pt x="226225" y="85305"/>
                  </a:lnTo>
                  <a:lnTo>
                    <a:pt x="217855" y="85928"/>
                  </a:lnTo>
                  <a:lnTo>
                    <a:pt x="218109" y="89382"/>
                  </a:lnTo>
                  <a:lnTo>
                    <a:pt x="226479" y="88747"/>
                  </a:lnTo>
                  <a:close/>
                </a:path>
                <a:path w="526414" h="99059">
                  <a:moveTo>
                    <a:pt x="235991" y="25692"/>
                  </a:moveTo>
                  <a:lnTo>
                    <a:pt x="227520" y="24765"/>
                  </a:lnTo>
                  <a:lnTo>
                    <a:pt x="227139" y="28206"/>
                  </a:lnTo>
                  <a:lnTo>
                    <a:pt x="235610" y="29133"/>
                  </a:lnTo>
                  <a:lnTo>
                    <a:pt x="235991" y="25692"/>
                  </a:lnTo>
                  <a:close/>
                </a:path>
                <a:path w="526414" h="99059">
                  <a:moveTo>
                    <a:pt x="238950" y="87807"/>
                  </a:moveTo>
                  <a:lnTo>
                    <a:pt x="238696" y="84366"/>
                  </a:lnTo>
                  <a:lnTo>
                    <a:pt x="230327" y="84988"/>
                  </a:lnTo>
                  <a:lnTo>
                    <a:pt x="230581" y="88442"/>
                  </a:lnTo>
                  <a:lnTo>
                    <a:pt x="238950" y="87807"/>
                  </a:lnTo>
                  <a:close/>
                </a:path>
                <a:path w="526414" h="99059">
                  <a:moveTo>
                    <a:pt x="248615" y="27063"/>
                  </a:moveTo>
                  <a:lnTo>
                    <a:pt x="240131" y="26136"/>
                  </a:lnTo>
                  <a:lnTo>
                    <a:pt x="239763" y="29578"/>
                  </a:lnTo>
                  <a:lnTo>
                    <a:pt x="248234" y="30505"/>
                  </a:lnTo>
                  <a:lnTo>
                    <a:pt x="248615" y="27063"/>
                  </a:lnTo>
                  <a:close/>
                </a:path>
                <a:path w="526414" h="99059">
                  <a:moveTo>
                    <a:pt x="251421" y="86880"/>
                  </a:moveTo>
                  <a:lnTo>
                    <a:pt x="251167" y="83426"/>
                  </a:lnTo>
                  <a:lnTo>
                    <a:pt x="242798" y="84048"/>
                  </a:lnTo>
                  <a:lnTo>
                    <a:pt x="243052" y="87503"/>
                  </a:lnTo>
                  <a:lnTo>
                    <a:pt x="251421" y="86880"/>
                  </a:lnTo>
                  <a:close/>
                </a:path>
                <a:path w="526414" h="99059">
                  <a:moveTo>
                    <a:pt x="261226" y="28435"/>
                  </a:moveTo>
                  <a:lnTo>
                    <a:pt x="252755" y="27520"/>
                  </a:lnTo>
                  <a:lnTo>
                    <a:pt x="252374" y="30949"/>
                  </a:lnTo>
                  <a:lnTo>
                    <a:pt x="260845" y="31877"/>
                  </a:lnTo>
                  <a:lnTo>
                    <a:pt x="261226" y="28435"/>
                  </a:lnTo>
                  <a:close/>
                </a:path>
                <a:path w="526414" h="99059">
                  <a:moveTo>
                    <a:pt x="263893" y="85940"/>
                  </a:moveTo>
                  <a:lnTo>
                    <a:pt x="263626" y="82486"/>
                  </a:lnTo>
                  <a:lnTo>
                    <a:pt x="255257" y="83108"/>
                  </a:lnTo>
                  <a:lnTo>
                    <a:pt x="255524" y="86563"/>
                  </a:lnTo>
                  <a:lnTo>
                    <a:pt x="263893" y="85940"/>
                  </a:lnTo>
                  <a:close/>
                </a:path>
                <a:path w="526414" h="99059">
                  <a:moveTo>
                    <a:pt x="273850" y="29819"/>
                  </a:moveTo>
                  <a:lnTo>
                    <a:pt x="265379" y="28892"/>
                  </a:lnTo>
                  <a:lnTo>
                    <a:pt x="264998" y="32334"/>
                  </a:lnTo>
                  <a:lnTo>
                    <a:pt x="273469" y="33261"/>
                  </a:lnTo>
                  <a:lnTo>
                    <a:pt x="273850" y="29819"/>
                  </a:lnTo>
                  <a:close/>
                </a:path>
                <a:path w="526414" h="99059">
                  <a:moveTo>
                    <a:pt x="276364" y="85001"/>
                  </a:moveTo>
                  <a:lnTo>
                    <a:pt x="276110" y="81546"/>
                  </a:lnTo>
                  <a:lnTo>
                    <a:pt x="267728" y="82181"/>
                  </a:lnTo>
                  <a:lnTo>
                    <a:pt x="267995" y="85636"/>
                  </a:lnTo>
                  <a:lnTo>
                    <a:pt x="276364" y="85001"/>
                  </a:lnTo>
                  <a:close/>
                </a:path>
                <a:path w="526414" h="99059">
                  <a:moveTo>
                    <a:pt x="286461" y="31191"/>
                  </a:moveTo>
                  <a:lnTo>
                    <a:pt x="277990" y="30264"/>
                  </a:lnTo>
                  <a:lnTo>
                    <a:pt x="277609" y="33705"/>
                  </a:lnTo>
                  <a:lnTo>
                    <a:pt x="286092" y="34632"/>
                  </a:lnTo>
                  <a:lnTo>
                    <a:pt x="286461" y="31191"/>
                  </a:lnTo>
                  <a:close/>
                </a:path>
                <a:path w="526414" h="99059">
                  <a:moveTo>
                    <a:pt x="288836" y="84074"/>
                  </a:moveTo>
                  <a:lnTo>
                    <a:pt x="288569" y="80606"/>
                  </a:lnTo>
                  <a:lnTo>
                    <a:pt x="280200" y="81241"/>
                  </a:lnTo>
                  <a:lnTo>
                    <a:pt x="280466" y="84696"/>
                  </a:lnTo>
                  <a:lnTo>
                    <a:pt x="288836" y="84074"/>
                  </a:lnTo>
                  <a:close/>
                </a:path>
                <a:path w="526414" h="99059">
                  <a:moveTo>
                    <a:pt x="299085" y="32562"/>
                  </a:moveTo>
                  <a:lnTo>
                    <a:pt x="290601" y="31635"/>
                  </a:lnTo>
                  <a:lnTo>
                    <a:pt x="290233" y="35077"/>
                  </a:lnTo>
                  <a:lnTo>
                    <a:pt x="298704" y="36004"/>
                  </a:lnTo>
                  <a:lnTo>
                    <a:pt x="299085" y="32562"/>
                  </a:lnTo>
                  <a:close/>
                </a:path>
                <a:path w="526414" h="99059">
                  <a:moveTo>
                    <a:pt x="301307" y="83134"/>
                  </a:moveTo>
                  <a:lnTo>
                    <a:pt x="301040" y="79679"/>
                  </a:lnTo>
                  <a:lnTo>
                    <a:pt x="292671" y="80302"/>
                  </a:lnTo>
                  <a:lnTo>
                    <a:pt x="292925" y="83756"/>
                  </a:lnTo>
                  <a:lnTo>
                    <a:pt x="301307" y="83134"/>
                  </a:lnTo>
                  <a:close/>
                </a:path>
                <a:path w="526414" h="99059">
                  <a:moveTo>
                    <a:pt x="311696" y="33947"/>
                  </a:moveTo>
                  <a:lnTo>
                    <a:pt x="303225" y="33020"/>
                  </a:lnTo>
                  <a:lnTo>
                    <a:pt x="302856" y="36461"/>
                  </a:lnTo>
                  <a:lnTo>
                    <a:pt x="311327" y="37388"/>
                  </a:lnTo>
                  <a:lnTo>
                    <a:pt x="311696" y="33947"/>
                  </a:lnTo>
                  <a:close/>
                </a:path>
                <a:path w="526414" h="99059">
                  <a:moveTo>
                    <a:pt x="313778" y="82194"/>
                  </a:moveTo>
                  <a:lnTo>
                    <a:pt x="313512" y="78740"/>
                  </a:lnTo>
                  <a:lnTo>
                    <a:pt x="305142" y="79362"/>
                  </a:lnTo>
                  <a:lnTo>
                    <a:pt x="305396" y="82816"/>
                  </a:lnTo>
                  <a:lnTo>
                    <a:pt x="313778" y="82194"/>
                  </a:lnTo>
                  <a:close/>
                </a:path>
                <a:path w="526414" h="99059">
                  <a:moveTo>
                    <a:pt x="324319" y="35318"/>
                  </a:moveTo>
                  <a:lnTo>
                    <a:pt x="315849" y="34391"/>
                  </a:lnTo>
                  <a:lnTo>
                    <a:pt x="315468" y="37833"/>
                  </a:lnTo>
                  <a:lnTo>
                    <a:pt x="323951" y="38760"/>
                  </a:lnTo>
                  <a:lnTo>
                    <a:pt x="324319" y="35318"/>
                  </a:lnTo>
                  <a:close/>
                </a:path>
                <a:path w="526414" h="99059">
                  <a:moveTo>
                    <a:pt x="326250" y="81254"/>
                  </a:moveTo>
                  <a:lnTo>
                    <a:pt x="325983" y="77800"/>
                  </a:lnTo>
                  <a:lnTo>
                    <a:pt x="317614" y="78422"/>
                  </a:lnTo>
                  <a:lnTo>
                    <a:pt x="317868" y="81889"/>
                  </a:lnTo>
                  <a:lnTo>
                    <a:pt x="326250" y="81254"/>
                  </a:lnTo>
                  <a:close/>
                </a:path>
                <a:path w="526414" h="99059">
                  <a:moveTo>
                    <a:pt x="336943" y="36703"/>
                  </a:moveTo>
                  <a:lnTo>
                    <a:pt x="328472" y="35775"/>
                  </a:lnTo>
                  <a:lnTo>
                    <a:pt x="328091" y="39204"/>
                  </a:lnTo>
                  <a:lnTo>
                    <a:pt x="336562" y="40144"/>
                  </a:lnTo>
                  <a:lnTo>
                    <a:pt x="336943" y="36703"/>
                  </a:lnTo>
                  <a:close/>
                </a:path>
                <a:path w="526414" h="99059">
                  <a:moveTo>
                    <a:pt x="338721" y="80314"/>
                  </a:moveTo>
                  <a:lnTo>
                    <a:pt x="338455" y="76873"/>
                  </a:lnTo>
                  <a:lnTo>
                    <a:pt x="330085" y="77495"/>
                  </a:lnTo>
                  <a:lnTo>
                    <a:pt x="330339" y="80949"/>
                  </a:lnTo>
                  <a:lnTo>
                    <a:pt x="338721" y="80314"/>
                  </a:lnTo>
                  <a:close/>
                </a:path>
                <a:path w="526414" h="99059">
                  <a:moveTo>
                    <a:pt x="349554" y="38074"/>
                  </a:moveTo>
                  <a:lnTo>
                    <a:pt x="341083" y="37147"/>
                  </a:lnTo>
                  <a:lnTo>
                    <a:pt x="340715" y="40589"/>
                  </a:lnTo>
                  <a:lnTo>
                    <a:pt x="349173" y="41516"/>
                  </a:lnTo>
                  <a:lnTo>
                    <a:pt x="349554" y="38074"/>
                  </a:lnTo>
                  <a:close/>
                </a:path>
                <a:path w="526414" h="99059">
                  <a:moveTo>
                    <a:pt x="351180" y="79375"/>
                  </a:moveTo>
                  <a:lnTo>
                    <a:pt x="350926" y="75933"/>
                  </a:lnTo>
                  <a:lnTo>
                    <a:pt x="342557" y="76555"/>
                  </a:lnTo>
                  <a:lnTo>
                    <a:pt x="342811" y="80010"/>
                  </a:lnTo>
                  <a:lnTo>
                    <a:pt x="351180" y="79375"/>
                  </a:lnTo>
                  <a:close/>
                </a:path>
                <a:path w="526414" h="99059">
                  <a:moveTo>
                    <a:pt x="362178" y="39446"/>
                  </a:moveTo>
                  <a:lnTo>
                    <a:pt x="353707" y="38519"/>
                  </a:lnTo>
                  <a:lnTo>
                    <a:pt x="353326" y="41960"/>
                  </a:lnTo>
                  <a:lnTo>
                    <a:pt x="361797" y="42887"/>
                  </a:lnTo>
                  <a:lnTo>
                    <a:pt x="362178" y="39446"/>
                  </a:lnTo>
                  <a:close/>
                </a:path>
                <a:path w="526414" h="99059">
                  <a:moveTo>
                    <a:pt x="363651" y="78447"/>
                  </a:moveTo>
                  <a:lnTo>
                    <a:pt x="363397" y="74993"/>
                  </a:lnTo>
                  <a:lnTo>
                    <a:pt x="355015" y="75615"/>
                  </a:lnTo>
                  <a:lnTo>
                    <a:pt x="355282" y="79082"/>
                  </a:lnTo>
                  <a:lnTo>
                    <a:pt x="363651" y="78447"/>
                  </a:lnTo>
                  <a:close/>
                </a:path>
                <a:path w="526414" h="99059">
                  <a:moveTo>
                    <a:pt x="374802" y="40830"/>
                  </a:moveTo>
                  <a:lnTo>
                    <a:pt x="366318" y="39890"/>
                  </a:lnTo>
                  <a:lnTo>
                    <a:pt x="365950" y="43332"/>
                  </a:lnTo>
                  <a:lnTo>
                    <a:pt x="374421" y="44272"/>
                  </a:lnTo>
                  <a:lnTo>
                    <a:pt x="374802" y="40830"/>
                  </a:lnTo>
                  <a:close/>
                </a:path>
                <a:path w="526414" h="99059">
                  <a:moveTo>
                    <a:pt x="376123" y="77508"/>
                  </a:moveTo>
                  <a:lnTo>
                    <a:pt x="375869" y="74066"/>
                  </a:lnTo>
                  <a:lnTo>
                    <a:pt x="367499" y="74688"/>
                  </a:lnTo>
                  <a:lnTo>
                    <a:pt x="367753" y="78143"/>
                  </a:lnTo>
                  <a:lnTo>
                    <a:pt x="376123" y="77508"/>
                  </a:lnTo>
                  <a:close/>
                </a:path>
                <a:path w="526414" h="99059">
                  <a:moveTo>
                    <a:pt x="387413" y="42202"/>
                  </a:moveTo>
                  <a:lnTo>
                    <a:pt x="378942" y="41275"/>
                  </a:lnTo>
                  <a:lnTo>
                    <a:pt x="378561" y="44716"/>
                  </a:lnTo>
                  <a:lnTo>
                    <a:pt x="387032" y="45643"/>
                  </a:lnTo>
                  <a:lnTo>
                    <a:pt x="387413" y="42202"/>
                  </a:lnTo>
                  <a:close/>
                </a:path>
                <a:path w="526414" h="99059">
                  <a:moveTo>
                    <a:pt x="388594" y="76568"/>
                  </a:moveTo>
                  <a:lnTo>
                    <a:pt x="388340" y="73126"/>
                  </a:lnTo>
                  <a:lnTo>
                    <a:pt x="379958" y="73748"/>
                  </a:lnTo>
                  <a:lnTo>
                    <a:pt x="380225" y="77203"/>
                  </a:lnTo>
                  <a:lnTo>
                    <a:pt x="388594" y="76568"/>
                  </a:lnTo>
                  <a:close/>
                </a:path>
                <a:path w="526414" h="99059">
                  <a:moveTo>
                    <a:pt x="400037" y="43573"/>
                  </a:moveTo>
                  <a:lnTo>
                    <a:pt x="391553" y="42646"/>
                  </a:lnTo>
                  <a:lnTo>
                    <a:pt x="391185" y="46088"/>
                  </a:lnTo>
                  <a:lnTo>
                    <a:pt x="399656" y="47015"/>
                  </a:lnTo>
                  <a:lnTo>
                    <a:pt x="400037" y="43573"/>
                  </a:lnTo>
                  <a:close/>
                </a:path>
                <a:path w="526414" h="99059">
                  <a:moveTo>
                    <a:pt x="401066" y="75641"/>
                  </a:moveTo>
                  <a:lnTo>
                    <a:pt x="400812" y="72186"/>
                  </a:lnTo>
                  <a:lnTo>
                    <a:pt x="392442" y="72809"/>
                  </a:lnTo>
                  <a:lnTo>
                    <a:pt x="392696" y="76276"/>
                  </a:lnTo>
                  <a:lnTo>
                    <a:pt x="401066" y="75641"/>
                  </a:lnTo>
                  <a:close/>
                </a:path>
                <a:path w="526414" h="99059">
                  <a:moveTo>
                    <a:pt x="412648" y="44958"/>
                  </a:moveTo>
                  <a:lnTo>
                    <a:pt x="404177" y="44030"/>
                  </a:lnTo>
                  <a:lnTo>
                    <a:pt x="403796" y="47472"/>
                  </a:lnTo>
                  <a:lnTo>
                    <a:pt x="412280" y="48399"/>
                  </a:lnTo>
                  <a:lnTo>
                    <a:pt x="412648" y="44958"/>
                  </a:lnTo>
                  <a:close/>
                </a:path>
                <a:path w="526414" h="99059">
                  <a:moveTo>
                    <a:pt x="413537" y="74701"/>
                  </a:moveTo>
                  <a:lnTo>
                    <a:pt x="413270" y="71247"/>
                  </a:lnTo>
                  <a:lnTo>
                    <a:pt x="404901" y="71882"/>
                  </a:lnTo>
                  <a:lnTo>
                    <a:pt x="405168" y="75336"/>
                  </a:lnTo>
                  <a:lnTo>
                    <a:pt x="413537" y="74701"/>
                  </a:lnTo>
                  <a:close/>
                </a:path>
                <a:path w="526414" h="99059">
                  <a:moveTo>
                    <a:pt x="425272" y="46329"/>
                  </a:moveTo>
                  <a:lnTo>
                    <a:pt x="416801" y="45402"/>
                  </a:lnTo>
                  <a:lnTo>
                    <a:pt x="416420" y="48844"/>
                  </a:lnTo>
                  <a:lnTo>
                    <a:pt x="424903" y="49771"/>
                  </a:lnTo>
                  <a:lnTo>
                    <a:pt x="425272" y="46329"/>
                  </a:lnTo>
                  <a:close/>
                </a:path>
                <a:path w="526414" h="99059">
                  <a:moveTo>
                    <a:pt x="426008" y="73761"/>
                  </a:moveTo>
                  <a:lnTo>
                    <a:pt x="425742" y="70319"/>
                  </a:lnTo>
                  <a:lnTo>
                    <a:pt x="417372" y="70942"/>
                  </a:lnTo>
                  <a:lnTo>
                    <a:pt x="417639" y="74396"/>
                  </a:lnTo>
                  <a:lnTo>
                    <a:pt x="426008" y="73761"/>
                  </a:lnTo>
                  <a:close/>
                </a:path>
                <a:path w="526414" h="99059">
                  <a:moveTo>
                    <a:pt x="437883" y="47701"/>
                  </a:moveTo>
                  <a:lnTo>
                    <a:pt x="429412" y="46774"/>
                  </a:lnTo>
                  <a:lnTo>
                    <a:pt x="429044" y="50215"/>
                  </a:lnTo>
                  <a:lnTo>
                    <a:pt x="437515" y="51142"/>
                  </a:lnTo>
                  <a:lnTo>
                    <a:pt x="437883" y="47701"/>
                  </a:lnTo>
                  <a:close/>
                </a:path>
                <a:path w="526414" h="99059">
                  <a:moveTo>
                    <a:pt x="438480" y="72834"/>
                  </a:moveTo>
                  <a:lnTo>
                    <a:pt x="438213" y="69380"/>
                  </a:lnTo>
                  <a:lnTo>
                    <a:pt x="429844" y="70002"/>
                  </a:lnTo>
                  <a:lnTo>
                    <a:pt x="430098" y="73456"/>
                  </a:lnTo>
                  <a:lnTo>
                    <a:pt x="438480" y="72834"/>
                  </a:lnTo>
                  <a:close/>
                </a:path>
                <a:path w="526414" h="99059">
                  <a:moveTo>
                    <a:pt x="450507" y="49085"/>
                  </a:moveTo>
                  <a:lnTo>
                    <a:pt x="442036" y="48158"/>
                  </a:lnTo>
                  <a:lnTo>
                    <a:pt x="441655" y="51600"/>
                  </a:lnTo>
                  <a:lnTo>
                    <a:pt x="450126" y="52527"/>
                  </a:lnTo>
                  <a:lnTo>
                    <a:pt x="450507" y="49085"/>
                  </a:lnTo>
                  <a:close/>
                </a:path>
                <a:path w="526414" h="99059">
                  <a:moveTo>
                    <a:pt x="450951" y="71894"/>
                  </a:moveTo>
                  <a:lnTo>
                    <a:pt x="450684" y="68440"/>
                  </a:lnTo>
                  <a:lnTo>
                    <a:pt x="442315" y="69062"/>
                  </a:lnTo>
                  <a:lnTo>
                    <a:pt x="442569" y="72517"/>
                  </a:lnTo>
                  <a:lnTo>
                    <a:pt x="450951" y="71894"/>
                  </a:lnTo>
                  <a:close/>
                </a:path>
                <a:path w="526414" h="99059">
                  <a:moveTo>
                    <a:pt x="463130" y="50457"/>
                  </a:moveTo>
                  <a:lnTo>
                    <a:pt x="454660" y="49530"/>
                  </a:lnTo>
                  <a:lnTo>
                    <a:pt x="454279" y="52971"/>
                  </a:lnTo>
                  <a:lnTo>
                    <a:pt x="462749" y="53898"/>
                  </a:lnTo>
                  <a:lnTo>
                    <a:pt x="463130" y="50457"/>
                  </a:lnTo>
                  <a:close/>
                </a:path>
                <a:path w="526414" h="99059">
                  <a:moveTo>
                    <a:pt x="463423" y="70954"/>
                  </a:moveTo>
                  <a:lnTo>
                    <a:pt x="463156" y="67500"/>
                  </a:lnTo>
                  <a:lnTo>
                    <a:pt x="454787" y="68122"/>
                  </a:lnTo>
                  <a:lnTo>
                    <a:pt x="455041" y="71577"/>
                  </a:lnTo>
                  <a:lnTo>
                    <a:pt x="463423" y="70954"/>
                  </a:lnTo>
                  <a:close/>
                </a:path>
                <a:path w="526414" h="99059">
                  <a:moveTo>
                    <a:pt x="475742" y="51828"/>
                  </a:moveTo>
                  <a:lnTo>
                    <a:pt x="467271" y="50901"/>
                  </a:lnTo>
                  <a:lnTo>
                    <a:pt x="466890" y="54343"/>
                  </a:lnTo>
                  <a:lnTo>
                    <a:pt x="475373" y="55270"/>
                  </a:lnTo>
                  <a:lnTo>
                    <a:pt x="475742" y="51828"/>
                  </a:lnTo>
                  <a:close/>
                </a:path>
                <a:path w="526414" h="99059">
                  <a:moveTo>
                    <a:pt x="475894" y="70015"/>
                  </a:moveTo>
                  <a:lnTo>
                    <a:pt x="475627" y="66560"/>
                  </a:lnTo>
                  <a:lnTo>
                    <a:pt x="467258" y="67195"/>
                  </a:lnTo>
                  <a:lnTo>
                    <a:pt x="467512" y="70650"/>
                  </a:lnTo>
                  <a:lnTo>
                    <a:pt x="475894" y="70015"/>
                  </a:lnTo>
                  <a:close/>
                </a:path>
                <a:path w="526414" h="99059">
                  <a:moveTo>
                    <a:pt x="488365" y="69088"/>
                  </a:moveTo>
                  <a:lnTo>
                    <a:pt x="488099" y="65633"/>
                  </a:lnTo>
                  <a:lnTo>
                    <a:pt x="479729" y="66255"/>
                  </a:lnTo>
                  <a:lnTo>
                    <a:pt x="479983" y="69710"/>
                  </a:lnTo>
                  <a:lnTo>
                    <a:pt x="488365" y="69088"/>
                  </a:lnTo>
                  <a:close/>
                </a:path>
                <a:path w="526414" h="99059">
                  <a:moveTo>
                    <a:pt x="488365" y="53213"/>
                  </a:moveTo>
                  <a:lnTo>
                    <a:pt x="479894" y="52285"/>
                  </a:lnTo>
                  <a:lnTo>
                    <a:pt x="479513" y="55727"/>
                  </a:lnTo>
                  <a:lnTo>
                    <a:pt x="487984" y="56654"/>
                  </a:lnTo>
                  <a:lnTo>
                    <a:pt x="488365" y="53213"/>
                  </a:lnTo>
                  <a:close/>
                </a:path>
                <a:path w="526414" h="99059">
                  <a:moveTo>
                    <a:pt x="500976" y="54584"/>
                  </a:moveTo>
                  <a:lnTo>
                    <a:pt x="492506" y="53657"/>
                  </a:lnTo>
                  <a:lnTo>
                    <a:pt x="492125" y="57099"/>
                  </a:lnTo>
                  <a:lnTo>
                    <a:pt x="500608" y="58026"/>
                  </a:lnTo>
                  <a:lnTo>
                    <a:pt x="500976" y="54584"/>
                  </a:lnTo>
                  <a:close/>
                </a:path>
                <a:path w="526414" h="99059">
                  <a:moveTo>
                    <a:pt x="513600" y="55968"/>
                  </a:moveTo>
                  <a:lnTo>
                    <a:pt x="505129" y="55029"/>
                  </a:lnTo>
                  <a:lnTo>
                    <a:pt x="504761" y="58470"/>
                  </a:lnTo>
                  <a:lnTo>
                    <a:pt x="513232" y="59397"/>
                  </a:lnTo>
                  <a:lnTo>
                    <a:pt x="513600" y="55968"/>
                  </a:lnTo>
                  <a:close/>
                </a:path>
                <a:path w="526414" h="99059">
                  <a:moveTo>
                    <a:pt x="526224" y="57340"/>
                  </a:moveTo>
                  <a:lnTo>
                    <a:pt x="517740" y="56413"/>
                  </a:lnTo>
                  <a:lnTo>
                    <a:pt x="517372" y="59855"/>
                  </a:lnTo>
                  <a:lnTo>
                    <a:pt x="525843" y="60769"/>
                  </a:lnTo>
                  <a:lnTo>
                    <a:pt x="526224" y="57340"/>
                  </a:lnTo>
                  <a:close/>
                </a:path>
              </a:pathLst>
            </a:custGeom>
            <a:solidFill>
              <a:srgbClr val="BE1E2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638198" y="1080249"/>
              <a:ext cx="601345" cy="65405"/>
            </a:xfrm>
            <a:custGeom>
              <a:avLst/>
              <a:gdLst/>
              <a:ahLst/>
              <a:cxnLst/>
              <a:rect l="l" t="t" r="r" b="b"/>
              <a:pathLst>
                <a:path w="601344" h="65405">
                  <a:moveTo>
                    <a:pt x="8559" y="64287"/>
                  </a:moveTo>
                  <a:lnTo>
                    <a:pt x="8280" y="60833"/>
                  </a:lnTo>
                  <a:lnTo>
                    <a:pt x="0" y="61480"/>
                  </a:lnTo>
                  <a:lnTo>
                    <a:pt x="266" y="64947"/>
                  </a:lnTo>
                  <a:lnTo>
                    <a:pt x="8559" y="64287"/>
                  </a:lnTo>
                  <a:close/>
                </a:path>
                <a:path w="601344" h="65405">
                  <a:moveTo>
                    <a:pt x="20891" y="63309"/>
                  </a:moveTo>
                  <a:lnTo>
                    <a:pt x="20624" y="59855"/>
                  </a:lnTo>
                  <a:lnTo>
                    <a:pt x="12344" y="60502"/>
                  </a:lnTo>
                  <a:lnTo>
                    <a:pt x="12611" y="63969"/>
                  </a:lnTo>
                  <a:lnTo>
                    <a:pt x="20891" y="63309"/>
                  </a:lnTo>
                  <a:close/>
                </a:path>
                <a:path w="601344" h="65405">
                  <a:moveTo>
                    <a:pt x="33235" y="62331"/>
                  </a:moveTo>
                  <a:lnTo>
                    <a:pt x="32969" y="58877"/>
                  </a:lnTo>
                  <a:lnTo>
                    <a:pt x="24688" y="59537"/>
                  </a:lnTo>
                  <a:lnTo>
                    <a:pt x="24955" y="62992"/>
                  </a:lnTo>
                  <a:lnTo>
                    <a:pt x="33235" y="62331"/>
                  </a:lnTo>
                  <a:close/>
                </a:path>
                <a:path w="601344" h="65405">
                  <a:moveTo>
                    <a:pt x="45580" y="61353"/>
                  </a:moveTo>
                  <a:lnTo>
                    <a:pt x="45313" y="57899"/>
                  </a:lnTo>
                  <a:lnTo>
                    <a:pt x="37020" y="58559"/>
                  </a:lnTo>
                  <a:lnTo>
                    <a:pt x="37299" y="62014"/>
                  </a:lnTo>
                  <a:lnTo>
                    <a:pt x="45580" y="61353"/>
                  </a:lnTo>
                  <a:close/>
                </a:path>
                <a:path w="601344" h="65405">
                  <a:moveTo>
                    <a:pt x="57924" y="60388"/>
                  </a:moveTo>
                  <a:lnTo>
                    <a:pt x="57658" y="56934"/>
                  </a:lnTo>
                  <a:lnTo>
                    <a:pt x="49364" y="57581"/>
                  </a:lnTo>
                  <a:lnTo>
                    <a:pt x="49644" y="61036"/>
                  </a:lnTo>
                  <a:lnTo>
                    <a:pt x="57924" y="60388"/>
                  </a:lnTo>
                  <a:close/>
                </a:path>
                <a:path w="601344" h="65405">
                  <a:moveTo>
                    <a:pt x="70269" y="59410"/>
                  </a:moveTo>
                  <a:lnTo>
                    <a:pt x="70002" y="55956"/>
                  </a:lnTo>
                  <a:lnTo>
                    <a:pt x="61709" y="56603"/>
                  </a:lnTo>
                  <a:lnTo>
                    <a:pt x="61988" y="60058"/>
                  </a:lnTo>
                  <a:lnTo>
                    <a:pt x="70269" y="59410"/>
                  </a:lnTo>
                  <a:close/>
                </a:path>
                <a:path w="601344" h="65405">
                  <a:moveTo>
                    <a:pt x="82613" y="58432"/>
                  </a:moveTo>
                  <a:lnTo>
                    <a:pt x="82334" y="54978"/>
                  </a:lnTo>
                  <a:lnTo>
                    <a:pt x="74053" y="55626"/>
                  </a:lnTo>
                  <a:lnTo>
                    <a:pt x="74320" y="59080"/>
                  </a:lnTo>
                  <a:lnTo>
                    <a:pt x="82613" y="58432"/>
                  </a:lnTo>
                  <a:close/>
                </a:path>
                <a:path w="601344" h="65405">
                  <a:moveTo>
                    <a:pt x="94957" y="57454"/>
                  </a:moveTo>
                  <a:lnTo>
                    <a:pt x="94678" y="54000"/>
                  </a:lnTo>
                  <a:lnTo>
                    <a:pt x="86398" y="54648"/>
                  </a:lnTo>
                  <a:lnTo>
                    <a:pt x="86664" y="58115"/>
                  </a:lnTo>
                  <a:lnTo>
                    <a:pt x="94957" y="57454"/>
                  </a:lnTo>
                  <a:close/>
                </a:path>
                <a:path w="601344" h="65405">
                  <a:moveTo>
                    <a:pt x="107302" y="56476"/>
                  </a:moveTo>
                  <a:lnTo>
                    <a:pt x="107022" y="53022"/>
                  </a:lnTo>
                  <a:lnTo>
                    <a:pt x="98742" y="53682"/>
                  </a:lnTo>
                  <a:lnTo>
                    <a:pt x="99009" y="57137"/>
                  </a:lnTo>
                  <a:lnTo>
                    <a:pt x="107302" y="56476"/>
                  </a:lnTo>
                  <a:close/>
                </a:path>
                <a:path w="601344" h="65405">
                  <a:moveTo>
                    <a:pt x="119634" y="55499"/>
                  </a:moveTo>
                  <a:lnTo>
                    <a:pt x="119367" y="52057"/>
                  </a:lnTo>
                  <a:lnTo>
                    <a:pt x="111074" y="52705"/>
                  </a:lnTo>
                  <a:lnTo>
                    <a:pt x="111353" y="56159"/>
                  </a:lnTo>
                  <a:lnTo>
                    <a:pt x="119634" y="55499"/>
                  </a:lnTo>
                  <a:close/>
                </a:path>
                <a:path w="601344" h="65405">
                  <a:moveTo>
                    <a:pt x="131978" y="54521"/>
                  </a:moveTo>
                  <a:lnTo>
                    <a:pt x="131711" y="51079"/>
                  </a:lnTo>
                  <a:lnTo>
                    <a:pt x="123418" y="51727"/>
                  </a:lnTo>
                  <a:lnTo>
                    <a:pt x="123698" y="55181"/>
                  </a:lnTo>
                  <a:lnTo>
                    <a:pt x="131978" y="54521"/>
                  </a:lnTo>
                  <a:close/>
                </a:path>
                <a:path w="601344" h="65405">
                  <a:moveTo>
                    <a:pt x="144322" y="53543"/>
                  </a:moveTo>
                  <a:lnTo>
                    <a:pt x="144056" y="50101"/>
                  </a:lnTo>
                  <a:lnTo>
                    <a:pt x="135763" y="50749"/>
                  </a:lnTo>
                  <a:lnTo>
                    <a:pt x="136042" y="54203"/>
                  </a:lnTo>
                  <a:lnTo>
                    <a:pt x="144322" y="53543"/>
                  </a:lnTo>
                  <a:close/>
                </a:path>
                <a:path w="601344" h="65405">
                  <a:moveTo>
                    <a:pt x="156667" y="52565"/>
                  </a:moveTo>
                  <a:lnTo>
                    <a:pt x="156400" y="49123"/>
                  </a:lnTo>
                  <a:lnTo>
                    <a:pt x="148107" y="49771"/>
                  </a:lnTo>
                  <a:lnTo>
                    <a:pt x="148386" y="53225"/>
                  </a:lnTo>
                  <a:lnTo>
                    <a:pt x="156667" y="52565"/>
                  </a:lnTo>
                  <a:close/>
                </a:path>
                <a:path w="601344" h="65405">
                  <a:moveTo>
                    <a:pt x="169011" y="51600"/>
                  </a:moveTo>
                  <a:lnTo>
                    <a:pt x="168732" y="48145"/>
                  </a:lnTo>
                  <a:lnTo>
                    <a:pt x="160451" y="48806"/>
                  </a:lnTo>
                  <a:lnTo>
                    <a:pt x="160718" y="52260"/>
                  </a:lnTo>
                  <a:lnTo>
                    <a:pt x="169011" y="51600"/>
                  </a:lnTo>
                  <a:close/>
                </a:path>
                <a:path w="601344" h="65405">
                  <a:moveTo>
                    <a:pt x="181356" y="50622"/>
                  </a:moveTo>
                  <a:lnTo>
                    <a:pt x="181089" y="47167"/>
                  </a:lnTo>
                  <a:lnTo>
                    <a:pt x="172796" y="47828"/>
                  </a:lnTo>
                  <a:lnTo>
                    <a:pt x="173075" y="51282"/>
                  </a:lnTo>
                  <a:lnTo>
                    <a:pt x="181356" y="50622"/>
                  </a:lnTo>
                  <a:close/>
                </a:path>
                <a:path w="601344" h="65405">
                  <a:moveTo>
                    <a:pt x="230733" y="43268"/>
                  </a:moveTo>
                  <a:lnTo>
                    <a:pt x="227228" y="43268"/>
                  </a:lnTo>
                  <a:lnTo>
                    <a:pt x="227228" y="47371"/>
                  </a:lnTo>
                  <a:lnTo>
                    <a:pt x="230733" y="47371"/>
                  </a:lnTo>
                  <a:lnTo>
                    <a:pt x="230733" y="43268"/>
                  </a:lnTo>
                  <a:close/>
                </a:path>
                <a:path w="601344" h="65405">
                  <a:moveTo>
                    <a:pt x="243078" y="45745"/>
                  </a:moveTo>
                  <a:lnTo>
                    <a:pt x="242798" y="42291"/>
                  </a:lnTo>
                  <a:lnTo>
                    <a:pt x="234518" y="42938"/>
                  </a:lnTo>
                  <a:lnTo>
                    <a:pt x="234784" y="46393"/>
                  </a:lnTo>
                  <a:lnTo>
                    <a:pt x="243078" y="45745"/>
                  </a:lnTo>
                  <a:close/>
                </a:path>
                <a:path w="601344" h="65405">
                  <a:moveTo>
                    <a:pt x="255409" y="44767"/>
                  </a:moveTo>
                  <a:lnTo>
                    <a:pt x="255143" y="41313"/>
                  </a:lnTo>
                  <a:lnTo>
                    <a:pt x="246849" y="41960"/>
                  </a:lnTo>
                  <a:lnTo>
                    <a:pt x="247129" y="45427"/>
                  </a:lnTo>
                  <a:lnTo>
                    <a:pt x="255409" y="44767"/>
                  </a:lnTo>
                  <a:close/>
                </a:path>
                <a:path w="601344" h="65405">
                  <a:moveTo>
                    <a:pt x="267754" y="43789"/>
                  </a:moveTo>
                  <a:lnTo>
                    <a:pt x="267487" y="40335"/>
                  </a:lnTo>
                  <a:lnTo>
                    <a:pt x="259194" y="40995"/>
                  </a:lnTo>
                  <a:lnTo>
                    <a:pt x="259473" y="44450"/>
                  </a:lnTo>
                  <a:lnTo>
                    <a:pt x="267754" y="43789"/>
                  </a:lnTo>
                  <a:close/>
                </a:path>
                <a:path w="601344" h="65405">
                  <a:moveTo>
                    <a:pt x="280098" y="42811"/>
                  </a:moveTo>
                  <a:lnTo>
                    <a:pt x="279831" y="39357"/>
                  </a:lnTo>
                  <a:lnTo>
                    <a:pt x="271538" y="40017"/>
                  </a:lnTo>
                  <a:lnTo>
                    <a:pt x="271818" y="43472"/>
                  </a:lnTo>
                  <a:lnTo>
                    <a:pt x="280098" y="42811"/>
                  </a:lnTo>
                  <a:close/>
                </a:path>
                <a:path w="601344" h="65405">
                  <a:moveTo>
                    <a:pt x="292442" y="41833"/>
                  </a:moveTo>
                  <a:lnTo>
                    <a:pt x="292163" y="38379"/>
                  </a:lnTo>
                  <a:lnTo>
                    <a:pt x="283883" y="39039"/>
                  </a:lnTo>
                  <a:lnTo>
                    <a:pt x="284149" y="42494"/>
                  </a:lnTo>
                  <a:lnTo>
                    <a:pt x="292442" y="41833"/>
                  </a:lnTo>
                  <a:close/>
                </a:path>
                <a:path w="601344" h="65405">
                  <a:moveTo>
                    <a:pt x="304787" y="40868"/>
                  </a:moveTo>
                  <a:lnTo>
                    <a:pt x="304507" y="37401"/>
                  </a:lnTo>
                  <a:lnTo>
                    <a:pt x="296227" y="38061"/>
                  </a:lnTo>
                  <a:lnTo>
                    <a:pt x="296494" y="41516"/>
                  </a:lnTo>
                  <a:lnTo>
                    <a:pt x="304787" y="40868"/>
                  </a:lnTo>
                  <a:close/>
                </a:path>
                <a:path w="601344" h="65405">
                  <a:moveTo>
                    <a:pt x="317131" y="39890"/>
                  </a:moveTo>
                  <a:lnTo>
                    <a:pt x="316852" y="36436"/>
                  </a:lnTo>
                  <a:lnTo>
                    <a:pt x="308571" y="37084"/>
                  </a:lnTo>
                  <a:lnTo>
                    <a:pt x="308838" y="40538"/>
                  </a:lnTo>
                  <a:lnTo>
                    <a:pt x="317131" y="39890"/>
                  </a:lnTo>
                  <a:close/>
                </a:path>
                <a:path w="601344" h="65405">
                  <a:moveTo>
                    <a:pt x="329463" y="38912"/>
                  </a:moveTo>
                  <a:lnTo>
                    <a:pt x="329196" y="35458"/>
                  </a:lnTo>
                  <a:lnTo>
                    <a:pt x="320916" y="36106"/>
                  </a:lnTo>
                  <a:lnTo>
                    <a:pt x="321183" y="39560"/>
                  </a:lnTo>
                  <a:lnTo>
                    <a:pt x="329463" y="38912"/>
                  </a:lnTo>
                  <a:close/>
                </a:path>
                <a:path w="601344" h="65405">
                  <a:moveTo>
                    <a:pt x="341807" y="37934"/>
                  </a:moveTo>
                  <a:lnTo>
                    <a:pt x="341541" y="34480"/>
                  </a:lnTo>
                  <a:lnTo>
                    <a:pt x="333248" y="35128"/>
                  </a:lnTo>
                  <a:lnTo>
                    <a:pt x="333527" y="38582"/>
                  </a:lnTo>
                  <a:lnTo>
                    <a:pt x="341807" y="37934"/>
                  </a:lnTo>
                  <a:close/>
                </a:path>
                <a:path w="601344" h="65405">
                  <a:moveTo>
                    <a:pt x="354152" y="36957"/>
                  </a:moveTo>
                  <a:lnTo>
                    <a:pt x="353885" y="33502"/>
                  </a:lnTo>
                  <a:lnTo>
                    <a:pt x="345592" y="34163"/>
                  </a:lnTo>
                  <a:lnTo>
                    <a:pt x="345871" y="37617"/>
                  </a:lnTo>
                  <a:lnTo>
                    <a:pt x="354152" y="36957"/>
                  </a:lnTo>
                  <a:close/>
                </a:path>
                <a:path w="601344" h="65405">
                  <a:moveTo>
                    <a:pt x="366496" y="35979"/>
                  </a:moveTo>
                  <a:lnTo>
                    <a:pt x="366229" y="32524"/>
                  </a:lnTo>
                  <a:lnTo>
                    <a:pt x="357936" y="33185"/>
                  </a:lnTo>
                  <a:lnTo>
                    <a:pt x="358216" y="36639"/>
                  </a:lnTo>
                  <a:lnTo>
                    <a:pt x="366496" y="35979"/>
                  </a:lnTo>
                  <a:close/>
                </a:path>
                <a:path w="601344" h="65405">
                  <a:moveTo>
                    <a:pt x="378841" y="35001"/>
                  </a:moveTo>
                  <a:lnTo>
                    <a:pt x="378561" y="31559"/>
                  </a:lnTo>
                  <a:lnTo>
                    <a:pt x="370281" y="32207"/>
                  </a:lnTo>
                  <a:lnTo>
                    <a:pt x="370547" y="35661"/>
                  </a:lnTo>
                  <a:lnTo>
                    <a:pt x="378841" y="35001"/>
                  </a:lnTo>
                  <a:close/>
                </a:path>
                <a:path w="601344" h="65405">
                  <a:moveTo>
                    <a:pt x="391185" y="34023"/>
                  </a:moveTo>
                  <a:lnTo>
                    <a:pt x="390906" y="30581"/>
                  </a:lnTo>
                  <a:lnTo>
                    <a:pt x="382625" y="31229"/>
                  </a:lnTo>
                  <a:lnTo>
                    <a:pt x="382892" y="34683"/>
                  </a:lnTo>
                  <a:lnTo>
                    <a:pt x="391185" y="34023"/>
                  </a:lnTo>
                  <a:close/>
                </a:path>
                <a:path w="601344" h="65405">
                  <a:moveTo>
                    <a:pt x="403529" y="33045"/>
                  </a:moveTo>
                  <a:lnTo>
                    <a:pt x="403250" y="29603"/>
                  </a:lnTo>
                  <a:lnTo>
                    <a:pt x="394970" y="30251"/>
                  </a:lnTo>
                  <a:lnTo>
                    <a:pt x="395236" y="33718"/>
                  </a:lnTo>
                  <a:lnTo>
                    <a:pt x="403529" y="33045"/>
                  </a:lnTo>
                  <a:close/>
                </a:path>
                <a:path w="601344" h="65405">
                  <a:moveTo>
                    <a:pt x="415874" y="32080"/>
                  </a:moveTo>
                  <a:lnTo>
                    <a:pt x="415594" y="28625"/>
                  </a:lnTo>
                  <a:lnTo>
                    <a:pt x="407314" y="29286"/>
                  </a:lnTo>
                  <a:lnTo>
                    <a:pt x="407581" y="32740"/>
                  </a:lnTo>
                  <a:lnTo>
                    <a:pt x="415874" y="32080"/>
                  </a:lnTo>
                  <a:close/>
                </a:path>
                <a:path w="601344" h="65405">
                  <a:moveTo>
                    <a:pt x="428205" y="31102"/>
                  </a:moveTo>
                  <a:lnTo>
                    <a:pt x="427939" y="27660"/>
                  </a:lnTo>
                  <a:lnTo>
                    <a:pt x="419658" y="28308"/>
                  </a:lnTo>
                  <a:lnTo>
                    <a:pt x="419925" y="31762"/>
                  </a:lnTo>
                  <a:lnTo>
                    <a:pt x="428205" y="31102"/>
                  </a:lnTo>
                  <a:close/>
                </a:path>
                <a:path w="601344" h="65405">
                  <a:moveTo>
                    <a:pt x="440550" y="30124"/>
                  </a:moveTo>
                  <a:lnTo>
                    <a:pt x="440283" y="26682"/>
                  </a:lnTo>
                  <a:lnTo>
                    <a:pt x="431990" y="27330"/>
                  </a:lnTo>
                  <a:lnTo>
                    <a:pt x="432269" y="30784"/>
                  </a:lnTo>
                  <a:lnTo>
                    <a:pt x="440550" y="30124"/>
                  </a:lnTo>
                  <a:close/>
                </a:path>
                <a:path w="601344" h="65405">
                  <a:moveTo>
                    <a:pt x="452894" y="29146"/>
                  </a:moveTo>
                  <a:lnTo>
                    <a:pt x="452628" y="25704"/>
                  </a:lnTo>
                  <a:lnTo>
                    <a:pt x="444334" y="26352"/>
                  </a:lnTo>
                  <a:lnTo>
                    <a:pt x="444614" y="29806"/>
                  </a:lnTo>
                  <a:lnTo>
                    <a:pt x="452894" y="29146"/>
                  </a:lnTo>
                  <a:close/>
                </a:path>
                <a:path w="601344" h="65405">
                  <a:moveTo>
                    <a:pt x="465239" y="28168"/>
                  </a:moveTo>
                  <a:lnTo>
                    <a:pt x="464972" y="24726"/>
                  </a:lnTo>
                  <a:lnTo>
                    <a:pt x="456679" y="25374"/>
                  </a:lnTo>
                  <a:lnTo>
                    <a:pt x="456958" y="28829"/>
                  </a:lnTo>
                  <a:lnTo>
                    <a:pt x="465239" y="28168"/>
                  </a:lnTo>
                  <a:close/>
                </a:path>
                <a:path w="601344" h="65405">
                  <a:moveTo>
                    <a:pt x="477583" y="27190"/>
                  </a:moveTo>
                  <a:lnTo>
                    <a:pt x="477316" y="23749"/>
                  </a:lnTo>
                  <a:lnTo>
                    <a:pt x="469023" y="24396"/>
                  </a:lnTo>
                  <a:lnTo>
                    <a:pt x="469303" y="27851"/>
                  </a:lnTo>
                  <a:lnTo>
                    <a:pt x="477583" y="27190"/>
                  </a:lnTo>
                  <a:close/>
                </a:path>
                <a:path w="601344" h="65405">
                  <a:moveTo>
                    <a:pt x="489927" y="26225"/>
                  </a:moveTo>
                  <a:lnTo>
                    <a:pt x="489648" y="22771"/>
                  </a:lnTo>
                  <a:lnTo>
                    <a:pt x="481368" y="23418"/>
                  </a:lnTo>
                  <a:lnTo>
                    <a:pt x="481634" y="26885"/>
                  </a:lnTo>
                  <a:lnTo>
                    <a:pt x="489927" y="26225"/>
                  </a:lnTo>
                  <a:close/>
                </a:path>
                <a:path w="601344" h="65405">
                  <a:moveTo>
                    <a:pt x="502272" y="25247"/>
                  </a:moveTo>
                  <a:lnTo>
                    <a:pt x="501992" y="21793"/>
                  </a:lnTo>
                  <a:lnTo>
                    <a:pt x="493712" y="22440"/>
                  </a:lnTo>
                  <a:lnTo>
                    <a:pt x="493979" y="25908"/>
                  </a:lnTo>
                  <a:lnTo>
                    <a:pt x="502272" y="25247"/>
                  </a:lnTo>
                  <a:close/>
                </a:path>
                <a:path w="601344" h="65405">
                  <a:moveTo>
                    <a:pt x="514616" y="24269"/>
                  </a:moveTo>
                  <a:lnTo>
                    <a:pt x="514337" y="20815"/>
                  </a:lnTo>
                  <a:lnTo>
                    <a:pt x="506056" y="21475"/>
                  </a:lnTo>
                  <a:lnTo>
                    <a:pt x="506323" y="24930"/>
                  </a:lnTo>
                  <a:lnTo>
                    <a:pt x="514616" y="24269"/>
                  </a:lnTo>
                  <a:close/>
                </a:path>
                <a:path w="601344" h="65405">
                  <a:moveTo>
                    <a:pt x="526961" y="23291"/>
                  </a:moveTo>
                  <a:lnTo>
                    <a:pt x="526681" y="19837"/>
                  </a:lnTo>
                  <a:lnTo>
                    <a:pt x="518401" y="20497"/>
                  </a:lnTo>
                  <a:lnTo>
                    <a:pt x="518668" y="23952"/>
                  </a:lnTo>
                  <a:lnTo>
                    <a:pt x="526961" y="23291"/>
                  </a:lnTo>
                  <a:close/>
                </a:path>
                <a:path w="601344" h="65405">
                  <a:moveTo>
                    <a:pt x="539305" y="22313"/>
                  </a:moveTo>
                  <a:lnTo>
                    <a:pt x="539026" y="18859"/>
                  </a:lnTo>
                  <a:lnTo>
                    <a:pt x="530745" y="19519"/>
                  </a:lnTo>
                  <a:lnTo>
                    <a:pt x="531012" y="22974"/>
                  </a:lnTo>
                  <a:lnTo>
                    <a:pt x="539305" y="22313"/>
                  </a:lnTo>
                  <a:close/>
                </a:path>
                <a:path w="601344" h="65405">
                  <a:moveTo>
                    <a:pt x="551637" y="21336"/>
                  </a:moveTo>
                  <a:lnTo>
                    <a:pt x="551370" y="17881"/>
                  </a:lnTo>
                  <a:lnTo>
                    <a:pt x="543077" y="18542"/>
                  </a:lnTo>
                  <a:lnTo>
                    <a:pt x="543356" y="21996"/>
                  </a:lnTo>
                  <a:lnTo>
                    <a:pt x="551637" y="21336"/>
                  </a:lnTo>
                  <a:close/>
                </a:path>
                <a:path w="601344" h="65405">
                  <a:moveTo>
                    <a:pt x="559447" y="6261"/>
                  </a:moveTo>
                  <a:lnTo>
                    <a:pt x="559181" y="2806"/>
                  </a:lnTo>
                  <a:lnTo>
                    <a:pt x="550811" y="3429"/>
                  </a:lnTo>
                  <a:lnTo>
                    <a:pt x="551065" y="6883"/>
                  </a:lnTo>
                  <a:lnTo>
                    <a:pt x="559447" y="6261"/>
                  </a:lnTo>
                  <a:close/>
                </a:path>
                <a:path w="601344" h="65405">
                  <a:moveTo>
                    <a:pt x="563981" y="20370"/>
                  </a:moveTo>
                  <a:lnTo>
                    <a:pt x="563714" y="16916"/>
                  </a:lnTo>
                  <a:lnTo>
                    <a:pt x="555421" y="17564"/>
                  </a:lnTo>
                  <a:lnTo>
                    <a:pt x="555701" y="21018"/>
                  </a:lnTo>
                  <a:lnTo>
                    <a:pt x="563981" y="20370"/>
                  </a:lnTo>
                  <a:close/>
                </a:path>
                <a:path w="601344" h="65405">
                  <a:moveTo>
                    <a:pt x="571906" y="5321"/>
                  </a:moveTo>
                  <a:lnTo>
                    <a:pt x="571652" y="1866"/>
                  </a:lnTo>
                  <a:lnTo>
                    <a:pt x="563283" y="2489"/>
                  </a:lnTo>
                  <a:lnTo>
                    <a:pt x="563537" y="5956"/>
                  </a:lnTo>
                  <a:lnTo>
                    <a:pt x="571906" y="5321"/>
                  </a:lnTo>
                  <a:close/>
                </a:path>
                <a:path w="601344" h="65405">
                  <a:moveTo>
                    <a:pt x="576326" y="19392"/>
                  </a:moveTo>
                  <a:lnTo>
                    <a:pt x="576059" y="15938"/>
                  </a:lnTo>
                  <a:lnTo>
                    <a:pt x="567766" y="16586"/>
                  </a:lnTo>
                  <a:lnTo>
                    <a:pt x="568045" y="20040"/>
                  </a:lnTo>
                  <a:lnTo>
                    <a:pt x="576326" y="19392"/>
                  </a:lnTo>
                  <a:close/>
                </a:path>
                <a:path w="601344" h="65405">
                  <a:moveTo>
                    <a:pt x="584377" y="4381"/>
                  </a:moveTo>
                  <a:lnTo>
                    <a:pt x="584123" y="927"/>
                  </a:lnTo>
                  <a:lnTo>
                    <a:pt x="575754" y="1562"/>
                  </a:lnTo>
                  <a:lnTo>
                    <a:pt x="576008" y="5016"/>
                  </a:lnTo>
                  <a:lnTo>
                    <a:pt x="584377" y="4381"/>
                  </a:lnTo>
                  <a:close/>
                </a:path>
                <a:path w="601344" h="65405">
                  <a:moveTo>
                    <a:pt x="588670" y="18415"/>
                  </a:moveTo>
                  <a:lnTo>
                    <a:pt x="588403" y="14960"/>
                  </a:lnTo>
                  <a:lnTo>
                    <a:pt x="580110" y="15608"/>
                  </a:lnTo>
                  <a:lnTo>
                    <a:pt x="580390" y="19062"/>
                  </a:lnTo>
                  <a:lnTo>
                    <a:pt x="588670" y="18415"/>
                  </a:lnTo>
                  <a:close/>
                </a:path>
                <a:path w="601344" h="65405">
                  <a:moveTo>
                    <a:pt x="596849" y="3441"/>
                  </a:moveTo>
                  <a:lnTo>
                    <a:pt x="596582" y="0"/>
                  </a:lnTo>
                  <a:lnTo>
                    <a:pt x="588213" y="622"/>
                  </a:lnTo>
                  <a:lnTo>
                    <a:pt x="588479" y="4076"/>
                  </a:lnTo>
                  <a:lnTo>
                    <a:pt x="596849" y="3441"/>
                  </a:lnTo>
                  <a:close/>
                </a:path>
                <a:path w="601344" h="65405">
                  <a:moveTo>
                    <a:pt x="601014" y="17437"/>
                  </a:moveTo>
                  <a:lnTo>
                    <a:pt x="600735" y="13982"/>
                  </a:lnTo>
                  <a:lnTo>
                    <a:pt x="592455" y="14643"/>
                  </a:lnTo>
                  <a:lnTo>
                    <a:pt x="592721" y="18097"/>
                  </a:lnTo>
                  <a:lnTo>
                    <a:pt x="601014" y="17437"/>
                  </a:lnTo>
                  <a:close/>
                </a:path>
              </a:pathLst>
            </a:custGeom>
            <a:solidFill>
              <a:srgbClr val="BE1E2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823223" y="1089602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823220" y="111414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823220" y="111414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823220" y="113916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750728" y="1088465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750728" y="1088465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234697" y="1024951"/>
              <a:ext cx="71755" cy="32384"/>
            </a:xfrm>
            <a:custGeom>
              <a:avLst/>
              <a:gdLst/>
              <a:ahLst/>
              <a:cxnLst/>
              <a:rect l="l" t="t" r="r" b="b"/>
              <a:pathLst>
                <a:path w="71755" h="32384">
                  <a:moveTo>
                    <a:pt x="0" y="0"/>
                  </a:moveTo>
                  <a:lnTo>
                    <a:pt x="71245" y="32262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185916" y="745596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0"/>
                  </a:moveTo>
                  <a:lnTo>
                    <a:pt x="0" y="0"/>
                  </a:lnTo>
                  <a:lnTo>
                    <a:pt x="0" y="49555"/>
                  </a:lnTo>
                  <a:lnTo>
                    <a:pt x="42210" y="49555"/>
                  </a:lnTo>
                  <a:lnTo>
                    <a:pt x="42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185916" y="745596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5">
                  <a:moveTo>
                    <a:pt x="42210" y="49555"/>
                  </a:moveTo>
                  <a:lnTo>
                    <a:pt x="0" y="49555"/>
                  </a:lnTo>
                  <a:lnTo>
                    <a:pt x="0" y="0"/>
                  </a:lnTo>
                  <a:lnTo>
                    <a:pt x="42210" y="0"/>
                  </a:lnTo>
                  <a:lnTo>
                    <a:pt x="42210" y="49555"/>
                  </a:lnTo>
                  <a:close/>
                </a:path>
              </a:pathLst>
            </a:custGeom>
            <a:ln w="33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185919" y="77013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185919" y="77013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185919" y="79515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4221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185919" y="79515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4">
                  <a:moveTo>
                    <a:pt x="0" y="0"/>
                  </a:moveTo>
                  <a:lnTo>
                    <a:pt x="42210" y="0"/>
                  </a:lnTo>
                </a:path>
              </a:pathLst>
            </a:custGeom>
            <a:ln w="45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59" name="object 1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7378" y="834456"/>
              <a:ext cx="112372" cy="6875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1566" y="869102"/>
              <a:ext cx="109194" cy="63600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2439" y="907330"/>
              <a:ext cx="144576" cy="238427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2570533" y="916507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BB04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570532" y="916508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612741" y="107855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612741" y="107855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047748" y="880021"/>
              <a:ext cx="519430" cy="55880"/>
            </a:xfrm>
            <a:custGeom>
              <a:avLst/>
              <a:gdLst/>
              <a:ahLst/>
              <a:cxnLst/>
              <a:rect l="l" t="t" r="r" b="b"/>
              <a:pathLst>
                <a:path w="519430" h="55880">
                  <a:moveTo>
                    <a:pt x="8699" y="838"/>
                  </a:moveTo>
                  <a:lnTo>
                    <a:pt x="342" y="0"/>
                  </a:lnTo>
                  <a:lnTo>
                    <a:pt x="177" y="1663"/>
                  </a:lnTo>
                  <a:lnTo>
                    <a:pt x="0" y="3441"/>
                  </a:lnTo>
                  <a:lnTo>
                    <a:pt x="8356" y="4279"/>
                  </a:lnTo>
                  <a:lnTo>
                    <a:pt x="8521" y="2514"/>
                  </a:lnTo>
                  <a:lnTo>
                    <a:pt x="8699" y="838"/>
                  </a:lnTo>
                  <a:close/>
                </a:path>
                <a:path w="519430" h="55880">
                  <a:moveTo>
                    <a:pt x="21145" y="2095"/>
                  </a:moveTo>
                  <a:lnTo>
                    <a:pt x="12788" y="1257"/>
                  </a:lnTo>
                  <a:lnTo>
                    <a:pt x="12446" y="4699"/>
                  </a:lnTo>
                  <a:lnTo>
                    <a:pt x="20789" y="5537"/>
                  </a:lnTo>
                  <a:lnTo>
                    <a:pt x="21145" y="2095"/>
                  </a:lnTo>
                  <a:close/>
                </a:path>
                <a:path w="519430" h="55880">
                  <a:moveTo>
                    <a:pt x="33591" y="3352"/>
                  </a:moveTo>
                  <a:lnTo>
                    <a:pt x="25234" y="2501"/>
                  </a:lnTo>
                  <a:lnTo>
                    <a:pt x="24879" y="5956"/>
                  </a:lnTo>
                  <a:lnTo>
                    <a:pt x="33235" y="6794"/>
                  </a:lnTo>
                  <a:lnTo>
                    <a:pt x="33591" y="3352"/>
                  </a:lnTo>
                  <a:close/>
                </a:path>
                <a:path w="519430" h="55880">
                  <a:moveTo>
                    <a:pt x="46037" y="4610"/>
                  </a:moveTo>
                  <a:lnTo>
                    <a:pt x="37680" y="3771"/>
                  </a:lnTo>
                  <a:lnTo>
                    <a:pt x="37325" y="7213"/>
                  </a:lnTo>
                  <a:lnTo>
                    <a:pt x="45681" y="8051"/>
                  </a:lnTo>
                  <a:lnTo>
                    <a:pt x="46037" y="4610"/>
                  </a:lnTo>
                  <a:close/>
                </a:path>
                <a:path w="519430" h="55880">
                  <a:moveTo>
                    <a:pt x="58470" y="5867"/>
                  </a:moveTo>
                  <a:lnTo>
                    <a:pt x="50114" y="5029"/>
                  </a:lnTo>
                  <a:lnTo>
                    <a:pt x="49771" y="8470"/>
                  </a:lnTo>
                  <a:lnTo>
                    <a:pt x="58127" y="9309"/>
                  </a:lnTo>
                  <a:lnTo>
                    <a:pt x="58470" y="5867"/>
                  </a:lnTo>
                  <a:close/>
                </a:path>
                <a:path w="519430" h="55880">
                  <a:moveTo>
                    <a:pt x="70916" y="7137"/>
                  </a:moveTo>
                  <a:lnTo>
                    <a:pt x="62560" y="6286"/>
                  </a:lnTo>
                  <a:lnTo>
                    <a:pt x="62217" y="9728"/>
                  </a:lnTo>
                  <a:lnTo>
                    <a:pt x="70573" y="10579"/>
                  </a:lnTo>
                  <a:lnTo>
                    <a:pt x="70916" y="7137"/>
                  </a:lnTo>
                  <a:close/>
                </a:path>
                <a:path w="519430" h="55880">
                  <a:moveTo>
                    <a:pt x="83362" y="8382"/>
                  </a:moveTo>
                  <a:lnTo>
                    <a:pt x="75006" y="7543"/>
                  </a:lnTo>
                  <a:lnTo>
                    <a:pt x="74663" y="10985"/>
                  </a:lnTo>
                  <a:lnTo>
                    <a:pt x="83007" y="11823"/>
                  </a:lnTo>
                  <a:lnTo>
                    <a:pt x="83362" y="8382"/>
                  </a:lnTo>
                  <a:close/>
                </a:path>
                <a:path w="519430" h="55880">
                  <a:moveTo>
                    <a:pt x="95808" y="9639"/>
                  </a:moveTo>
                  <a:lnTo>
                    <a:pt x="87452" y="8801"/>
                  </a:lnTo>
                  <a:lnTo>
                    <a:pt x="87096" y="12242"/>
                  </a:lnTo>
                  <a:lnTo>
                    <a:pt x="95453" y="13081"/>
                  </a:lnTo>
                  <a:lnTo>
                    <a:pt x="95808" y="9639"/>
                  </a:lnTo>
                  <a:close/>
                </a:path>
                <a:path w="519430" h="55880">
                  <a:moveTo>
                    <a:pt x="108242" y="10909"/>
                  </a:moveTo>
                  <a:lnTo>
                    <a:pt x="99885" y="10058"/>
                  </a:lnTo>
                  <a:lnTo>
                    <a:pt x="99542" y="13500"/>
                  </a:lnTo>
                  <a:lnTo>
                    <a:pt x="107899" y="14351"/>
                  </a:lnTo>
                  <a:lnTo>
                    <a:pt x="108242" y="10909"/>
                  </a:lnTo>
                  <a:close/>
                </a:path>
                <a:path w="519430" h="55880">
                  <a:moveTo>
                    <a:pt x="120688" y="12166"/>
                  </a:moveTo>
                  <a:lnTo>
                    <a:pt x="112331" y="11315"/>
                  </a:lnTo>
                  <a:lnTo>
                    <a:pt x="111975" y="14757"/>
                  </a:lnTo>
                  <a:lnTo>
                    <a:pt x="120345" y="15608"/>
                  </a:lnTo>
                  <a:lnTo>
                    <a:pt x="120688" y="12166"/>
                  </a:lnTo>
                  <a:close/>
                </a:path>
                <a:path w="519430" h="55880">
                  <a:moveTo>
                    <a:pt x="133134" y="13411"/>
                  </a:moveTo>
                  <a:lnTo>
                    <a:pt x="124777" y="12573"/>
                  </a:lnTo>
                  <a:lnTo>
                    <a:pt x="124434" y="16014"/>
                  </a:lnTo>
                  <a:lnTo>
                    <a:pt x="132778" y="16852"/>
                  </a:lnTo>
                  <a:lnTo>
                    <a:pt x="133134" y="13411"/>
                  </a:lnTo>
                  <a:close/>
                </a:path>
                <a:path w="519430" h="55880">
                  <a:moveTo>
                    <a:pt x="145580" y="14681"/>
                  </a:moveTo>
                  <a:lnTo>
                    <a:pt x="137210" y="13830"/>
                  </a:lnTo>
                  <a:lnTo>
                    <a:pt x="136867" y="17272"/>
                  </a:lnTo>
                  <a:lnTo>
                    <a:pt x="145224" y="18122"/>
                  </a:lnTo>
                  <a:lnTo>
                    <a:pt x="145580" y="14681"/>
                  </a:lnTo>
                  <a:close/>
                </a:path>
                <a:path w="519430" h="55880">
                  <a:moveTo>
                    <a:pt x="158013" y="15938"/>
                  </a:moveTo>
                  <a:lnTo>
                    <a:pt x="149669" y="15087"/>
                  </a:lnTo>
                  <a:lnTo>
                    <a:pt x="149313" y="18529"/>
                  </a:lnTo>
                  <a:lnTo>
                    <a:pt x="157670" y="19380"/>
                  </a:lnTo>
                  <a:lnTo>
                    <a:pt x="158013" y="15938"/>
                  </a:lnTo>
                  <a:close/>
                </a:path>
                <a:path w="519430" h="55880">
                  <a:moveTo>
                    <a:pt x="170459" y="17195"/>
                  </a:moveTo>
                  <a:lnTo>
                    <a:pt x="162102" y="16344"/>
                  </a:lnTo>
                  <a:lnTo>
                    <a:pt x="161747" y="19786"/>
                  </a:lnTo>
                  <a:lnTo>
                    <a:pt x="170103" y="20637"/>
                  </a:lnTo>
                  <a:lnTo>
                    <a:pt x="170459" y="17195"/>
                  </a:lnTo>
                  <a:close/>
                </a:path>
                <a:path w="519430" h="55880">
                  <a:moveTo>
                    <a:pt x="182905" y="18453"/>
                  </a:moveTo>
                  <a:lnTo>
                    <a:pt x="174548" y="17602"/>
                  </a:lnTo>
                  <a:lnTo>
                    <a:pt x="174205" y="21043"/>
                  </a:lnTo>
                  <a:lnTo>
                    <a:pt x="182549" y="21894"/>
                  </a:lnTo>
                  <a:lnTo>
                    <a:pt x="182905" y="18453"/>
                  </a:lnTo>
                  <a:close/>
                </a:path>
                <a:path w="519430" h="55880">
                  <a:moveTo>
                    <a:pt x="195351" y="19710"/>
                  </a:moveTo>
                  <a:lnTo>
                    <a:pt x="186982" y="18859"/>
                  </a:lnTo>
                  <a:lnTo>
                    <a:pt x="186639" y="22301"/>
                  </a:lnTo>
                  <a:lnTo>
                    <a:pt x="194995" y="23152"/>
                  </a:lnTo>
                  <a:lnTo>
                    <a:pt x="195351" y="19710"/>
                  </a:lnTo>
                  <a:close/>
                </a:path>
                <a:path w="519430" h="55880">
                  <a:moveTo>
                    <a:pt x="207784" y="20967"/>
                  </a:moveTo>
                  <a:lnTo>
                    <a:pt x="199428" y="20116"/>
                  </a:lnTo>
                  <a:lnTo>
                    <a:pt x="199085" y="23558"/>
                  </a:lnTo>
                  <a:lnTo>
                    <a:pt x="207441" y="24409"/>
                  </a:lnTo>
                  <a:lnTo>
                    <a:pt x="207784" y="20967"/>
                  </a:lnTo>
                  <a:close/>
                </a:path>
                <a:path w="519430" h="55880">
                  <a:moveTo>
                    <a:pt x="220230" y="22225"/>
                  </a:moveTo>
                  <a:lnTo>
                    <a:pt x="211874" y="21386"/>
                  </a:lnTo>
                  <a:lnTo>
                    <a:pt x="211531" y="24828"/>
                  </a:lnTo>
                  <a:lnTo>
                    <a:pt x="219875" y="25666"/>
                  </a:lnTo>
                  <a:lnTo>
                    <a:pt x="220230" y="22225"/>
                  </a:lnTo>
                  <a:close/>
                </a:path>
                <a:path w="519430" h="55880">
                  <a:moveTo>
                    <a:pt x="232676" y="23482"/>
                  </a:moveTo>
                  <a:lnTo>
                    <a:pt x="224320" y="22631"/>
                  </a:lnTo>
                  <a:lnTo>
                    <a:pt x="223977" y="26073"/>
                  </a:lnTo>
                  <a:lnTo>
                    <a:pt x="232321" y="26924"/>
                  </a:lnTo>
                  <a:lnTo>
                    <a:pt x="232676" y="23482"/>
                  </a:lnTo>
                  <a:close/>
                </a:path>
                <a:path w="519430" h="55880">
                  <a:moveTo>
                    <a:pt x="245122" y="24739"/>
                  </a:moveTo>
                  <a:lnTo>
                    <a:pt x="236766" y="23888"/>
                  </a:lnTo>
                  <a:lnTo>
                    <a:pt x="236410" y="27330"/>
                  </a:lnTo>
                  <a:lnTo>
                    <a:pt x="244767" y="28181"/>
                  </a:lnTo>
                  <a:lnTo>
                    <a:pt x="245122" y="24739"/>
                  </a:lnTo>
                  <a:close/>
                </a:path>
                <a:path w="519430" h="55880">
                  <a:moveTo>
                    <a:pt x="257556" y="25996"/>
                  </a:moveTo>
                  <a:lnTo>
                    <a:pt x="249212" y="25146"/>
                  </a:lnTo>
                  <a:lnTo>
                    <a:pt x="248856" y="28600"/>
                  </a:lnTo>
                  <a:lnTo>
                    <a:pt x="257213" y="29438"/>
                  </a:lnTo>
                  <a:lnTo>
                    <a:pt x="257556" y="25996"/>
                  </a:lnTo>
                  <a:close/>
                </a:path>
                <a:path w="519430" h="55880">
                  <a:moveTo>
                    <a:pt x="270002" y="27254"/>
                  </a:moveTo>
                  <a:lnTo>
                    <a:pt x="261645" y="26416"/>
                  </a:lnTo>
                  <a:lnTo>
                    <a:pt x="261289" y="29857"/>
                  </a:lnTo>
                  <a:lnTo>
                    <a:pt x="269659" y="30695"/>
                  </a:lnTo>
                  <a:lnTo>
                    <a:pt x="270002" y="27254"/>
                  </a:lnTo>
                  <a:close/>
                </a:path>
                <a:path w="519430" h="55880">
                  <a:moveTo>
                    <a:pt x="282448" y="28511"/>
                  </a:moveTo>
                  <a:lnTo>
                    <a:pt x="274091" y="27660"/>
                  </a:lnTo>
                  <a:lnTo>
                    <a:pt x="273735" y="31102"/>
                  </a:lnTo>
                  <a:lnTo>
                    <a:pt x="282092" y="31953"/>
                  </a:lnTo>
                  <a:lnTo>
                    <a:pt x="282448" y="28511"/>
                  </a:lnTo>
                  <a:close/>
                </a:path>
                <a:path w="519430" h="55880">
                  <a:moveTo>
                    <a:pt x="294881" y="29768"/>
                  </a:moveTo>
                  <a:lnTo>
                    <a:pt x="286537" y="28930"/>
                  </a:lnTo>
                  <a:lnTo>
                    <a:pt x="286181" y="32372"/>
                  </a:lnTo>
                  <a:lnTo>
                    <a:pt x="294538" y="33210"/>
                  </a:lnTo>
                  <a:lnTo>
                    <a:pt x="294881" y="29768"/>
                  </a:lnTo>
                  <a:close/>
                </a:path>
                <a:path w="519430" h="55880">
                  <a:moveTo>
                    <a:pt x="307327" y="31026"/>
                  </a:moveTo>
                  <a:lnTo>
                    <a:pt x="298970" y="30187"/>
                  </a:lnTo>
                  <a:lnTo>
                    <a:pt x="298627" y="33629"/>
                  </a:lnTo>
                  <a:lnTo>
                    <a:pt x="306984" y="34467"/>
                  </a:lnTo>
                  <a:lnTo>
                    <a:pt x="307327" y="31026"/>
                  </a:lnTo>
                  <a:close/>
                </a:path>
                <a:path w="519430" h="55880">
                  <a:moveTo>
                    <a:pt x="319773" y="32283"/>
                  </a:moveTo>
                  <a:lnTo>
                    <a:pt x="311416" y="31432"/>
                  </a:lnTo>
                  <a:lnTo>
                    <a:pt x="311061" y="34886"/>
                  </a:lnTo>
                  <a:lnTo>
                    <a:pt x="319417" y="35725"/>
                  </a:lnTo>
                  <a:lnTo>
                    <a:pt x="319773" y="32283"/>
                  </a:lnTo>
                  <a:close/>
                </a:path>
                <a:path w="519430" h="55880">
                  <a:moveTo>
                    <a:pt x="332219" y="33540"/>
                  </a:moveTo>
                  <a:lnTo>
                    <a:pt x="323862" y="32702"/>
                  </a:lnTo>
                  <a:lnTo>
                    <a:pt x="323507" y="36144"/>
                  </a:lnTo>
                  <a:lnTo>
                    <a:pt x="331863" y="36982"/>
                  </a:lnTo>
                  <a:lnTo>
                    <a:pt x="332219" y="33540"/>
                  </a:lnTo>
                  <a:close/>
                </a:path>
                <a:path w="519430" h="55880">
                  <a:moveTo>
                    <a:pt x="344652" y="34798"/>
                  </a:moveTo>
                  <a:lnTo>
                    <a:pt x="336296" y="33959"/>
                  </a:lnTo>
                  <a:lnTo>
                    <a:pt x="335953" y="37401"/>
                  </a:lnTo>
                  <a:lnTo>
                    <a:pt x="344309" y="38239"/>
                  </a:lnTo>
                  <a:lnTo>
                    <a:pt x="344652" y="34798"/>
                  </a:lnTo>
                  <a:close/>
                </a:path>
                <a:path w="519430" h="55880">
                  <a:moveTo>
                    <a:pt x="357098" y="36055"/>
                  </a:moveTo>
                  <a:lnTo>
                    <a:pt x="348742" y="35217"/>
                  </a:lnTo>
                  <a:lnTo>
                    <a:pt x="348399" y="38658"/>
                  </a:lnTo>
                  <a:lnTo>
                    <a:pt x="356755" y="39497"/>
                  </a:lnTo>
                  <a:lnTo>
                    <a:pt x="357098" y="36055"/>
                  </a:lnTo>
                  <a:close/>
                </a:path>
                <a:path w="519430" h="55880">
                  <a:moveTo>
                    <a:pt x="369544" y="37312"/>
                  </a:moveTo>
                  <a:lnTo>
                    <a:pt x="361188" y="36474"/>
                  </a:lnTo>
                  <a:lnTo>
                    <a:pt x="360845" y="39916"/>
                  </a:lnTo>
                  <a:lnTo>
                    <a:pt x="369189" y="40767"/>
                  </a:lnTo>
                  <a:lnTo>
                    <a:pt x="369544" y="37312"/>
                  </a:lnTo>
                  <a:close/>
                </a:path>
                <a:path w="519430" h="55880">
                  <a:moveTo>
                    <a:pt x="381990" y="38569"/>
                  </a:moveTo>
                  <a:lnTo>
                    <a:pt x="373634" y="37731"/>
                  </a:lnTo>
                  <a:lnTo>
                    <a:pt x="373278" y="41173"/>
                  </a:lnTo>
                  <a:lnTo>
                    <a:pt x="381635" y="42011"/>
                  </a:lnTo>
                  <a:lnTo>
                    <a:pt x="381990" y="38569"/>
                  </a:lnTo>
                  <a:close/>
                </a:path>
                <a:path w="519430" h="55880">
                  <a:moveTo>
                    <a:pt x="394423" y="39827"/>
                  </a:moveTo>
                  <a:lnTo>
                    <a:pt x="386080" y="38989"/>
                  </a:lnTo>
                  <a:lnTo>
                    <a:pt x="385724" y="42430"/>
                  </a:lnTo>
                  <a:lnTo>
                    <a:pt x="394081" y="43268"/>
                  </a:lnTo>
                  <a:lnTo>
                    <a:pt x="394423" y="39827"/>
                  </a:lnTo>
                  <a:close/>
                </a:path>
                <a:path w="519430" h="55880">
                  <a:moveTo>
                    <a:pt x="406869" y="41097"/>
                  </a:moveTo>
                  <a:lnTo>
                    <a:pt x="398513" y="40246"/>
                  </a:lnTo>
                  <a:lnTo>
                    <a:pt x="398170" y="43688"/>
                  </a:lnTo>
                  <a:lnTo>
                    <a:pt x="406527" y="44538"/>
                  </a:lnTo>
                  <a:lnTo>
                    <a:pt x="406869" y="41097"/>
                  </a:lnTo>
                  <a:close/>
                </a:path>
                <a:path w="519430" h="55880">
                  <a:moveTo>
                    <a:pt x="419315" y="42341"/>
                  </a:moveTo>
                  <a:lnTo>
                    <a:pt x="410959" y="41503"/>
                  </a:lnTo>
                  <a:lnTo>
                    <a:pt x="410603" y="44945"/>
                  </a:lnTo>
                  <a:lnTo>
                    <a:pt x="418973" y="45783"/>
                  </a:lnTo>
                  <a:lnTo>
                    <a:pt x="419315" y="42341"/>
                  </a:lnTo>
                  <a:close/>
                </a:path>
                <a:path w="519430" h="55880">
                  <a:moveTo>
                    <a:pt x="431761" y="43599"/>
                  </a:moveTo>
                  <a:lnTo>
                    <a:pt x="423405" y="42760"/>
                  </a:lnTo>
                  <a:lnTo>
                    <a:pt x="423049" y="46202"/>
                  </a:lnTo>
                  <a:lnTo>
                    <a:pt x="431406" y="47040"/>
                  </a:lnTo>
                  <a:lnTo>
                    <a:pt x="431761" y="43599"/>
                  </a:lnTo>
                  <a:close/>
                </a:path>
                <a:path w="519430" h="55880">
                  <a:moveTo>
                    <a:pt x="444207" y="44869"/>
                  </a:moveTo>
                  <a:lnTo>
                    <a:pt x="435851" y="44018"/>
                  </a:lnTo>
                  <a:lnTo>
                    <a:pt x="435495" y="47459"/>
                  </a:lnTo>
                  <a:lnTo>
                    <a:pt x="443852" y="48310"/>
                  </a:lnTo>
                  <a:lnTo>
                    <a:pt x="444207" y="44869"/>
                  </a:lnTo>
                  <a:close/>
                </a:path>
                <a:path w="519430" h="55880">
                  <a:moveTo>
                    <a:pt x="456641" y="46126"/>
                  </a:moveTo>
                  <a:lnTo>
                    <a:pt x="448284" y="45275"/>
                  </a:lnTo>
                  <a:lnTo>
                    <a:pt x="447941" y="48717"/>
                  </a:lnTo>
                  <a:lnTo>
                    <a:pt x="456298" y="49568"/>
                  </a:lnTo>
                  <a:lnTo>
                    <a:pt x="456641" y="46126"/>
                  </a:lnTo>
                  <a:close/>
                </a:path>
                <a:path w="519430" h="55880">
                  <a:moveTo>
                    <a:pt x="469087" y="47371"/>
                  </a:moveTo>
                  <a:lnTo>
                    <a:pt x="460730" y="46532"/>
                  </a:lnTo>
                  <a:lnTo>
                    <a:pt x="460375" y="49974"/>
                  </a:lnTo>
                  <a:lnTo>
                    <a:pt x="468731" y="50812"/>
                  </a:lnTo>
                  <a:lnTo>
                    <a:pt x="469087" y="47371"/>
                  </a:lnTo>
                  <a:close/>
                </a:path>
                <a:path w="519430" h="55880">
                  <a:moveTo>
                    <a:pt x="481533" y="48641"/>
                  </a:moveTo>
                  <a:lnTo>
                    <a:pt x="473176" y="47790"/>
                  </a:lnTo>
                  <a:lnTo>
                    <a:pt x="472833" y="51231"/>
                  </a:lnTo>
                  <a:lnTo>
                    <a:pt x="481177" y="52082"/>
                  </a:lnTo>
                  <a:lnTo>
                    <a:pt x="481533" y="48641"/>
                  </a:lnTo>
                  <a:close/>
                </a:path>
                <a:path w="519430" h="55880">
                  <a:moveTo>
                    <a:pt x="493979" y="49898"/>
                  </a:moveTo>
                  <a:lnTo>
                    <a:pt x="485609" y="49047"/>
                  </a:lnTo>
                  <a:lnTo>
                    <a:pt x="485267" y="52489"/>
                  </a:lnTo>
                  <a:lnTo>
                    <a:pt x="493623" y="53340"/>
                  </a:lnTo>
                  <a:lnTo>
                    <a:pt x="493979" y="49898"/>
                  </a:lnTo>
                  <a:close/>
                </a:path>
                <a:path w="519430" h="55880">
                  <a:moveTo>
                    <a:pt x="506412" y="51155"/>
                  </a:moveTo>
                  <a:lnTo>
                    <a:pt x="498068" y="50304"/>
                  </a:lnTo>
                  <a:lnTo>
                    <a:pt x="497713" y="53746"/>
                  </a:lnTo>
                  <a:lnTo>
                    <a:pt x="506069" y="54597"/>
                  </a:lnTo>
                  <a:lnTo>
                    <a:pt x="506412" y="51155"/>
                  </a:lnTo>
                  <a:close/>
                </a:path>
                <a:path w="519430" h="55880">
                  <a:moveTo>
                    <a:pt x="518858" y="52412"/>
                  </a:moveTo>
                  <a:lnTo>
                    <a:pt x="510501" y="51562"/>
                  </a:lnTo>
                  <a:lnTo>
                    <a:pt x="510146" y="55003"/>
                  </a:lnTo>
                  <a:lnTo>
                    <a:pt x="518502" y="55854"/>
                  </a:lnTo>
                  <a:lnTo>
                    <a:pt x="518858" y="52412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179100" y="942470"/>
              <a:ext cx="387350" cy="0"/>
            </a:xfrm>
            <a:custGeom>
              <a:avLst/>
              <a:gdLst/>
              <a:ahLst/>
              <a:cxnLst/>
              <a:rect l="l" t="t" r="r" b="b"/>
              <a:pathLst>
                <a:path w="387350">
                  <a:moveTo>
                    <a:pt x="0" y="0"/>
                  </a:moveTo>
                  <a:lnTo>
                    <a:pt x="386833" y="0"/>
                  </a:lnTo>
                </a:path>
              </a:pathLst>
            </a:custGeom>
            <a:ln w="3461">
              <a:solidFill>
                <a:srgbClr val="F794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064677" y="951090"/>
              <a:ext cx="505459" cy="79375"/>
            </a:xfrm>
            <a:custGeom>
              <a:avLst/>
              <a:gdLst/>
              <a:ahLst/>
              <a:cxnLst/>
              <a:rect l="l" t="t" r="r" b="b"/>
              <a:pathLst>
                <a:path w="505460" h="79375">
                  <a:moveTo>
                    <a:pt x="8648" y="77939"/>
                  </a:moveTo>
                  <a:lnTo>
                    <a:pt x="8369" y="76174"/>
                  </a:lnTo>
                  <a:lnTo>
                    <a:pt x="8128" y="74510"/>
                  </a:lnTo>
                  <a:lnTo>
                    <a:pt x="0" y="75730"/>
                  </a:lnTo>
                  <a:lnTo>
                    <a:pt x="520" y="79159"/>
                  </a:lnTo>
                  <a:lnTo>
                    <a:pt x="8648" y="77939"/>
                  </a:lnTo>
                  <a:close/>
                </a:path>
                <a:path w="505460" h="79375">
                  <a:moveTo>
                    <a:pt x="20751" y="76123"/>
                  </a:moveTo>
                  <a:lnTo>
                    <a:pt x="20231" y="72694"/>
                  </a:lnTo>
                  <a:lnTo>
                    <a:pt x="12103" y="73914"/>
                  </a:lnTo>
                  <a:lnTo>
                    <a:pt x="12623" y="77343"/>
                  </a:lnTo>
                  <a:lnTo>
                    <a:pt x="20751" y="76123"/>
                  </a:lnTo>
                  <a:close/>
                </a:path>
                <a:path w="505460" h="79375">
                  <a:moveTo>
                    <a:pt x="32854" y="74307"/>
                  </a:moveTo>
                  <a:lnTo>
                    <a:pt x="32334" y="70878"/>
                  </a:lnTo>
                  <a:lnTo>
                    <a:pt x="24206" y="72097"/>
                  </a:lnTo>
                  <a:lnTo>
                    <a:pt x="24726" y="75514"/>
                  </a:lnTo>
                  <a:lnTo>
                    <a:pt x="32854" y="74307"/>
                  </a:lnTo>
                  <a:close/>
                </a:path>
                <a:path w="505460" h="79375">
                  <a:moveTo>
                    <a:pt x="44945" y="72478"/>
                  </a:moveTo>
                  <a:lnTo>
                    <a:pt x="44437" y="69062"/>
                  </a:lnTo>
                  <a:lnTo>
                    <a:pt x="36309" y="70281"/>
                  </a:lnTo>
                  <a:lnTo>
                    <a:pt x="36830" y="73698"/>
                  </a:lnTo>
                  <a:lnTo>
                    <a:pt x="44945" y="72478"/>
                  </a:lnTo>
                  <a:close/>
                </a:path>
                <a:path w="505460" h="79375">
                  <a:moveTo>
                    <a:pt x="57061" y="70662"/>
                  </a:moveTo>
                  <a:lnTo>
                    <a:pt x="56540" y="67246"/>
                  </a:lnTo>
                  <a:lnTo>
                    <a:pt x="48412" y="68465"/>
                  </a:lnTo>
                  <a:lnTo>
                    <a:pt x="48933" y="71882"/>
                  </a:lnTo>
                  <a:lnTo>
                    <a:pt x="57061" y="70662"/>
                  </a:lnTo>
                  <a:close/>
                </a:path>
                <a:path w="505460" h="79375">
                  <a:moveTo>
                    <a:pt x="69164" y="68846"/>
                  </a:moveTo>
                  <a:lnTo>
                    <a:pt x="68643" y="65430"/>
                  </a:lnTo>
                  <a:lnTo>
                    <a:pt x="60515" y="66649"/>
                  </a:lnTo>
                  <a:lnTo>
                    <a:pt x="61036" y="70065"/>
                  </a:lnTo>
                  <a:lnTo>
                    <a:pt x="69164" y="68846"/>
                  </a:lnTo>
                  <a:close/>
                </a:path>
                <a:path w="505460" h="79375">
                  <a:moveTo>
                    <a:pt x="81254" y="67030"/>
                  </a:moveTo>
                  <a:lnTo>
                    <a:pt x="80746" y="63614"/>
                  </a:lnTo>
                  <a:lnTo>
                    <a:pt x="72618" y="64833"/>
                  </a:lnTo>
                  <a:lnTo>
                    <a:pt x="73139" y="68249"/>
                  </a:lnTo>
                  <a:lnTo>
                    <a:pt x="81254" y="67030"/>
                  </a:lnTo>
                  <a:close/>
                </a:path>
                <a:path w="505460" h="79375">
                  <a:moveTo>
                    <a:pt x="93370" y="65214"/>
                  </a:moveTo>
                  <a:lnTo>
                    <a:pt x="92849" y="61798"/>
                  </a:lnTo>
                  <a:lnTo>
                    <a:pt x="84721" y="63004"/>
                  </a:lnTo>
                  <a:lnTo>
                    <a:pt x="85242" y="66433"/>
                  </a:lnTo>
                  <a:lnTo>
                    <a:pt x="93370" y="65214"/>
                  </a:lnTo>
                  <a:close/>
                </a:path>
                <a:path w="505460" h="79375">
                  <a:moveTo>
                    <a:pt x="105460" y="63398"/>
                  </a:moveTo>
                  <a:lnTo>
                    <a:pt x="104952" y="59969"/>
                  </a:lnTo>
                  <a:lnTo>
                    <a:pt x="96824" y="61201"/>
                  </a:lnTo>
                  <a:lnTo>
                    <a:pt x="97345" y="64604"/>
                  </a:lnTo>
                  <a:lnTo>
                    <a:pt x="105460" y="63398"/>
                  </a:lnTo>
                  <a:close/>
                </a:path>
                <a:path w="505460" h="79375">
                  <a:moveTo>
                    <a:pt x="117563" y="61582"/>
                  </a:moveTo>
                  <a:lnTo>
                    <a:pt x="117055" y="58166"/>
                  </a:lnTo>
                  <a:lnTo>
                    <a:pt x="108927" y="59372"/>
                  </a:lnTo>
                  <a:lnTo>
                    <a:pt x="109448" y="62801"/>
                  </a:lnTo>
                  <a:lnTo>
                    <a:pt x="117563" y="61582"/>
                  </a:lnTo>
                  <a:close/>
                </a:path>
                <a:path w="505460" h="79375">
                  <a:moveTo>
                    <a:pt x="129667" y="59766"/>
                  </a:moveTo>
                  <a:lnTo>
                    <a:pt x="129159" y="56337"/>
                  </a:lnTo>
                  <a:lnTo>
                    <a:pt x="121031" y="57556"/>
                  </a:lnTo>
                  <a:lnTo>
                    <a:pt x="121551" y="60972"/>
                  </a:lnTo>
                  <a:lnTo>
                    <a:pt x="129667" y="59766"/>
                  </a:lnTo>
                  <a:close/>
                </a:path>
                <a:path w="505460" h="79375">
                  <a:moveTo>
                    <a:pt x="141770" y="57937"/>
                  </a:moveTo>
                  <a:lnTo>
                    <a:pt x="141262" y="54521"/>
                  </a:lnTo>
                  <a:lnTo>
                    <a:pt x="133134" y="55740"/>
                  </a:lnTo>
                  <a:lnTo>
                    <a:pt x="133642" y="59169"/>
                  </a:lnTo>
                  <a:lnTo>
                    <a:pt x="141770" y="57937"/>
                  </a:lnTo>
                  <a:close/>
                </a:path>
                <a:path w="505460" h="79375">
                  <a:moveTo>
                    <a:pt x="153873" y="56134"/>
                  </a:moveTo>
                  <a:lnTo>
                    <a:pt x="153365" y="52705"/>
                  </a:lnTo>
                  <a:lnTo>
                    <a:pt x="145237" y="53924"/>
                  </a:lnTo>
                  <a:lnTo>
                    <a:pt x="145757" y="57340"/>
                  </a:lnTo>
                  <a:lnTo>
                    <a:pt x="153873" y="56134"/>
                  </a:lnTo>
                  <a:close/>
                </a:path>
                <a:path w="505460" h="79375">
                  <a:moveTo>
                    <a:pt x="165976" y="54305"/>
                  </a:moveTo>
                  <a:lnTo>
                    <a:pt x="165455" y="50888"/>
                  </a:lnTo>
                  <a:lnTo>
                    <a:pt x="157340" y="52108"/>
                  </a:lnTo>
                  <a:lnTo>
                    <a:pt x="157848" y="55524"/>
                  </a:lnTo>
                  <a:lnTo>
                    <a:pt x="165976" y="54305"/>
                  </a:lnTo>
                  <a:close/>
                </a:path>
                <a:path w="505460" h="79375">
                  <a:moveTo>
                    <a:pt x="178079" y="52489"/>
                  </a:moveTo>
                  <a:lnTo>
                    <a:pt x="177571" y="49072"/>
                  </a:lnTo>
                  <a:lnTo>
                    <a:pt x="169443" y="50292"/>
                  </a:lnTo>
                  <a:lnTo>
                    <a:pt x="169951" y="53708"/>
                  </a:lnTo>
                  <a:lnTo>
                    <a:pt x="178079" y="52489"/>
                  </a:lnTo>
                  <a:close/>
                </a:path>
                <a:path w="505460" h="79375">
                  <a:moveTo>
                    <a:pt x="190182" y="50673"/>
                  </a:moveTo>
                  <a:lnTo>
                    <a:pt x="189674" y="47256"/>
                  </a:lnTo>
                  <a:lnTo>
                    <a:pt x="181546" y="48463"/>
                  </a:lnTo>
                  <a:lnTo>
                    <a:pt x="182054" y="51892"/>
                  </a:lnTo>
                  <a:lnTo>
                    <a:pt x="190182" y="50673"/>
                  </a:lnTo>
                  <a:close/>
                </a:path>
                <a:path w="505460" h="79375">
                  <a:moveTo>
                    <a:pt x="202285" y="48856"/>
                  </a:moveTo>
                  <a:lnTo>
                    <a:pt x="201777" y="45440"/>
                  </a:lnTo>
                  <a:lnTo>
                    <a:pt x="193636" y="46659"/>
                  </a:lnTo>
                  <a:lnTo>
                    <a:pt x="194157" y="50076"/>
                  </a:lnTo>
                  <a:lnTo>
                    <a:pt x="202285" y="48856"/>
                  </a:lnTo>
                  <a:close/>
                </a:path>
                <a:path w="505460" h="79375">
                  <a:moveTo>
                    <a:pt x="214388" y="47040"/>
                  </a:moveTo>
                  <a:lnTo>
                    <a:pt x="213880" y="43624"/>
                  </a:lnTo>
                  <a:lnTo>
                    <a:pt x="205752" y="44831"/>
                  </a:lnTo>
                  <a:lnTo>
                    <a:pt x="206260" y="48260"/>
                  </a:lnTo>
                  <a:lnTo>
                    <a:pt x="214388" y="47040"/>
                  </a:lnTo>
                  <a:close/>
                </a:path>
                <a:path w="505460" h="79375">
                  <a:moveTo>
                    <a:pt x="226491" y="45224"/>
                  </a:moveTo>
                  <a:lnTo>
                    <a:pt x="225983" y="41795"/>
                  </a:lnTo>
                  <a:lnTo>
                    <a:pt x="217843" y="43014"/>
                  </a:lnTo>
                  <a:lnTo>
                    <a:pt x="218363" y="46443"/>
                  </a:lnTo>
                  <a:lnTo>
                    <a:pt x="226491" y="45224"/>
                  </a:lnTo>
                  <a:close/>
                </a:path>
                <a:path w="505460" h="79375">
                  <a:moveTo>
                    <a:pt x="238594" y="43408"/>
                  </a:moveTo>
                  <a:lnTo>
                    <a:pt x="238086" y="39979"/>
                  </a:lnTo>
                  <a:lnTo>
                    <a:pt x="229946" y="41198"/>
                  </a:lnTo>
                  <a:lnTo>
                    <a:pt x="230466" y="44627"/>
                  </a:lnTo>
                  <a:lnTo>
                    <a:pt x="238594" y="43408"/>
                  </a:lnTo>
                  <a:close/>
                </a:path>
                <a:path w="505460" h="79375">
                  <a:moveTo>
                    <a:pt x="250698" y="41592"/>
                  </a:moveTo>
                  <a:lnTo>
                    <a:pt x="250177" y="38163"/>
                  </a:lnTo>
                  <a:lnTo>
                    <a:pt x="242062" y="39382"/>
                  </a:lnTo>
                  <a:lnTo>
                    <a:pt x="242570" y="42799"/>
                  </a:lnTo>
                  <a:lnTo>
                    <a:pt x="250698" y="41592"/>
                  </a:lnTo>
                  <a:close/>
                </a:path>
                <a:path w="505460" h="79375">
                  <a:moveTo>
                    <a:pt x="262801" y="39763"/>
                  </a:moveTo>
                  <a:lnTo>
                    <a:pt x="262280" y="36347"/>
                  </a:lnTo>
                  <a:lnTo>
                    <a:pt x="254152" y="37566"/>
                  </a:lnTo>
                  <a:lnTo>
                    <a:pt x="254673" y="40982"/>
                  </a:lnTo>
                  <a:lnTo>
                    <a:pt x="262801" y="39763"/>
                  </a:lnTo>
                  <a:close/>
                </a:path>
                <a:path w="505460" h="79375">
                  <a:moveTo>
                    <a:pt x="274904" y="37960"/>
                  </a:moveTo>
                  <a:lnTo>
                    <a:pt x="274383" y="34531"/>
                  </a:lnTo>
                  <a:lnTo>
                    <a:pt x="266255" y="35750"/>
                  </a:lnTo>
                  <a:lnTo>
                    <a:pt x="266776" y="39166"/>
                  </a:lnTo>
                  <a:lnTo>
                    <a:pt x="274904" y="37960"/>
                  </a:lnTo>
                  <a:close/>
                </a:path>
                <a:path w="505460" h="79375">
                  <a:moveTo>
                    <a:pt x="287007" y="36131"/>
                  </a:moveTo>
                  <a:lnTo>
                    <a:pt x="286486" y="32715"/>
                  </a:lnTo>
                  <a:lnTo>
                    <a:pt x="278358" y="33934"/>
                  </a:lnTo>
                  <a:lnTo>
                    <a:pt x="278879" y="37350"/>
                  </a:lnTo>
                  <a:lnTo>
                    <a:pt x="287007" y="36131"/>
                  </a:lnTo>
                  <a:close/>
                </a:path>
                <a:path w="505460" h="79375">
                  <a:moveTo>
                    <a:pt x="299110" y="34315"/>
                  </a:moveTo>
                  <a:lnTo>
                    <a:pt x="298589" y="30899"/>
                  </a:lnTo>
                  <a:lnTo>
                    <a:pt x="290461" y="32118"/>
                  </a:lnTo>
                  <a:lnTo>
                    <a:pt x="290982" y="35534"/>
                  </a:lnTo>
                  <a:lnTo>
                    <a:pt x="299110" y="34315"/>
                  </a:lnTo>
                  <a:close/>
                </a:path>
                <a:path w="505460" h="79375">
                  <a:moveTo>
                    <a:pt x="311213" y="32499"/>
                  </a:moveTo>
                  <a:lnTo>
                    <a:pt x="310692" y="29083"/>
                  </a:lnTo>
                  <a:lnTo>
                    <a:pt x="302564" y="30302"/>
                  </a:lnTo>
                  <a:lnTo>
                    <a:pt x="303085" y="33718"/>
                  </a:lnTo>
                  <a:lnTo>
                    <a:pt x="311213" y="32499"/>
                  </a:lnTo>
                  <a:close/>
                </a:path>
                <a:path w="505460" h="79375">
                  <a:moveTo>
                    <a:pt x="323316" y="30683"/>
                  </a:moveTo>
                  <a:lnTo>
                    <a:pt x="322795" y="27266"/>
                  </a:lnTo>
                  <a:lnTo>
                    <a:pt x="314667" y="28473"/>
                  </a:lnTo>
                  <a:lnTo>
                    <a:pt x="315188" y="31902"/>
                  </a:lnTo>
                  <a:lnTo>
                    <a:pt x="323316" y="30683"/>
                  </a:lnTo>
                  <a:close/>
                </a:path>
                <a:path w="505460" h="79375">
                  <a:moveTo>
                    <a:pt x="335419" y="28867"/>
                  </a:moveTo>
                  <a:lnTo>
                    <a:pt x="334899" y="25438"/>
                  </a:lnTo>
                  <a:lnTo>
                    <a:pt x="326771" y="26657"/>
                  </a:lnTo>
                  <a:lnTo>
                    <a:pt x="327291" y="30086"/>
                  </a:lnTo>
                  <a:lnTo>
                    <a:pt x="335419" y="28867"/>
                  </a:lnTo>
                  <a:close/>
                </a:path>
                <a:path w="505460" h="79375">
                  <a:moveTo>
                    <a:pt x="347522" y="27051"/>
                  </a:moveTo>
                  <a:lnTo>
                    <a:pt x="347002" y="23622"/>
                  </a:lnTo>
                  <a:lnTo>
                    <a:pt x="338874" y="24841"/>
                  </a:lnTo>
                  <a:lnTo>
                    <a:pt x="339394" y="28270"/>
                  </a:lnTo>
                  <a:lnTo>
                    <a:pt x="347522" y="27051"/>
                  </a:lnTo>
                  <a:close/>
                </a:path>
                <a:path w="505460" h="79375">
                  <a:moveTo>
                    <a:pt x="359625" y="25234"/>
                  </a:moveTo>
                  <a:lnTo>
                    <a:pt x="359105" y="21805"/>
                  </a:lnTo>
                  <a:lnTo>
                    <a:pt x="350977" y="23025"/>
                  </a:lnTo>
                  <a:lnTo>
                    <a:pt x="351497" y="26441"/>
                  </a:lnTo>
                  <a:lnTo>
                    <a:pt x="359625" y="25234"/>
                  </a:lnTo>
                  <a:close/>
                </a:path>
                <a:path w="505460" h="79375">
                  <a:moveTo>
                    <a:pt x="371716" y="23406"/>
                  </a:moveTo>
                  <a:lnTo>
                    <a:pt x="371208" y="19989"/>
                  </a:lnTo>
                  <a:lnTo>
                    <a:pt x="363080" y="21209"/>
                  </a:lnTo>
                  <a:lnTo>
                    <a:pt x="363601" y="24625"/>
                  </a:lnTo>
                  <a:lnTo>
                    <a:pt x="371716" y="23406"/>
                  </a:lnTo>
                  <a:close/>
                </a:path>
                <a:path w="505460" h="79375">
                  <a:moveTo>
                    <a:pt x="383819" y="21590"/>
                  </a:moveTo>
                  <a:lnTo>
                    <a:pt x="383311" y="18173"/>
                  </a:lnTo>
                  <a:lnTo>
                    <a:pt x="375183" y="19392"/>
                  </a:lnTo>
                  <a:lnTo>
                    <a:pt x="375704" y="22809"/>
                  </a:lnTo>
                  <a:lnTo>
                    <a:pt x="383819" y="21590"/>
                  </a:lnTo>
                  <a:close/>
                </a:path>
                <a:path w="505460" h="79375">
                  <a:moveTo>
                    <a:pt x="395922" y="19773"/>
                  </a:moveTo>
                  <a:lnTo>
                    <a:pt x="395414" y="16357"/>
                  </a:lnTo>
                  <a:lnTo>
                    <a:pt x="387286" y="17564"/>
                  </a:lnTo>
                  <a:lnTo>
                    <a:pt x="387807" y="20993"/>
                  </a:lnTo>
                  <a:lnTo>
                    <a:pt x="395922" y="19773"/>
                  </a:lnTo>
                  <a:close/>
                </a:path>
                <a:path w="505460" h="79375">
                  <a:moveTo>
                    <a:pt x="408025" y="17957"/>
                  </a:moveTo>
                  <a:lnTo>
                    <a:pt x="407517" y="14541"/>
                  </a:lnTo>
                  <a:lnTo>
                    <a:pt x="399389" y="15760"/>
                  </a:lnTo>
                  <a:lnTo>
                    <a:pt x="399910" y="19177"/>
                  </a:lnTo>
                  <a:lnTo>
                    <a:pt x="408025" y="17957"/>
                  </a:lnTo>
                  <a:close/>
                </a:path>
                <a:path w="505460" h="79375">
                  <a:moveTo>
                    <a:pt x="420128" y="16141"/>
                  </a:moveTo>
                  <a:lnTo>
                    <a:pt x="419620" y="12725"/>
                  </a:lnTo>
                  <a:lnTo>
                    <a:pt x="411492" y="13931"/>
                  </a:lnTo>
                  <a:lnTo>
                    <a:pt x="412013" y="17360"/>
                  </a:lnTo>
                  <a:lnTo>
                    <a:pt x="420128" y="16141"/>
                  </a:lnTo>
                  <a:close/>
                </a:path>
                <a:path w="505460" h="79375">
                  <a:moveTo>
                    <a:pt x="432231" y="14325"/>
                  </a:moveTo>
                  <a:lnTo>
                    <a:pt x="431723" y="10896"/>
                  </a:lnTo>
                  <a:lnTo>
                    <a:pt x="423595" y="12128"/>
                  </a:lnTo>
                  <a:lnTo>
                    <a:pt x="424116" y="15544"/>
                  </a:lnTo>
                  <a:lnTo>
                    <a:pt x="432231" y="14325"/>
                  </a:lnTo>
                  <a:close/>
                </a:path>
                <a:path w="505460" h="79375">
                  <a:moveTo>
                    <a:pt x="444334" y="12509"/>
                  </a:moveTo>
                  <a:lnTo>
                    <a:pt x="443826" y="9093"/>
                  </a:lnTo>
                  <a:lnTo>
                    <a:pt x="435698" y="10299"/>
                  </a:lnTo>
                  <a:lnTo>
                    <a:pt x="436219" y="13728"/>
                  </a:lnTo>
                  <a:lnTo>
                    <a:pt x="444334" y="12509"/>
                  </a:lnTo>
                  <a:close/>
                </a:path>
                <a:path w="505460" h="79375">
                  <a:moveTo>
                    <a:pt x="456438" y="10693"/>
                  </a:moveTo>
                  <a:lnTo>
                    <a:pt x="455930" y="7264"/>
                  </a:lnTo>
                  <a:lnTo>
                    <a:pt x="447802" y="8483"/>
                  </a:lnTo>
                  <a:lnTo>
                    <a:pt x="448322" y="11899"/>
                  </a:lnTo>
                  <a:lnTo>
                    <a:pt x="456438" y="10693"/>
                  </a:lnTo>
                  <a:close/>
                </a:path>
                <a:path w="505460" h="79375">
                  <a:moveTo>
                    <a:pt x="468541" y="8864"/>
                  </a:moveTo>
                  <a:lnTo>
                    <a:pt x="468033" y="5448"/>
                  </a:lnTo>
                  <a:lnTo>
                    <a:pt x="459905" y="6667"/>
                  </a:lnTo>
                  <a:lnTo>
                    <a:pt x="460425" y="10096"/>
                  </a:lnTo>
                  <a:lnTo>
                    <a:pt x="468541" y="8864"/>
                  </a:lnTo>
                  <a:close/>
                </a:path>
                <a:path w="505460" h="79375">
                  <a:moveTo>
                    <a:pt x="480644" y="7061"/>
                  </a:moveTo>
                  <a:lnTo>
                    <a:pt x="480136" y="3632"/>
                  </a:lnTo>
                  <a:lnTo>
                    <a:pt x="471995" y="4851"/>
                  </a:lnTo>
                  <a:lnTo>
                    <a:pt x="472516" y="8267"/>
                  </a:lnTo>
                  <a:lnTo>
                    <a:pt x="480644" y="7061"/>
                  </a:lnTo>
                  <a:close/>
                </a:path>
                <a:path w="505460" h="79375">
                  <a:moveTo>
                    <a:pt x="492747" y="5232"/>
                  </a:moveTo>
                  <a:lnTo>
                    <a:pt x="492239" y="1816"/>
                  </a:lnTo>
                  <a:lnTo>
                    <a:pt x="484111" y="3035"/>
                  </a:lnTo>
                  <a:lnTo>
                    <a:pt x="484632" y="6451"/>
                  </a:lnTo>
                  <a:lnTo>
                    <a:pt x="492747" y="5232"/>
                  </a:lnTo>
                  <a:close/>
                </a:path>
                <a:path w="505460" h="79375">
                  <a:moveTo>
                    <a:pt x="504850" y="3416"/>
                  </a:moveTo>
                  <a:lnTo>
                    <a:pt x="504329" y="0"/>
                  </a:lnTo>
                  <a:lnTo>
                    <a:pt x="496214" y="1219"/>
                  </a:lnTo>
                  <a:lnTo>
                    <a:pt x="496722" y="4635"/>
                  </a:lnTo>
                  <a:lnTo>
                    <a:pt x="504850" y="3416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176615" y="1075194"/>
              <a:ext cx="433070" cy="136525"/>
            </a:xfrm>
            <a:custGeom>
              <a:avLst/>
              <a:gdLst/>
              <a:ahLst/>
              <a:cxnLst/>
              <a:rect l="l" t="t" r="r" b="b"/>
              <a:pathLst>
                <a:path w="433069" h="136525">
                  <a:moveTo>
                    <a:pt x="9118" y="134594"/>
                  </a:moveTo>
                  <a:lnTo>
                    <a:pt x="8369" y="131216"/>
                  </a:lnTo>
                  <a:lnTo>
                    <a:pt x="0" y="133083"/>
                  </a:lnTo>
                  <a:lnTo>
                    <a:pt x="749" y="136461"/>
                  </a:lnTo>
                  <a:lnTo>
                    <a:pt x="9118" y="134594"/>
                  </a:lnTo>
                  <a:close/>
                </a:path>
                <a:path w="433069" h="136525">
                  <a:moveTo>
                    <a:pt x="21590" y="131826"/>
                  </a:moveTo>
                  <a:lnTo>
                    <a:pt x="20840" y="128447"/>
                  </a:lnTo>
                  <a:lnTo>
                    <a:pt x="12471" y="130314"/>
                  </a:lnTo>
                  <a:lnTo>
                    <a:pt x="13220" y="133692"/>
                  </a:lnTo>
                  <a:lnTo>
                    <a:pt x="21590" y="131826"/>
                  </a:lnTo>
                  <a:close/>
                </a:path>
                <a:path w="433069" h="136525">
                  <a:moveTo>
                    <a:pt x="34061" y="129057"/>
                  </a:moveTo>
                  <a:lnTo>
                    <a:pt x="33312" y="125679"/>
                  </a:lnTo>
                  <a:lnTo>
                    <a:pt x="24930" y="127546"/>
                  </a:lnTo>
                  <a:lnTo>
                    <a:pt x="25692" y="130924"/>
                  </a:lnTo>
                  <a:lnTo>
                    <a:pt x="34061" y="129057"/>
                  </a:lnTo>
                  <a:close/>
                </a:path>
                <a:path w="433069" h="136525">
                  <a:moveTo>
                    <a:pt x="46532" y="126288"/>
                  </a:moveTo>
                  <a:lnTo>
                    <a:pt x="45783" y="122897"/>
                  </a:lnTo>
                  <a:lnTo>
                    <a:pt x="37401" y="124777"/>
                  </a:lnTo>
                  <a:lnTo>
                    <a:pt x="38163" y="128155"/>
                  </a:lnTo>
                  <a:lnTo>
                    <a:pt x="46532" y="126288"/>
                  </a:lnTo>
                  <a:close/>
                </a:path>
                <a:path w="433069" h="136525">
                  <a:moveTo>
                    <a:pt x="59004" y="123520"/>
                  </a:moveTo>
                  <a:lnTo>
                    <a:pt x="58242" y="120129"/>
                  </a:lnTo>
                  <a:lnTo>
                    <a:pt x="49872" y="121996"/>
                  </a:lnTo>
                  <a:lnTo>
                    <a:pt x="50634" y="125374"/>
                  </a:lnTo>
                  <a:lnTo>
                    <a:pt x="59004" y="123520"/>
                  </a:lnTo>
                  <a:close/>
                </a:path>
                <a:path w="433069" h="136525">
                  <a:moveTo>
                    <a:pt x="71475" y="120738"/>
                  </a:moveTo>
                  <a:lnTo>
                    <a:pt x="70713" y="117360"/>
                  </a:lnTo>
                  <a:lnTo>
                    <a:pt x="62344" y="119227"/>
                  </a:lnTo>
                  <a:lnTo>
                    <a:pt x="63093" y="122605"/>
                  </a:lnTo>
                  <a:lnTo>
                    <a:pt x="71475" y="120738"/>
                  </a:lnTo>
                  <a:close/>
                </a:path>
                <a:path w="433069" h="136525">
                  <a:moveTo>
                    <a:pt x="83934" y="117970"/>
                  </a:moveTo>
                  <a:lnTo>
                    <a:pt x="83185" y="114592"/>
                  </a:lnTo>
                  <a:lnTo>
                    <a:pt x="74815" y="116459"/>
                  </a:lnTo>
                  <a:lnTo>
                    <a:pt x="75565" y="119824"/>
                  </a:lnTo>
                  <a:lnTo>
                    <a:pt x="83934" y="117970"/>
                  </a:lnTo>
                  <a:close/>
                </a:path>
                <a:path w="433069" h="136525">
                  <a:moveTo>
                    <a:pt x="96405" y="115201"/>
                  </a:moveTo>
                  <a:lnTo>
                    <a:pt x="95656" y="111823"/>
                  </a:lnTo>
                  <a:lnTo>
                    <a:pt x="87287" y="113690"/>
                  </a:lnTo>
                  <a:lnTo>
                    <a:pt x="88036" y="117068"/>
                  </a:lnTo>
                  <a:lnTo>
                    <a:pt x="96405" y="115201"/>
                  </a:lnTo>
                  <a:close/>
                </a:path>
                <a:path w="433069" h="136525">
                  <a:moveTo>
                    <a:pt x="108877" y="112433"/>
                  </a:moveTo>
                  <a:lnTo>
                    <a:pt x="108127" y="109042"/>
                  </a:lnTo>
                  <a:lnTo>
                    <a:pt x="99758" y="110921"/>
                  </a:lnTo>
                  <a:lnTo>
                    <a:pt x="100507" y="114287"/>
                  </a:lnTo>
                  <a:lnTo>
                    <a:pt x="108877" y="112433"/>
                  </a:lnTo>
                  <a:close/>
                </a:path>
                <a:path w="433069" h="136525">
                  <a:moveTo>
                    <a:pt x="117144" y="457"/>
                  </a:moveTo>
                  <a:lnTo>
                    <a:pt x="109296" y="0"/>
                  </a:lnTo>
                  <a:lnTo>
                    <a:pt x="109105" y="3467"/>
                  </a:lnTo>
                  <a:lnTo>
                    <a:pt x="116941" y="3911"/>
                  </a:lnTo>
                  <a:lnTo>
                    <a:pt x="117144" y="457"/>
                  </a:lnTo>
                  <a:close/>
                </a:path>
                <a:path w="433069" h="136525">
                  <a:moveTo>
                    <a:pt x="121348" y="109664"/>
                  </a:moveTo>
                  <a:lnTo>
                    <a:pt x="120586" y="106273"/>
                  </a:lnTo>
                  <a:lnTo>
                    <a:pt x="112217" y="108140"/>
                  </a:lnTo>
                  <a:lnTo>
                    <a:pt x="112979" y="111518"/>
                  </a:lnTo>
                  <a:lnTo>
                    <a:pt x="121348" y="109664"/>
                  </a:lnTo>
                  <a:close/>
                </a:path>
                <a:path w="433069" h="136525">
                  <a:moveTo>
                    <a:pt x="128816" y="1130"/>
                  </a:moveTo>
                  <a:lnTo>
                    <a:pt x="120980" y="673"/>
                  </a:lnTo>
                  <a:lnTo>
                    <a:pt x="120777" y="4127"/>
                  </a:lnTo>
                  <a:lnTo>
                    <a:pt x="128625" y="4584"/>
                  </a:lnTo>
                  <a:lnTo>
                    <a:pt x="128816" y="1130"/>
                  </a:lnTo>
                  <a:close/>
                </a:path>
                <a:path w="433069" h="136525">
                  <a:moveTo>
                    <a:pt x="133819" y="106883"/>
                  </a:moveTo>
                  <a:lnTo>
                    <a:pt x="133057" y="103505"/>
                  </a:lnTo>
                  <a:lnTo>
                    <a:pt x="124688" y="105371"/>
                  </a:lnTo>
                  <a:lnTo>
                    <a:pt x="125450" y="108750"/>
                  </a:lnTo>
                  <a:lnTo>
                    <a:pt x="133819" y="106883"/>
                  </a:lnTo>
                  <a:close/>
                </a:path>
                <a:path w="433069" h="136525">
                  <a:moveTo>
                    <a:pt x="140487" y="1790"/>
                  </a:moveTo>
                  <a:lnTo>
                    <a:pt x="132651" y="1346"/>
                  </a:lnTo>
                  <a:lnTo>
                    <a:pt x="132461" y="4800"/>
                  </a:lnTo>
                  <a:lnTo>
                    <a:pt x="140296" y="5245"/>
                  </a:lnTo>
                  <a:lnTo>
                    <a:pt x="140487" y="1790"/>
                  </a:lnTo>
                  <a:close/>
                </a:path>
                <a:path w="433069" h="136525">
                  <a:moveTo>
                    <a:pt x="146278" y="104114"/>
                  </a:moveTo>
                  <a:lnTo>
                    <a:pt x="145529" y="100736"/>
                  </a:lnTo>
                  <a:lnTo>
                    <a:pt x="137160" y="102603"/>
                  </a:lnTo>
                  <a:lnTo>
                    <a:pt x="137909" y="105968"/>
                  </a:lnTo>
                  <a:lnTo>
                    <a:pt x="146278" y="104114"/>
                  </a:lnTo>
                  <a:close/>
                </a:path>
                <a:path w="433069" h="136525">
                  <a:moveTo>
                    <a:pt x="152171" y="2463"/>
                  </a:moveTo>
                  <a:lnTo>
                    <a:pt x="144335" y="2006"/>
                  </a:lnTo>
                  <a:lnTo>
                    <a:pt x="144132" y="5473"/>
                  </a:lnTo>
                  <a:lnTo>
                    <a:pt x="151968" y="5918"/>
                  </a:lnTo>
                  <a:lnTo>
                    <a:pt x="152171" y="2463"/>
                  </a:lnTo>
                  <a:close/>
                </a:path>
                <a:path w="433069" h="136525">
                  <a:moveTo>
                    <a:pt x="158750" y="101346"/>
                  </a:moveTo>
                  <a:lnTo>
                    <a:pt x="158000" y="97955"/>
                  </a:lnTo>
                  <a:lnTo>
                    <a:pt x="149631" y="99822"/>
                  </a:lnTo>
                  <a:lnTo>
                    <a:pt x="150380" y="103200"/>
                  </a:lnTo>
                  <a:lnTo>
                    <a:pt x="158750" y="101346"/>
                  </a:lnTo>
                  <a:close/>
                </a:path>
                <a:path w="433069" h="136525">
                  <a:moveTo>
                    <a:pt x="163842" y="3124"/>
                  </a:moveTo>
                  <a:lnTo>
                    <a:pt x="156006" y="2679"/>
                  </a:lnTo>
                  <a:lnTo>
                    <a:pt x="155803" y="6134"/>
                  </a:lnTo>
                  <a:lnTo>
                    <a:pt x="163652" y="6591"/>
                  </a:lnTo>
                  <a:lnTo>
                    <a:pt x="163842" y="3124"/>
                  </a:lnTo>
                  <a:close/>
                </a:path>
                <a:path w="433069" h="136525">
                  <a:moveTo>
                    <a:pt x="171221" y="98577"/>
                  </a:moveTo>
                  <a:lnTo>
                    <a:pt x="170472" y="95186"/>
                  </a:lnTo>
                  <a:lnTo>
                    <a:pt x="162102" y="97053"/>
                  </a:lnTo>
                  <a:lnTo>
                    <a:pt x="162852" y="100431"/>
                  </a:lnTo>
                  <a:lnTo>
                    <a:pt x="171221" y="98577"/>
                  </a:lnTo>
                  <a:close/>
                </a:path>
                <a:path w="433069" h="136525">
                  <a:moveTo>
                    <a:pt x="175514" y="3797"/>
                  </a:moveTo>
                  <a:lnTo>
                    <a:pt x="167678" y="3352"/>
                  </a:lnTo>
                  <a:lnTo>
                    <a:pt x="167487" y="6807"/>
                  </a:lnTo>
                  <a:lnTo>
                    <a:pt x="175323" y="7251"/>
                  </a:lnTo>
                  <a:lnTo>
                    <a:pt x="175514" y="3797"/>
                  </a:lnTo>
                  <a:close/>
                </a:path>
                <a:path w="433069" h="136525">
                  <a:moveTo>
                    <a:pt x="183692" y="95796"/>
                  </a:moveTo>
                  <a:lnTo>
                    <a:pt x="182943" y="92417"/>
                  </a:lnTo>
                  <a:lnTo>
                    <a:pt x="174574" y="94284"/>
                  </a:lnTo>
                  <a:lnTo>
                    <a:pt x="175323" y="97663"/>
                  </a:lnTo>
                  <a:lnTo>
                    <a:pt x="183692" y="95796"/>
                  </a:lnTo>
                  <a:close/>
                </a:path>
                <a:path w="433069" h="136525">
                  <a:moveTo>
                    <a:pt x="187185" y="4470"/>
                  </a:moveTo>
                  <a:lnTo>
                    <a:pt x="179349" y="4013"/>
                  </a:lnTo>
                  <a:lnTo>
                    <a:pt x="179158" y="7480"/>
                  </a:lnTo>
                  <a:lnTo>
                    <a:pt x="186994" y="7924"/>
                  </a:lnTo>
                  <a:lnTo>
                    <a:pt x="187185" y="4470"/>
                  </a:lnTo>
                  <a:close/>
                </a:path>
                <a:path w="433069" h="136525">
                  <a:moveTo>
                    <a:pt x="196164" y="93027"/>
                  </a:moveTo>
                  <a:lnTo>
                    <a:pt x="195414" y="89649"/>
                  </a:lnTo>
                  <a:lnTo>
                    <a:pt x="187032" y="91516"/>
                  </a:lnTo>
                  <a:lnTo>
                    <a:pt x="187782" y="94881"/>
                  </a:lnTo>
                  <a:lnTo>
                    <a:pt x="196164" y="93027"/>
                  </a:lnTo>
                  <a:close/>
                </a:path>
                <a:path w="433069" h="136525">
                  <a:moveTo>
                    <a:pt x="198869" y="5130"/>
                  </a:moveTo>
                  <a:lnTo>
                    <a:pt x="191033" y="4673"/>
                  </a:lnTo>
                  <a:lnTo>
                    <a:pt x="190830" y="8140"/>
                  </a:lnTo>
                  <a:lnTo>
                    <a:pt x="198678" y="8585"/>
                  </a:lnTo>
                  <a:lnTo>
                    <a:pt x="198869" y="5130"/>
                  </a:lnTo>
                  <a:close/>
                </a:path>
                <a:path w="433069" h="136525">
                  <a:moveTo>
                    <a:pt x="208635" y="90258"/>
                  </a:moveTo>
                  <a:lnTo>
                    <a:pt x="207873" y="86880"/>
                  </a:lnTo>
                  <a:lnTo>
                    <a:pt x="199504" y="88734"/>
                  </a:lnTo>
                  <a:lnTo>
                    <a:pt x="200253" y="92113"/>
                  </a:lnTo>
                  <a:lnTo>
                    <a:pt x="208635" y="90258"/>
                  </a:lnTo>
                  <a:close/>
                </a:path>
                <a:path w="433069" h="136525">
                  <a:moveTo>
                    <a:pt x="210540" y="5803"/>
                  </a:moveTo>
                  <a:lnTo>
                    <a:pt x="202704" y="5346"/>
                  </a:lnTo>
                  <a:lnTo>
                    <a:pt x="202501" y="8813"/>
                  </a:lnTo>
                  <a:lnTo>
                    <a:pt x="210350" y="9258"/>
                  </a:lnTo>
                  <a:lnTo>
                    <a:pt x="210540" y="5803"/>
                  </a:lnTo>
                  <a:close/>
                </a:path>
                <a:path w="433069" h="136525">
                  <a:moveTo>
                    <a:pt x="221094" y="87490"/>
                  </a:moveTo>
                  <a:lnTo>
                    <a:pt x="220345" y="84099"/>
                  </a:lnTo>
                  <a:lnTo>
                    <a:pt x="211975" y="85966"/>
                  </a:lnTo>
                  <a:lnTo>
                    <a:pt x="212725" y="89344"/>
                  </a:lnTo>
                  <a:lnTo>
                    <a:pt x="221094" y="87490"/>
                  </a:lnTo>
                  <a:close/>
                </a:path>
                <a:path w="433069" h="136525">
                  <a:moveTo>
                    <a:pt x="222224" y="6477"/>
                  </a:moveTo>
                  <a:lnTo>
                    <a:pt x="214376" y="6019"/>
                  </a:lnTo>
                  <a:lnTo>
                    <a:pt x="214185" y="9474"/>
                  </a:lnTo>
                  <a:lnTo>
                    <a:pt x="222021" y="9931"/>
                  </a:lnTo>
                  <a:lnTo>
                    <a:pt x="222224" y="6477"/>
                  </a:lnTo>
                  <a:close/>
                </a:path>
                <a:path w="433069" h="136525">
                  <a:moveTo>
                    <a:pt x="233565" y="84721"/>
                  </a:moveTo>
                  <a:lnTo>
                    <a:pt x="232816" y="81330"/>
                  </a:lnTo>
                  <a:lnTo>
                    <a:pt x="224447" y="83197"/>
                  </a:lnTo>
                  <a:lnTo>
                    <a:pt x="225196" y="86575"/>
                  </a:lnTo>
                  <a:lnTo>
                    <a:pt x="233565" y="84721"/>
                  </a:lnTo>
                  <a:close/>
                </a:path>
                <a:path w="433069" h="136525">
                  <a:moveTo>
                    <a:pt x="233895" y="7137"/>
                  </a:moveTo>
                  <a:lnTo>
                    <a:pt x="226060" y="6692"/>
                  </a:lnTo>
                  <a:lnTo>
                    <a:pt x="225856" y="10147"/>
                  </a:lnTo>
                  <a:lnTo>
                    <a:pt x="233692" y="10591"/>
                  </a:lnTo>
                  <a:lnTo>
                    <a:pt x="233895" y="7137"/>
                  </a:lnTo>
                  <a:close/>
                </a:path>
                <a:path w="433069" h="136525">
                  <a:moveTo>
                    <a:pt x="245567" y="7810"/>
                  </a:moveTo>
                  <a:lnTo>
                    <a:pt x="237731" y="7353"/>
                  </a:lnTo>
                  <a:lnTo>
                    <a:pt x="237528" y="10820"/>
                  </a:lnTo>
                  <a:lnTo>
                    <a:pt x="245376" y="11264"/>
                  </a:lnTo>
                  <a:lnTo>
                    <a:pt x="245567" y="7810"/>
                  </a:lnTo>
                  <a:close/>
                </a:path>
                <a:path w="433069" h="136525">
                  <a:moveTo>
                    <a:pt x="246037" y="81940"/>
                  </a:moveTo>
                  <a:lnTo>
                    <a:pt x="245287" y="78562"/>
                  </a:lnTo>
                  <a:lnTo>
                    <a:pt x="236918" y="80429"/>
                  </a:lnTo>
                  <a:lnTo>
                    <a:pt x="237667" y="83807"/>
                  </a:lnTo>
                  <a:lnTo>
                    <a:pt x="246037" y="81940"/>
                  </a:lnTo>
                  <a:close/>
                </a:path>
                <a:path w="433069" h="136525">
                  <a:moveTo>
                    <a:pt x="257251" y="8470"/>
                  </a:moveTo>
                  <a:lnTo>
                    <a:pt x="249402" y="8026"/>
                  </a:lnTo>
                  <a:lnTo>
                    <a:pt x="249212" y="11480"/>
                  </a:lnTo>
                  <a:lnTo>
                    <a:pt x="257048" y="11925"/>
                  </a:lnTo>
                  <a:lnTo>
                    <a:pt x="257251" y="8470"/>
                  </a:lnTo>
                  <a:close/>
                </a:path>
                <a:path w="433069" h="136525">
                  <a:moveTo>
                    <a:pt x="258508" y="79171"/>
                  </a:moveTo>
                  <a:lnTo>
                    <a:pt x="257746" y="75793"/>
                  </a:lnTo>
                  <a:lnTo>
                    <a:pt x="249377" y="77647"/>
                  </a:lnTo>
                  <a:lnTo>
                    <a:pt x="250139" y="81026"/>
                  </a:lnTo>
                  <a:lnTo>
                    <a:pt x="258508" y="79171"/>
                  </a:lnTo>
                  <a:close/>
                </a:path>
                <a:path w="433069" h="136525">
                  <a:moveTo>
                    <a:pt x="268922" y="9144"/>
                  </a:moveTo>
                  <a:lnTo>
                    <a:pt x="261086" y="8699"/>
                  </a:lnTo>
                  <a:lnTo>
                    <a:pt x="260883" y="12153"/>
                  </a:lnTo>
                  <a:lnTo>
                    <a:pt x="268719" y="12598"/>
                  </a:lnTo>
                  <a:lnTo>
                    <a:pt x="268922" y="9144"/>
                  </a:lnTo>
                  <a:close/>
                </a:path>
                <a:path w="433069" h="136525">
                  <a:moveTo>
                    <a:pt x="270979" y="76403"/>
                  </a:moveTo>
                  <a:lnTo>
                    <a:pt x="270217" y="73025"/>
                  </a:lnTo>
                  <a:lnTo>
                    <a:pt x="261848" y="74879"/>
                  </a:lnTo>
                  <a:lnTo>
                    <a:pt x="262597" y="78257"/>
                  </a:lnTo>
                  <a:lnTo>
                    <a:pt x="270979" y="76403"/>
                  </a:lnTo>
                  <a:close/>
                </a:path>
                <a:path w="433069" h="136525">
                  <a:moveTo>
                    <a:pt x="280593" y="9817"/>
                  </a:moveTo>
                  <a:lnTo>
                    <a:pt x="272757" y="9359"/>
                  </a:lnTo>
                  <a:lnTo>
                    <a:pt x="272554" y="12827"/>
                  </a:lnTo>
                  <a:lnTo>
                    <a:pt x="280403" y="13271"/>
                  </a:lnTo>
                  <a:lnTo>
                    <a:pt x="280593" y="9817"/>
                  </a:lnTo>
                  <a:close/>
                </a:path>
                <a:path w="433069" h="136525">
                  <a:moveTo>
                    <a:pt x="283438" y="73634"/>
                  </a:moveTo>
                  <a:lnTo>
                    <a:pt x="282689" y="70243"/>
                  </a:lnTo>
                  <a:lnTo>
                    <a:pt x="274320" y="72110"/>
                  </a:lnTo>
                  <a:lnTo>
                    <a:pt x="275069" y="75488"/>
                  </a:lnTo>
                  <a:lnTo>
                    <a:pt x="283438" y="73634"/>
                  </a:lnTo>
                  <a:close/>
                </a:path>
                <a:path w="433069" h="136525">
                  <a:moveTo>
                    <a:pt x="292265" y="10477"/>
                  </a:moveTo>
                  <a:lnTo>
                    <a:pt x="284429" y="10020"/>
                  </a:lnTo>
                  <a:lnTo>
                    <a:pt x="284226" y="13487"/>
                  </a:lnTo>
                  <a:lnTo>
                    <a:pt x="292074" y="13931"/>
                  </a:lnTo>
                  <a:lnTo>
                    <a:pt x="292265" y="10477"/>
                  </a:lnTo>
                  <a:close/>
                </a:path>
                <a:path w="433069" h="136525">
                  <a:moveTo>
                    <a:pt x="295910" y="70853"/>
                  </a:moveTo>
                  <a:lnTo>
                    <a:pt x="295160" y="67475"/>
                  </a:lnTo>
                  <a:lnTo>
                    <a:pt x="286791" y="69342"/>
                  </a:lnTo>
                  <a:lnTo>
                    <a:pt x="287540" y="72720"/>
                  </a:lnTo>
                  <a:lnTo>
                    <a:pt x="295910" y="70853"/>
                  </a:lnTo>
                  <a:close/>
                </a:path>
                <a:path w="433069" h="136525">
                  <a:moveTo>
                    <a:pt x="303949" y="11150"/>
                  </a:moveTo>
                  <a:lnTo>
                    <a:pt x="296100" y="10693"/>
                  </a:lnTo>
                  <a:lnTo>
                    <a:pt x="295910" y="14160"/>
                  </a:lnTo>
                  <a:lnTo>
                    <a:pt x="303745" y="14605"/>
                  </a:lnTo>
                  <a:lnTo>
                    <a:pt x="303949" y="11150"/>
                  </a:lnTo>
                  <a:close/>
                </a:path>
                <a:path w="433069" h="136525">
                  <a:moveTo>
                    <a:pt x="308381" y="68084"/>
                  </a:moveTo>
                  <a:lnTo>
                    <a:pt x="307632" y="64706"/>
                  </a:lnTo>
                  <a:lnTo>
                    <a:pt x="299262" y="66573"/>
                  </a:lnTo>
                  <a:lnTo>
                    <a:pt x="300012" y="69938"/>
                  </a:lnTo>
                  <a:lnTo>
                    <a:pt x="308381" y="68084"/>
                  </a:lnTo>
                  <a:close/>
                </a:path>
                <a:path w="433069" h="136525">
                  <a:moveTo>
                    <a:pt x="315620" y="11823"/>
                  </a:moveTo>
                  <a:lnTo>
                    <a:pt x="307784" y="11366"/>
                  </a:lnTo>
                  <a:lnTo>
                    <a:pt x="307594" y="14820"/>
                  </a:lnTo>
                  <a:lnTo>
                    <a:pt x="315429" y="15278"/>
                  </a:lnTo>
                  <a:lnTo>
                    <a:pt x="315620" y="11823"/>
                  </a:lnTo>
                  <a:close/>
                </a:path>
                <a:path w="433069" h="136525">
                  <a:moveTo>
                    <a:pt x="320852" y="65316"/>
                  </a:moveTo>
                  <a:lnTo>
                    <a:pt x="320103" y="61937"/>
                  </a:lnTo>
                  <a:lnTo>
                    <a:pt x="311734" y="63792"/>
                  </a:lnTo>
                  <a:lnTo>
                    <a:pt x="312483" y="67170"/>
                  </a:lnTo>
                  <a:lnTo>
                    <a:pt x="320852" y="65316"/>
                  </a:lnTo>
                  <a:close/>
                </a:path>
                <a:path w="433069" h="136525">
                  <a:moveTo>
                    <a:pt x="327291" y="12484"/>
                  </a:moveTo>
                  <a:lnTo>
                    <a:pt x="319455" y="12026"/>
                  </a:lnTo>
                  <a:lnTo>
                    <a:pt x="319252" y="15494"/>
                  </a:lnTo>
                  <a:lnTo>
                    <a:pt x="327101" y="15938"/>
                  </a:lnTo>
                  <a:lnTo>
                    <a:pt x="327291" y="12484"/>
                  </a:lnTo>
                  <a:close/>
                </a:path>
                <a:path w="433069" h="136525">
                  <a:moveTo>
                    <a:pt x="333324" y="62534"/>
                  </a:moveTo>
                  <a:lnTo>
                    <a:pt x="332574" y="59156"/>
                  </a:lnTo>
                  <a:lnTo>
                    <a:pt x="324192" y="61023"/>
                  </a:lnTo>
                  <a:lnTo>
                    <a:pt x="324954" y="64401"/>
                  </a:lnTo>
                  <a:lnTo>
                    <a:pt x="333324" y="62534"/>
                  </a:lnTo>
                  <a:close/>
                </a:path>
                <a:path w="433069" h="136525">
                  <a:moveTo>
                    <a:pt x="338975" y="13144"/>
                  </a:moveTo>
                  <a:lnTo>
                    <a:pt x="331127" y="12700"/>
                  </a:lnTo>
                  <a:lnTo>
                    <a:pt x="330936" y="16167"/>
                  </a:lnTo>
                  <a:lnTo>
                    <a:pt x="338772" y="16598"/>
                  </a:lnTo>
                  <a:lnTo>
                    <a:pt x="338975" y="13144"/>
                  </a:lnTo>
                  <a:close/>
                </a:path>
                <a:path w="433069" h="136525">
                  <a:moveTo>
                    <a:pt x="345782" y="59778"/>
                  </a:moveTo>
                  <a:lnTo>
                    <a:pt x="345033" y="56388"/>
                  </a:lnTo>
                  <a:lnTo>
                    <a:pt x="336664" y="58254"/>
                  </a:lnTo>
                  <a:lnTo>
                    <a:pt x="337413" y="61633"/>
                  </a:lnTo>
                  <a:lnTo>
                    <a:pt x="345782" y="59778"/>
                  </a:lnTo>
                  <a:close/>
                </a:path>
                <a:path w="433069" h="136525">
                  <a:moveTo>
                    <a:pt x="350647" y="13817"/>
                  </a:moveTo>
                  <a:lnTo>
                    <a:pt x="342811" y="13373"/>
                  </a:lnTo>
                  <a:lnTo>
                    <a:pt x="342607" y="16827"/>
                  </a:lnTo>
                  <a:lnTo>
                    <a:pt x="350443" y="17272"/>
                  </a:lnTo>
                  <a:lnTo>
                    <a:pt x="350647" y="13817"/>
                  </a:lnTo>
                  <a:close/>
                </a:path>
                <a:path w="433069" h="136525">
                  <a:moveTo>
                    <a:pt x="358267" y="56997"/>
                  </a:moveTo>
                  <a:lnTo>
                    <a:pt x="357505" y="53619"/>
                  </a:lnTo>
                  <a:lnTo>
                    <a:pt x="349135" y="55486"/>
                  </a:lnTo>
                  <a:lnTo>
                    <a:pt x="349885" y="58864"/>
                  </a:lnTo>
                  <a:lnTo>
                    <a:pt x="358267" y="56997"/>
                  </a:lnTo>
                  <a:close/>
                </a:path>
                <a:path w="433069" h="136525">
                  <a:moveTo>
                    <a:pt x="362318" y="14490"/>
                  </a:moveTo>
                  <a:lnTo>
                    <a:pt x="354482" y="14033"/>
                  </a:lnTo>
                  <a:lnTo>
                    <a:pt x="354291" y="17500"/>
                  </a:lnTo>
                  <a:lnTo>
                    <a:pt x="362127" y="17945"/>
                  </a:lnTo>
                  <a:lnTo>
                    <a:pt x="362318" y="14490"/>
                  </a:lnTo>
                  <a:close/>
                </a:path>
                <a:path w="433069" h="136525">
                  <a:moveTo>
                    <a:pt x="370725" y="54229"/>
                  </a:moveTo>
                  <a:lnTo>
                    <a:pt x="369976" y="50850"/>
                  </a:lnTo>
                  <a:lnTo>
                    <a:pt x="361607" y="52717"/>
                  </a:lnTo>
                  <a:lnTo>
                    <a:pt x="362356" y="56083"/>
                  </a:lnTo>
                  <a:lnTo>
                    <a:pt x="370725" y="54229"/>
                  </a:lnTo>
                  <a:close/>
                </a:path>
                <a:path w="433069" h="136525">
                  <a:moveTo>
                    <a:pt x="374002" y="15163"/>
                  </a:moveTo>
                  <a:lnTo>
                    <a:pt x="366153" y="14706"/>
                  </a:lnTo>
                  <a:lnTo>
                    <a:pt x="365963" y="18173"/>
                  </a:lnTo>
                  <a:lnTo>
                    <a:pt x="373799" y="18618"/>
                  </a:lnTo>
                  <a:lnTo>
                    <a:pt x="374002" y="15163"/>
                  </a:lnTo>
                  <a:close/>
                </a:path>
                <a:path w="433069" h="136525">
                  <a:moveTo>
                    <a:pt x="383197" y="51447"/>
                  </a:moveTo>
                  <a:lnTo>
                    <a:pt x="382447" y="48082"/>
                  </a:lnTo>
                  <a:lnTo>
                    <a:pt x="374078" y="49936"/>
                  </a:lnTo>
                  <a:lnTo>
                    <a:pt x="374815" y="53314"/>
                  </a:lnTo>
                  <a:lnTo>
                    <a:pt x="383197" y="51447"/>
                  </a:lnTo>
                  <a:close/>
                </a:path>
                <a:path w="433069" h="136525">
                  <a:moveTo>
                    <a:pt x="385673" y="15824"/>
                  </a:moveTo>
                  <a:lnTo>
                    <a:pt x="377837" y="15367"/>
                  </a:lnTo>
                  <a:lnTo>
                    <a:pt x="377634" y="18834"/>
                  </a:lnTo>
                  <a:lnTo>
                    <a:pt x="385483" y="19278"/>
                  </a:lnTo>
                  <a:lnTo>
                    <a:pt x="385673" y="15824"/>
                  </a:lnTo>
                  <a:close/>
                </a:path>
                <a:path w="433069" h="136525">
                  <a:moveTo>
                    <a:pt x="395668" y="48679"/>
                  </a:moveTo>
                  <a:lnTo>
                    <a:pt x="394919" y="45300"/>
                  </a:lnTo>
                  <a:lnTo>
                    <a:pt x="386549" y="47167"/>
                  </a:lnTo>
                  <a:lnTo>
                    <a:pt x="387299" y="50546"/>
                  </a:lnTo>
                  <a:lnTo>
                    <a:pt x="395668" y="48679"/>
                  </a:lnTo>
                  <a:close/>
                </a:path>
                <a:path w="433069" h="136525">
                  <a:moveTo>
                    <a:pt x="397344" y="16497"/>
                  </a:moveTo>
                  <a:lnTo>
                    <a:pt x="389521" y="16040"/>
                  </a:lnTo>
                  <a:lnTo>
                    <a:pt x="389318" y="19507"/>
                  </a:lnTo>
                  <a:lnTo>
                    <a:pt x="397154" y="19951"/>
                  </a:lnTo>
                  <a:lnTo>
                    <a:pt x="397344" y="16497"/>
                  </a:lnTo>
                  <a:close/>
                </a:path>
                <a:path w="433069" h="136525">
                  <a:moveTo>
                    <a:pt x="408139" y="45910"/>
                  </a:moveTo>
                  <a:lnTo>
                    <a:pt x="407377" y="42532"/>
                  </a:lnTo>
                  <a:lnTo>
                    <a:pt x="399008" y="44399"/>
                  </a:lnTo>
                  <a:lnTo>
                    <a:pt x="399757" y="47777"/>
                  </a:lnTo>
                  <a:lnTo>
                    <a:pt x="408139" y="45910"/>
                  </a:lnTo>
                  <a:close/>
                </a:path>
                <a:path w="433069" h="136525">
                  <a:moveTo>
                    <a:pt x="409028" y="17170"/>
                  </a:moveTo>
                  <a:lnTo>
                    <a:pt x="401180" y="16713"/>
                  </a:lnTo>
                  <a:lnTo>
                    <a:pt x="400989" y="20167"/>
                  </a:lnTo>
                  <a:lnTo>
                    <a:pt x="408825" y="20624"/>
                  </a:lnTo>
                  <a:lnTo>
                    <a:pt x="409028" y="17170"/>
                  </a:lnTo>
                  <a:close/>
                </a:path>
                <a:path w="433069" h="136525">
                  <a:moveTo>
                    <a:pt x="420611" y="43141"/>
                  </a:moveTo>
                  <a:lnTo>
                    <a:pt x="419849" y="39751"/>
                  </a:lnTo>
                  <a:lnTo>
                    <a:pt x="411480" y="41630"/>
                  </a:lnTo>
                  <a:lnTo>
                    <a:pt x="412229" y="45008"/>
                  </a:lnTo>
                  <a:lnTo>
                    <a:pt x="420611" y="43141"/>
                  </a:lnTo>
                  <a:close/>
                </a:path>
                <a:path w="433069" h="136525">
                  <a:moveTo>
                    <a:pt x="420700" y="17830"/>
                  </a:moveTo>
                  <a:lnTo>
                    <a:pt x="412864" y="17373"/>
                  </a:lnTo>
                  <a:lnTo>
                    <a:pt x="412661" y="20840"/>
                  </a:lnTo>
                  <a:lnTo>
                    <a:pt x="420509" y="21285"/>
                  </a:lnTo>
                  <a:lnTo>
                    <a:pt x="420700" y="17830"/>
                  </a:lnTo>
                  <a:close/>
                </a:path>
                <a:path w="433069" h="136525">
                  <a:moveTo>
                    <a:pt x="432371" y="18491"/>
                  </a:moveTo>
                  <a:lnTo>
                    <a:pt x="424535" y="18046"/>
                  </a:lnTo>
                  <a:lnTo>
                    <a:pt x="424345" y="21513"/>
                  </a:lnTo>
                  <a:lnTo>
                    <a:pt x="432181" y="21958"/>
                  </a:lnTo>
                  <a:lnTo>
                    <a:pt x="432371" y="18491"/>
                  </a:lnTo>
                  <a:close/>
                </a:path>
                <a:path w="433069" h="136525">
                  <a:moveTo>
                    <a:pt x="433070" y="40373"/>
                  </a:moveTo>
                  <a:lnTo>
                    <a:pt x="432320" y="36995"/>
                  </a:lnTo>
                  <a:lnTo>
                    <a:pt x="423951" y="38849"/>
                  </a:lnTo>
                  <a:lnTo>
                    <a:pt x="424700" y="42227"/>
                  </a:lnTo>
                  <a:lnTo>
                    <a:pt x="433070" y="4037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602956" y="967488"/>
              <a:ext cx="29209" cy="112395"/>
            </a:xfrm>
            <a:custGeom>
              <a:avLst/>
              <a:gdLst/>
              <a:ahLst/>
              <a:cxnLst/>
              <a:rect l="l" t="t" r="r" b="b"/>
              <a:pathLst>
                <a:path w="29210" h="112394">
                  <a:moveTo>
                    <a:pt x="0" y="0"/>
                  </a:moveTo>
                  <a:lnTo>
                    <a:pt x="28898" y="112001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543409" y="977437"/>
              <a:ext cx="36830" cy="132080"/>
            </a:xfrm>
            <a:custGeom>
              <a:avLst/>
              <a:gdLst/>
              <a:ahLst/>
              <a:cxnLst/>
              <a:rect l="l" t="t" r="r" b="b"/>
              <a:pathLst>
                <a:path w="36830" h="132080">
                  <a:moveTo>
                    <a:pt x="36801" y="13182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619743" y="932903"/>
              <a:ext cx="279400" cy="85090"/>
            </a:xfrm>
            <a:custGeom>
              <a:avLst/>
              <a:gdLst/>
              <a:ahLst/>
              <a:cxnLst/>
              <a:rect l="l" t="t" r="r" b="b"/>
              <a:pathLst>
                <a:path w="279400" h="85090">
                  <a:moveTo>
                    <a:pt x="8851" y="2298"/>
                  </a:moveTo>
                  <a:lnTo>
                    <a:pt x="977" y="0"/>
                  </a:lnTo>
                  <a:lnTo>
                    <a:pt x="0" y="3327"/>
                  </a:lnTo>
                  <a:lnTo>
                    <a:pt x="7886" y="5626"/>
                  </a:lnTo>
                  <a:lnTo>
                    <a:pt x="8851" y="2298"/>
                  </a:lnTo>
                  <a:close/>
                </a:path>
                <a:path w="279400" h="85090">
                  <a:moveTo>
                    <a:pt x="20599" y="5740"/>
                  </a:moveTo>
                  <a:lnTo>
                    <a:pt x="12712" y="3441"/>
                  </a:lnTo>
                  <a:lnTo>
                    <a:pt x="11747" y="6756"/>
                  </a:lnTo>
                  <a:lnTo>
                    <a:pt x="19621" y="9055"/>
                  </a:lnTo>
                  <a:lnTo>
                    <a:pt x="20599" y="5740"/>
                  </a:lnTo>
                  <a:close/>
                </a:path>
                <a:path w="279400" h="85090">
                  <a:moveTo>
                    <a:pt x="32334" y="9169"/>
                  </a:moveTo>
                  <a:lnTo>
                    <a:pt x="24447" y="6870"/>
                  </a:lnTo>
                  <a:lnTo>
                    <a:pt x="23482" y="10185"/>
                  </a:lnTo>
                  <a:lnTo>
                    <a:pt x="31356" y="12496"/>
                  </a:lnTo>
                  <a:lnTo>
                    <a:pt x="32334" y="9169"/>
                  </a:lnTo>
                  <a:close/>
                </a:path>
                <a:path w="279400" h="85090">
                  <a:moveTo>
                    <a:pt x="44069" y="12611"/>
                  </a:moveTo>
                  <a:lnTo>
                    <a:pt x="36195" y="10299"/>
                  </a:lnTo>
                  <a:lnTo>
                    <a:pt x="35217" y="13627"/>
                  </a:lnTo>
                  <a:lnTo>
                    <a:pt x="43091" y="15938"/>
                  </a:lnTo>
                  <a:lnTo>
                    <a:pt x="44069" y="12611"/>
                  </a:lnTo>
                  <a:close/>
                </a:path>
                <a:path w="279400" h="85090">
                  <a:moveTo>
                    <a:pt x="55803" y="16040"/>
                  </a:moveTo>
                  <a:lnTo>
                    <a:pt x="47929" y="13741"/>
                  </a:lnTo>
                  <a:lnTo>
                    <a:pt x="46951" y="17068"/>
                  </a:lnTo>
                  <a:lnTo>
                    <a:pt x="54825" y="19367"/>
                  </a:lnTo>
                  <a:lnTo>
                    <a:pt x="55803" y="16040"/>
                  </a:lnTo>
                  <a:close/>
                </a:path>
                <a:path w="279400" h="85090">
                  <a:moveTo>
                    <a:pt x="67538" y="19481"/>
                  </a:moveTo>
                  <a:lnTo>
                    <a:pt x="59664" y="17170"/>
                  </a:lnTo>
                  <a:lnTo>
                    <a:pt x="58686" y="20497"/>
                  </a:lnTo>
                  <a:lnTo>
                    <a:pt x="66560" y="22796"/>
                  </a:lnTo>
                  <a:lnTo>
                    <a:pt x="67538" y="19481"/>
                  </a:lnTo>
                  <a:close/>
                </a:path>
                <a:path w="279400" h="85090">
                  <a:moveTo>
                    <a:pt x="79260" y="22910"/>
                  </a:moveTo>
                  <a:lnTo>
                    <a:pt x="71399" y="20612"/>
                  </a:lnTo>
                  <a:lnTo>
                    <a:pt x="70421" y="23939"/>
                  </a:lnTo>
                  <a:lnTo>
                    <a:pt x="78295" y="26238"/>
                  </a:lnTo>
                  <a:lnTo>
                    <a:pt x="79260" y="22910"/>
                  </a:lnTo>
                  <a:close/>
                </a:path>
                <a:path w="279400" h="85090">
                  <a:moveTo>
                    <a:pt x="91008" y="26339"/>
                  </a:moveTo>
                  <a:lnTo>
                    <a:pt x="83134" y="24041"/>
                  </a:lnTo>
                  <a:lnTo>
                    <a:pt x="82156" y="27368"/>
                  </a:lnTo>
                  <a:lnTo>
                    <a:pt x="90030" y="29667"/>
                  </a:lnTo>
                  <a:lnTo>
                    <a:pt x="91008" y="26339"/>
                  </a:lnTo>
                  <a:close/>
                </a:path>
                <a:path w="279400" h="85090">
                  <a:moveTo>
                    <a:pt x="102743" y="29781"/>
                  </a:moveTo>
                  <a:lnTo>
                    <a:pt x="94869" y="27482"/>
                  </a:lnTo>
                  <a:lnTo>
                    <a:pt x="93891" y="30797"/>
                  </a:lnTo>
                  <a:lnTo>
                    <a:pt x="101765" y="33108"/>
                  </a:lnTo>
                  <a:lnTo>
                    <a:pt x="102743" y="29781"/>
                  </a:lnTo>
                  <a:close/>
                </a:path>
                <a:path w="279400" h="85090">
                  <a:moveTo>
                    <a:pt x="114477" y="33223"/>
                  </a:moveTo>
                  <a:lnTo>
                    <a:pt x="106591" y="30911"/>
                  </a:lnTo>
                  <a:lnTo>
                    <a:pt x="105625" y="34239"/>
                  </a:lnTo>
                  <a:lnTo>
                    <a:pt x="113499" y="36550"/>
                  </a:lnTo>
                  <a:lnTo>
                    <a:pt x="114477" y="33223"/>
                  </a:lnTo>
                  <a:close/>
                </a:path>
                <a:path w="279400" h="85090">
                  <a:moveTo>
                    <a:pt x="126212" y="36652"/>
                  </a:moveTo>
                  <a:lnTo>
                    <a:pt x="118338" y="34353"/>
                  </a:lnTo>
                  <a:lnTo>
                    <a:pt x="117360" y="37680"/>
                  </a:lnTo>
                  <a:lnTo>
                    <a:pt x="125234" y="39979"/>
                  </a:lnTo>
                  <a:lnTo>
                    <a:pt x="126212" y="36652"/>
                  </a:lnTo>
                  <a:close/>
                </a:path>
                <a:path w="279400" h="85090">
                  <a:moveTo>
                    <a:pt x="137947" y="40081"/>
                  </a:moveTo>
                  <a:lnTo>
                    <a:pt x="130073" y="37782"/>
                  </a:lnTo>
                  <a:lnTo>
                    <a:pt x="129095" y="41109"/>
                  </a:lnTo>
                  <a:lnTo>
                    <a:pt x="136982" y="43408"/>
                  </a:lnTo>
                  <a:lnTo>
                    <a:pt x="137947" y="40081"/>
                  </a:lnTo>
                  <a:close/>
                </a:path>
                <a:path w="279400" h="85090">
                  <a:moveTo>
                    <a:pt x="149682" y="43522"/>
                  </a:moveTo>
                  <a:lnTo>
                    <a:pt x="141808" y="41224"/>
                  </a:lnTo>
                  <a:lnTo>
                    <a:pt x="140830" y="44538"/>
                  </a:lnTo>
                  <a:lnTo>
                    <a:pt x="148717" y="46837"/>
                  </a:lnTo>
                  <a:lnTo>
                    <a:pt x="149682" y="43522"/>
                  </a:lnTo>
                  <a:close/>
                </a:path>
                <a:path w="279400" h="85090">
                  <a:moveTo>
                    <a:pt x="161417" y="46951"/>
                  </a:moveTo>
                  <a:lnTo>
                    <a:pt x="153543" y="44653"/>
                  </a:lnTo>
                  <a:lnTo>
                    <a:pt x="152565" y="47980"/>
                  </a:lnTo>
                  <a:lnTo>
                    <a:pt x="160439" y="50279"/>
                  </a:lnTo>
                  <a:lnTo>
                    <a:pt x="161417" y="46951"/>
                  </a:lnTo>
                  <a:close/>
                </a:path>
                <a:path w="279400" h="85090">
                  <a:moveTo>
                    <a:pt x="173151" y="50393"/>
                  </a:moveTo>
                  <a:lnTo>
                    <a:pt x="165277" y="48082"/>
                  </a:lnTo>
                  <a:lnTo>
                    <a:pt x="164299" y="51409"/>
                  </a:lnTo>
                  <a:lnTo>
                    <a:pt x="172186" y="53721"/>
                  </a:lnTo>
                  <a:lnTo>
                    <a:pt x="173151" y="50393"/>
                  </a:lnTo>
                  <a:close/>
                </a:path>
                <a:path w="279400" h="85090">
                  <a:moveTo>
                    <a:pt x="184886" y="53835"/>
                  </a:moveTo>
                  <a:lnTo>
                    <a:pt x="177012" y="51523"/>
                  </a:lnTo>
                  <a:lnTo>
                    <a:pt x="176034" y="54851"/>
                  </a:lnTo>
                  <a:lnTo>
                    <a:pt x="183921" y="57150"/>
                  </a:lnTo>
                  <a:lnTo>
                    <a:pt x="184886" y="53835"/>
                  </a:lnTo>
                  <a:close/>
                </a:path>
                <a:path w="279400" h="85090">
                  <a:moveTo>
                    <a:pt x="196621" y="57264"/>
                  </a:moveTo>
                  <a:lnTo>
                    <a:pt x="188747" y="54952"/>
                  </a:lnTo>
                  <a:lnTo>
                    <a:pt x="187769" y="58280"/>
                  </a:lnTo>
                  <a:lnTo>
                    <a:pt x="195656" y="60591"/>
                  </a:lnTo>
                  <a:lnTo>
                    <a:pt x="196621" y="57264"/>
                  </a:lnTo>
                  <a:close/>
                </a:path>
                <a:path w="279400" h="85090">
                  <a:moveTo>
                    <a:pt x="208356" y="60693"/>
                  </a:moveTo>
                  <a:lnTo>
                    <a:pt x="200482" y="58394"/>
                  </a:lnTo>
                  <a:lnTo>
                    <a:pt x="199517" y="61722"/>
                  </a:lnTo>
                  <a:lnTo>
                    <a:pt x="207391" y="64020"/>
                  </a:lnTo>
                  <a:lnTo>
                    <a:pt x="208356" y="60693"/>
                  </a:lnTo>
                  <a:close/>
                </a:path>
                <a:path w="279400" h="85090">
                  <a:moveTo>
                    <a:pt x="220091" y="64135"/>
                  </a:moveTo>
                  <a:lnTo>
                    <a:pt x="212217" y="61836"/>
                  </a:lnTo>
                  <a:lnTo>
                    <a:pt x="211251" y="65151"/>
                  </a:lnTo>
                  <a:lnTo>
                    <a:pt x="219125" y="67449"/>
                  </a:lnTo>
                  <a:lnTo>
                    <a:pt x="220091" y="64135"/>
                  </a:lnTo>
                  <a:close/>
                </a:path>
                <a:path w="279400" h="85090">
                  <a:moveTo>
                    <a:pt x="231838" y="67564"/>
                  </a:moveTo>
                  <a:lnTo>
                    <a:pt x="223951" y="65265"/>
                  </a:lnTo>
                  <a:lnTo>
                    <a:pt x="222986" y="68592"/>
                  </a:lnTo>
                  <a:lnTo>
                    <a:pt x="230860" y="70891"/>
                  </a:lnTo>
                  <a:lnTo>
                    <a:pt x="231838" y="67564"/>
                  </a:lnTo>
                  <a:close/>
                </a:path>
                <a:path w="279400" h="85090">
                  <a:moveTo>
                    <a:pt x="243560" y="71005"/>
                  </a:moveTo>
                  <a:lnTo>
                    <a:pt x="235686" y="68694"/>
                  </a:lnTo>
                  <a:lnTo>
                    <a:pt x="234708" y="72021"/>
                  </a:lnTo>
                  <a:lnTo>
                    <a:pt x="242595" y="74333"/>
                  </a:lnTo>
                  <a:lnTo>
                    <a:pt x="243560" y="71005"/>
                  </a:lnTo>
                  <a:close/>
                </a:path>
                <a:path w="279400" h="85090">
                  <a:moveTo>
                    <a:pt x="255295" y="74434"/>
                  </a:moveTo>
                  <a:lnTo>
                    <a:pt x="247421" y="72136"/>
                  </a:lnTo>
                  <a:lnTo>
                    <a:pt x="246456" y="75463"/>
                  </a:lnTo>
                  <a:lnTo>
                    <a:pt x="254330" y="77762"/>
                  </a:lnTo>
                  <a:lnTo>
                    <a:pt x="255295" y="74434"/>
                  </a:lnTo>
                  <a:close/>
                </a:path>
                <a:path w="279400" h="85090">
                  <a:moveTo>
                    <a:pt x="267030" y="77876"/>
                  </a:moveTo>
                  <a:lnTo>
                    <a:pt x="259156" y="75565"/>
                  </a:lnTo>
                  <a:lnTo>
                    <a:pt x="258191" y="78892"/>
                  </a:lnTo>
                  <a:lnTo>
                    <a:pt x="266065" y="81191"/>
                  </a:lnTo>
                  <a:lnTo>
                    <a:pt x="267030" y="77876"/>
                  </a:lnTo>
                  <a:close/>
                </a:path>
                <a:path w="279400" h="85090">
                  <a:moveTo>
                    <a:pt x="278777" y="81305"/>
                  </a:moveTo>
                  <a:lnTo>
                    <a:pt x="270891" y="79006"/>
                  </a:lnTo>
                  <a:lnTo>
                    <a:pt x="269925" y="82334"/>
                  </a:lnTo>
                  <a:lnTo>
                    <a:pt x="277799" y="84632"/>
                  </a:lnTo>
                  <a:lnTo>
                    <a:pt x="278777" y="81305"/>
                  </a:lnTo>
                  <a:close/>
                </a:path>
              </a:pathLst>
            </a:custGeom>
            <a:solidFill>
              <a:srgbClr val="006738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135645" y="892983"/>
              <a:ext cx="67945" cy="300990"/>
            </a:xfrm>
            <a:custGeom>
              <a:avLst/>
              <a:gdLst/>
              <a:ahLst/>
              <a:cxnLst/>
              <a:rect l="l" t="t" r="r" b="b"/>
              <a:pathLst>
                <a:path w="67944" h="300990">
                  <a:moveTo>
                    <a:pt x="67803" y="300801"/>
                  </a:moveTo>
                  <a:lnTo>
                    <a:pt x="0" y="300801"/>
                  </a:lnTo>
                  <a:lnTo>
                    <a:pt x="0" y="0"/>
                  </a:lnTo>
                  <a:lnTo>
                    <a:pt x="67803" y="0"/>
                  </a:lnTo>
                  <a:lnTo>
                    <a:pt x="67803" y="300801"/>
                  </a:lnTo>
                  <a:close/>
                </a:path>
              </a:pathLst>
            </a:custGeom>
            <a:ln w="677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135640" y="949687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803" y="0"/>
                  </a:lnTo>
                </a:path>
              </a:pathLst>
            </a:custGeom>
            <a:ln w="677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135640" y="1009864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803" y="0"/>
                  </a:lnTo>
                </a:path>
              </a:pathLst>
            </a:custGeom>
            <a:ln w="677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135640" y="1072584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803" y="0"/>
                  </a:lnTo>
                </a:path>
              </a:pathLst>
            </a:custGeom>
            <a:ln w="677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135640" y="1129990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803" y="0"/>
                  </a:lnTo>
                </a:path>
              </a:pathLst>
            </a:custGeom>
            <a:ln w="677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135640" y="1193782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4">
                  <a:moveTo>
                    <a:pt x="0" y="0"/>
                  </a:moveTo>
                  <a:lnTo>
                    <a:pt x="67803" y="0"/>
                  </a:lnTo>
                </a:path>
              </a:pathLst>
            </a:custGeom>
            <a:ln w="677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267563" y="905254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3"/>
                  </a:lnTo>
                  <a:lnTo>
                    <a:pt x="6373" y="6126"/>
                  </a:lnTo>
                  <a:lnTo>
                    <a:pt x="1709" y="12774"/>
                  </a:lnTo>
                  <a:lnTo>
                    <a:pt x="0" y="20916"/>
                  </a:lnTo>
                  <a:lnTo>
                    <a:pt x="1709" y="29059"/>
                  </a:lnTo>
                  <a:lnTo>
                    <a:pt x="6373" y="35707"/>
                  </a:lnTo>
                  <a:lnTo>
                    <a:pt x="13290" y="40190"/>
                  </a:lnTo>
                  <a:lnTo>
                    <a:pt x="21761" y="41834"/>
                  </a:lnTo>
                  <a:lnTo>
                    <a:pt x="30236" y="40190"/>
                  </a:lnTo>
                  <a:lnTo>
                    <a:pt x="37155" y="35707"/>
                  </a:lnTo>
                  <a:lnTo>
                    <a:pt x="41819" y="29059"/>
                  </a:lnTo>
                  <a:lnTo>
                    <a:pt x="43529" y="20916"/>
                  </a:lnTo>
                  <a:lnTo>
                    <a:pt x="41819" y="12774"/>
                  </a:lnTo>
                  <a:lnTo>
                    <a:pt x="37155" y="6126"/>
                  </a:lnTo>
                  <a:lnTo>
                    <a:pt x="30236" y="1643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267563" y="905254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9" y="20917"/>
                  </a:moveTo>
                  <a:lnTo>
                    <a:pt x="41819" y="29059"/>
                  </a:lnTo>
                  <a:lnTo>
                    <a:pt x="37155" y="35707"/>
                  </a:lnTo>
                  <a:lnTo>
                    <a:pt x="30236" y="40190"/>
                  </a:lnTo>
                  <a:lnTo>
                    <a:pt x="21761" y="41834"/>
                  </a:lnTo>
                  <a:lnTo>
                    <a:pt x="13290" y="40190"/>
                  </a:lnTo>
                  <a:lnTo>
                    <a:pt x="6373" y="35707"/>
                  </a:lnTo>
                  <a:lnTo>
                    <a:pt x="1709" y="29059"/>
                  </a:lnTo>
                  <a:lnTo>
                    <a:pt x="0" y="20917"/>
                  </a:lnTo>
                  <a:lnTo>
                    <a:pt x="1709" y="12774"/>
                  </a:lnTo>
                  <a:lnTo>
                    <a:pt x="6373" y="6126"/>
                  </a:lnTo>
                  <a:lnTo>
                    <a:pt x="13290" y="1643"/>
                  </a:lnTo>
                  <a:lnTo>
                    <a:pt x="21761" y="0"/>
                  </a:lnTo>
                  <a:lnTo>
                    <a:pt x="30236" y="1643"/>
                  </a:lnTo>
                  <a:lnTo>
                    <a:pt x="37155" y="6126"/>
                  </a:lnTo>
                  <a:lnTo>
                    <a:pt x="41819" y="12774"/>
                  </a:lnTo>
                  <a:lnTo>
                    <a:pt x="43529" y="20917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267563" y="963269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4"/>
                  </a:lnTo>
                  <a:lnTo>
                    <a:pt x="6373" y="6129"/>
                  </a:lnTo>
                  <a:lnTo>
                    <a:pt x="1709" y="12780"/>
                  </a:lnTo>
                  <a:lnTo>
                    <a:pt x="0" y="20923"/>
                  </a:lnTo>
                  <a:lnTo>
                    <a:pt x="1709" y="29065"/>
                  </a:lnTo>
                  <a:lnTo>
                    <a:pt x="6373" y="35714"/>
                  </a:lnTo>
                  <a:lnTo>
                    <a:pt x="13290" y="40196"/>
                  </a:lnTo>
                  <a:lnTo>
                    <a:pt x="21761" y="41840"/>
                  </a:lnTo>
                  <a:lnTo>
                    <a:pt x="30236" y="40196"/>
                  </a:lnTo>
                  <a:lnTo>
                    <a:pt x="37155" y="35714"/>
                  </a:lnTo>
                  <a:lnTo>
                    <a:pt x="41819" y="29065"/>
                  </a:lnTo>
                  <a:lnTo>
                    <a:pt x="43529" y="20923"/>
                  </a:lnTo>
                  <a:lnTo>
                    <a:pt x="41819" y="12780"/>
                  </a:lnTo>
                  <a:lnTo>
                    <a:pt x="37155" y="6129"/>
                  </a:lnTo>
                  <a:lnTo>
                    <a:pt x="30236" y="1644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267563" y="963269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9" y="20923"/>
                  </a:moveTo>
                  <a:lnTo>
                    <a:pt x="41819" y="29065"/>
                  </a:lnTo>
                  <a:lnTo>
                    <a:pt x="37155" y="35714"/>
                  </a:lnTo>
                  <a:lnTo>
                    <a:pt x="30236" y="40197"/>
                  </a:lnTo>
                  <a:lnTo>
                    <a:pt x="21761" y="41840"/>
                  </a:lnTo>
                  <a:lnTo>
                    <a:pt x="13290" y="40197"/>
                  </a:lnTo>
                  <a:lnTo>
                    <a:pt x="6373" y="35714"/>
                  </a:lnTo>
                  <a:lnTo>
                    <a:pt x="1709" y="29065"/>
                  </a:lnTo>
                  <a:lnTo>
                    <a:pt x="0" y="20923"/>
                  </a:lnTo>
                  <a:lnTo>
                    <a:pt x="1709" y="12780"/>
                  </a:lnTo>
                  <a:lnTo>
                    <a:pt x="6373" y="6129"/>
                  </a:lnTo>
                  <a:lnTo>
                    <a:pt x="13290" y="1644"/>
                  </a:lnTo>
                  <a:lnTo>
                    <a:pt x="21761" y="0"/>
                  </a:lnTo>
                  <a:lnTo>
                    <a:pt x="30236" y="1644"/>
                  </a:lnTo>
                  <a:lnTo>
                    <a:pt x="37155" y="6129"/>
                  </a:lnTo>
                  <a:lnTo>
                    <a:pt x="41819" y="12780"/>
                  </a:lnTo>
                  <a:lnTo>
                    <a:pt x="43529" y="20923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67563" y="1023985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3"/>
                  </a:lnTo>
                  <a:lnTo>
                    <a:pt x="6373" y="6126"/>
                  </a:lnTo>
                  <a:lnTo>
                    <a:pt x="1709" y="12775"/>
                  </a:lnTo>
                  <a:lnTo>
                    <a:pt x="0" y="20917"/>
                  </a:lnTo>
                  <a:lnTo>
                    <a:pt x="1709" y="29060"/>
                  </a:lnTo>
                  <a:lnTo>
                    <a:pt x="6373" y="35711"/>
                  </a:lnTo>
                  <a:lnTo>
                    <a:pt x="13290" y="40196"/>
                  </a:lnTo>
                  <a:lnTo>
                    <a:pt x="21761" y="41841"/>
                  </a:lnTo>
                  <a:lnTo>
                    <a:pt x="30236" y="40196"/>
                  </a:lnTo>
                  <a:lnTo>
                    <a:pt x="37155" y="35711"/>
                  </a:lnTo>
                  <a:lnTo>
                    <a:pt x="41819" y="29060"/>
                  </a:lnTo>
                  <a:lnTo>
                    <a:pt x="43529" y="20917"/>
                  </a:lnTo>
                  <a:lnTo>
                    <a:pt x="41819" y="12775"/>
                  </a:lnTo>
                  <a:lnTo>
                    <a:pt x="37155" y="6126"/>
                  </a:lnTo>
                  <a:lnTo>
                    <a:pt x="30236" y="1643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267563" y="1023985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9" y="20917"/>
                  </a:moveTo>
                  <a:lnTo>
                    <a:pt x="41819" y="29060"/>
                  </a:lnTo>
                  <a:lnTo>
                    <a:pt x="37155" y="35711"/>
                  </a:lnTo>
                  <a:lnTo>
                    <a:pt x="30236" y="40196"/>
                  </a:lnTo>
                  <a:lnTo>
                    <a:pt x="21761" y="41840"/>
                  </a:lnTo>
                  <a:lnTo>
                    <a:pt x="13290" y="40196"/>
                  </a:lnTo>
                  <a:lnTo>
                    <a:pt x="6373" y="35711"/>
                  </a:lnTo>
                  <a:lnTo>
                    <a:pt x="1709" y="29060"/>
                  </a:lnTo>
                  <a:lnTo>
                    <a:pt x="0" y="20917"/>
                  </a:lnTo>
                  <a:lnTo>
                    <a:pt x="1709" y="12774"/>
                  </a:lnTo>
                  <a:lnTo>
                    <a:pt x="6373" y="6126"/>
                  </a:lnTo>
                  <a:lnTo>
                    <a:pt x="13290" y="1643"/>
                  </a:lnTo>
                  <a:lnTo>
                    <a:pt x="21761" y="0"/>
                  </a:lnTo>
                  <a:lnTo>
                    <a:pt x="30236" y="1643"/>
                  </a:lnTo>
                  <a:lnTo>
                    <a:pt x="37155" y="6126"/>
                  </a:lnTo>
                  <a:lnTo>
                    <a:pt x="41819" y="12774"/>
                  </a:lnTo>
                  <a:lnTo>
                    <a:pt x="43529" y="20917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267563" y="1147269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4"/>
                  </a:lnTo>
                  <a:lnTo>
                    <a:pt x="6373" y="6129"/>
                  </a:lnTo>
                  <a:lnTo>
                    <a:pt x="1709" y="12780"/>
                  </a:lnTo>
                  <a:lnTo>
                    <a:pt x="0" y="20923"/>
                  </a:lnTo>
                  <a:lnTo>
                    <a:pt x="1709" y="29065"/>
                  </a:lnTo>
                  <a:lnTo>
                    <a:pt x="6373" y="35714"/>
                  </a:lnTo>
                  <a:lnTo>
                    <a:pt x="13290" y="40196"/>
                  </a:lnTo>
                  <a:lnTo>
                    <a:pt x="21761" y="41840"/>
                  </a:lnTo>
                  <a:lnTo>
                    <a:pt x="30236" y="40196"/>
                  </a:lnTo>
                  <a:lnTo>
                    <a:pt x="37155" y="35714"/>
                  </a:lnTo>
                  <a:lnTo>
                    <a:pt x="41819" y="29065"/>
                  </a:lnTo>
                  <a:lnTo>
                    <a:pt x="43529" y="20923"/>
                  </a:lnTo>
                  <a:lnTo>
                    <a:pt x="41819" y="12780"/>
                  </a:lnTo>
                  <a:lnTo>
                    <a:pt x="37155" y="6129"/>
                  </a:lnTo>
                  <a:lnTo>
                    <a:pt x="30236" y="1644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3267563" y="1147270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9" y="20923"/>
                  </a:moveTo>
                  <a:lnTo>
                    <a:pt x="41819" y="29065"/>
                  </a:lnTo>
                  <a:lnTo>
                    <a:pt x="37155" y="35714"/>
                  </a:lnTo>
                  <a:lnTo>
                    <a:pt x="30236" y="40197"/>
                  </a:lnTo>
                  <a:lnTo>
                    <a:pt x="21761" y="41840"/>
                  </a:lnTo>
                  <a:lnTo>
                    <a:pt x="13290" y="40197"/>
                  </a:lnTo>
                  <a:lnTo>
                    <a:pt x="6373" y="35714"/>
                  </a:lnTo>
                  <a:lnTo>
                    <a:pt x="1709" y="29065"/>
                  </a:lnTo>
                  <a:lnTo>
                    <a:pt x="0" y="20923"/>
                  </a:lnTo>
                  <a:lnTo>
                    <a:pt x="1709" y="12780"/>
                  </a:lnTo>
                  <a:lnTo>
                    <a:pt x="6373" y="6129"/>
                  </a:lnTo>
                  <a:lnTo>
                    <a:pt x="13290" y="1644"/>
                  </a:lnTo>
                  <a:lnTo>
                    <a:pt x="21761" y="0"/>
                  </a:lnTo>
                  <a:lnTo>
                    <a:pt x="30236" y="1644"/>
                  </a:lnTo>
                  <a:lnTo>
                    <a:pt x="37155" y="6129"/>
                  </a:lnTo>
                  <a:lnTo>
                    <a:pt x="41819" y="12780"/>
                  </a:lnTo>
                  <a:lnTo>
                    <a:pt x="43529" y="20923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267563" y="1086248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3"/>
                  </a:lnTo>
                  <a:lnTo>
                    <a:pt x="6373" y="6126"/>
                  </a:lnTo>
                  <a:lnTo>
                    <a:pt x="1709" y="12775"/>
                  </a:lnTo>
                  <a:lnTo>
                    <a:pt x="0" y="20917"/>
                  </a:lnTo>
                  <a:lnTo>
                    <a:pt x="1709" y="29059"/>
                  </a:lnTo>
                  <a:lnTo>
                    <a:pt x="6373" y="35708"/>
                  </a:lnTo>
                  <a:lnTo>
                    <a:pt x="13290" y="40190"/>
                  </a:lnTo>
                  <a:lnTo>
                    <a:pt x="21761" y="41834"/>
                  </a:lnTo>
                  <a:lnTo>
                    <a:pt x="30236" y="40190"/>
                  </a:lnTo>
                  <a:lnTo>
                    <a:pt x="37155" y="35708"/>
                  </a:lnTo>
                  <a:lnTo>
                    <a:pt x="41819" y="29059"/>
                  </a:lnTo>
                  <a:lnTo>
                    <a:pt x="43529" y="20917"/>
                  </a:lnTo>
                  <a:lnTo>
                    <a:pt x="41819" y="12775"/>
                  </a:lnTo>
                  <a:lnTo>
                    <a:pt x="37155" y="6126"/>
                  </a:lnTo>
                  <a:lnTo>
                    <a:pt x="30236" y="1643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267563" y="1086249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9" y="20917"/>
                  </a:moveTo>
                  <a:lnTo>
                    <a:pt x="41819" y="29059"/>
                  </a:lnTo>
                  <a:lnTo>
                    <a:pt x="37155" y="35707"/>
                  </a:lnTo>
                  <a:lnTo>
                    <a:pt x="30236" y="40190"/>
                  </a:lnTo>
                  <a:lnTo>
                    <a:pt x="21761" y="41834"/>
                  </a:lnTo>
                  <a:lnTo>
                    <a:pt x="13290" y="40190"/>
                  </a:lnTo>
                  <a:lnTo>
                    <a:pt x="6373" y="35707"/>
                  </a:lnTo>
                  <a:lnTo>
                    <a:pt x="1709" y="29059"/>
                  </a:lnTo>
                  <a:lnTo>
                    <a:pt x="0" y="20917"/>
                  </a:lnTo>
                  <a:lnTo>
                    <a:pt x="1709" y="12774"/>
                  </a:lnTo>
                  <a:lnTo>
                    <a:pt x="6373" y="6126"/>
                  </a:lnTo>
                  <a:lnTo>
                    <a:pt x="13290" y="1643"/>
                  </a:lnTo>
                  <a:lnTo>
                    <a:pt x="21761" y="0"/>
                  </a:lnTo>
                  <a:lnTo>
                    <a:pt x="30236" y="1643"/>
                  </a:lnTo>
                  <a:lnTo>
                    <a:pt x="37155" y="6126"/>
                  </a:lnTo>
                  <a:lnTo>
                    <a:pt x="41819" y="12774"/>
                  </a:lnTo>
                  <a:lnTo>
                    <a:pt x="43529" y="20917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203435" y="919670"/>
              <a:ext cx="64769" cy="257810"/>
            </a:xfrm>
            <a:custGeom>
              <a:avLst/>
              <a:gdLst/>
              <a:ahLst/>
              <a:cxnLst/>
              <a:rect l="l" t="t" r="r" b="b"/>
              <a:pathLst>
                <a:path w="64770" h="257809">
                  <a:moveTo>
                    <a:pt x="61582" y="129260"/>
                  </a:moveTo>
                  <a:lnTo>
                    <a:pt x="46139" y="120345"/>
                  </a:lnTo>
                  <a:lnTo>
                    <a:pt x="46139" y="128193"/>
                  </a:lnTo>
                  <a:lnTo>
                    <a:pt x="0" y="128193"/>
                  </a:lnTo>
                  <a:lnTo>
                    <a:pt x="0" y="130340"/>
                  </a:lnTo>
                  <a:lnTo>
                    <a:pt x="46139" y="130340"/>
                  </a:lnTo>
                  <a:lnTo>
                    <a:pt x="46139" y="138176"/>
                  </a:lnTo>
                  <a:lnTo>
                    <a:pt x="61582" y="129260"/>
                  </a:lnTo>
                  <a:close/>
                </a:path>
                <a:path w="64770" h="257809">
                  <a:moveTo>
                    <a:pt x="64122" y="64528"/>
                  </a:moveTo>
                  <a:lnTo>
                    <a:pt x="48666" y="55613"/>
                  </a:lnTo>
                  <a:lnTo>
                    <a:pt x="48666" y="63449"/>
                  </a:lnTo>
                  <a:lnTo>
                    <a:pt x="2260" y="63449"/>
                  </a:lnTo>
                  <a:lnTo>
                    <a:pt x="2260" y="65608"/>
                  </a:lnTo>
                  <a:lnTo>
                    <a:pt x="48666" y="65608"/>
                  </a:lnTo>
                  <a:lnTo>
                    <a:pt x="48666" y="73444"/>
                  </a:lnTo>
                  <a:lnTo>
                    <a:pt x="64122" y="64528"/>
                  </a:lnTo>
                  <a:close/>
                </a:path>
                <a:path w="64770" h="257809">
                  <a:moveTo>
                    <a:pt x="64122" y="8915"/>
                  </a:moveTo>
                  <a:lnTo>
                    <a:pt x="48666" y="0"/>
                  </a:lnTo>
                  <a:lnTo>
                    <a:pt x="48666" y="7835"/>
                  </a:lnTo>
                  <a:lnTo>
                    <a:pt x="0" y="7835"/>
                  </a:lnTo>
                  <a:lnTo>
                    <a:pt x="0" y="9994"/>
                  </a:lnTo>
                  <a:lnTo>
                    <a:pt x="48666" y="9994"/>
                  </a:lnTo>
                  <a:lnTo>
                    <a:pt x="48666" y="17830"/>
                  </a:lnTo>
                  <a:lnTo>
                    <a:pt x="64122" y="8915"/>
                  </a:lnTo>
                  <a:close/>
                </a:path>
                <a:path w="64770" h="257809">
                  <a:moveTo>
                    <a:pt x="64350" y="248526"/>
                  </a:moveTo>
                  <a:lnTo>
                    <a:pt x="48907" y="239610"/>
                  </a:lnTo>
                  <a:lnTo>
                    <a:pt x="48907" y="247446"/>
                  </a:lnTo>
                  <a:lnTo>
                    <a:pt x="0" y="247446"/>
                  </a:lnTo>
                  <a:lnTo>
                    <a:pt x="0" y="249605"/>
                  </a:lnTo>
                  <a:lnTo>
                    <a:pt x="48907" y="249605"/>
                  </a:lnTo>
                  <a:lnTo>
                    <a:pt x="48907" y="257441"/>
                  </a:lnTo>
                  <a:lnTo>
                    <a:pt x="64350" y="248526"/>
                  </a:lnTo>
                  <a:close/>
                </a:path>
                <a:path w="64770" h="257809">
                  <a:moveTo>
                    <a:pt x="64350" y="191427"/>
                  </a:moveTo>
                  <a:lnTo>
                    <a:pt x="48907" y="182499"/>
                  </a:lnTo>
                  <a:lnTo>
                    <a:pt x="48907" y="190347"/>
                  </a:lnTo>
                  <a:lnTo>
                    <a:pt x="0" y="190347"/>
                  </a:lnTo>
                  <a:lnTo>
                    <a:pt x="0" y="192493"/>
                  </a:lnTo>
                  <a:lnTo>
                    <a:pt x="48907" y="192493"/>
                  </a:lnTo>
                  <a:lnTo>
                    <a:pt x="48907" y="200342"/>
                  </a:lnTo>
                  <a:lnTo>
                    <a:pt x="64350" y="19142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375202" y="948403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4"/>
                  </a:lnTo>
                  <a:lnTo>
                    <a:pt x="6373" y="6129"/>
                  </a:lnTo>
                  <a:lnTo>
                    <a:pt x="1709" y="12780"/>
                  </a:lnTo>
                  <a:lnTo>
                    <a:pt x="0" y="20923"/>
                  </a:lnTo>
                  <a:lnTo>
                    <a:pt x="1709" y="29065"/>
                  </a:lnTo>
                  <a:lnTo>
                    <a:pt x="6373" y="35714"/>
                  </a:lnTo>
                  <a:lnTo>
                    <a:pt x="13290" y="40197"/>
                  </a:lnTo>
                  <a:lnTo>
                    <a:pt x="21761" y="41841"/>
                  </a:lnTo>
                  <a:lnTo>
                    <a:pt x="30238" y="40197"/>
                  </a:lnTo>
                  <a:lnTo>
                    <a:pt x="37154" y="35714"/>
                  </a:lnTo>
                  <a:lnTo>
                    <a:pt x="41814" y="29065"/>
                  </a:lnTo>
                  <a:lnTo>
                    <a:pt x="43522" y="20923"/>
                  </a:lnTo>
                  <a:lnTo>
                    <a:pt x="41814" y="12780"/>
                  </a:lnTo>
                  <a:lnTo>
                    <a:pt x="37154" y="6129"/>
                  </a:lnTo>
                  <a:lnTo>
                    <a:pt x="30238" y="1644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375202" y="948403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2" y="20923"/>
                  </a:moveTo>
                  <a:lnTo>
                    <a:pt x="41814" y="29065"/>
                  </a:lnTo>
                  <a:lnTo>
                    <a:pt x="37154" y="35714"/>
                  </a:lnTo>
                  <a:lnTo>
                    <a:pt x="30238" y="40197"/>
                  </a:lnTo>
                  <a:lnTo>
                    <a:pt x="21761" y="41840"/>
                  </a:lnTo>
                  <a:lnTo>
                    <a:pt x="13290" y="40197"/>
                  </a:lnTo>
                  <a:lnTo>
                    <a:pt x="6373" y="35714"/>
                  </a:lnTo>
                  <a:lnTo>
                    <a:pt x="1709" y="29065"/>
                  </a:lnTo>
                  <a:lnTo>
                    <a:pt x="0" y="20923"/>
                  </a:lnTo>
                  <a:lnTo>
                    <a:pt x="1709" y="12780"/>
                  </a:lnTo>
                  <a:lnTo>
                    <a:pt x="6373" y="6129"/>
                  </a:lnTo>
                  <a:lnTo>
                    <a:pt x="13290" y="1644"/>
                  </a:lnTo>
                  <a:lnTo>
                    <a:pt x="21761" y="0"/>
                  </a:lnTo>
                  <a:lnTo>
                    <a:pt x="30238" y="1644"/>
                  </a:lnTo>
                  <a:lnTo>
                    <a:pt x="37154" y="6129"/>
                  </a:lnTo>
                  <a:lnTo>
                    <a:pt x="41814" y="12780"/>
                  </a:lnTo>
                  <a:lnTo>
                    <a:pt x="43522" y="20923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375202" y="1016394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4"/>
                  </a:lnTo>
                  <a:lnTo>
                    <a:pt x="6373" y="6129"/>
                  </a:lnTo>
                  <a:lnTo>
                    <a:pt x="1709" y="12780"/>
                  </a:lnTo>
                  <a:lnTo>
                    <a:pt x="0" y="20923"/>
                  </a:lnTo>
                  <a:lnTo>
                    <a:pt x="1709" y="29065"/>
                  </a:lnTo>
                  <a:lnTo>
                    <a:pt x="6373" y="35714"/>
                  </a:lnTo>
                  <a:lnTo>
                    <a:pt x="13290" y="40196"/>
                  </a:lnTo>
                  <a:lnTo>
                    <a:pt x="21761" y="41840"/>
                  </a:lnTo>
                  <a:lnTo>
                    <a:pt x="30238" y="40196"/>
                  </a:lnTo>
                  <a:lnTo>
                    <a:pt x="37154" y="35714"/>
                  </a:lnTo>
                  <a:lnTo>
                    <a:pt x="41814" y="29065"/>
                  </a:lnTo>
                  <a:lnTo>
                    <a:pt x="43522" y="20923"/>
                  </a:lnTo>
                  <a:lnTo>
                    <a:pt x="41814" y="12780"/>
                  </a:lnTo>
                  <a:lnTo>
                    <a:pt x="37154" y="6129"/>
                  </a:lnTo>
                  <a:lnTo>
                    <a:pt x="30238" y="1644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375202" y="1016394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2" y="20923"/>
                  </a:moveTo>
                  <a:lnTo>
                    <a:pt x="41814" y="29065"/>
                  </a:lnTo>
                  <a:lnTo>
                    <a:pt x="37154" y="35714"/>
                  </a:lnTo>
                  <a:lnTo>
                    <a:pt x="30238" y="40197"/>
                  </a:lnTo>
                  <a:lnTo>
                    <a:pt x="21761" y="41840"/>
                  </a:lnTo>
                  <a:lnTo>
                    <a:pt x="13290" y="40197"/>
                  </a:lnTo>
                  <a:lnTo>
                    <a:pt x="6373" y="35714"/>
                  </a:lnTo>
                  <a:lnTo>
                    <a:pt x="1709" y="29065"/>
                  </a:lnTo>
                  <a:lnTo>
                    <a:pt x="0" y="20923"/>
                  </a:lnTo>
                  <a:lnTo>
                    <a:pt x="1709" y="12780"/>
                  </a:lnTo>
                  <a:lnTo>
                    <a:pt x="6373" y="6129"/>
                  </a:lnTo>
                  <a:lnTo>
                    <a:pt x="13290" y="1644"/>
                  </a:lnTo>
                  <a:lnTo>
                    <a:pt x="21761" y="0"/>
                  </a:lnTo>
                  <a:lnTo>
                    <a:pt x="30238" y="1644"/>
                  </a:lnTo>
                  <a:lnTo>
                    <a:pt x="37154" y="6129"/>
                  </a:lnTo>
                  <a:lnTo>
                    <a:pt x="41814" y="12780"/>
                  </a:lnTo>
                  <a:lnTo>
                    <a:pt x="43522" y="20923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375202" y="1087283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90" y="1643"/>
                  </a:lnTo>
                  <a:lnTo>
                    <a:pt x="6373" y="6126"/>
                  </a:lnTo>
                  <a:lnTo>
                    <a:pt x="1709" y="12774"/>
                  </a:lnTo>
                  <a:lnTo>
                    <a:pt x="0" y="20916"/>
                  </a:lnTo>
                  <a:lnTo>
                    <a:pt x="1709" y="29059"/>
                  </a:lnTo>
                  <a:lnTo>
                    <a:pt x="6373" y="35707"/>
                  </a:lnTo>
                  <a:lnTo>
                    <a:pt x="13290" y="40190"/>
                  </a:lnTo>
                  <a:lnTo>
                    <a:pt x="21761" y="41834"/>
                  </a:lnTo>
                  <a:lnTo>
                    <a:pt x="30238" y="40190"/>
                  </a:lnTo>
                  <a:lnTo>
                    <a:pt x="37154" y="35707"/>
                  </a:lnTo>
                  <a:lnTo>
                    <a:pt x="41814" y="29059"/>
                  </a:lnTo>
                  <a:lnTo>
                    <a:pt x="43522" y="20916"/>
                  </a:lnTo>
                  <a:lnTo>
                    <a:pt x="41814" y="12774"/>
                  </a:lnTo>
                  <a:lnTo>
                    <a:pt x="37154" y="6126"/>
                  </a:lnTo>
                  <a:lnTo>
                    <a:pt x="30238" y="1643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375202" y="1087283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2" y="20917"/>
                  </a:moveTo>
                  <a:lnTo>
                    <a:pt x="41814" y="29059"/>
                  </a:lnTo>
                  <a:lnTo>
                    <a:pt x="37154" y="35707"/>
                  </a:lnTo>
                  <a:lnTo>
                    <a:pt x="30238" y="40190"/>
                  </a:lnTo>
                  <a:lnTo>
                    <a:pt x="21761" y="41834"/>
                  </a:lnTo>
                  <a:lnTo>
                    <a:pt x="13290" y="40190"/>
                  </a:lnTo>
                  <a:lnTo>
                    <a:pt x="6373" y="35707"/>
                  </a:lnTo>
                  <a:lnTo>
                    <a:pt x="1709" y="29059"/>
                  </a:lnTo>
                  <a:lnTo>
                    <a:pt x="0" y="20917"/>
                  </a:lnTo>
                  <a:lnTo>
                    <a:pt x="1709" y="12774"/>
                  </a:lnTo>
                  <a:lnTo>
                    <a:pt x="6373" y="6126"/>
                  </a:lnTo>
                  <a:lnTo>
                    <a:pt x="13290" y="1643"/>
                  </a:lnTo>
                  <a:lnTo>
                    <a:pt x="21761" y="0"/>
                  </a:lnTo>
                  <a:lnTo>
                    <a:pt x="30238" y="1643"/>
                  </a:lnTo>
                  <a:lnTo>
                    <a:pt x="37154" y="6126"/>
                  </a:lnTo>
                  <a:lnTo>
                    <a:pt x="41814" y="12774"/>
                  </a:lnTo>
                  <a:lnTo>
                    <a:pt x="43522" y="20917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483139" y="948397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89" y="1644"/>
                  </a:lnTo>
                  <a:lnTo>
                    <a:pt x="6372" y="6129"/>
                  </a:lnTo>
                  <a:lnTo>
                    <a:pt x="1709" y="12780"/>
                  </a:lnTo>
                  <a:lnTo>
                    <a:pt x="0" y="20923"/>
                  </a:lnTo>
                  <a:lnTo>
                    <a:pt x="1709" y="29065"/>
                  </a:lnTo>
                  <a:lnTo>
                    <a:pt x="6372" y="35714"/>
                  </a:lnTo>
                  <a:lnTo>
                    <a:pt x="13289" y="40196"/>
                  </a:lnTo>
                  <a:lnTo>
                    <a:pt x="21761" y="41840"/>
                  </a:lnTo>
                  <a:lnTo>
                    <a:pt x="30235" y="40196"/>
                  </a:lnTo>
                  <a:lnTo>
                    <a:pt x="37151" y="35714"/>
                  </a:lnTo>
                  <a:lnTo>
                    <a:pt x="41813" y="29065"/>
                  </a:lnTo>
                  <a:lnTo>
                    <a:pt x="43522" y="20923"/>
                  </a:lnTo>
                  <a:lnTo>
                    <a:pt x="41813" y="12780"/>
                  </a:lnTo>
                  <a:lnTo>
                    <a:pt x="37151" y="6129"/>
                  </a:lnTo>
                  <a:lnTo>
                    <a:pt x="30235" y="1644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483139" y="948397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2" y="20923"/>
                  </a:moveTo>
                  <a:lnTo>
                    <a:pt x="41813" y="29065"/>
                  </a:lnTo>
                  <a:lnTo>
                    <a:pt x="37152" y="35714"/>
                  </a:lnTo>
                  <a:lnTo>
                    <a:pt x="30235" y="40197"/>
                  </a:lnTo>
                  <a:lnTo>
                    <a:pt x="21761" y="41840"/>
                  </a:lnTo>
                  <a:lnTo>
                    <a:pt x="13290" y="40197"/>
                  </a:lnTo>
                  <a:lnTo>
                    <a:pt x="6373" y="35714"/>
                  </a:lnTo>
                  <a:lnTo>
                    <a:pt x="1709" y="29065"/>
                  </a:lnTo>
                  <a:lnTo>
                    <a:pt x="0" y="20923"/>
                  </a:lnTo>
                  <a:lnTo>
                    <a:pt x="1709" y="12780"/>
                  </a:lnTo>
                  <a:lnTo>
                    <a:pt x="6373" y="6129"/>
                  </a:lnTo>
                  <a:lnTo>
                    <a:pt x="13290" y="1644"/>
                  </a:lnTo>
                  <a:lnTo>
                    <a:pt x="21761" y="0"/>
                  </a:lnTo>
                  <a:lnTo>
                    <a:pt x="30235" y="1644"/>
                  </a:lnTo>
                  <a:lnTo>
                    <a:pt x="37152" y="6129"/>
                  </a:lnTo>
                  <a:lnTo>
                    <a:pt x="41813" y="12780"/>
                  </a:lnTo>
                  <a:lnTo>
                    <a:pt x="43522" y="20923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483139" y="1016387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89" y="1644"/>
                  </a:lnTo>
                  <a:lnTo>
                    <a:pt x="6372" y="6129"/>
                  </a:lnTo>
                  <a:lnTo>
                    <a:pt x="1709" y="12780"/>
                  </a:lnTo>
                  <a:lnTo>
                    <a:pt x="0" y="20923"/>
                  </a:lnTo>
                  <a:lnTo>
                    <a:pt x="1709" y="29065"/>
                  </a:lnTo>
                  <a:lnTo>
                    <a:pt x="6372" y="35714"/>
                  </a:lnTo>
                  <a:lnTo>
                    <a:pt x="13289" y="40197"/>
                  </a:lnTo>
                  <a:lnTo>
                    <a:pt x="21761" y="41841"/>
                  </a:lnTo>
                  <a:lnTo>
                    <a:pt x="30235" y="40197"/>
                  </a:lnTo>
                  <a:lnTo>
                    <a:pt x="37151" y="35714"/>
                  </a:lnTo>
                  <a:lnTo>
                    <a:pt x="41813" y="29065"/>
                  </a:lnTo>
                  <a:lnTo>
                    <a:pt x="43522" y="20923"/>
                  </a:lnTo>
                  <a:lnTo>
                    <a:pt x="41813" y="12780"/>
                  </a:lnTo>
                  <a:lnTo>
                    <a:pt x="37151" y="6129"/>
                  </a:lnTo>
                  <a:lnTo>
                    <a:pt x="30235" y="1644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483139" y="1016388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2" y="20923"/>
                  </a:moveTo>
                  <a:lnTo>
                    <a:pt x="41813" y="29065"/>
                  </a:lnTo>
                  <a:lnTo>
                    <a:pt x="37152" y="35714"/>
                  </a:lnTo>
                  <a:lnTo>
                    <a:pt x="30235" y="40197"/>
                  </a:lnTo>
                  <a:lnTo>
                    <a:pt x="21761" y="41840"/>
                  </a:lnTo>
                  <a:lnTo>
                    <a:pt x="13290" y="40197"/>
                  </a:lnTo>
                  <a:lnTo>
                    <a:pt x="6373" y="35714"/>
                  </a:lnTo>
                  <a:lnTo>
                    <a:pt x="1709" y="29065"/>
                  </a:lnTo>
                  <a:lnTo>
                    <a:pt x="0" y="20923"/>
                  </a:lnTo>
                  <a:lnTo>
                    <a:pt x="1709" y="12780"/>
                  </a:lnTo>
                  <a:lnTo>
                    <a:pt x="6373" y="6129"/>
                  </a:lnTo>
                  <a:lnTo>
                    <a:pt x="13290" y="1644"/>
                  </a:lnTo>
                  <a:lnTo>
                    <a:pt x="21761" y="0"/>
                  </a:lnTo>
                  <a:lnTo>
                    <a:pt x="30235" y="1644"/>
                  </a:lnTo>
                  <a:lnTo>
                    <a:pt x="37152" y="6129"/>
                  </a:lnTo>
                  <a:lnTo>
                    <a:pt x="41813" y="12780"/>
                  </a:lnTo>
                  <a:lnTo>
                    <a:pt x="43522" y="20923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483139" y="1087276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61" y="0"/>
                  </a:moveTo>
                  <a:lnTo>
                    <a:pt x="13289" y="1643"/>
                  </a:lnTo>
                  <a:lnTo>
                    <a:pt x="6372" y="6126"/>
                  </a:lnTo>
                  <a:lnTo>
                    <a:pt x="1709" y="12775"/>
                  </a:lnTo>
                  <a:lnTo>
                    <a:pt x="0" y="20917"/>
                  </a:lnTo>
                  <a:lnTo>
                    <a:pt x="1709" y="29059"/>
                  </a:lnTo>
                  <a:lnTo>
                    <a:pt x="6372" y="35708"/>
                  </a:lnTo>
                  <a:lnTo>
                    <a:pt x="13289" y="40190"/>
                  </a:lnTo>
                  <a:lnTo>
                    <a:pt x="21761" y="41834"/>
                  </a:lnTo>
                  <a:lnTo>
                    <a:pt x="30235" y="40190"/>
                  </a:lnTo>
                  <a:lnTo>
                    <a:pt x="37151" y="35708"/>
                  </a:lnTo>
                  <a:lnTo>
                    <a:pt x="41813" y="29059"/>
                  </a:lnTo>
                  <a:lnTo>
                    <a:pt x="43522" y="20917"/>
                  </a:lnTo>
                  <a:lnTo>
                    <a:pt x="41813" y="12775"/>
                  </a:lnTo>
                  <a:lnTo>
                    <a:pt x="37151" y="6126"/>
                  </a:lnTo>
                  <a:lnTo>
                    <a:pt x="30235" y="1643"/>
                  </a:lnTo>
                  <a:lnTo>
                    <a:pt x="217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483139" y="1087276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22" y="20917"/>
                  </a:moveTo>
                  <a:lnTo>
                    <a:pt x="41813" y="29059"/>
                  </a:lnTo>
                  <a:lnTo>
                    <a:pt x="37152" y="35707"/>
                  </a:lnTo>
                  <a:lnTo>
                    <a:pt x="30235" y="40190"/>
                  </a:lnTo>
                  <a:lnTo>
                    <a:pt x="21761" y="41834"/>
                  </a:lnTo>
                  <a:lnTo>
                    <a:pt x="13290" y="40190"/>
                  </a:lnTo>
                  <a:lnTo>
                    <a:pt x="6373" y="35707"/>
                  </a:lnTo>
                  <a:lnTo>
                    <a:pt x="1709" y="29059"/>
                  </a:lnTo>
                  <a:lnTo>
                    <a:pt x="0" y="20917"/>
                  </a:lnTo>
                  <a:lnTo>
                    <a:pt x="1709" y="12774"/>
                  </a:lnTo>
                  <a:lnTo>
                    <a:pt x="6373" y="6126"/>
                  </a:lnTo>
                  <a:lnTo>
                    <a:pt x="13290" y="1643"/>
                  </a:lnTo>
                  <a:lnTo>
                    <a:pt x="21761" y="0"/>
                  </a:lnTo>
                  <a:lnTo>
                    <a:pt x="30235" y="1643"/>
                  </a:lnTo>
                  <a:lnTo>
                    <a:pt x="37152" y="6126"/>
                  </a:lnTo>
                  <a:lnTo>
                    <a:pt x="41813" y="12774"/>
                  </a:lnTo>
                  <a:lnTo>
                    <a:pt x="43522" y="20917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413988" y="972096"/>
              <a:ext cx="73025" cy="149860"/>
            </a:xfrm>
            <a:custGeom>
              <a:avLst/>
              <a:gdLst/>
              <a:ahLst/>
              <a:cxnLst/>
              <a:rect l="l" t="t" r="r" b="b"/>
              <a:pathLst>
                <a:path w="73025" h="149859">
                  <a:moveTo>
                    <a:pt x="68008" y="142227"/>
                  </a:moveTo>
                  <a:lnTo>
                    <a:pt x="56743" y="136867"/>
                  </a:lnTo>
                  <a:lnTo>
                    <a:pt x="57175" y="142341"/>
                  </a:lnTo>
                  <a:lnTo>
                    <a:pt x="3530" y="146634"/>
                  </a:lnTo>
                  <a:lnTo>
                    <a:pt x="3657" y="148132"/>
                  </a:lnTo>
                  <a:lnTo>
                    <a:pt x="57302" y="143840"/>
                  </a:lnTo>
                  <a:lnTo>
                    <a:pt x="57734" y="149313"/>
                  </a:lnTo>
                  <a:lnTo>
                    <a:pt x="68008" y="142227"/>
                  </a:lnTo>
                  <a:close/>
                </a:path>
                <a:path w="73025" h="149859">
                  <a:moveTo>
                    <a:pt x="72821" y="55867"/>
                  </a:moveTo>
                  <a:lnTo>
                    <a:pt x="67932" y="44373"/>
                  </a:lnTo>
                  <a:lnTo>
                    <a:pt x="64630" y="48755"/>
                  </a:lnTo>
                  <a:lnTo>
                    <a:pt x="39954" y="30175"/>
                  </a:lnTo>
                  <a:lnTo>
                    <a:pt x="61290" y="8267"/>
                  </a:lnTo>
                  <a:lnTo>
                    <a:pt x="65214" y="12090"/>
                  </a:lnTo>
                  <a:lnTo>
                    <a:pt x="68287" y="0"/>
                  </a:lnTo>
                  <a:lnTo>
                    <a:pt x="56273" y="3390"/>
                  </a:lnTo>
                  <a:lnTo>
                    <a:pt x="60210" y="7213"/>
                  </a:lnTo>
                  <a:lnTo>
                    <a:pt x="38735" y="29260"/>
                  </a:lnTo>
                  <a:lnTo>
                    <a:pt x="4102" y="3149"/>
                  </a:lnTo>
                  <a:lnTo>
                    <a:pt x="3187" y="4356"/>
                  </a:lnTo>
                  <a:lnTo>
                    <a:pt x="37680" y="30340"/>
                  </a:lnTo>
                  <a:lnTo>
                    <a:pt x="23571" y="44818"/>
                  </a:lnTo>
                  <a:lnTo>
                    <a:pt x="1282" y="8991"/>
                  </a:lnTo>
                  <a:lnTo>
                    <a:pt x="0" y="9791"/>
                  </a:lnTo>
                  <a:lnTo>
                    <a:pt x="22479" y="45935"/>
                  </a:lnTo>
                  <a:lnTo>
                    <a:pt x="4191" y="64706"/>
                  </a:lnTo>
                  <a:lnTo>
                    <a:pt x="4711" y="65239"/>
                  </a:lnTo>
                  <a:lnTo>
                    <a:pt x="4165" y="65722"/>
                  </a:lnTo>
                  <a:lnTo>
                    <a:pt x="37769" y="103886"/>
                  </a:lnTo>
                  <a:lnTo>
                    <a:pt x="4165" y="140741"/>
                  </a:lnTo>
                  <a:lnTo>
                    <a:pt x="5283" y="141757"/>
                  </a:lnTo>
                  <a:lnTo>
                    <a:pt x="38785" y="105029"/>
                  </a:lnTo>
                  <a:lnTo>
                    <a:pt x="60312" y="129451"/>
                  </a:lnTo>
                  <a:lnTo>
                    <a:pt x="56184" y="133083"/>
                  </a:lnTo>
                  <a:lnTo>
                    <a:pt x="68008" y="137071"/>
                  </a:lnTo>
                  <a:lnTo>
                    <a:pt x="65557" y="124841"/>
                  </a:lnTo>
                  <a:lnTo>
                    <a:pt x="61429" y="128460"/>
                  </a:lnTo>
                  <a:lnTo>
                    <a:pt x="39789" y="103911"/>
                  </a:lnTo>
                  <a:lnTo>
                    <a:pt x="50952" y="91681"/>
                  </a:lnTo>
                  <a:lnTo>
                    <a:pt x="66459" y="116573"/>
                  </a:lnTo>
                  <a:lnTo>
                    <a:pt x="61798" y="119481"/>
                  </a:lnTo>
                  <a:lnTo>
                    <a:pt x="72821" y="125361"/>
                  </a:lnTo>
                  <a:lnTo>
                    <a:pt x="72402" y="112877"/>
                  </a:lnTo>
                  <a:lnTo>
                    <a:pt x="67741" y="115773"/>
                  </a:lnTo>
                  <a:lnTo>
                    <a:pt x="52006" y="90525"/>
                  </a:lnTo>
                  <a:lnTo>
                    <a:pt x="63004" y="78460"/>
                  </a:lnTo>
                  <a:lnTo>
                    <a:pt x="67056" y="82156"/>
                  </a:lnTo>
                  <a:lnTo>
                    <a:pt x="69723" y="69964"/>
                  </a:lnTo>
                  <a:lnTo>
                    <a:pt x="57835" y="73748"/>
                  </a:lnTo>
                  <a:lnTo>
                    <a:pt x="61887" y="77444"/>
                  </a:lnTo>
                  <a:lnTo>
                    <a:pt x="51181" y="89192"/>
                  </a:lnTo>
                  <a:lnTo>
                    <a:pt x="50114" y="87490"/>
                  </a:lnTo>
                  <a:lnTo>
                    <a:pt x="50114" y="90347"/>
                  </a:lnTo>
                  <a:lnTo>
                    <a:pt x="38785" y="102768"/>
                  </a:lnTo>
                  <a:lnTo>
                    <a:pt x="6337" y="65925"/>
                  </a:lnTo>
                  <a:lnTo>
                    <a:pt x="34328" y="64973"/>
                  </a:lnTo>
                  <a:lnTo>
                    <a:pt x="50114" y="90347"/>
                  </a:lnTo>
                  <a:lnTo>
                    <a:pt x="50114" y="87490"/>
                  </a:lnTo>
                  <a:lnTo>
                    <a:pt x="36068" y="64909"/>
                  </a:lnTo>
                  <a:lnTo>
                    <a:pt x="56095" y="64223"/>
                  </a:lnTo>
                  <a:lnTo>
                    <a:pt x="56286" y="69710"/>
                  </a:lnTo>
                  <a:lnTo>
                    <a:pt x="66878" y="63093"/>
                  </a:lnTo>
                  <a:lnTo>
                    <a:pt x="55854" y="57226"/>
                  </a:lnTo>
                  <a:lnTo>
                    <a:pt x="56045" y="62712"/>
                  </a:lnTo>
                  <a:lnTo>
                    <a:pt x="35153" y="63436"/>
                  </a:lnTo>
                  <a:lnTo>
                    <a:pt x="33401" y="60629"/>
                  </a:lnTo>
                  <a:lnTo>
                    <a:pt x="33401" y="63500"/>
                  </a:lnTo>
                  <a:lnTo>
                    <a:pt x="6578" y="64414"/>
                  </a:lnTo>
                  <a:lnTo>
                    <a:pt x="23304" y="47256"/>
                  </a:lnTo>
                  <a:lnTo>
                    <a:pt x="33401" y="63500"/>
                  </a:lnTo>
                  <a:lnTo>
                    <a:pt x="33401" y="60629"/>
                  </a:lnTo>
                  <a:lnTo>
                    <a:pt x="24396" y="46139"/>
                  </a:lnTo>
                  <a:lnTo>
                    <a:pt x="38887" y="31254"/>
                  </a:lnTo>
                  <a:lnTo>
                    <a:pt x="63728" y="49949"/>
                  </a:lnTo>
                  <a:lnTo>
                    <a:pt x="60426" y="54343"/>
                  </a:lnTo>
                  <a:lnTo>
                    <a:pt x="72821" y="5586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594692" y="1023985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21754" y="0"/>
                  </a:moveTo>
                  <a:lnTo>
                    <a:pt x="13281" y="1643"/>
                  </a:lnTo>
                  <a:lnTo>
                    <a:pt x="6367" y="6126"/>
                  </a:lnTo>
                  <a:lnTo>
                    <a:pt x="1707" y="12775"/>
                  </a:lnTo>
                  <a:lnTo>
                    <a:pt x="0" y="20917"/>
                  </a:lnTo>
                  <a:lnTo>
                    <a:pt x="1707" y="29060"/>
                  </a:lnTo>
                  <a:lnTo>
                    <a:pt x="6367" y="35711"/>
                  </a:lnTo>
                  <a:lnTo>
                    <a:pt x="13281" y="40196"/>
                  </a:lnTo>
                  <a:lnTo>
                    <a:pt x="21754" y="41841"/>
                  </a:lnTo>
                  <a:lnTo>
                    <a:pt x="30227" y="40196"/>
                  </a:lnTo>
                  <a:lnTo>
                    <a:pt x="37142" y="35711"/>
                  </a:lnTo>
                  <a:lnTo>
                    <a:pt x="41801" y="29060"/>
                  </a:lnTo>
                  <a:lnTo>
                    <a:pt x="43509" y="20917"/>
                  </a:lnTo>
                  <a:lnTo>
                    <a:pt x="41801" y="12775"/>
                  </a:lnTo>
                  <a:lnTo>
                    <a:pt x="37142" y="6126"/>
                  </a:lnTo>
                  <a:lnTo>
                    <a:pt x="30227" y="1643"/>
                  </a:lnTo>
                  <a:lnTo>
                    <a:pt x="21754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594691" y="1023985"/>
              <a:ext cx="43815" cy="41910"/>
            </a:xfrm>
            <a:custGeom>
              <a:avLst/>
              <a:gdLst/>
              <a:ahLst/>
              <a:cxnLst/>
              <a:rect l="l" t="t" r="r" b="b"/>
              <a:pathLst>
                <a:path w="43814" h="41909">
                  <a:moveTo>
                    <a:pt x="43509" y="20917"/>
                  </a:moveTo>
                  <a:lnTo>
                    <a:pt x="41801" y="29060"/>
                  </a:lnTo>
                  <a:lnTo>
                    <a:pt x="37142" y="35711"/>
                  </a:lnTo>
                  <a:lnTo>
                    <a:pt x="30227" y="40196"/>
                  </a:lnTo>
                  <a:lnTo>
                    <a:pt x="21754" y="41840"/>
                  </a:lnTo>
                  <a:lnTo>
                    <a:pt x="13281" y="40196"/>
                  </a:lnTo>
                  <a:lnTo>
                    <a:pt x="6367" y="35711"/>
                  </a:lnTo>
                  <a:lnTo>
                    <a:pt x="1707" y="29060"/>
                  </a:lnTo>
                  <a:lnTo>
                    <a:pt x="0" y="20917"/>
                  </a:lnTo>
                  <a:lnTo>
                    <a:pt x="1707" y="12774"/>
                  </a:lnTo>
                  <a:lnTo>
                    <a:pt x="6367" y="6126"/>
                  </a:lnTo>
                  <a:lnTo>
                    <a:pt x="13281" y="1643"/>
                  </a:lnTo>
                  <a:lnTo>
                    <a:pt x="21754" y="0"/>
                  </a:lnTo>
                  <a:lnTo>
                    <a:pt x="30227" y="1643"/>
                  </a:lnTo>
                  <a:lnTo>
                    <a:pt x="37142" y="6126"/>
                  </a:lnTo>
                  <a:lnTo>
                    <a:pt x="41801" y="12774"/>
                  </a:lnTo>
                  <a:lnTo>
                    <a:pt x="43509" y="20917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306622" y="931087"/>
              <a:ext cx="289560" cy="237490"/>
            </a:xfrm>
            <a:custGeom>
              <a:avLst/>
              <a:gdLst/>
              <a:ahLst/>
              <a:cxnLst/>
              <a:rect l="l" t="t" r="r" b="b"/>
              <a:pathLst>
                <a:path w="289560" h="237490">
                  <a:moveTo>
                    <a:pt x="70561" y="24663"/>
                  </a:moveTo>
                  <a:lnTo>
                    <a:pt x="62484" y="15138"/>
                  </a:lnTo>
                  <a:lnTo>
                    <a:pt x="60629" y="20307"/>
                  </a:lnTo>
                  <a:lnTo>
                    <a:pt x="3886" y="0"/>
                  </a:lnTo>
                  <a:lnTo>
                    <a:pt x="3390" y="1422"/>
                  </a:lnTo>
                  <a:lnTo>
                    <a:pt x="60121" y="21729"/>
                  </a:lnTo>
                  <a:lnTo>
                    <a:pt x="58267" y="26898"/>
                  </a:lnTo>
                  <a:lnTo>
                    <a:pt x="70561" y="24663"/>
                  </a:lnTo>
                  <a:close/>
                </a:path>
                <a:path w="289560" h="237490">
                  <a:moveTo>
                    <a:pt x="78028" y="66332"/>
                  </a:moveTo>
                  <a:lnTo>
                    <a:pt x="76034" y="54013"/>
                  </a:lnTo>
                  <a:lnTo>
                    <a:pt x="71501" y="57708"/>
                  </a:lnTo>
                  <a:lnTo>
                    <a:pt x="71501" y="63842"/>
                  </a:lnTo>
                  <a:lnTo>
                    <a:pt x="63995" y="83566"/>
                  </a:lnTo>
                  <a:lnTo>
                    <a:pt x="63995" y="88506"/>
                  </a:lnTo>
                  <a:lnTo>
                    <a:pt x="63614" y="88785"/>
                  </a:lnTo>
                  <a:lnTo>
                    <a:pt x="63804" y="88265"/>
                  </a:lnTo>
                  <a:lnTo>
                    <a:pt x="63995" y="88506"/>
                  </a:lnTo>
                  <a:lnTo>
                    <a:pt x="63995" y="83566"/>
                  </a:lnTo>
                  <a:lnTo>
                    <a:pt x="63411" y="85090"/>
                  </a:lnTo>
                  <a:lnTo>
                    <a:pt x="62763" y="84188"/>
                  </a:lnTo>
                  <a:lnTo>
                    <a:pt x="62763" y="86791"/>
                  </a:lnTo>
                  <a:lnTo>
                    <a:pt x="62090" y="88557"/>
                  </a:lnTo>
                  <a:lnTo>
                    <a:pt x="62090" y="92875"/>
                  </a:lnTo>
                  <a:lnTo>
                    <a:pt x="62090" y="88557"/>
                  </a:lnTo>
                  <a:lnTo>
                    <a:pt x="61404" y="90347"/>
                  </a:lnTo>
                  <a:lnTo>
                    <a:pt x="59524" y="91694"/>
                  </a:lnTo>
                  <a:lnTo>
                    <a:pt x="60693" y="92240"/>
                  </a:lnTo>
                  <a:lnTo>
                    <a:pt x="60109" y="93776"/>
                  </a:lnTo>
                  <a:lnTo>
                    <a:pt x="59550" y="93370"/>
                  </a:lnTo>
                  <a:lnTo>
                    <a:pt x="59550" y="95250"/>
                  </a:lnTo>
                  <a:lnTo>
                    <a:pt x="58775" y="97294"/>
                  </a:lnTo>
                  <a:lnTo>
                    <a:pt x="57746" y="98679"/>
                  </a:lnTo>
                  <a:lnTo>
                    <a:pt x="57746" y="106756"/>
                  </a:lnTo>
                  <a:lnTo>
                    <a:pt x="56730" y="106883"/>
                  </a:lnTo>
                  <a:lnTo>
                    <a:pt x="57505" y="104838"/>
                  </a:lnTo>
                  <a:lnTo>
                    <a:pt x="57746" y="106756"/>
                  </a:lnTo>
                  <a:lnTo>
                    <a:pt x="57746" y="98679"/>
                  </a:lnTo>
                  <a:lnTo>
                    <a:pt x="56756" y="99999"/>
                  </a:lnTo>
                  <a:lnTo>
                    <a:pt x="57696" y="100114"/>
                  </a:lnTo>
                  <a:lnTo>
                    <a:pt x="57226" y="101371"/>
                  </a:lnTo>
                  <a:lnTo>
                    <a:pt x="57099" y="101307"/>
                  </a:lnTo>
                  <a:lnTo>
                    <a:pt x="57124" y="101612"/>
                  </a:lnTo>
                  <a:lnTo>
                    <a:pt x="55054" y="107086"/>
                  </a:lnTo>
                  <a:lnTo>
                    <a:pt x="54444" y="107162"/>
                  </a:lnTo>
                  <a:lnTo>
                    <a:pt x="54444" y="108673"/>
                  </a:lnTo>
                  <a:lnTo>
                    <a:pt x="53467" y="111252"/>
                  </a:lnTo>
                  <a:lnTo>
                    <a:pt x="52717" y="109651"/>
                  </a:lnTo>
                  <a:lnTo>
                    <a:pt x="52717" y="113233"/>
                  </a:lnTo>
                  <a:lnTo>
                    <a:pt x="46736" y="128943"/>
                  </a:lnTo>
                  <a:lnTo>
                    <a:pt x="46037" y="127673"/>
                  </a:lnTo>
                  <a:lnTo>
                    <a:pt x="46037" y="130784"/>
                  </a:lnTo>
                  <a:lnTo>
                    <a:pt x="45948" y="131013"/>
                  </a:lnTo>
                  <a:lnTo>
                    <a:pt x="44780" y="132080"/>
                  </a:lnTo>
                  <a:lnTo>
                    <a:pt x="44780" y="134112"/>
                  </a:lnTo>
                  <a:lnTo>
                    <a:pt x="38087" y="151688"/>
                  </a:lnTo>
                  <a:lnTo>
                    <a:pt x="30975" y="146646"/>
                  </a:lnTo>
                  <a:lnTo>
                    <a:pt x="44780" y="134112"/>
                  </a:lnTo>
                  <a:lnTo>
                    <a:pt x="44780" y="132080"/>
                  </a:lnTo>
                  <a:lnTo>
                    <a:pt x="29718" y="145757"/>
                  </a:lnTo>
                  <a:lnTo>
                    <a:pt x="28575" y="144957"/>
                  </a:lnTo>
                  <a:lnTo>
                    <a:pt x="28575" y="146799"/>
                  </a:lnTo>
                  <a:lnTo>
                    <a:pt x="10414" y="163296"/>
                  </a:lnTo>
                  <a:lnTo>
                    <a:pt x="21729" y="141947"/>
                  </a:lnTo>
                  <a:lnTo>
                    <a:pt x="28575" y="146799"/>
                  </a:lnTo>
                  <a:lnTo>
                    <a:pt x="28575" y="144957"/>
                  </a:lnTo>
                  <a:lnTo>
                    <a:pt x="22440" y="140601"/>
                  </a:lnTo>
                  <a:lnTo>
                    <a:pt x="36703" y="113703"/>
                  </a:lnTo>
                  <a:lnTo>
                    <a:pt x="46037" y="130784"/>
                  </a:lnTo>
                  <a:lnTo>
                    <a:pt x="46037" y="127673"/>
                  </a:lnTo>
                  <a:lnTo>
                    <a:pt x="37541" y="112115"/>
                  </a:lnTo>
                  <a:lnTo>
                    <a:pt x="38354" y="110578"/>
                  </a:lnTo>
                  <a:lnTo>
                    <a:pt x="50787" y="109105"/>
                  </a:lnTo>
                  <a:lnTo>
                    <a:pt x="52717" y="113233"/>
                  </a:lnTo>
                  <a:lnTo>
                    <a:pt x="52717" y="109651"/>
                  </a:lnTo>
                  <a:lnTo>
                    <a:pt x="52374" y="108915"/>
                  </a:lnTo>
                  <a:lnTo>
                    <a:pt x="54444" y="108673"/>
                  </a:lnTo>
                  <a:lnTo>
                    <a:pt x="54444" y="107162"/>
                  </a:lnTo>
                  <a:lnTo>
                    <a:pt x="51701" y="107480"/>
                  </a:lnTo>
                  <a:lnTo>
                    <a:pt x="50114" y="104076"/>
                  </a:lnTo>
                  <a:lnTo>
                    <a:pt x="50114" y="107670"/>
                  </a:lnTo>
                  <a:lnTo>
                    <a:pt x="39204" y="108953"/>
                  </a:lnTo>
                  <a:lnTo>
                    <a:pt x="45339" y="97396"/>
                  </a:lnTo>
                  <a:lnTo>
                    <a:pt x="50114" y="107670"/>
                  </a:lnTo>
                  <a:lnTo>
                    <a:pt x="50114" y="104076"/>
                  </a:lnTo>
                  <a:lnTo>
                    <a:pt x="46228" y="95719"/>
                  </a:lnTo>
                  <a:lnTo>
                    <a:pt x="50190" y="88252"/>
                  </a:lnTo>
                  <a:lnTo>
                    <a:pt x="59550" y="95250"/>
                  </a:lnTo>
                  <a:lnTo>
                    <a:pt x="59550" y="93370"/>
                  </a:lnTo>
                  <a:lnTo>
                    <a:pt x="50901" y="86893"/>
                  </a:lnTo>
                  <a:lnTo>
                    <a:pt x="55994" y="77292"/>
                  </a:lnTo>
                  <a:lnTo>
                    <a:pt x="62763" y="86791"/>
                  </a:lnTo>
                  <a:lnTo>
                    <a:pt x="62763" y="84188"/>
                  </a:lnTo>
                  <a:lnTo>
                    <a:pt x="56781" y="75806"/>
                  </a:lnTo>
                  <a:lnTo>
                    <a:pt x="66484" y="57518"/>
                  </a:lnTo>
                  <a:lnTo>
                    <a:pt x="69659" y="59220"/>
                  </a:lnTo>
                  <a:lnTo>
                    <a:pt x="66370" y="61899"/>
                  </a:lnTo>
                  <a:lnTo>
                    <a:pt x="71501" y="63842"/>
                  </a:lnTo>
                  <a:lnTo>
                    <a:pt x="71501" y="57708"/>
                  </a:lnTo>
                  <a:lnTo>
                    <a:pt x="71247" y="57912"/>
                  </a:lnTo>
                  <a:lnTo>
                    <a:pt x="70891" y="47612"/>
                  </a:lnTo>
                  <a:lnTo>
                    <a:pt x="66344" y="50469"/>
                  </a:lnTo>
                  <a:lnTo>
                    <a:pt x="68567" y="38239"/>
                  </a:lnTo>
                  <a:lnTo>
                    <a:pt x="66281" y="39065"/>
                  </a:lnTo>
                  <a:lnTo>
                    <a:pt x="66281" y="50507"/>
                  </a:lnTo>
                  <a:lnTo>
                    <a:pt x="60312" y="54241"/>
                  </a:lnTo>
                  <a:lnTo>
                    <a:pt x="65163" y="56807"/>
                  </a:lnTo>
                  <a:lnTo>
                    <a:pt x="55816" y="74447"/>
                  </a:lnTo>
                  <a:lnTo>
                    <a:pt x="55016" y="73329"/>
                  </a:lnTo>
                  <a:lnTo>
                    <a:pt x="55016" y="75933"/>
                  </a:lnTo>
                  <a:lnTo>
                    <a:pt x="49695" y="85991"/>
                  </a:lnTo>
                  <a:lnTo>
                    <a:pt x="48971" y="85458"/>
                  </a:lnTo>
                  <a:lnTo>
                    <a:pt x="48971" y="87350"/>
                  </a:lnTo>
                  <a:lnTo>
                    <a:pt x="45440" y="94018"/>
                  </a:lnTo>
                  <a:lnTo>
                    <a:pt x="44551" y="92125"/>
                  </a:lnTo>
                  <a:lnTo>
                    <a:pt x="44551" y="95694"/>
                  </a:lnTo>
                  <a:lnTo>
                    <a:pt x="37401" y="109169"/>
                  </a:lnTo>
                  <a:lnTo>
                    <a:pt x="36029" y="109334"/>
                  </a:lnTo>
                  <a:lnTo>
                    <a:pt x="34417" y="106387"/>
                  </a:lnTo>
                  <a:lnTo>
                    <a:pt x="34417" y="109524"/>
                  </a:lnTo>
                  <a:lnTo>
                    <a:pt x="6261" y="112864"/>
                  </a:lnTo>
                  <a:lnTo>
                    <a:pt x="24498" y="91363"/>
                  </a:lnTo>
                  <a:lnTo>
                    <a:pt x="34417" y="109524"/>
                  </a:lnTo>
                  <a:lnTo>
                    <a:pt x="34417" y="106387"/>
                  </a:lnTo>
                  <a:lnTo>
                    <a:pt x="25527" y="90131"/>
                  </a:lnTo>
                  <a:lnTo>
                    <a:pt x="36080" y="77698"/>
                  </a:lnTo>
                  <a:lnTo>
                    <a:pt x="44551" y="95694"/>
                  </a:lnTo>
                  <a:lnTo>
                    <a:pt x="44551" y="92125"/>
                  </a:lnTo>
                  <a:lnTo>
                    <a:pt x="38747" y="79705"/>
                  </a:lnTo>
                  <a:lnTo>
                    <a:pt x="48971" y="87350"/>
                  </a:lnTo>
                  <a:lnTo>
                    <a:pt x="48971" y="85458"/>
                  </a:lnTo>
                  <a:lnTo>
                    <a:pt x="37401" y="76796"/>
                  </a:lnTo>
                  <a:lnTo>
                    <a:pt x="37211" y="76377"/>
                  </a:lnTo>
                  <a:lnTo>
                    <a:pt x="47053" y="64770"/>
                  </a:lnTo>
                  <a:lnTo>
                    <a:pt x="55016" y="75933"/>
                  </a:lnTo>
                  <a:lnTo>
                    <a:pt x="55016" y="73329"/>
                  </a:lnTo>
                  <a:lnTo>
                    <a:pt x="48069" y="63588"/>
                  </a:lnTo>
                  <a:lnTo>
                    <a:pt x="62153" y="46977"/>
                  </a:lnTo>
                  <a:lnTo>
                    <a:pt x="66281" y="50507"/>
                  </a:lnTo>
                  <a:lnTo>
                    <a:pt x="66281" y="39065"/>
                  </a:lnTo>
                  <a:lnTo>
                    <a:pt x="56819" y="42456"/>
                  </a:lnTo>
                  <a:lnTo>
                    <a:pt x="61010" y="45999"/>
                  </a:lnTo>
                  <a:lnTo>
                    <a:pt x="47167" y="62318"/>
                  </a:lnTo>
                  <a:lnTo>
                    <a:pt x="46151" y="60896"/>
                  </a:lnTo>
                  <a:lnTo>
                    <a:pt x="46151" y="63512"/>
                  </a:lnTo>
                  <a:lnTo>
                    <a:pt x="36512" y="74879"/>
                  </a:lnTo>
                  <a:lnTo>
                    <a:pt x="34874" y="71374"/>
                  </a:lnTo>
                  <a:lnTo>
                    <a:pt x="34874" y="76796"/>
                  </a:lnTo>
                  <a:lnTo>
                    <a:pt x="24765" y="88722"/>
                  </a:lnTo>
                  <a:lnTo>
                    <a:pt x="8839" y="59588"/>
                  </a:lnTo>
                  <a:lnTo>
                    <a:pt x="10693" y="58712"/>
                  </a:lnTo>
                  <a:lnTo>
                    <a:pt x="34874" y="76796"/>
                  </a:lnTo>
                  <a:lnTo>
                    <a:pt x="34874" y="71374"/>
                  </a:lnTo>
                  <a:lnTo>
                    <a:pt x="34836" y="74879"/>
                  </a:lnTo>
                  <a:lnTo>
                    <a:pt x="12230" y="57988"/>
                  </a:lnTo>
                  <a:lnTo>
                    <a:pt x="24307" y="52273"/>
                  </a:lnTo>
                  <a:lnTo>
                    <a:pt x="34836" y="74879"/>
                  </a:lnTo>
                  <a:lnTo>
                    <a:pt x="34836" y="71285"/>
                  </a:lnTo>
                  <a:lnTo>
                    <a:pt x="25666" y="51625"/>
                  </a:lnTo>
                  <a:lnTo>
                    <a:pt x="34658" y="47383"/>
                  </a:lnTo>
                  <a:lnTo>
                    <a:pt x="46151" y="63512"/>
                  </a:lnTo>
                  <a:lnTo>
                    <a:pt x="46151" y="60896"/>
                  </a:lnTo>
                  <a:lnTo>
                    <a:pt x="36042" y="46723"/>
                  </a:lnTo>
                  <a:lnTo>
                    <a:pt x="61112" y="34861"/>
                  </a:lnTo>
                  <a:lnTo>
                    <a:pt x="63449" y="39827"/>
                  </a:lnTo>
                  <a:lnTo>
                    <a:pt x="70561" y="29552"/>
                  </a:lnTo>
                  <a:lnTo>
                    <a:pt x="58115" y="28536"/>
                  </a:lnTo>
                  <a:lnTo>
                    <a:pt x="60464" y="33502"/>
                  </a:lnTo>
                  <a:lnTo>
                    <a:pt x="35153" y="45478"/>
                  </a:lnTo>
                  <a:lnTo>
                    <a:pt x="5067" y="3289"/>
                  </a:lnTo>
                  <a:lnTo>
                    <a:pt x="3848" y="4165"/>
                  </a:lnTo>
                  <a:lnTo>
                    <a:pt x="33769" y="46126"/>
                  </a:lnTo>
                  <a:lnTo>
                    <a:pt x="25031" y="50253"/>
                  </a:lnTo>
                  <a:lnTo>
                    <a:pt x="3187" y="3403"/>
                  </a:lnTo>
                  <a:lnTo>
                    <a:pt x="1828" y="4051"/>
                  </a:lnTo>
                  <a:lnTo>
                    <a:pt x="23672" y="50901"/>
                  </a:lnTo>
                  <a:lnTo>
                    <a:pt x="10858" y="56959"/>
                  </a:lnTo>
                  <a:lnTo>
                    <a:pt x="9321" y="55816"/>
                  </a:lnTo>
                  <a:lnTo>
                    <a:pt x="9321" y="57683"/>
                  </a:lnTo>
                  <a:lnTo>
                    <a:pt x="8115" y="58254"/>
                  </a:lnTo>
                  <a:lnTo>
                    <a:pt x="6756" y="55778"/>
                  </a:lnTo>
                  <a:lnTo>
                    <a:pt x="9321" y="57683"/>
                  </a:lnTo>
                  <a:lnTo>
                    <a:pt x="9321" y="55816"/>
                  </a:lnTo>
                  <a:lnTo>
                    <a:pt x="4914" y="52501"/>
                  </a:lnTo>
                  <a:lnTo>
                    <a:pt x="4457" y="53111"/>
                  </a:lnTo>
                  <a:lnTo>
                    <a:pt x="3797" y="53467"/>
                  </a:lnTo>
                  <a:lnTo>
                    <a:pt x="6756" y="58902"/>
                  </a:lnTo>
                  <a:lnTo>
                    <a:pt x="2171" y="61061"/>
                  </a:lnTo>
                  <a:lnTo>
                    <a:pt x="2832" y="62420"/>
                  </a:lnTo>
                  <a:lnTo>
                    <a:pt x="7480" y="60236"/>
                  </a:lnTo>
                  <a:lnTo>
                    <a:pt x="23723" y="89941"/>
                  </a:lnTo>
                  <a:lnTo>
                    <a:pt x="3886" y="113334"/>
                  </a:lnTo>
                  <a:lnTo>
                    <a:pt x="4457" y="113830"/>
                  </a:lnTo>
                  <a:lnTo>
                    <a:pt x="4546" y="114566"/>
                  </a:lnTo>
                  <a:lnTo>
                    <a:pt x="35191" y="110947"/>
                  </a:lnTo>
                  <a:lnTo>
                    <a:pt x="35839" y="112128"/>
                  </a:lnTo>
                  <a:lnTo>
                    <a:pt x="21209" y="139725"/>
                  </a:lnTo>
                  <a:lnTo>
                    <a:pt x="876" y="125323"/>
                  </a:lnTo>
                  <a:lnTo>
                    <a:pt x="0" y="126555"/>
                  </a:lnTo>
                  <a:lnTo>
                    <a:pt x="20497" y="141071"/>
                  </a:lnTo>
                  <a:lnTo>
                    <a:pt x="7137" y="166268"/>
                  </a:lnTo>
                  <a:lnTo>
                    <a:pt x="3136" y="169900"/>
                  </a:lnTo>
                  <a:lnTo>
                    <a:pt x="4140" y="171005"/>
                  </a:lnTo>
                  <a:lnTo>
                    <a:pt x="5080" y="170154"/>
                  </a:lnTo>
                  <a:lnTo>
                    <a:pt x="3797" y="172580"/>
                  </a:lnTo>
                  <a:lnTo>
                    <a:pt x="5118" y="173291"/>
                  </a:lnTo>
                  <a:lnTo>
                    <a:pt x="8356" y="167182"/>
                  </a:lnTo>
                  <a:lnTo>
                    <a:pt x="29832" y="147688"/>
                  </a:lnTo>
                  <a:lnTo>
                    <a:pt x="37541" y="153136"/>
                  </a:lnTo>
                  <a:lnTo>
                    <a:pt x="27736" y="178930"/>
                  </a:lnTo>
                  <a:lnTo>
                    <a:pt x="2501" y="178930"/>
                  </a:lnTo>
                  <a:lnTo>
                    <a:pt x="2501" y="180441"/>
                  </a:lnTo>
                  <a:lnTo>
                    <a:pt x="27165" y="180441"/>
                  </a:lnTo>
                  <a:lnTo>
                    <a:pt x="7277" y="232752"/>
                  </a:lnTo>
                  <a:lnTo>
                    <a:pt x="6553" y="234149"/>
                  </a:lnTo>
                  <a:lnTo>
                    <a:pt x="6718" y="234238"/>
                  </a:lnTo>
                  <a:lnTo>
                    <a:pt x="5727" y="236842"/>
                  </a:lnTo>
                  <a:lnTo>
                    <a:pt x="7137" y="237375"/>
                  </a:lnTo>
                  <a:lnTo>
                    <a:pt x="8128" y="234746"/>
                  </a:lnTo>
                  <a:lnTo>
                    <a:pt x="62445" y="193001"/>
                  </a:lnTo>
                  <a:lnTo>
                    <a:pt x="65786" y="197358"/>
                  </a:lnTo>
                  <a:lnTo>
                    <a:pt x="70561" y="185813"/>
                  </a:lnTo>
                  <a:lnTo>
                    <a:pt x="58178" y="187452"/>
                  </a:lnTo>
                  <a:lnTo>
                    <a:pt x="61531" y="191808"/>
                  </a:lnTo>
                  <a:lnTo>
                    <a:pt x="9448" y="231825"/>
                  </a:lnTo>
                  <a:lnTo>
                    <a:pt x="36207" y="180441"/>
                  </a:lnTo>
                  <a:lnTo>
                    <a:pt x="57759" y="180441"/>
                  </a:lnTo>
                  <a:lnTo>
                    <a:pt x="57759" y="185928"/>
                  </a:lnTo>
                  <a:lnTo>
                    <a:pt x="68567" y="179692"/>
                  </a:lnTo>
                  <a:lnTo>
                    <a:pt x="57759" y="173443"/>
                  </a:lnTo>
                  <a:lnTo>
                    <a:pt x="57759" y="178930"/>
                  </a:lnTo>
                  <a:lnTo>
                    <a:pt x="36995" y="178930"/>
                  </a:lnTo>
                  <a:lnTo>
                    <a:pt x="46951" y="159804"/>
                  </a:lnTo>
                  <a:lnTo>
                    <a:pt x="57556" y="167297"/>
                  </a:lnTo>
                  <a:lnTo>
                    <a:pt x="54381" y="171792"/>
                  </a:lnTo>
                  <a:lnTo>
                    <a:pt x="66814" y="172948"/>
                  </a:lnTo>
                  <a:lnTo>
                    <a:pt x="64528" y="167995"/>
                  </a:lnTo>
                  <a:lnTo>
                    <a:pt x="68580" y="170459"/>
                  </a:lnTo>
                  <a:lnTo>
                    <a:pt x="68872" y="157975"/>
                  </a:lnTo>
                  <a:lnTo>
                    <a:pt x="64046" y="160604"/>
                  </a:lnTo>
                  <a:lnTo>
                    <a:pt x="62725" y="158203"/>
                  </a:lnTo>
                  <a:lnTo>
                    <a:pt x="62725" y="161315"/>
                  </a:lnTo>
                  <a:lnTo>
                    <a:pt x="61709" y="161874"/>
                  </a:lnTo>
                  <a:lnTo>
                    <a:pt x="61595" y="161594"/>
                  </a:lnTo>
                  <a:lnTo>
                    <a:pt x="61201" y="162153"/>
                  </a:lnTo>
                  <a:lnTo>
                    <a:pt x="57912" y="163957"/>
                  </a:lnTo>
                  <a:lnTo>
                    <a:pt x="59321" y="164820"/>
                  </a:lnTo>
                  <a:lnTo>
                    <a:pt x="58432" y="166077"/>
                  </a:lnTo>
                  <a:lnTo>
                    <a:pt x="47650" y="158457"/>
                  </a:lnTo>
                  <a:lnTo>
                    <a:pt x="54241" y="145821"/>
                  </a:lnTo>
                  <a:lnTo>
                    <a:pt x="62725" y="161315"/>
                  </a:lnTo>
                  <a:lnTo>
                    <a:pt x="62725" y="158203"/>
                  </a:lnTo>
                  <a:lnTo>
                    <a:pt x="55067" y="144208"/>
                  </a:lnTo>
                  <a:lnTo>
                    <a:pt x="61455" y="131953"/>
                  </a:lnTo>
                  <a:lnTo>
                    <a:pt x="70789" y="151904"/>
                  </a:lnTo>
                  <a:lnTo>
                    <a:pt x="65811" y="154216"/>
                  </a:lnTo>
                  <a:lnTo>
                    <a:pt x="76047" y="161378"/>
                  </a:lnTo>
                  <a:lnTo>
                    <a:pt x="77127" y="148932"/>
                  </a:lnTo>
                  <a:lnTo>
                    <a:pt x="72148" y="151257"/>
                  </a:lnTo>
                  <a:lnTo>
                    <a:pt x="62331" y="130263"/>
                  </a:lnTo>
                  <a:lnTo>
                    <a:pt x="65722" y="123761"/>
                  </a:lnTo>
                  <a:lnTo>
                    <a:pt x="70599" y="126288"/>
                  </a:lnTo>
                  <a:lnTo>
                    <a:pt x="70053" y="113817"/>
                  </a:lnTo>
                  <a:lnTo>
                    <a:pt x="67767" y="115277"/>
                  </a:lnTo>
                  <a:lnTo>
                    <a:pt x="69151" y="110972"/>
                  </a:lnTo>
                  <a:lnTo>
                    <a:pt x="64389" y="112014"/>
                  </a:lnTo>
                  <a:lnTo>
                    <a:pt x="64389" y="123063"/>
                  </a:lnTo>
                  <a:lnTo>
                    <a:pt x="61531" y="128549"/>
                  </a:lnTo>
                  <a:lnTo>
                    <a:pt x="60655" y="126682"/>
                  </a:lnTo>
                  <a:lnTo>
                    <a:pt x="60655" y="130238"/>
                  </a:lnTo>
                  <a:lnTo>
                    <a:pt x="54203" y="142621"/>
                  </a:lnTo>
                  <a:lnTo>
                    <a:pt x="53365" y="141097"/>
                  </a:lnTo>
                  <a:lnTo>
                    <a:pt x="53365" y="144221"/>
                  </a:lnTo>
                  <a:lnTo>
                    <a:pt x="46405" y="157568"/>
                  </a:lnTo>
                  <a:lnTo>
                    <a:pt x="45707" y="157086"/>
                  </a:lnTo>
                  <a:lnTo>
                    <a:pt x="45707" y="158915"/>
                  </a:lnTo>
                  <a:lnTo>
                    <a:pt x="35293" y="178930"/>
                  </a:lnTo>
                  <a:lnTo>
                    <a:pt x="34505" y="178930"/>
                  </a:lnTo>
                  <a:lnTo>
                    <a:pt x="34505" y="180441"/>
                  </a:lnTo>
                  <a:lnTo>
                    <a:pt x="13246" y="221284"/>
                  </a:lnTo>
                  <a:lnTo>
                    <a:pt x="28765" y="180441"/>
                  </a:lnTo>
                  <a:lnTo>
                    <a:pt x="34505" y="180441"/>
                  </a:lnTo>
                  <a:lnTo>
                    <a:pt x="34505" y="178930"/>
                  </a:lnTo>
                  <a:lnTo>
                    <a:pt x="29337" y="178930"/>
                  </a:lnTo>
                  <a:lnTo>
                    <a:pt x="38798" y="154025"/>
                  </a:lnTo>
                  <a:lnTo>
                    <a:pt x="45707" y="158915"/>
                  </a:lnTo>
                  <a:lnTo>
                    <a:pt x="45707" y="157086"/>
                  </a:lnTo>
                  <a:lnTo>
                    <a:pt x="39344" y="152577"/>
                  </a:lnTo>
                  <a:lnTo>
                    <a:pt x="46977" y="132524"/>
                  </a:lnTo>
                  <a:lnTo>
                    <a:pt x="53365" y="144221"/>
                  </a:lnTo>
                  <a:lnTo>
                    <a:pt x="53365" y="141097"/>
                  </a:lnTo>
                  <a:lnTo>
                    <a:pt x="47967" y="131203"/>
                  </a:lnTo>
                  <a:lnTo>
                    <a:pt x="57200" y="122834"/>
                  </a:lnTo>
                  <a:lnTo>
                    <a:pt x="60655" y="130238"/>
                  </a:lnTo>
                  <a:lnTo>
                    <a:pt x="60655" y="126682"/>
                  </a:lnTo>
                  <a:lnTo>
                    <a:pt x="58369" y="121767"/>
                  </a:lnTo>
                  <a:lnTo>
                    <a:pt x="59651" y="120599"/>
                  </a:lnTo>
                  <a:lnTo>
                    <a:pt x="64389" y="123063"/>
                  </a:lnTo>
                  <a:lnTo>
                    <a:pt x="64389" y="112014"/>
                  </a:lnTo>
                  <a:lnTo>
                    <a:pt x="61861" y="112560"/>
                  </a:lnTo>
                  <a:lnTo>
                    <a:pt x="61861" y="119037"/>
                  </a:lnTo>
                  <a:lnTo>
                    <a:pt x="60248" y="120065"/>
                  </a:lnTo>
                  <a:lnTo>
                    <a:pt x="61645" y="118795"/>
                  </a:lnTo>
                  <a:lnTo>
                    <a:pt x="61861" y="119037"/>
                  </a:lnTo>
                  <a:lnTo>
                    <a:pt x="61861" y="112560"/>
                  </a:lnTo>
                  <a:lnTo>
                    <a:pt x="60642" y="112826"/>
                  </a:lnTo>
                  <a:lnTo>
                    <a:pt x="60642" y="117678"/>
                  </a:lnTo>
                  <a:lnTo>
                    <a:pt x="57708" y="120345"/>
                  </a:lnTo>
                  <a:lnTo>
                    <a:pt x="56527" y="117817"/>
                  </a:lnTo>
                  <a:lnTo>
                    <a:pt x="56527" y="121412"/>
                  </a:lnTo>
                  <a:lnTo>
                    <a:pt x="48412" y="128790"/>
                  </a:lnTo>
                  <a:lnTo>
                    <a:pt x="53606" y="115125"/>
                  </a:lnTo>
                  <a:lnTo>
                    <a:pt x="56527" y="121412"/>
                  </a:lnTo>
                  <a:lnTo>
                    <a:pt x="56527" y="117817"/>
                  </a:lnTo>
                  <a:lnTo>
                    <a:pt x="54356" y="113144"/>
                  </a:lnTo>
                  <a:lnTo>
                    <a:pt x="56134" y="108470"/>
                  </a:lnTo>
                  <a:lnTo>
                    <a:pt x="57924" y="108254"/>
                  </a:lnTo>
                  <a:lnTo>
                    <a:pt x="58508" y="113284"/>
                  </a:lnTo>
                  <a:lnTo>
                    <a:pt x="56946" y="113614"/>
                  </a:lnTo>
                  <a:lnTo>
                    <a:pt x="60642" y="117678"/>
                  </a:lnTo>
                  <a:lnTo>
                    <a:pt x="60642" y="112826"/>
                  </a:lnTo>
                  <a:lnTo>
                    <a:pt x="59385" y="113093"/>
                  </a:lnTo>
                  <a:lnTo>
                    <a:pt x="68567" y="106235"/>
                  </a:lnTo>
                  <a:lnTo>
                    <a:pt x="58597" y="101968"/>
                  </a:lnTo>
                  <a:lnTo>
                    <a:pt x="59232" y="100304"/>
                  </a:lnTo>
                  <a:lnTo>
                    <a:pt x="69151" y="101473"/>
                  </a:lnTo>
                  <a:lnTo>
                    <a:pt x="66268" y="94767"/>
                  </a:lnTo>
                  <a:lnTo>
                    <a:pt x="70878" y="96862"/>
                  </a:lnTo>
                  <a:lnTo>
                    <a:pt x="69697" y="84442"/>
                  </a:lnTo>
                  <a:lnTo>
                    <a:pt x="65227" y="87630"/>
                  </a:lnTo>
                  <a:lnTo>
                    <a:pt x="64452" y="86563"/>
                  </a:lnTo>
                  <a:lnTo>
                    <a:pt x="72898" y="64376"/>
                  </a:lnTo>
                  <a:lnTo>
                    <a:pt x="78028" y="66332"/>
                  </a:lnTo>
                  <a:close/>
                </a:path>
                <a:path w="289560" h="237490">
                  <a:moveTo>
                    <a:pt x="177444" y="32181"/>
                  </a:moveTo>
                  <a:lnTo>
                    <a:pt x="166039" y="27089"/>
                  </a:lnTo>
                  <a:lnTo>
                    <a:pt x="166611" y="32550"/>
                  </a:lnTo>
                  <a:lnTo>
                    <a:pt x="112903" y="38087"/>
                  </a:lnTo>
                  <a:lnTo>
                    <a:pt x="113055" y="39573"/>
                  </a:lnTo>
                  <a:lnTo>
                    <a:pt x="166763" y="34048"/>
                  </a:lnTo>
                  <a:lnTo>
                    <a:pt x="167322" y="39509"/>
                  </a:lnTo>
                  <a:lnTo>
                    <a:pt x="177444" y="32181"/>
                  </a:lnTo>
                  <a:close/>
                </a:path>
                <a:path w="289560" h="237490">
                  <a:moveTo>
                    <a:pt x="179425" y="59385"/>
                  </a:moveTo>
                  <a:lnTo>
                    <a:pt x="178473" y="46939"/>
                  </a:lnTo>
                  <a:lnTo>
                    <a:pt x="168173" y="53975"/>
                  </a:lnTo>
                  <a:lnTo>
                    <a:pt x="173113" y="56349"/>
                  </a:lnTo>
                  <a:lnTo>
                    <a:pt x="114744" y="177761"/>
                  </a:lnTo>
                  <a:lnTo>
                    <a:pt x="116103" y="178409"/>
                  </a:lnTo>
                  <a:lnTo>
                    <a:pt x="174472" y="57010"/>
                  </a:lnTo>
                  <a:lnTo>
                    <a:pt x="179425" y="59385"/>
                  </a:lnTo>
                  <a:close/>
                </a:path>
                <a:path w="289560" h="237490">
                  <a:moveTo>
                    <a:pt x="288061" y="122085"/>
                  </a:moveTo>
                  <a:lnTo>
                    <a:pt x="270433" y="124866"/>
                  </a:lnTo>
                  <a:lnTo>
                    <a:pt x="275374" y="130962"/>
                  </a:lnTo>
                  <a:lnTo>
                    <a:pt x="219354" y="176276"/>
                  </a:lnTo>
                  <a:lnTo>
                    <a:pt x="220713" y="177952"/>
                  </a:lnTo>
                  <a:lnTo>
                    <a:pt x="276733" y="132638"/>
                  </a:lnTo>
                  <a:lnTo>
                    <a:pt x="281660" y="138734"/>
                  </a:lnTo>
                  <a:lnTo>
                    <a:pt x="288061" y="122085"/>
                  </a:lnTo>
                  <a:close/>
                </a:path>
                <a:path w="289560" h="237490">
                  <a:moveTo>
                    <a:pt x="288061" y="115735"/>
                  </a:moveTo>
                  <a:lnTo>
                    <a:pt x="273989" y="104762"/>
                  </a:lnTo>
                  <a:lnTo>
                    <a:pt x="272910" y="112534"/>
                  </a:lnTo>
                  <a:lnTo>
                    <a:pt x="220179" y="105168"/>
                  </a:lnTo>
                  <a:lnTo>
                    <a:pt x="219887" y="107289"/>
                  </a:lnTo>
                  <a:lnTo>
                    <a:pt x="272618" y="114655"/>
                  </a:lnTo>
                  <a:lnTo>
                    <a:pt x="271526" y="122428"/>
                  </a:lnTo>
                  <a:lnTo>
                    <a:pt x="288061" y="115735"/>
                  </a:lnTo>
                  <a:close/>
                </a:path>
                <a:path w="289560" h="237490">
                  <a:moveTo>
                    <a:pt x="289560" y="106235"/>
                  </a:moveTo>
                  <a:lnTo>
                    <a:pt x="284746" y="89052"/>
                  </a:lnTo>
                  <a:lnTo>
                    <a:pt x="279260" y="94665"/>
                  </a:lnTo>
                  <a:lnTo>
                    <a:pt x="220789" y="37477"/>
                  </a:lnTo>
                  <a:lnTo>
                    <a:pt x="219278" y="39001"/>
                  </a:lnTo>
                  <a:lnTo>
                    <a:pt x="277761" y="96202"/>
                  </a:lnTo>
                  <a:lnTo>
                    <a:pt x="272275" y="101815"/>
                  </a:lnTo>
                  <a:lnTo>
                    <a:pt x="289560" y="10623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034438" y="1027336"/>
              <a:ext cx="64135" cy="18415"/>
            </a:xfrm>
            <a:custGeom>
              <a:avLst/>
              <a:gdLst/>
              <a:ahLst/>
              <a:cxnLst/>
              <a:rect l="l" t="t" r="r" b="b"/>
              <a:pathLst>
                <a:path w="64135" h="18415">
                  <a:moveTo>
                    <a:pt x="48665" y="0"/>
                  </a:moveTo>
                  <a:lnTo>
                    <a:pt x="48665" y="7838"/>
                  </a:lnTo>
                  <a:lnTo>
                    <a:pt x="0" y="7838"/>
                  </a:lnTo>
                  <a:lnTo>
                    <a:pt x="0" y="9994"/>
                  </a:lnTo>
                  <a:lnTo>
                    <a:pt x="48665" y="9994"/>
                  </a:lnTo>
                  <a:lnTo>
                    <a:pt x="48665" y="17832"/>
                  </a:lnTo>
                  <a:lnTo>
                    <a:pt x="64115" y="8916"/>
                  </a:lnTo>
                  <a:lnTo>
                    <a:pt x="4866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948269" y="1010207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006738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948268" y="1010207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664218" y="1015339"/>
              <a:ext cx="281305" cy="91440"/>
            </a:xfrm>
            <a:custGeom>
              <a:avLst/>
              <a:gdLst/>
              <a:ahLst/>
              <a:cxnLst/>
              <a:rect l="l" t="t" r="r" b="b"/>
              <a:pathLst>
                <a:path w="281305" h="91440">
                  <a:moveTo>
                    <a:pt x="9829" y="88950"/>
                  </a:moveTo>
                  <a:lnTo>
                    <a:pt x="9118" y="85572"/>
                  </a:lnTo>
                  <a:lnTo>
                    <a:pt x="0" y="87490"/>
                  </a:lnTo>
                  <a:lnTo>
                    <a:pt x="723" y="90881"/>
                  </a:lnTo>
                  <a:lnTo>
                    <a:pt x="9829" y="88950"/>
                  </a:lnTo>
                  <a:close/>
                </a:path>
                <a:path w="281305" h="91440">
                  <a:moveTo>
                    <a:pt x="23406" y="86080"/>
                  </a:moveTo>
                  <a:lnTo>
                    <a:pt x="22682" y="82702"/>
                  </a:lnTo>
                  <a:lnTo>
                    <a:pt x="13563" y="84620"/>
                  </a:lnTo>
                  <a:lnTo>
                    <a:pt x="14287" y="88011"/>
                  </a:lnTo>
                  <a:lnTo>
                    <a:pt x="23406" y="86080"/>
                  </a:lnTo>
                  <a:close/>
                </a:path>
                <a:path w="281305" h="91440">
                  <a:moveTo>
                    <a:pt x="36969" y="83210"/>
                  </a:moveTo>
                  <a:lnTo>
                    <a:pt x="36258" y="79819"/>
                  </a:lnTo>
                  <a:lnTo>
                    <a:pt x="27139" y="81749"/>
                  </a:lnTo>
                  <a:lnTo>
                    <a:pt x="27863" y="85140"/>
                  </a:lnTo>
                  <a:lnTo>
                    <a:pt x="36969" y="83210"/>
                  </a:lnTo>
                  <a:close/>
                </a:path>
                <a:path w="281305" h="91440">
                  <a:moveTo>
                    <a:pt x="50533" y="80340"/>
                  </a:moveTo>
                  <a:lnTo>
                    <a:pt x="49822" y="76949"/>
                  </a:lnTo>
                  <a:lnTo>
                    <a:pt x="40716" y="78879"/>
                  </a:lnTo>
                  <a:lnTo>
                    <a:pt x="41427" y="82257"/>
                  </a:lnTo>
                  <a:lnTo>
                    <a:pt x="50533" y="80340"/>
                  </a:lnTo>
                  <a:close/>
                </a:path>
                <a:path w="281305" h="91440">
                  <a:moveTo>
                    <a:pt x="64109" y="77457"/>
                  </a:moveTo>
                  <a:lnTo>
                    <a:pt x="63385" y="74079"/>
                  </a:lnTo>
                  <a:lnTo>
                    <a:pt x="54279" y="75996"/>
                  </a:lnTo>
                  <a:lnTo>
                    <a:pt x="55003" y="79387"/>
                  </a:lnTo>
                  <a:lnTo>
                    <a:pt x="64109" y="77457"/>
                  </a:lnTo>
                  <a:close/>
                </a:path>
                <a:path w="281305" h="91440">
                  <a:moveTo>
                    <a:pt x="77685" y="74587"/>
                  </a:moveTo>
                  <a:lnTo>
                    <a:pt x="76974" y="71208"/>
                  </a:lnTo>
                  <a:lnTo>
                    <a:pt x="67856" y="73126"/>
                  </a:lnTo>
                  <a:lnTo>
                    <a:pt x="68567" y="76517"/>
                  </a:lnTo>
                  <a:lnTo>
                    <a:pt x="77685" y="74587"/>
                  </a:lnTo>
                  <a:close/>
                </a:path>
                <a:path w="281305" h="91440">
                  <a:moveTo>
                    <a:pt x="91249" y="71716"/>
                  </a:moveTo>
                  <a:lnTo>
                    <a:pt x="90538" y="68338"/>
                  </a:lnTo>
                  <a:lnTo>
                    <a:pt x="81419" y="70256"/>
                  </a:lnTo>
                  <a:lnTo>
                    <a:pt x="82130" y="73647"/>
                  </a:lnTo>
                  <a:lnTo>
                    <a:pt x="91249" y="71716"/>
                  </a:lnTo>
                  <a:close/>
                </a:path>
                <a:path w="281305" h="91440">
                  <a:moveTo>
                    <a:pt x="104825" y="68846"/>
                  </a:moveTo>
                  <a:lnTo>
                    <a:pt x="104101" y="65455"/>
                  </a:lnTo>
                  <a:lnTo>
                    <a:pt x="94996" y="67386"/>
                  </a:lnTo>
                  <a:lnTo>
                    <a:pt x="95707" y="70777"/>
                  </a:lnTo>
                  <a:lnTo>
                    <a:pt x="104825" y="68846"/>
                  </a:lnTo>
                  <a:close/>
                </a:path>
                <a:path w="281305" h="91440">
                  <a:moveTo>
                    <a:pt x="118389" y="65976"/>
                  </a:moveTo>
                  <a:lnTo>
                    <a:pt x="117678" y="62585"/>
                  </a:lnTo>
                  <a:lnTo>
                    <a:pt x="108559" y="64516"/>
                  </a:lnTo>
                  <a:lnTo>
                    <a:pt x="109283" y="67894"/>
                  </a:lnTo>
                  <a:lnTo>
                    <a:pt x="118389" y="65976"/>
                  </a:lnTo>
                  <a:close/>
                </a:path>
                <a:path w="281305" h="91440">
                  <a:moveTo>
                    <a:pt x="131953" y="63093"/>
                  </a:moveTo>
                  <a:lnTo>
                    <a:pt x="131241" y="59715"/>
                  </a:lnTo>
                  <a:lnTo>
                    <a:pt x="122135" y="61633"/>
                  </a:lnTo>
                  <a:lnTo>
                    <a:pt x="122847" y="65024"/>
                  </a:lnTo>
                  <a:lnTo>
                    <a:pt x="131953" y="63093"/>
                  </a:lnTo>
                  <a:close/>
                </a:path>
                <a:path w="281305" h="91440">
                  <a:moveTo>
                    <a:pt x="145529" y="60223"/>
                  </a:moveTo>
                  <a:lnTo>
                    <a:pt x="144818" y="56845"/>
                  </a:lnTo>
                  <a:lnTo>
                    <a:pt x="135699" y="58762"/>
                  </a:lnTo>
                  <a:lnTo>
                    <a:pt x="136423" y="62153"/>
                  </a:lnTo>
                  <a:lnTo>
                    <a:pt x="145529" y="60223"/>
                  </a:lnTo>
                  <a:close/>
                </a:path>
                <a:path w="281305" h="91440">
                  <a:moveTo>
                    <a:pt x="159105" y="57353"/>
                  </a:moveTo>
                  <a:lnTo>
                    <a:pt x="158381" y="53975"/>
                  </a:lnTo>
                  <a:lnTo>
                    <a:pt x="149275" y="55892"/>
                  </a:lnTo>
                  <a:lnTo>
                    <a:pt x="149987" y="59283"/>
                  </a:lnTo>
                  <a:lnTo>
                    <a:pt x="159105" y="57353"/>
                  </a:lnTo>
                  <a:close/>
                </a:path>
                <a:path w="281305" h="91440">
                  <a:moveTo>
                    <a:pt x="172669" y="54483"/>
                  </a:moveTo>
                  <a:lnTo>
                    <a:pt x="171958" y="51092"/>
                  </a:lnTo>
                  <a:lnTo>
                    <a:pt x="162839" y="53022"/>
                  </a:lnTo>
                  <a:lnTo>
                    <a:pt x="163563" y="56413"/>
                  </a:lnTo>
                  <a:lnTo>
                    <a:pt x="172669" y="54483"/>
                  </a:lnTo>
                  <a:close/>
                </a:path>
                <a:path w="281305" h="91440">
                  <a:moveTo>
                    <a:pt x="186232" y="51612"/>
                  </a:moveTo>
                  <a:lnTo>
                    <a:pt x="185521" y="48221"/>
                  </a:lnTo>
                  <a:lnTo>
                    <a:pt x="176415" y="50152"/>
                  </a:lnTo>
                  <a:lnTo>
                    <a:pt x="177126" y="53530"/>
                  </a:lnTo>
                  <a:lnTo>
                    <a:pt x="186232" y="51612"/>
                  </a:lnTo>
                  <a:close/>
                </a:path>
                <a:path w="281305" h="91440">
                  <a:moveTo>
                    <a:pt x="199809" y="48729"/>
                  </a:moveTo>
                  <a:lnTo>
                    <a:pt x="199097" y="45351"/>
                  </a:lnTo>
                  <a:lnTo>
                    <a:pt x="189979" y="47269"/>
                  </a:lnTo>
                  <a:lnTo>
                    <a:pt x="190703" y="50660"/>
                  </a:lnTo>
                  <a:lnTo>
                    <a:pt x="199809" y="48729"/>
                  </a:lnTo>
                  <a:close/>
                </a:path>
                <a:path w="281305" h="91440">
                  <a:moveTo>
                    <a:pt x="213385" y="45859"/>
                  </a:moveTo>
                  <a:lnTo>
                    <a:pt x="212661" y="42481"/>
                  </a:lnTo>
                  <a:lnTo>
                    <a:pt x="203555" y="44399"/>
                  </a:lnTo>
                  <a:lnTo>
                    <a:pt x="204266" y="47790"/>
                  </a:lnTo>
                  <a:lnTo>
                    <a:pt x="213385" y="45859"/>
                  </a:lnTo>
                  <a:close/>
                </a:path>
                <a:path w="281305" h="91440">
                  <a:moveTo>
                    <a:pt x="226949" y="42989"/>
                  </a:moveTo>
                  <a:lnTo>
                    <a:pt x="226237" y="39611"/>
                  </a:lnTo>
                  <a:lnTo>
                    <a:pt x="217119" y="41529"/>
                  </a:lnTo>
                  <a:lnTo>
                    <a:pt x="217843" y="44919"/>
                  </a:lnTo>
                  <a:lnTo>
                    <a:pt x="226949" y="42989"/>
                  </a:lnTo>
                  <a:close/>
                </a:path>
                <a:path w="281305" h="91440">
                  <a:moveTo>
                    <a:pt x="240525" y="40119"/>
                  </a:moveTo>
                  <a:lnTo>
                    <a:pt x="239801" y="36728"/>
                  </a:lnTo>
                  <a:lnTo>
                    <a:pt x="230695" y="38658"/>
                  </a:lnTo>
                  <a:lnTo>
                    <a:pt x="231406" y="42049"/>
                  </a:lnTo>
                  <a:lnTo>
                    <a:pt x="240525" y="40119"/>
                  </a:lnTo>
                  <a:close/>
                </a:path>
                <a:path w="281305" h="91440">
                  <a:moveTo>
                    <a:pt x="246037" y="2298"/>
                  </a:moveTo>
                  <a:lnTo>
                    <a:pt x="238150" y="0"/>
                  </a:lnTo>
                  <a:lnTo>
                    <a:pt x="237185" y="3327"/>
                  </a:lnTo>
                  <a:lnTo>
                    <a:pt x="245059" y="5626"/>
                  </a:lnTo>
                  <a:lnTo>
                    <a:pt x="246037" y="2298"/>
                  </a:lnTo>
                  <a:close/>
                </a:path>
                <a:path w="281305" h="91440">
                  <a:moveTo>
                    <a:pt x="254088" y="37249"/>
                  </a:moveTo>
                  <a:lnTo>
                    <a:pt x="253377" y="33858"/>
                  </a:lnTo>
                  <a:lnTo>
                    <a:pt x="244259" y="35775"/>
                  </a:lnTo>
                  <a:lnTo>
                    <a:pt x="244983" y="39166"/>
                  </a:lnTo>
                  <a:lnTo>
                    <a:pt x="254088" y="37249"/>
                  </a:lnTo>
                  <a:close/>
                </a:path>
                <a:path w="281305" h="91440">
                  <a:moveTo>
                    <a:pt x="257771" y="5740"/>
                  </a:moveTo>
                  <a:lnTo>
                    <a:pt x="249885" y="3441"/>
                  </a:lnTo>
                  <a:lnTo>
                    <a:pt x="248920" y="6756"/>
                  </a:lnTo>
                  <a:lnTo>
                    <a:pt x="256794" y="9067"/>
                  </a:lnTo>
                  <a:lnTo>
                    <a:pt x="257771" y="5740"/>
                  </a:lnTo>
                  <a:close/>
                </a:path>
                <a:path w="281305" h="91440">
                  <a:moveTo>
                    <a:pt x="267665" y="34366"/>
                  </a:moveTo>
                  <a:lnTo>
                    <a:pt x="266954" y="30988"/>
                  </a:lnTo>
                  <a:lnTo>
                    <a:pt x="257835" y="32905"/>
                  </a:lnTo>
                  <a:lnTo>
                    <a:pt x="258546" y="36296"/>
                  </a:lnTo>
                  <a:lnTo>
                    <a:pt x="267665" y="34366"/>
                  </a:lnTo>
                  <a:close/>
                </a:path>
                <a:path w="281305" h="91440">
                  <a:moveTo>
                    <a:pt x="269494" y="9182"/>
                  </a:moveTo>
                  <a:lnTo>
                    <a:pt x="261632" y="6870"/>
                  </a:lnTo>
                  <a:lnTo>
                    <a:pt x="260654" y="10198"/>
                  </a:lnTo>
                  <a:lnTo>
                    <a:pt x="268528" y="12509"/>
                  </a:lnTo>
                  <a:lnTo>
                    <a:pt x="269494" y="9182"/>
                  </a:lnTo>
                  <a:close/>
                </a:path>
                <a:path w="281305" h="91440">
                  <a:moveTo>
                    <a:pt x="281228" y="31496"/>
                  </a:moveTo>
                  <a:lnTo>
                    <a:pt x="280517" y="28117"/>
                  </a:lnTo>
                  <a:lnTo>
                    <a:pt x="271399" y="30035"/>
                  </a:lnTo>
                  <a:lnTo>
                    <a:pt x="272122" y="33426"/>
                  </a:lnTo>
                  <a:lnTo>
                    <a:pt x="281228" y="31496"/>
                  </a:lnTo>
                  <a:close/>
                </a:path>
                <a:path w="281305" h="91440">
                  <a:moveTo>
                    <a:pt x="281241" y="12611"/>
                  </a:moveTo>
                  <a:lnTo>
                    <a:pt x="273354" y="10312"/>
                  </a:lnTo>
                  <a:lnTo>
                    <a:pt x="272389" y="13627"/>
                  </a:lnTo>
                  <a:lnTo>
                    <a:pt x="280263" y="15938"/>
                  </a:lnTo>
                  <a:lnTo>
                    <a:pt x="281241" y="12611"/>
                  </a:lnTo>
                  <a:close/>
                </a:path>
              </a:pathLst>
            </a:custGeom>
            <a:solidFill>
              <a:srgbClr val="006738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297715" y="1208305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297715" y="1208306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446652" y="126014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8"/>
                  </a:lnTo>
                  <a:lnTo>
                    <a:pt x="7591" y="44246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6"/>
                  </a:lnTo>
                  <a:lnTo>
                    <a:pt x="49798" y="36008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446652" y="126014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330587" y="1286063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25917" y="0"/>
                  </a:moveTo>
                  <a:lnTo>
                    <a:pt x="15829" y="2036"/>
                  </a:lnTo>
                  <a:lnTo>
                    <a:pt x="7591" y="7591"/>
                  </a:lnTo>
                  <a:lnTo>
                    <a:pt x="2036" y="15829"/>
                  </a:lnTo>
                  <a:lnTo>
                    <a:pt x="0" y="25917"/>
                  </a:lnTo>
                  <a:lnTo>
                    <a:pt x="2036" y="36007"/>
                  </a:lnTo>
                  <a:lnTo>
                    <a:pt x="7591" y="44245"/>
                  </a:lnTo>
                  <a:lnTo>
                    <a:pt x="15829" y="49799"/>
                  </a:lnTo>
                  <a:lnTo>
                    <a:pt x="25917" y="51835"/>
                  </a:lnTo>
                  <a:lnTo>
                    <a:pt x="36005" y="49799"/>
                  </a:lnTo>
                  <a:lnTo>
                    <a:pt x="44243" y="44245"/>
                  </a:lnTo>
                  <a:lnTo>
                    <a:pt x="49798" y="36007"/>
                  </a:lnTo>
                  <a:lnTo>
                    <a:pt x="51835" y="25917"/>
                  </a:lnTo>
                  <a:lnTo>
                    <a:pt x="49798" y="15829"/>
                  </a:lnTo>
                  <a:lnTo>
                    <a:pt x="44243" y="7591"/>
                  </a:lnTo>
                  <a:lnTo>
                    <a:pt x="36005" y="2036"/>
                  </a:lnTo>
                  <a:lnTo>
                    <a:pt x="2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330587" y="1286063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69">
                  <a:moveTo>
                    <a:pt x="51835" y="25917"/>
                  </a:moveTo>
                  <a:lnTo>
                    <a:pt x="49798" y="36008"/>
                  </a:lnTo>
                  <a:lnTo>
                    <a:pt x="44243" y="44245"/>
                  </a:lnTo>
                  <a:lnTo>
                    <a:pt x="36005" y="49799"/>
                  </a:lnTo>
                  <a:lnTo>
                    <a:pt x="25917" y="51835"/>
                  </a:lnTo>
                  <a:lnTo>
                    <a:pt x="15829" y="49799"/>
                  </a:lnTo>
                  <a:lnTo>
                    <a:pt x="7591" y="44245"/>
                  </a:lnTo>
                  <a:lnTo>
                    <a:pt x="2036" y="36008"/>
                  </a:lnTo>
                  <a:lnTo>
                    <a:pt x="0" y="25917"/>
                  </a:lnTo>
                  <a:lnTo>
                    <a:pt x="2036" y="15829"/>
                  </a:lnTo>
                  <a:lnTo>
                    <a:pt x="7591" y="7591"/>
                  </a:lnTo>
                  <a:lnTo>
                    <a:pt x="15829" y="2036"/>
                  </a:lnTo>
                  <a:lnTo>
                    <a:pt x="25917" y="0"/>
                  </a:lnTo>
                  <a:lnTo>
                    <a:pt x="36005" y="2036"/>
                  </a:lnTo>
                  <a:lnTo>
                    <a:pt x="44243" y="7591"/>
                  </a:lnTo>
                  <a:lnTo>
                    <a:pt x="49798" y="15829"/>
                  </a:lnTo>
                  <a:lnTo>
                    <a:pt x="51835" y="25917"/>
                  </a:lnTo>
                  <a:close/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349550" y="1200998"/>
              <a:ext cx="97155" cy="26034"/>
            </a:xfrm>
            <a:custGeom>
              <a:avLst/>
              <a:gdLst/>
              <a:ahLst/>
              <a:cxnLst/>
              <a:rect l="l" t="t" r="r" b="b"/>
              <a:pathLst>
                <a:path w="97155" h="26034">
                  <a:moveTo>
                    <a:pt x="0" y="25462"/>
                  </a:moveTo>
                  <a:lnTo>
                    <a:pt x="97098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472568" y="1217151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0"/>
                  </a:moveTo>
                  <a:lnTo>
                    <a:pt x="0" y="4299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330584" y="1260142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4">
                  <a:moveTo>
                    <a:pt x="0" y="0"/>
                  </a:moveTo>
                  <a:lnTo>
                    <a:pt x="9734" y="29586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382422" y="1294343"/>
              <a:ext cx="64769" cy="17780"/>
            </a:xfrm>
            <a:custGeom>
              <a:avLst/>
              <a:gdLst/>
              <a:ahLst/>
              <a:cxnLst/>
              <a:rect l="l" t="t" r="r" b="b"/>
              <a:pathLst>
                <a:path w="64769" h="17780">
                  <a:moveTo>
                    <a:pt x="0" y="17637"/>
                  </a:moveTo>
                  <a:lnTo>
                    <a:pt x="64225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0" name="object 220"/>
            <p:cNvSpPr/>
            <p:nvPr/>
          </p:nvSpPr>
          <p:spPr>
            <a:xfrm>
              <a:off x="1349157" y="1238650"/>
              <a:ext cx="100330" cy="36830"/>
            </a:xfrm>
            <a:custGeom>
              <a:avLst/>
              <a:gdLst/>
              <a:ahLst/>
              <a:cxnLst/>
              <a:rect l="l" t="t" r="r" b="b"/>
              <a:pathLst>
                <a:path w="100330" h="36830">
                  <a:moveTo>
                    <a:pt x="0" y="0"/>
                  </a:moveTo>
                  <a:lnTo>
                    <a:pt x="100026" y="36288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369790" y="1209682"/>
              <a:ext cx="85090" cy="80645"/>
            </a:xfrm>
            <a:custGeom>
              <a:avLst/>
              <a:gdLst/>
              <a:ahLst/>
              <a:cxnLst/>
              <a:rect l="l" t="t" r="r" b="b"/>
              <a:pathLst>
                <a:path w="85090" h="80644">
                  <a:moveTo>
                    <a:pt x="0" y="80044"/>
                  </a:moveTo>
                  <a:lnTo>
                    <a:pt x="84584" y="0"/>
                  </a:lnTo>
                </a:path>
              </a:pathLst>
            </a:custGeom>
            <a:ln w="649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349082" y="1208404"/>
              <a:ext cx="772160" cy="73025"/>
            </a:xfrm>
            <a:custGeom>
              <a:avLst/>
              <a:gdLst/>
              <a:ahLst/>
              <a:cxnLst/>
              <a:rect l="l" t="t" r="r" b="b"/>
              <a:pathLst>
                <a:path w="772160" h="73025">
                  <a:moveTo>
                    <a:pt x="9436" y="31686"/>
                  </a:moveTo>
                  <a:lnTo>
                    <a:pt x="9309" y="28219"/>
                  </a:lnTo>
                  <a:lnTo>
                    <a:pt x="0" y="28575"/>
                  </a:lnTo>
                  <a:lnTo>
                    <a:pt x="127" y="32029"/>
                  </a:lnTo>
                  <a:lnTo>
                    <a:pt x="9436" y="31686"/>
                  </a:lnTo>
                  <a:close/>
                </a:path>
                <a:path w="772160" h="73025">
                  <a:moveTo>
                    <a:pt x="23291" y="31165"/>
                  </a:moveTo>
                  <a:lnTo>
                    <a:pt x="23164" y="27711"/>
                  </a:lnTo>
                  <a:lnTo>
                    <a:pt x="13855" y="28067"/>
                  </a:lnTo>
                  <a:lnTo>
                    <a:pt x="13982" y="31521"/>
                  </a:lnTo>
                  <a:lnTo>
                    <a:pt x="23291" y="31165"/>
                  </a:lnTo>
                  <a:close/>
                </a:path>
                <a:path w="772160" h="73025">
                  <a:moveTo>
                    <a:pt x="37147" y="30657"/>
                  </a:moveTo>
                  <a:lnTo>
                    <a:pt x="37020" y="27203"/>
                  </a:lnTo>
                  <a:lnTo>
                    <a:pt x="27711" y="27546"/>
                  </a:lnTo>
                  <a:lnTo>
                    <a:pt x="27851" y="31000"/>
                  </a:lnTo>
                  <a:lnTo>
                    <a:pt x="37147" y="30657"/>
                  </a:lnTo>
                  <a:close/>
                </a:path>
                <a:path w="772160" h="73025">
                  <a:moveTo>
                    <a:pt x="51003" y="30149"/>
                  </a:moveTo>
                  <a:lnTo>
                    <a:pt x="50876" y="26695"/>
                  </a:lnTo>
                  <a:lnTo>
                    <a:pt x="41579" y="27038"/>
                  </a:lnTo>
                  <a:lnTo>
                    <a:pt x="41706" y="30492"/>
                  </a:lnTo>
                  <a:lnTo>
                    <a:pt x="51003" y="30149"/>
                  </a:lnTo>
                  <a:close/>
                </a:path>
                <a:path w="772160" h="73025">
                  <a:moveTo>
                    <a:pt x="64858" y="29629"/>
                  </a:moveTo>
                  <a:lnTo>
                    <a:pt x="64731" y="26174"/>
                  </a:lnTo>
                  <a:lnTo>
                    <a:pt x="55435" y="26517"/>
                  </a:lnTo>
                  <a:lnTo>
                    <a:pt x="55562" y="29972"/>
                  </a:lnTo>
                  <a:lnTo>
                    <a:pt x="64858" y="29629"/>
                  </a:lnTo>
                  <a:close/>
                </a:path>
                <a:path w="772160" h="73025">
                  <a:moveTo>
                    <a:pt x="78727" y="29121"/>
                  </a:moveTo>
                  <a:lnTo>
                    <a:pt x="78600" y="25666"/>
                  </a:lnTo>
                  <a:lnTo>
                    <a:pt x="69291" y="26009"/>
                  </a:lnTo>
                  <a:lnTo>
                    <a:pt x="69418" y="29464"/>
                  </a:lnTo>
                  <a:lnTo>
                    <a:pt x="78727" y="29121"/>
                  </a:lnTo>
                  <a:close/>
                </a:path>
                <a:path w="772160" h="73025">
                  <a:moveTo>
                    <a:pt x="92583" y="28600"/>
                  </a:moveTo>
                  <a:lnTo>
                    <a:pt x="92443" y="25146"/>
                  </a:lnTo>
                  <a:lnTo>
                    <a:pt x="83146" y="25488"/>
                  </a:lnTo>
                  <a:lnTo>
                    <a:pt x="83273" y="28956"/>
                  </a:lnTo>
                  <a:lnTo>
                    <a:pt x="92583" y="28600"/>
                  </a:lnTo>
                  <a:close/>
                </a:path>
                <a:path w="772160" h="73025">
                  <a:moveTo>
                    <a:pt x="106438" y="28092"/>
                  </a:moveTo>
                  <a:lnTo>
                    <a:pt x="106311" y="24638"/>
                  </a:lnTo>
                  <a:lnTo>
                    <a:pt x="97002" y="24980"/>
                  </a:lnTo>
                  <a:lnTo>
                    <a:pt x="97129" y="28435"/>
                  </a:lnTo>
                  <a:lnTo>
                    <a:pt x="106438" y="28092"/>
                  </a:lnTo>
                  <a:close/>
                </a:path>
                <a:path w="772160" h="73025">
                  <a:moveTo>
                    <a:pt x="120294" y="27584"/>
                  </a:moveTo>
                  <a:lnTo>
                    <a:pt x="120167" y="24117"/>
                  </a:lnTo>
                  <a:lnTo>
                    <a:pt x="110858" y="24460"/>
                  </a:lnTo>
                  <a:lnTo>
                    <a:pt x="110985" y="27927"/>
                  </a:lnTo>
                  <a:lnTo>
                    <a:pt x="120294" y="27584"/>
                  </a:lnTo>
                  <a:close/>
                </a:path>
                <a:path w="772160" h="73025">
                  <a:moveTo>
                    <a:pt x="134150" y="27063"/>
                  </a:moveTo>
                  <a:lnTo>
                    <a:pt x="134023" y="23609"/>
                  </a:lnTo>
                  <a:lnTo>
                    <a:pt x="124714" y="23952"/>
                  </a:lnTo>
                  <a:lnTo>
                    <a:pt x="124841" y="27406"/>
                  </a:lnTo>
                  <a:lnTo>
                    <a:pt x="134150" y="27063"/>
                  </a:lnTo>
                  <a:close/>
                </a:path>
                <a:path w="772160" h="73025">
                  <a:moveTo>
                    <a:pt x="148005" y="26555"/>
                  </a:moveTo>
                  <a:lnTo>
                    <a:pt x="147878" y="23088"/>
                  </a:lnTo>
                  <a:lnTo>
                    <a:pt x="138569" y="23444"/>
                  </a:lnTo>
                  <a:lnTo>
                    <a:pt x="138696" y="26898"/>
                  </a:lnTo>
                  <a:lnTo>
                    <a:pt x="148005" y="26555"/>
                  </a:lnTo>
                  <a:close/>
                </a:path>
                <a:path w="772160" h="73025">
                  <a:moveTo>
                    <a:pt x="157264" y="71818"/>
                  </a:moveTo>
                  <a:lnTo>
                    <a:pt x="156933" y="68376"/>
                  </a:lnTo>
                  <a:lnTo>
                    <a:pt x="148310" y="69189"/>
                  </a:lnTo>
                  <a:lnTo>
                    <a:pt x="148628" y="72631"/>
                  </a:lnTo>
                  <a:lnTo>
                    <a:pt x="157264" y="71818"/>
                  </a:lnTo>
                  <a:close/>
                </a:path>
                <a:path w="772160" h="73025">
                  <a:moveTo>
                    <a:pt x="161861" y="26035"/>
                  </a:moveTo>
                  <a:lnTo>
                    <a:pt x="161734" y="22580"/>
                  </a:lnTo>
                  <a:lnTo>
                    <a:pt x="152425" y="22936"/>
                  </a:lnTo>
                  <a:lnTo>
                    <a:pt x="152565" y="26390"/>
                  </a:lnTo>
                  <a:lnTo>
                    <a:pt x="161861" y="26035"/>
                  </a:lnTo>
                  <a:close/>
                </a:path>
                <a:path w="772160" h="73025">
                  <a:moveTo>
                    <a:pt x="170116" y="70612"/>
                  </a:moveTo>
                  <a:lnTo>
                    <a:pt x="169786" y="67170"/>
                  </a:lnTo>
                  <a:lnTo>
                    <a:pt x="161163" y="67983"/>
                  </a:lnTo>
                  <a:lnTo>
                    <a:pt x="161480" y="71424"/>
                  </a:lnTo>
                  <a:lnTo>
                    <a:pt x="170116" y="70612"/>
                  </a:lnTo>
                  <a:close/>
                </a:path>
                <a:path w="772160" h="73025">
                  <a:moveTo>
                    <a:pt x="175717" y="25527"/>
                  </a:moveTo>
                  <a:lnTo>
                    <a:pt x="175590" y="22059"/>
                  </a:lnTo>
                  <a:lnTo>
                    <a:pt x="166293" y="22415"/>
                  </a:lnTo>
                  <a:lnTo>
                    <a:pt x="166420" y="25869"/>
                  </a:lnTo>
                  <a:lnTo>
                    <a:pt x="175717" y="25527"/>
                  </a:lnTo>
                  <a:close/>
                </a:path>
                <a:path w="772160" h="73025">
                  <a:moveTo>
                    <a:pt x="182956" y="69418"/>
                  </a:moveTo>
                  <a:lnTo>
                    <a:pt x="182638" y="65976"/>
                  </a:lnTo>
                  <a:lnTo>
                    <a:pt x="174015" y="66776"/>
                  </a:lnTo>
                  <a:lnTo>
                    <a:pt x="174332" y="70218"/>
                  </a:lnTo>
                  <a:lnTo>
                    <a:pt x="182956" y="69418"/>
                  </a:lnTo>
                  <a:close/>
                </a:path>
                <a:path w="772160" h="73025">
                  <a:moveTo>
                    <a:pt x="189572" y="25019"/>
                  </a:moveTo>
                  <a:lnTo>
                    <a:pt x="189445" y="21551"/>
                  </a:lnTo>
                  <a:lnTo>
                    <a:pt x="180149" y="21907"/>
                  </a:lnTo>
                  <a:lnTo>
                    <a:pt x="180276" y="25361"/>
                  </a:lnTo>
                  <a:lnTo>
                    <a:pt x="189572" y="25019"/>
                  </a:lnTo>
                  <a:close/>
                </a:path>
                <a:path w="772160" h="73025">
                  <a:moveTo>
                    <a:pt x="195808" y="68211"/>
                  </a:moveTo>
                  <a:lnTo>
                    <a:pt x="195491" y="64757"/>
                  </a:lnTo>
                  <a:lnTo>
                    <a:pt x="186867" y="65570"/>
                  </a:lnTo>
                  <a:lnTo>
                    <a:pt x="187185" y="69024"/>
                  </a:lnTo>
                  <a:lnTo>
                    <a:pt x="195808" y="68211"/>
                  </a:lnTo>
                  <a:close/>
                </a:path>
                <a:path w="772160" h="73025">
                  <a:moveTo>
                    <a:pt x="203441" y="24498"/>
                  </a:moveTo>
                  <a:lnTo>
                    <a:pt x="203301" y="21043"/>
                  </a:lnTo>
                  <a:lnTo>
                    <a:pt x="194005" y="21386"/>
                  </a:lnTo>
                  <a:lnTo>
                    <a:pt x="194132" y="24841"/>
                  </a:lnTo>
                  <a:lnTo>
                    <a:pt x="203441" y="24498"/>
                  </a:lnTo>
                  <a:close/>
                </a:path>
                <a:path w="772160" h="73025">
                  <a:moveTo>
                    <a:pt x="208661" y="67005"/>
                  </a:moveTo>
                  <a:lnTo>
                    <a:pt x="208343" y="63550"/>
                  </a:lnTo>
                  <a:lnTo>
                    <a:pt x="199707" y="64363"/>
                  </a:lnTo>
                  <a:lnTo>
                    <a:pt x="200037" y="67805"/>
                  </a:lnTo>
                  <a:lnTo>
                    <a:pt x="208661" y="67005"/>
                  </a:lnTo>
                  <a:close/>
                </a:path>
                <a:path w="772160" h="73025">
                  <a:moveTo>
                    <a:pt x="217297" y="23990"/>
                  </a:moveTo>
                  <a:lnTo>
                    <a:pt x="217157" y="20535"/>
                  </a:lnTo>
                  <a:lnTo>
                    <a:pt x="207860" y="20878"/>
                  </a:lnTo>
                  <a:lnTo>
                    <a:pt x="207987" y="24333"/>
                  </a:lnTo>
                  <a:lnTo>
                    <a:pt x="217297" y="23990"/>
                  </a:lnTo>
                  <a:close/>
                </a:path>
                <a:path w="772160" h="73025">
                  <a:moveTo>
                    <a:pt x="221513" y="65786"/>
                  </a:moveTo>
                  <a:lnTo>
                    <a:pt x="221195" y="62344"/>
                  </a:lnTo>
                  <a:lnTo>
                    <a:pt x="212572" y="63157"/>
                  </a:lnTo>
                  <a:lnTo>
                    <a:pt x="212890" y="66598"/>
                  </a:lnTo>
                  <a:lnTo>
                    <a:pt x="221513" y="65786"/>
                  </a:lnTo>
                  <a:close/>
                </a:path>
                <a:path w="772160" h="73025">
                  <a:moveTo>
                    <a:pt x="231152" y="23469"/>
                  </a:moveTo>
                  <a:lnTo>
                    <a:pt x="231013" y="20015"/>
                  </a:lnTo>
                  <a:lnTo>
                    <a:pt x="221716" y="20358"/>
                  </a:lnTo>
                  <a:lnTo>
                    <a:pt x="221843" y="23825"/>
                  </a:lnTo>
                  <a:lnTo>
                    <a:pt x="231152" y="23469"/>
                  </a:lnTo>
                  <a:close/>
                </a:path>
                <a:path w="772160" h="73025">
                  <a:moveTo>
                    <a:pt x="234365" y="64592"/>
                  </a:moveTo>
                  <a:lnTo>
                    <a:pt x="234035" y="61150"/>
                  </a:lnTo>
                  <a:lnTo>
                    <a:pt x="225412" y="61950"/>
                  </a:lnTo>
                  <a:lnTo>
                    <a:pt x="225729" y="65392"/>
                  </a:lnTo>
                  <a:lnTo>
                    <a:pt x="234365" y="64592"/>
                  </a:lnTo>
                  <a:close/>
                </a:path>
                <a:path w="772160" h="73025">
                  <a:moveTo>
                    <a:pt x="245008" y="22961"/>
                  </a:moveTo>
                  <a:lnTo>
                    <a:pt x="244881" y="19507"/>
                  </a:lnTo>
                  <a:lnTo>
                    <a:pt x="235572" y="19850"/>
                  </a:lnTo>
                  <a:lnTo>
                    <a:pt x="235699" y="23304"/>
                  </a:lnTo>
                  <a:lnTo>
                    <a:pt x="245008" y="22961"/>
                  </a:lnTo>
                  <a:close/>
                </a:path>
                <a:path w="772160" h="73025">
                  <a:moveTo>
                    <a:pt x="247218" y="63385"/>
                  </a:moveTo>
                  <a:lnTo>
                    <a:pt x="246900" y="59944"/>
                  </a:lnTo>
                  <a:lnTo>
                    <a:pt x="238264" y="60744"/>
                  </a:lnTo>
                  <a:lnTo>
                    <a:pt x="238594" y="64198"/>
                  </a:lnTo>
                  <a:lnTo>
                    <a:pt x="247218" y="63385"/>
                  </a:lnTo>
                  <a:close/>
                </a:path>
                <a:path w="772160" h="73025">
                  <a:moveTo>
                    <a:pt x="258864" y="22440"/>
                  </a:moveTo>
                  <a:lnTo>
                    <a:pt x="258737" y="18986"/>
                  </a:lnTo>
                  <a:lnTo>
                    <a:pt x="249428" y="19329"/>
                  </a:lnTo>
                  <a:lnTo>
                    <a:pt x="249555" y="22796"/>
                  </a:lnTo>
                  <a:lnTo>
                    <a:pt x="258864" y="22440"/>
                  </a:lnTo>
                  <a:close/>
                </a:path>
                <a:path w="772160" h="73025">
                  <a:moveTo>
                    <a:pt x="260070" y="62179"/>
                  </a:moveTo>
                  <a:lnTo>
                    <a:pt x="259753" y="58724"/>
                  </a:lnTo>
                  <a:lnTo>
                    <a:pt x="251117" y="59537"/>
                  </a:lnTo>
                  <a:lnTo>
                    <a:pt x="251447" y="62992"/>
                  </a:lnTo>
                  <a:lnTo>
                    <a:pt x="260070" y="62179"/>
                  </a:lnTo>
                  <a:close/>
                </a:path>
                <a:path w="772160" h="73025">
                  <a:moveTo>
                    <a:pt x="272719" y="21932"/>
                  </a:moveTo>
                  <a:lnTo>
                    <a:pt x="272592" y="18478"/>
                  </a:lnTo>
                  <a:lnTo>
                    <a:pt x="263283" y="18821"/>
                  </a:lnTo>
                  <a:lnTo>
                    <a:pt x="263423" y="22275"/>
                  </a:lnTo>
                  <a:lnTo>
                    <a:pt x="272719" y="21932"/>
                  </a:lnTo>
                  <a:close/>
                </a:path>
                <a:path w="772160" h="73025">
                  <a:moveTo>
                    <a:pt x="272923" y="60972"/>
                  </a:moveTo>
                  <a:lnTo>
                    <a:pt x="272592" y="57518"/>
                  </a:lnTo>
                  <a:lnTo>
                    <a:pt x="263969" y="58331"/>
                  </a:lnTo>
                  <a:lnTo>
                    <a:pt x="264287" y="61785"/>
                  </a:lnTo>
                  <a:lnTo>
                    <a:pt x="272923" y="60972"/>
                  </a:lnTo>
                  <a:close/>
                </a:path>
                <a:path w="772160" h="73025">
                  <a:moveTo>
                    <a:pt x="285775" y="59766"/>
                  </a:moveTo>
                  <a:lnTo>
                    <a:pt x="285445" y="56311"/>
                  </a:lnTo>
                  <a:lnTo>
                    <a:pt x="276821" y="57124"/>
                  </a:lnTo>
                  <a:lnTo>
                    <a:pt x="277139" y="60566"/>
                  </a:lnTo>
                  <a:lnTo>
                    <a:pt x="285775" y="59766"/>
                  </a:lnTo>
                  <a:close/>
                </a:path>
                <a:path w="772160" h="73025">
                  <a:moveTo>
                    <a:pt x="286575" y="21424"/>
                  </a:moveTo>
                  <a:lnTo>
                    <a:pt x="286448" y="17957"/>
                  </a:lnTo>
                  <a:lnTo>
                    <a:pt x="277152" y="18313"/>
                  </a:lnTo>
                  <a:lnTo>
                    <a:pt x="277266" y="21767"/>
                  </a:lnTo>
                  <a:lnTo>
                    <a:pt x="286575" y="21424"/>
                  </a:lnTo>
                  <a:close/>
                </a:path>
                <a:path w="772160" h="73025">
                  <a:moveTo>
                    <a:pt x="298627" y="58559"/>
                  </a:moveTo>
                  <a:lnTo>
                    <a:pt x="298297" y="55118"/>
                  </a:lnTo>
                  <a:lnTo>
                    <a:pt x="289674" y="55930"/>
                  </a:lnTo>
                  <a:lnTo>
                    <a:pt x="289991" y="59372"/>
                  </a:lnTo>
                  <a:lnTo>
                    <a:pt x="298627" y="58559"/>
                  </a:lnTo>
                  <a:close/>
                </a:path>
                <a:path w="772160" h="73025">
                  <a:moveTo>
                    <a:pt x="300431" y="20904"/>
                  </a:moveTo>
                  <a:lnTo>
                    <a:pt x="300304" y="17449"/>
                  </a:lnTo>
                  <a:lnTo>
                    <a:pt x="290995" y="17805"/>
                  </a:lnTo>
                  <a:lnTo>
                    <a:pt x="291134" y="21259"/>
                  </a:lnTo>
                  <a:lnTo>
                    <a:pt x="300431" y="20904"/>
                  </a:lnTo>
                  <a:close/>
                </a:path>
                <a:path w="772160" h="73025">
                  <a:moveTo>
                    <a:pt x="311480" y="57353"/>
                  </a:moveTo>
                  <a:lnTo>
                    <a:pt x="311150" y="53911"/>
                  </a:lnTo>
                  <a:lnTo>
                    <a:pt x="302526" y="54711"/>
                  </a:lnTo>
                  <a:lnTo>
                    <a:pt x="302844" y="58166"/>
                  </a:lnTo>
                  <a:lnTo>
                    <a:pt x="311480" y="57353"/>
                  </a:lnTo>
                  <a:close/>
                </a:path>
                <a:path w="772160" h="73025">
                  <a:moveTo>
                    <a:pt x="314299" y="20396"/>
                  </a:moveTo>
                  <a:lnTo>
                    <a:pt x="314159" y="16929"/>
                  </a:lnTo>
                  <a:lnTo>
                    <a:pt x="304863" y="17284"/>
                  </a:lnTo>
                  <a:lnTo>
                    <a:pt x="304990" y="20739"/>
                  </a:lnTo>
                  <a:lnTo>
                    <a:pt x="314299" y="20396"/>
                  </a:lnTo>
                  <a:close/>
                </a:path>
                <a:path w="772160" h="73025">
                  <a:moveTo>
                    <a:pt x="324319" y="56146"/>
                  </a:moveTo>
                  <a:lnTo>
                    <a:pt x="324002" y="52705"/>
                  </a:lnTo>
                  <a:lnTo>
                    <a:pt x="315379" y="53505"/>
                  </a:lnTo>
                  <a:lnTo>
                    <a:pt x="315696" y="56959"/>
                  </a:lnTo>
                  <a:lnTo>
                    <a:pt x="324319" y="56146"/>
                  </a:lnTo>
                  <a:close/>
                </a:path>
                <a:path w="772160" h="73025">
                  <a:moveTo>
                    <a:pt x="328142" y="19888"/>
                  </a:moveTo>
                  <a:lnTo>
                    <a:pt x="328015" y="16421"/>
                  </a:lnTo>
                  <a:lnTo>
                    <a:pt x="318706" y="16776"/>
                  </a:lnTo>
                  <a:lnTo>
                    <a:pt x="318846" y="20231"/>
                  </a:lnTo>
                  <a:lnTo>
                    <a:pt x="328142" y="19888"/>
                  </a:lnTo>
                  <a:close/>
                </a:path>
                <a:path w="772160" h="73025">
                  <a:moveTo>
                    <a:pt x="337172" y="54940"/>
                  </a:moveTo>
                  <a:lnTo>
                    <a:pt x="336854" y="51485"/>
                  </a:lnTo>
                  <a:lnTo>
                    <a:pt x="328218" y="52298"/>
                  </a:lnTo>
                  <a:lnTo>
                    <a:pt x="328549" y="55753"/>
                  </a:lnTo>
                  <a:lnTo>
                    <a:pt x="337172" y="54940"/>
                  </a:lnTo>
                  <a:close/>
                </a:path>
                <a:path w="772160" h="73025">
                  <a:moveTo>
                    <a:pt x="342011" y="19367"/>
                  </a:moveTo>
                  <a:lnTo>
                    <a:pt x="341871" y="15913"/>
                  </a:lnTo>
                  <a:lnTo>
                    <a:pt x="332574" y="16256"/>
                  </a:lnTo>
                  <a:lnTo>
                    <a:pt x="332701" y="19710"/>
                  </a:lnTo>
                  <a:lnTo>
                    <a:pt x="342011" y="19367"/>
                  </a:lnTo>
                  <a:close/>
                </a:path>
                <a:path w="772160" h="73025">
                  <a:moveTo>
                    <a:pt x="355866" y="18859"/>
                  </a:moveTo>
                  <a:lnTo>
                    <a:pt x="355739" y="15405"/>
                  </a:lnTo>
                  <a:lnTo>
                    <a:pt x="346430" y="15748"/>
                  </a:lnTo>
                  <a:lnTo>
                    <a:pt x="346557" y="19202"/>
                  </a:lnTo>
                  <a:lnTo>
                    <a:pt x="355866" y="18859"/>
                  </a:lnTo>
                  <a:close/>
                </a:path>
                <a:path w="772160" h="73025">
                  <a:moveTo>
                    <a:pt x="369722" y="18338"/>
                  </a:moveTo>
                  <a:lnTo>
                    <a:pt x="369595" y="14884"/>
                  </a:lnTo>
                  <a:lnTo>
                    <a:pt x="360286" y="15227"/>
                  </a:lnTo>
                  <a:lnTo>
                    <a:pt x="360413" y="18681"/>
                  </a:lnTo>
                  <a:lnTo>
                    <a:pt x="369722" y="18338"/>
                  </a:lnTo>
                  <a:close/>
                </a:path>
                <a:path w="772160" h="73025">
                  <a:moveTo>
                    <a:pt x="383578" y="17830"/>
                  </a:moveTo>
                  <a:lnTo>
                    <a:pt x="383438" y="14376"/>
                  </a:lnTo>
                  <a:lnTo>
                    <a:pt x="374142" y="14719"/>
                  </a:lnTo>
                  <a:lnTo>
                    <a:pt x="374269" y="18173"/>
                  </a:lnTo>
                  <a:lnTo>
                    <a:pt x="383578" y="17830"/>
                  </a:lnTo>
                  <a:close/>
                </a:path>
                <a:path w="772160" h="73025">
                  <a:moveTo>
                    <a:pt x="397433" y="17310"/>
                  </a:moveTo>
                  <a:lnTo>
                    <a:pt x="397306" y="13855"/>
                  </a:lnTo>
                  <a:lnTo>
                    <a:pt x="387997" y="14198"/>
                  </a:lnTo>
                  <a:lnTo>
                    <a:pt x="388124" y="17665"/>
                  </a:lnTo>
                  <a:lnTo>
                    <a:pt x="397433" y="17310"/>
                  </a:lnTo>
                  <a:close/>
                </a:path>
                <a:path w="772160" h="73025">
                  <a:moveTo>
                    <a:pt x="411289" y="16802"/>
                  </a:moveTo>
                  <a:lnTo>
                    <a:pt x="411162" y="13347"/>
                  </a:lnTo>
                  <a:lnTo>
                    <a:pt x="401853" y="13690"/>
                  </a:lnTo>
                  <a:lnTo>
                    <a:pt x="401980" y="17157"/>
                  </a:lnTo>
                  <a:lnTo>
                    <a:pt x="411289" y="16802"/>
                  </a:lnTo>
                  <a:close/>
                </a:path>
                <a:path w="772160" h="73025">
                  <a:moveTo>
                    <a:pt x="425145" y="16281"/>
                  </a:moveTo>
                  <a:lnTo>
                    <a:pt x="425018" y="12827"/>
                  </a:lnTo>
                  <a:lnTo>
                    <a:pt x="415709" y="13182"/>
                  </a:lnTo>
                  <a:lnTo>
                    <a:pt x="415836" y="16637"/>
                  </a:lnTo>
                  <a:lnTo>
                    <a:pt x="425145" y="16281"/>
                  </a:lnTo>
                  <a:close/>
                </a:path>
                <a:path w="772160" h="73025">
                  <a:moveTo>
                    <a:pt x="439000" y="15786"/>
                  </a:moveTo>
                  <a:lnTo>
                    <a:pt x="438873" y="12319"/>
                  </a:lnTo>
                  <a:lnTo>
                    <a:pt x="429577" y="12661"/>
                  </a:lnTo>
                  <a:lnTo>
                    <a:pt x="429704" y="16129"/>
                  </a:lnTo>
                  <a:lnTo>
                    <a:pt x="439000" y="15786"/>
                  </a:lnTo>
                  <a:close/>
                </a:path>
                <a:path w="772160" h="73025">
                  <a:moveTo>
                    <a:pt x="452856" y="15265"/>
                  </a:moveTo>
                  <a:lnTo>
                    <a:pt x="452729" y="11811"/>
                  </a:lnTo>
                  <a:lnTo>
                    <a:pt x="443420" y="12153"/>
                  </a:lnTo>
                  <a:lnTo>
                    <a:pt x="443560" y="15608"/>
                  </a:lnTo>
                  <a:lnTo>
                    <a:pt x="452856" y="15265"/>
                  </a:lnTo>
                  <a:close/>
                </a:path>
                <a:path w="772160" h="73025">
                  <a:moveTo>
                    <a:pt x="466725" y="14757"/>
                  </a:moveTo>
                  <a:lnTo>
                    <a:pt x="466598" y="11290"/>
                  </a:lnTo>
                  <a:lnTo>
                    <a:pt x="457288" y="11645"/>
                  </a:lnTo>
                  <a:lnTo>
                    <a:pt x="457415" y="15100"/>
                  </a:lnTo>
                  <a:lnTo>
                    <a:pt x="466725" y="14757"/>
                  </a:lnTo>
                  <a:close/>
                </a:path>
                <a:path w="772160" h="73025">
                  <a:moveTo>
                    <a:pt x="480580" y="14236"/>
                  </a:moveTo>
                  <a:lnTo>
                    <a:pt x="480441" y="10782"/>
                  </a:lnTo>
                  <a:lnTo>
                    <a:pt x="471144" y="11125"/>
                  </a:lnTo>
                  <a:lnTo>
                    <a:pt x="471271" y="14579"/>
                  </a:lnTo>
                  <a:lnTo>
                    <a:pt x="480580" y="14236"/>
                  </a:lnTo>
                  <a:close/>
                </a:path>
                <a:path w="772160" h="73025">
                  <a:moveTo>
                    <a:pt x="494436" y="13728"/>
                  </a:moveTo>
                  <a:lnTo>
                    <a:pt x="494309" y="10261"/>
                  </a:lnTo>
                  <a:lnTo>
                    <a:pt x="485000" y="10617"/>
                  </a:lnTo>
                  <a:lnTo>
                    <a:pt x="485127" y="14071"/>
                  </a:lnTo>
                  <a:lnTo>
                    <a:pt x="494436" y="13728"/>
                  </a:lnTo>
                  <a:close/>
                </a:path>
                <a:path w="772160" h="73025">
                  <a:moveTo>
                    <a:pt x="508292" y="13208"/>
                  </a:moveTo>
                  <a:lnTo>
                    <a:pt x="508165" y="9753"/>
                  </a:lnTo>
                  <a:lnTo>
                    <a:pt x="498856" y="10096"/>
                  </a:lnTo>
                  <a:lnTo>
                    <a:pt x="498983" y="13550"/>
                  </a:lnTo>
                  <a:lnTo>
                    <a:pt x="508292" y="13208"/>
                  </a:lnTo>
                  <a:close/>
                </a:path>
                <a:path w="772160" h="73025">
                  <a:moveTo>
                    <a:pt x="522147" y="12700"/>
                  </a:moveTo>
                  <a:lnTo>
                    <a:pt x="522020" y="9245"/>
                  </a:lnTo>
                  <a:lnTo>
                    <a:pt x="512711" y="9588"/>
                  </a:lnTo>
                  <a:lnTo>
                    <a:pt x="512838" y="13042"/>
                  </a:lnTo>
                  <a:lnTo>
                    <a:pt x="522147" y="12700"/>
                  </a:lnTo>
                  <a:close/>
                </a:path>
                <a:path w="772160" h="73025">
                  <a:moveTo>
                    <a:pt x="536003" y="12179"/>
                  </a:moveTo>
                  <a:lnTo>
                    <a:pt x="535876" y="8724"/>
                  </a:lnTo>
                  <a:lnTo>
                    <a:pt x="526567" y="9067"/>
                  </a:lnTo>
                  <a:lnTo>
                    <a:pt x="526694" y="12534"/>
                  </a:lnTo>
                  <a:lnTo>
                    <a:pt x="536003" y="12179"/>
                  </a:lnTo>
                  <a:close/>
                </a:path>
                <a:path w="772160" h="73025">
                  <a:moveTo>
                    <a:pt x="549859" y="11671"/>
                  </a:moveTo>
                  <a:lnTo>
                    <a:pt x="549732" y="8216"/>
                  </a:lnTo>
                  <a:lnTo>
                    <a:pt x="540435" y="8559"/>
                  </a:lnTo>
                  <a:lnTo>
                    <a:pt x="540550" y="12026"/>
                  </a:lnTo>
                  <a:lnTo>
                    <a:pt x="549859" y="11671"/>
                  </a:lnTo>
                  <a:close/>
                </a:path>
                <a:path w="772160" h="73025">
                  <a:moveTo>
                    <a:pt x="563714" y="11150"/>
                  </a:moveTo>
                  <a:lnTo>
                    <a:pt x="563587" y="7696"/>
                  </a:lnTo>
                  <a:lnTo>
                    <a:pt x="554291" y="8051"/>
                  </a:lnTo>
                  <a:lnTo>
                    <a:pt x="554418" y="11506"/>
                  </a:lnTo>
                  <a:lnTo>
                    <a:pt x="563714" y="11150"/>
                  </a:lnTo>
                  <a:close/>
                </a:path>
                <a:path w="772160" h="73025">
                  <a:moveTo>
                    <a:pt x="577570" y="10642"/>
                  </a:moveTo>
                  <a:lnTo>
                    <a:pt x="577443" y="7188"/>
                  </a:lnTo>
                  <a:lnTo>
                    <a:pt x="568147" y="7531"/>
                  </a:lnTo>
                  <a:lnTo>
                    <a:pt x="568261" y="10998"/>
                  </a:lnTo>
                  <a:lnTo>
                    <a:pt x="577570" y="10642"/>
                  </a:lnTo>
                  <a:close/>
                </a:path>
                <a:path w="772160" h="73025">
                  <a:moveTo>
                    <a:pt x="591439" y="10134"/>
                  </a:moveTo>
                  <a:lnTo>
                    <a:pt x="591299" y="6680"/>
                  </a:lnTo>
                  <a:lnTo>
                    <a:pt x="582002" y="7023"/>
                  </a:lnTo>
                  <a:lnTo>
                    <a:pt x="582129" y="10477"/>
                  </a:lnTo>
                  <a:lnTo>
                    <a:pt x="591439" y="10134"/>
                  </a:lnTo>
                  <a:close/>
                </a:path>
                <a:path w="772160" h="73025">
                  <a:moveTo>
                    <a:pt x="605294" y="9626"/>
                  </a:moveTo>
                  <a:lnTo>
                    <a:pt x="605155" y="6159"/>
                  </a:lnTo>
                  <a:lnTo>
                    <a:pt x="595858" y="6515"/>
                  </a:lnTo>
                  <a:lnTo>
                    <a:pt x="595985" y="9969"/>
                  </a:lnTo>
                  <a:lnTo>
                    <a:pt x="605294" y="9626"/>
                  </a:lnTo>
                  <a:close/>
                </a:path>
                <a:path w="772160" h="73025">
                  <a:moveTo>
                    <a:pt x="619150" y="9105"/>
                  </a:moveTo>
                  <a:lnTo>
                    <a:pt x="619010" y="5651"/>
                  </a:lnTo>
                  <a:lnTo>
                    <a:pt x="609714" y="5994"/>
                  </a:lnTo>
                  <a:lnTo>
                    <a:pt x="609841" y="9448"/>
                  </a:lnTo>
                  <a:lnTo>
                    <a:pt x="619150" y="9105"/>
                  </a:lnTo>
                  <a:close/>
                </a:path>
                <a:path w="772160" h="73025">
                  <a:moveTo>
                    <a:pt x="633006" y="8597"/>
                  </a:moveTo>
                  <a:lnTo>
                    <a:pt x="632879" y="5130"/>
                  </a:lnTo>
                  <a:lnTo>
                    <a:pt x="623570" y="5486"/>
                  </a:lnTo>
                  <a:lnTo>
                    <a:pt x="623697" y="8940"/>
                  </a:lnTo>
                  <a:lnTo>
                    <a:pt x="633006" y="8597"/>
                  </a:lnTo>
                  <a:close/>
                </a:path>
                <a:path w="772160" h="73025">
                  <a:moveTo>
                    <a:pt x="646861" y="8077"/>
                  </a:moveTo>
                  <a:lnTo>
                    <a:pt x="646734" y="4622"/>
                  </a:lnTo>
                  <a:lnTo>
                    <a:pt x="637425" y="4965"/>
                  </a:lnTo>
                  <a:lnTo>
                    <a:pt x="637552" y="8420"/>
                  </a:lnTo>
                  <a:lnTo>
                    <a:pt x="646861" y="8077"/>
                  </a:lnTo>
                  <a:close/>
                </a:path>
                <a:path w="772160" h="73025">
                  <a:moveTo>
                    <a:pt x="660717" y="7569"/>
                  </a:moveTo>
                  <a:lnTo>
                    <a:pt x="660590" y="4114"/>
                  </a:lnTo>
                  <a:lnTo>
                    <a:pt x="651281" y="4457"/>
                  </a:lnTo>
                  <a:lnTo>
                    <a:pt x="651408" y="7912"/>
                  </a:lnTo>
                  <a:lnTo>
                    <a:pt x="660717" y="7569"/>
                  </a:lnTo>
                  <a:close/>
                </a:path>
                <a:path w="772160" h="73025">
                  <a:moveTo>
                    <a:pt x="674573" y="7048"/>
                  </a:moveTo>
                  <a:lnTo>
                    <a:pt x="674446" y="3594"/>
                  </a:lnTo>
                  <a:lnTo>
                    <a:pt x="665149" y="3937"/>
                  </a:lnTo>
                  <a:lnTo>
                    <a:pt x="665264" y="7404"/>
                  </a:lnTo>
                  <a:lnTo>
                    <a:pt x="674573" y="7048"/>
                  </a:lnTo>
                  <a:close/>
                </a:path>
                <a:path w="772160" h="73025">
                  <a:moveTo>
                    <a:pt x="688428" y="6540"/>
                  </a:moveTo>
                  <a:lnTo>
                    <a:pt x="688301" y="3086"/>
                  </a:lnTo>
                  <a:lnTo>
                    <a:pt x="678992" y="3429"/>
                  </a:lnTo>
                  <a:lnTo>
                    <a:pt x="679132" y="6896"/>
                  </a:lnTo>
                  <a:lnTo>
                    <a:pt x="688428" y="6540"/>
                  </a:lnTo>
                  <a:close/>
                </a:path>
                <a:path w="772160" h="73025">
                  <a:moveTo>
                    <a:pt x="702284" y="6019"/>
                  </a:moveTo>
                  <a:lnTo>
                    <a:pt x="702157" y="2565"/>
                  </a:lnTo>
                  <a:lnTo>
                    <a:pt x="692848" y="2921"/>
                  </a:lnTo>
                  <a:lnTo>
                    <a:pt x="692988" y="6375"/>
                  </a:lnTo>
                  <a:lnTo>
                    <a:pt x="702284" y="6019"/>
                  </a:lnTo>
                  <a:close/>
                </a:path>
                <a:path w="772160" h="73025">
                  <a:moveTo>
                    <a:pt x="716140" y="5511"/>
                  </a:moveTo>
                  <a:lnTo>
                    <a:pt x="716013" y="2057"/>
                  </a:lnTo>
                  <a:lnTo>
                    <a:pt x="706704" y="2400"/>
                  </a:lnTo>
                  <a:lnTo>
                    <a:pt x="706843" y="5867"/>
                  </a:lnTo>
                  <a:lnTo>
                    <a:pt x="716140" y="5511"/>
                  </a:lnTo>
                  <a:close/>
                </a:path>
                <a:path w="772160" h="73025">
                  <a:moveTo>
                    <a:pt x="730008" y="5003"/>
                  </a:moveTo>
                  <a:lnTo>
                    <a:pt x="729869" y="1549"/>
                  </a:lnTo>
                  <a:lnTo>
                    <a:pt x="720572" y="1892"/>
                  </a:lnTo>
                  <a:lnTo>
                    <a:pt x="720699" y="5346"/>
                  </a:lnTo>
                  <a:lnTo>
                    <a:pt x="730008" y="5003"/>
                  </a:lnTo>
                  <a:close/>
                </a:path>
                <a:path w="772160" h="73025">
                  <a:moveTo>
                    <a:pt x="743864" y="4495"/>
                  </a:moveTo>
                  <a:lnTo>
                    <a:pt x="743737" y="1028"/>
                  </a:lnTo>
                  <a:lnTo>
                    <a:pt x="734428" y="1371"/>
                  </a:lnTo>
                  <a:lnTo>
                    <a:pt x="734555" y="4838"/>
                  </a:lnTo>
                  <a:lnTo>
                    <a:pt x="743864" y="4495"/>
                  </a:lnTo>
                  <a:close/>
                </a:path>
                <a:path w="772160" h="73025">
                  <a:moveTo>
                    <a:pt x="757720" y="3975"/>
                  </a:moveTo>
                  <a:lnTo>
                    <a:pt x="757593" y="520"/>
                  </a:lnTo>
                  <a:lnTo>
                    <a:pt x="748284" y="863"/>
                  </a:lnTo>
                  <a:lnTo>
                    <a:pt x="748411" y="4318"/>
                  </a:lnTo>
                  <a:lnTo>
                    <a:pt x="757720" y="3975"/>
                  </a:lnTo>
                  <a:close/>
                </a:path>
                <a:path w="772160" h="73025">
                  <a:moveTo>
                    <a:pt x="771575" y="3467"/>
                  </a:moveTo>
                  <a:lnTo>
                    <a:pt x="771436" y="0"/>
                  </a:lnTo>
                  <a:lnTo>
                    <a:pt x="762139" y="355"/>
                  </a:lnTo>
                  <a:lnTo>
                    <a:pt x="762266" y="3810"/>
                  </a:lnTo>
                  <a:lnTo>
                    <a:pt x="771575" y="3467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379181" y="1218895"/>
              <a:ext cx="744220" cy="107314"/>
            </a:xfrm>
            <a:custGeom>
              <a:avLst/>
              <a:gdLst/>
              <a:ahLst/>
              <a:cxnLst/>
              <a:rect l="l" t="t" r="r" b="b"/>
              <a:pathLst>
                <a:path w="744219" h="107315">
                  <a:moveTo>
                    <a:pt x="9512" y="105816"/>
                  </a:moveTo>
                  <a:lnTo>
                    <a:pt x="9067" y="102387"/>
                  </a:lnTo>
                  <a:lnTo>
                    <a:pt x="0" y="103555"/>
                  </a:lnTo>
                  <a:lnTo>
                    <a:pt x="444" y="106997"/>
                  </a:lnTo>
                  <a:lnTo>
                    <a:pt x="9512" y="105816"/>
                  </a:lnTo>
                  <a:close/>
                </a:path>
                <a:path w="744219" h="107315">
                  <a:moveTo>
                    <a:pt x="22999" y="104076"/>
                  </a:moveTo>
                  <a:lnTo>
                    <a:pt x="22567" y="100647"/>
                  </a:lnTo>
                  <a:lnTo>
                    <a:pt x="13500" y="101815"/>
                  </a:lnTo>
                  <a:lnTo>
                    <a:pt x="13944" y="105257"/>
                  </a:lnTo>
                  <a:lnTo>
                    <a:pt x="22999" y="104076"/>
                  </a:lnTo>
                  <a:close/>
                </a:path>
                <a:path w="744219" h="107315">
                  <a:moveTo>
                    <a:pt x="36499" y="102336"/>
                  </a:moveTo>
                  <a:lnTo>
                    <a:pt x="36068" y="98907"/>
                  </a:lnTo>
                  <a:lnTo>
                    <a:pt x="27000" y="100076"/>
                  </a:lnTo>
                  <a:lnTo>
                    <a:pt x="27444" y="103505"/>
                  </a:lnTo>
                  <a:lnTo>
                    <a:pt x="36499" y="102336"/>
                  </a:lnTo>
                  <a:close/>
                </a:path>
                <a:path w="744219" h="107315">
                  <a:moveTo>
                    <a:pt x="49999" y="100596"/>
                  </a:moveTo>
                  <a:lnTo>
                    <a:pt x="49568" y="97155"/>
                  </a:lnTo>
                  <a:lnTo>
                    <a:pt x="40500" y="98323"/>
                  </a:lnTo>
                  <a:lnTo>
                    <a:pt x="40944" y="101765"/>
                  </a:lnTo>
                  <a:lnTo>
                    <a:pt x="49999" y="100596"/>
                  </a:lnTo>
                  <a:close/>
                </a:path>
                <a:path w="744219" h="107315">
                  <a:moveTo>
                    <a:pt x="63500" y="98844"/>
                  </a:moveTo>
                  <a:lnTo>
                    <a:pt x="63068" y="95415"/>
                  </a:lnTo>
                  <a:lnTo>
                    <a:pt x="54000" y="96583"/>
                  </a:lnTo>
                  <a:lnTo>
                    <a:pt x="54432" y="100025"/>
                  </a:lnTo>
                  <a:lnTo>
                    <a:pt x="63500" y="98844"/>
                  </a:lnTo>
                  <a:close/>
                </a:path>
                <a:path w="744219" h="107315">
                  <a:moveTo>
                    <a:pt x="77000" y="97104"/>
                  </a:moveTo>
                  <a:lnTo>
                    <a:pt x="76568" y="93675"/>
                  </a:lnTo>
                  <a:lnTo>
                    <a:pt x="67500" y="94843"/>
                  </a:lnTo>
                  <a:lnTo>
                    <a:pt x="67945" y="98272"/>
                  </a:lnTo>
                  <a:lnTo>
                    <a:pt x="77000" y="97104"/>
                  </a:lnTo>
                  <a:close/>
                </a:path>
                <a:path w="744219" h="107315">
                  <a:moveTo>
                    <a:pt x="90500" y="95364"/>
                  </a:moveTo>
                  <a:lnTo>
                    <a:pt x="90068" y="91922"/>
                  </a:lnTo>
                  <a:lnTo>
                    <a:pt x="81000" y="93091"/>
                  </a:lnTo>
                  <a:lnTo>
                    <a:pt x="81432" y="96532"/>
                  </a:lnTo>
                  <a:lnTo>
                    <a:pt x="90500" y="95364"/>
                  </a:lnTo>
                  <a:close/>
                </a:path>
                <a:path w="744219" h="107315">
                  <a:moveTo>
                    <a:pt x="104000" y="93624"/>
                  </a:moveTo>
                  <a:lnTo>
                    <a:pt x="103568" y="90182"/>
                  </a:lnTo>
                  <a:lnTo>
                    <a:pt x="94500" y="91351"/>
                  </a:lnTo>
                  <a:lnTo>
                    <a:pt x="94945" y="94792"/>
                  </a:lnTo>
                  <a:lnTo>
                    <a:pt x="104000" y="93624"/>
                  </a:lnTo>
                  <a:close/>
                </a:path>
                <a:path w="744219" h="107315">
                  <a:moveTo>
                    <a:pt x="117513" y="91871"/>
                  </a:moveTo>
                  <a:lnTo>
                    <a:pt x="117068" y="88442"/>
                  </a:lnTo>
                  <a:lnTo>
                    <a:pt x="108000" y="89611"/>
                  </a:lnTo>
                  <a:lnTo>
                    <a:pt x="108445" y="93040"/>
                  </a:lnTo>
                  <a:lnTo>
                    <a:pt x="117513" y="91871"/>
                  </a:lnTo>
                  <a:close/>
                </a:path>
                <a:path w="744219" h="107315">
                  <a:moveTo>
                    <a:pt x="131000" y="90131"/>
                  </a:moveTo>
                  <a:lnTo>
                    <a:pt x="130568" y="86690"/>
                  </a:lnTo>
                  <a:lnTo>
                    <a:pt x="121500" y="87858"/>
                  </a:lnTo>
                  <a:lnTo>
                    <a:pt x="121945" y="91300"/>
                  </a:lnTo>
                  <a:lnTo>
                    <a:pt x="131000" y="90131"/>
                  </a:lnTo>
                  <a:close/>
                </a:path>
                <a:path w="744219" h="107315">
                  <a:moveTo>
                    <a:pt x="144500" y="88392"/>
                  </a:moveTo>
                  <a:lnTo>
                    <a:pt x="144056" y="84950"/>
                  </a:lnTo>
                  <a:lnTo>
                    <a:pt x="135001" y="86118"/>
                  </a:lnTo>
                  <a:lnTo>
                    <a:pt x="135432" y="89560"/>
                  </a:lnTo>
                  <a:lnTo>
                    <a:pt x="144500" y="88392"/>
                  </a:lnTo>
                  <a:close/>
                </a:path>
                <a:path w="744219" h="107315">
                  <a:moveTo>
                    <a:pt x="158000" y="86639"/>
                  </a:moveTo>
                  <a:lnTo>
                    <a:pt x="157568" y="83210"/>
                  </a:lnTo>
                  <a:lnTo>
                    <a:pt x="148501" y="84378"/>
                  </a:lnTo>
                  <a:lnTo>
                    <a:pt x="148945" y="87807"/>
                  </a:lnTo>
                  <a:lnTo>
                    <a:pt x="158000" y="86639"/>
                  </a:lnTo>
                  <a:close/>
                </a:path>
                <a:path w="744219" h="107315">
                  <a:moveTo>
                    <a:pt x="171513" y="84899"/>
                  </a:moveTo>
                  <a:lnTo>
                    <a:pt x="171069" y="81457"/>
                  </a:lnTo>
                  <a:lnTo>
                    <a:pt x="162001" y="82626"/>
                  </a:lnTo>
                  <a:lnTo>
                    <a:pt x="162445" y="86067"/>
                  </a:lnTo>
                  <a:lnTo>
                    <a:pt x="171513" y="84899"/>
                  </a:lnTo>
                  <a:close/>
                </a:path>
                <a:path w="744219" h="107315">
                  <a:moveTo>
                    <a:pt x="185000" y="83159"/>
                  </a:moveTo>
                  <a:lnTo>
                    <a:pt x="184556" y="79717"/>
                  </a:lnTo>
                  <a:lnTo>
                    <a:pt x="175501" y="80886"/>
                  </a:lnTo>
                  <a:lnTo>
                    <a:pt x="175933" y="84328"/>
                  </a:lnTo>
                  <a:lnTo>
                    <a:pt x="185000" y="83159"/>
                  </a:lnTo>
                  <a:close/>
                </a:path>
                <a:path w="744219" h="107315">
                  <a:moveTo>
                    <a:pt x="198501" y="81407"/>
                  </a:moveTo>
                  <a:lnTo>
                    <a:pt x="198069" y="77978"/>
                  </a:lnTo>
                  <a:lnTo>
                    <a:pt x="189001" y="79146"/>
                  </a:lnTo>
                  <a:lnTo>
                    <a:pt x="189445" y="82575"/>
                  </a:lnTo>
                  <a:lnTo>
                    <a:pt x="198501" y="81407"/>
                  </a:lnTo>
                  <a:close/>
                </a:path>
                <a:path w="744219" h="107315">
                  <a:moveTo>
                    <a:pt x="212001" y="79667"/>
                  </a:moveTo>
                  <a:lnTo>
                    <a:pt x="211569" y="76225"/>
                  </a:lnTo>
                  <a:lnTo>
                    <a:pt x="202501" y="77393"/>
                  </a:lnTo>
                  <a:lnTo>
                    <a:pt x="202946" y="80835"/>
                  </a:lnTo>
                  <a:lnTo>
                    <a:pt x="212001" y="79667"/>
                  </a:lnTo>
                  <a:close/>
                </a:path>
                <a:path w="744219" h="107315">
                  <a:moveTo>
                    <a:pt x="225501" y="77927"/>
                  </a:moveTo>
                  <a:lnTo>
                    <a:pt x="225069" y="74485"/>
                  </a:lnTo>
                  <a:lnTo>
                    <a:pt x="216001" y="75653"/>
                  </a:lnTo>
                  <a:lnTo>
                    <a:pt x="216433" y="79095"/>
                  </a:lnTo>
                  <a:lnTo>
                    <a:pt x="225501" y="77927"/>
                  </a:lnTo>
                  <a:close/>
                </a:path>
                <a:path w="744219" h="107315">
                  <a:moveTo>
                    <a:pt x="239001" y="76174"/>
                  </a:moveTo>
                  <a:lnTo>
                    <a:pt x="238569" y="72745"/>
                  </a:lnTo>
                  <a:lnTo>
                    <a:pt x="229501" y="73914"/>
                  </a:lnTo>
                  <a:lnTo>
                    <a:pt x="229946" y="77343"/>
                  </a:lnTo>
                  <a:lnTo>
                    <a:pt x="239001" y="76174"/>
                  </a:lnTo>
                  <a:close/>
                </a:path>
                <a:path w="744219" h="107315">
                  <a:moveTo>
                    <a:pt x="252501" y="74434"/>
                  </a:moveTo>
                  <a:lnTo>
                    <a:pt x="252069" y="70993"/>
                  </a:lnTo>
                  <a:lnTo>
                    <a:pt x="243001" y="72161"/>
                  </a:lnTo>
                  <a:lnTo>
                    <a:pt x="243433" y="75603"/>
                  </a:lnTo>
                  <a:lnTo>
                    <a:pt x="252501" y="74434"/>
                  </a:lnTo>
                  <a:close/>
                </a:path>
                <a:path w="744219" h="107315">
                  <a:moveTo>
                    <a:pt x="266001" y="72694"/>
                  </a:moveTo>
                  <a:lnTo>
                    <a:pt x="265569" y="69253"/>
                  </a:lnTo>
                  <a:lnTo>
                    <a:pt x="256501" y="70421"/>
                  </a:lnTo>
                  <a:lnTo>
                    <a:pt x="256946" y="73863"/>
                  </a:lnTo>
                  <a:lnTo>
                    <a:pt x="266001" y="72694"/>
                  </a:lnTo>
                  <a:close/>
                </a:path>
                <a:path w="744219" h="107315">
                  <a:moveTo>
                    <a:pt x="279501" y="70942"/>
                  </a:moveTo>
                  <a:lnTo>
                    <a:pt x="279057" y="67513"/>
                  </a:lnTo>
                  <a:lnTo>
                    <a:pt x="270002" y="68681"/>
                  </a:lnTo>
                  <a:lnTo>
                    <a:pt x="270433" y="72110"/>
                  </a:lnTo>
                  <a:lnTo>
                    <a:pt x="279501" y="70942"/>
                  </a:lnTo>
                  <a:close/>
                </a:path>
                <a:path w="744219" h="107315">
                  <a:moveTo>
                    <a:pt x="293001" y="69202"/>
                  </a:moveTo>
                  <a:lnTo>
                    <a:pt x="292569" y="65773"/>
                  </a:lnTo>
                  <a:lnTo>
                    <a:pt x="283502" y="66941"/>
                  </a:lnTo>
                  <a:lnTo>
                    <a:pt x="283946" y="70370"/>
                  </a:lnTo>
                  <a:lnTo>
                    <a:pt x="293001" y="69202"/>
                  </a:lnTo>
                  <a:close/>
                </a:path>
                <a:path w="744219" h="107315">
                  <a:moveTo>
                    <a:pt x="306501" y="67462"/>
                  </a:moveTo>
                  <a:lnTo>
                    <a:pt x="306057" y="64020"/>
                  </a:lnTo>
                  <a:lnTo>
                    <a:pt x="297002" y="65189"/>
                  </a:lnTo>
                  <a:lnTo>
                    <a:pt x="297434" y="68630"/>
                  </a:lnTo>
                  <a:lnTo>
                    <a:pt x="306501" y="67462"/>
                  </a:lnTo>
                  <a:close/>
                </a:path>
                <a:path w="744219" h="107315">
                  <a:moveTo>
                    <a:pt x="307073" y="44450"/>
                  </a:moveTo>
                  <a:lnTo>
                    <a:pt x="306755" y="40995"/>
                  </a:lnTo>
                  <a:lnTo>
                    <a:pt x="298119" y="41808"/>
                  </a:lnTo>
                  <a:lnTo>
                    <a:pt x="298450" y="45262"/>
                  </a:lnTo>
                  <a:lnTo>
                    <a:pt x="307073" y="44450"/>
                  </a:lnTo>
                  <a:close/>
                </a:path>
                <a:path w="744219" h="107315">
                  <a:moveTo>
                    <a:pt x="319925" y="43243"/>
                  </a:moveTo>
                  <a:lnTo>
                    <a:pt x="319608" y="39801"/>
                  </a:lnTo>
                  <a:lnTo>
                    <a:pt x="310972" y="40614"/>
                  </a:lnTo>
                  <a:lnTo>
                    <a:pt x="311302" y="44056"/>
                  </a:lnTo>
                  <a:lnTo>
                    <a:pt x="319925" y="43243"/>
                  </a:lnTo>
                  <a:close/>
                </a:path>
                <a:path w="744219" h="107315">
                  <a:moveTo>
                    <a:pt x="320001" y="65709"/>
                  </a:moveTo>
                  <a:lnTo>
                    <a:pt x="319570" y="62280"/>
                  </a:lnTo>
                  <a:lnTo>
                    <a:pt x="310502" y="63449"/>
                  </a:lnTo>
                  <a:lnTo>
                    <a:pt x="310946" y="66878"/>
                  </a:lnTo>
                  <a:lnTo>
                    <a:pt x="320001" y="65709"/>
                  </a:lnTo>
                  <a:close/>
                </a:path>
                <a:path w="744219" h="107315">
                  <a:moveTo>
                    <a:pt x="332778" y="42037"/>
                  </a:moveTo>
                  <a:lnTo>
                    <a:pt x="332447" y="38595"/>
                  </a:lnTo>
                  <a:lnTo>
                    <a:pt x="323824" y="39408"/>
                  </a:lnTo>
                  <a:lnTo>
                    <a:pt x="324154" y="42849"/>
                  </a:lnTo>
                  <a:lnTo>
                    <a:pt x="332778" y="42037"/>
                  </a:lnTo>
                  <a:close/>
                </a:path>
                <a:path w="744219" h="107315">
                  <a:moveTo>
                    <a:pt x="333502" y="63969"/>
                  </a:moveTo>
                  <a:lnTo>
                    <a:pt x="333057" y="60540"/>
                  </a:lnTo>
                  <a:lnTo>
                    <a:pt x="324002" y="61709"/>
                  </a:lnTo>
                  <a:lnTo>
                    <a:pt x="324434" y="65138"/>
                  </a:lnTo>
                  <a:lnTo>
                    <a:pt x="333502" y="63969"/>
                  </a:lnTo>
                  <a:close/>
                </a:path>
                <a:path w="744219" h="107315">
                  <a:moveTo>
                    <a:pt x="345630" y="40830"/>
                  </a:moveTo>
                  <a:lnTo>
                    <a:pt x="345300" y="37388"/>
                  </a:lnTo>
                  <a:lnTo>
                    <a:pt x="336677" y="38188"/>
                  </a:lnTo>
                  <a:lnTo>
                    <a:pt x="336994" y="41643"/>
                  </a:lnTo>
                  <a:lnTo>
                    <a:pt x="345630" y="40830"/>
                  </a:lnTo>
                  <a:close/>
                </a:path>
                <a:path w="744219" h="107315">
                  <a:moveTo>
                    <a:pt x="347002" y="62230"/>
                  </a:moveTo>
                  <a:lnTo>
                    <a:pt x="346570" y="58788"/>
                  </a:lnTo>
                  <a:lnTo>
                    <a:pt x="337502" y="59956"/>
                  </a:lnTo>
                  <a:lnTo>
                    <a:pt x="337947" y="63398"/>
                  </a:lnTo>
                  <a:lnTo>
                    <a:pt x="347002" y="62230"/>
                  </a:lnTo>
                  <a:close/>
                </a:path>
                <a:path w="744219" h="107315">
                  <a:moveTo>
                    <a:pt x="358482" y="39624"/>
                  </a:moveTo>
                  <a:lnTo>
                    <a:pt x="358152" y="36182"/>
                  </a:lnTo>
                  <a:lnTo>
                    <a:pt x="349529" y="36982"/>
                  </a:lnTo>
                  <a:lnTo>
                    <a:pt x="349846" y="40436"/>
                  </a:lnTo>
                  <a:lnTo>
                    <a:pt x="358482" y="39624"/>
                  </a:lnTo>
                  <a:close/>
                </a:path>
                <a:path w="744219" h="107315">
                  <a:moveTo>
                    <a:pt x="360502" y="60477"/>
                  </a:moveTo>
                  <a:lnTo>
                    <a:pt x="360070" y="57048"/>
                  </a:lnTo>
                  <a:lnTo>
                    <a:pt x="351002" y="58216"/>
                  </a:lnTo>
                  <a:lnTo>
                    <a:pt x="351447" y="61658"/>
                  </a:lnTo>
                  <a:lnTo>
                    <a:pt x="360502" y="60477"/>
                  </a:lnTo>
                  <a:close/>
                </a:path>
                <a:path w="744219" h="107315">
                  <a:moveTo>
                    <a:pt x="371335" y="38417"/>
                  </a:moveTo>
                  <a:lnTo>
                    <a:pt x="371005" y="34975"/>
                  </a:lnTo>
                  <a:lnTo>
                    <a:pt x="362381" y="35788"/>
                  </a:lnTo>
                  <a:lnTo>
                    <a:pt x="362699" y="39230"/>
                  </a:lnTo>
                  <a:lnTo>
                    <a:pt x="371335" y="38417"/>
                  </a:lnTo>
                  <a:close/>
                </a:path>
                <a:path w="744219" h="107315">
                  <a:moveTo>
                    <a:pt x="374002" y="58737"/>
                  </a:moveTo>
                  <a:lnTo>
                    <a:pt x="373557" y="55308"/>
                  </a:lnTo>
                  <a:lnTo>
                    <a:pt x="364490" y="56476"/>
                  </a:lnTo>
                  <a:lnTo>
                    <a:pt x="364934" y="59918"/>
                  </a:lnTo>
                  <a:lnTo>
                    <a:pt x="374002" y="58737"/>
                  </a:lnTo>
                  <a:close/>
                </a:path>
                <a:path w="744219" h="107315">
                  <a:moveTo>
                    <a:pt x="384187" y="37211"/>
                  </a:moveTo>
                  <a:lnTo>
                    <a:pt x="383857" y="33769"/>
                  </a:lnTo>
                  <a:lnTo>
                    <a:pt x="375234" y="34582"/>
                  </a:lnTo>
                  <a:lnTo>
                    <a:pt x="375551" y="38023"/>
                  </a:lnTo>
                  <a:lnTo>
                    <a:pt x="384187" y="37211"/>
                  </a:lnTo>
                  <a:close/>
                </a:path>
                <a:path w="744219" h="107315">
                  <a:moveTo>
                    <a:pt x="387502" y="56997"/>
                  </a:moveTo>
                  <a:lnTo>
                    <a:pt x="387070" y="53568"/>
                  </a:lnTo>
                  <a:lnTo>
                    <a:pt x="378002" y="54724"/>
                  </a:lnTo>
                  <a:lnTo>
                    <a:pt x="378447" y="58166"/>
                  </a:lnTo>
                  <a:lnTo>
                    <a:pt x="387502" y="56997"/>
                  </a:lnTo>
                  <a:close/>
                </a:path>
                <a:path w="744219" h="107315">
                  <a:moveTo>
                    <a:pt x="397040" y="36004"/>
                  </a:moveTo>
                  <a:lnTo>
                    <a:pt x="396709" y="32562"/>
                  </a:lnTo>
                  <a:lnTo>
                    <a:pt x="388086" y="33375"/>
                  </a:lnTo>
                  <a:lnTo>
                    <a:pt x="388404" y="36817"/>
                  </a:lnTo>
                  <a:lnTo>
                    <a:pt x="397040" y="36004"/>
                  </a:lnTo>
                  <a:close/>
                </a:path>
                <a:path w="744219" h="107315">
                  <a:moveTo>
                    <a:pt x="401002" y="55245"/>
                  </a:moveTo>
                  <a:lnTo>
                    <a:pt x="400570" y="51816"/>
                  </a:lnTo>
                  <a:lnTo>
                    <a:pt x="391502" y="52984"/>
                  </a:lnTo>
                  <a:lnTo>
                    <a:pt x="391947" y="56426"/>
                  </a:lnTo>
                  <a:lnTo>
                    <a:pt x="401002" y="55245"/>
                  </a:lnTo>
                  <a:close/>
                </a:path>
                <a:path w="744219" h="107315">
                  <a:moveTo>
                    <a:pt x="409892" y="34798"/>
                  </a:moveTo>
                  <a:lnTo>
                    <a:pt x="409562" y="31356"/>
                  </a:lnTo>
                  <a:lnTo>
                    <a:pt x="400939" y="32169"/>
                  </a:lnTo>
                  <a:lnTo>
                    <a:pt x="401256" y="35610"/>
                  </a:lnTo>
                  <a:lnTo>
                    <a:pt x="409892" y="34798"/>
                  </a:lnTo>
                  <a:close/>
                </a:path>
                <a:path w="744219" h="107315">
                  <a:moveTo>
                    <a:pt x="414502" y="53505"/>
                  </a:moveTo>
                  <a:lnTo>
                    <a:pt x="414070" y="50076"/>
                  </a:lnTo>
                  <a:lnTo>
                    <a:pt x="405003" y="51244"/>
                  </a:lnTo>
                  <a:lnTo>
                    <a:pt x="405434" y="54686"/>
                  </a:lnTo>
                  <a:lnTo>
                    <a:pt x="414502" y="53505"/>
                  </a:lnTo>
                  <a:close/>
                </a:path>
                <a:path w="744219" h="107315">
                  <a:moveTo>
                    <a:pt x="422732" y="33591"/>
                  </a:moveTo>
                  <a:lnTo>
                    <a:pt x="422414" y="30149"/>
                  </a:lnTo>
                  <a:lnTo>
                    <a:pt x="413791" y="30962"/>
                  </a:lnTo>
                  <a:lnTo>
                    <a:pt x="414108" y="34404"/>
                  </a:lnTo>
                  <a:lnTo>
                    <a:pt x="422732" y="33591"/>
                  </a:lnTo>
                  <a:close/>
                </a:path>
                <a:path w="744219" h="107315">
                  <a:moveTo>
                    <a:pt x="428002" y="51765"/>
                  </a:moveTo>
                  <a:lnTo>
                    <a:pt x="427570" y="48336"/>
                  </a:lnTo>
                  <a:lnTo>
                    <a:pt x="418503" y="49491"/>
                  </a:lnTo>
                  <a:lnTo>
                    <a:pt x="418947" y="52933"/>
                  </a:lnTo>
                  <a:lnTo>
                    <a:pt x="428002" y="51765"/>
                  </a:lnTo>
                  <a:close/>
                </a:path>
                <a:path w="744219" h="107315">
                  <a:moveTo>
                    <a:pt x="435584" y="32385"/>
                  </a:moveTo>
                  <a:lnTo>
                    <a:pt x="435267" y="28943"/>
                  </a:lnTo>
                  <a:lnTo>
                    <a:pt x="426643" y="29756"/>
                  </a:lnTo>
                  <a:lnTo>
                    <a:pt x="426961" y="33197"/>
                  </a:lnTo>
                  <a:lnTo>
                    <a:pt x="435584" y="32385"/>
                  </a:lnTo>
                  <a:close/>
                </a:path>
                <a:path w="744219" h="107315">
                  <a:moveTo>
                    <a:pt x="441502" y="50012"/>
                  </a:moveTo>
                  <a:lnTo>
                    <a:pt x="441058" y="46583"/>
                  </a:lnTo>
                  <a:lnTo>
                    <a:pt x="432003" y="47752"/>
                  </a:lnTo>
                  <a:lnTo>
                    <a:pt x="432435" y="51193"/>
                  </a:lnTo>
                  <a:lnTo>
                    <a:pt x="441502" y="50012"/>
                  </a:lnTo>
                  <a:close/>
                </a:path>
                <a:path w="744219" h="107315">
                  <a:moveTo>
                    <a:pt x="448437" y="31178"/>
                  </a:moveTo>
                  <a:lnTo>
                    <a:pt x="448119" y="27736"/>
                  </a:lnTo>
                  <a:lnTo>
                    <a:pt x="439483" y="28549"/>
                  </a:lnTo>
                  <a:lnTo>
                    <a:pt x="439813" y="31991"/>
                  </a:lnTo>
                  <a:lnTo>
                    <a:pt x="448437" y="31178"/>
                  </a:lnTo>
                  <a:close/>
                </a:path>
                <a:path w="744219" h="107315">
                  <a:moveTo>
                    <a:pt x="455002" y="48272"/>
                  </a:moveTo>
                  <a:lnTo>
                    <a:pt x="454571" y="44843"/>
                  </a:lnTo>
                  <a:lnTo>
                    <a:pt x="445503" y="46012"/>
                  </a:lnTo>
                  <a:lnTo>
                    <a:pt x="445947" y="49453"/>
                  </a:lnTo>
                  <a:lnTo>
                    <a:pt x="455002" y="48272"/>
                  </a:lnTo>
                  <a:close/>
                </a:path>
                <a:path w="744219" h="107315">
                  <a:moveTo>
                    <a:pt x="461289" y="29972"/>
                  </a:moveTo>
                  <a:lnTo>
                    <a:pt x="460971" y="26530"/>
                  </a:lnTo>
                  <a:lnTo>
                    <a:pt x="452348" y="27343"/>
                  </a:lnTo>
                  <a:lnTo>
                    <a:pt x="452666" y="30784"/>
                  </a:lnTo>
                  <a:lnTo>
                    <a:pt x="461289" y="29972"/>
                  </a:lnTo>
                  <a:close/>
                </a:path>
                <a:path w="744219" h="107315">
                  <a:moveTo>
                    <a:pt x="468503" y="46532"/>
                  </a:moveTo>
                  <a:lnTo>
                    <a:pt x="468058" y="43103"/>
                  </a:lnTo>
                  <a:lnTo>
                    <a:pt x="459003" y="44259"/>
                  </a:lnTo>
                  <a:lnTo>
                    <a:pt x="459435" y="47701"/>
                  </a:lnTo>
                  <a:lnTo>
                    <a:pt x="468503" y="46532"/>
                  </a:lnTo>
                  <a:close/>
                </a:path>
                <a:path w="744219" h="107315">
                  <a:moveTo>
                    <a:pt x="474141" y="28765"/>
                  </a:moveTo>
                  <a:lnTo>
                    <a:pt x="473811" y="25323"/>
                  </a:lnTo>
                  <a:lnTo>
                    <a:pt x="465188" y="26136"/>
                  </a:lnTo>
                  <a:lnTo>
                    <a:pt x="465505" y="29578"/>
                  </a:lnTo>
                  <a:lnTo>
                    <a:pt x="474141" y="28765"/>
                  </a:lnTo>
                  <a:close/>
                </a:path>
                <a:path w="744219" h="107315">
                  <a:moveTo>
                    <a:pt x="482003" y="44780"/>
                  </a:moveTo>
                  <a:lnTo>
                    <a:pt x="481571" y="41351"/>
                  </a:lnTo>
                  <a:lnTo>
                    <a:pt x="472503" y="42519"/>
                  </a:lnTo>
                  <a:lnTo>
                    <a:pt x="472948" y="45961"/>
                  </a:lnTo>
                  <a:lnTo>
                    <a:pt x="482003" y="44780"/>
                  </a:lnTo>
                  <a:close/>
                </a:path>
                <a:path w="744219" h="107315">
                  <a:moveTo>
                    <a:pt x="486994" y="27559"/>
                  </a:moveTo>
                  <a:lnTo>
                    <a:pt x="486676" y="24117"/>
                  </a:lnTo>
                  <a:lnTo>
                    <a:pt x="478040" y="24930"/>
                  </a:lnTo>
                  <a:lnTo>
                    <a:pt x="478370" y="28371"/>
                  </a:lnTo>
                  <a:lnTo>
                    <a:pt x="486994" y="27559"/>
                  </a:lnTo>
                  <a:close/>
                </a:path>
                <a:path w="744219" h="107315">
                  <a:moveTo>
                    <a:pt x="499846" y="26352"/>
                  </a:moveTo>
                  <a:lnTo>
                    <a:pt x="499516" y="22910"/>
                  </a:lnTo>
                  <a:lnTo>
                    <a:pt x="490893" y="23723"/>
                  </a:lnTo>
                  <a:lnTo>
                    <a:pt x="491210" y="27165"/>
                  </a:lnTo>
                  <a:lnTo>
                    <a:pt x="499846" y="26352"/>
                  </a:lnTo>
                  <a:close/>
                </a:path>
                <a:path w="744219" h="107315">
                  <a:moveTo>
                    <a:pt x="512699" y="25158"/>
                  </a:moveTo>
                  <a:lnTo>
                    <a:pt x="512368" y="21704"/>
                  </a:lnTo>
                  <a:lnTo>
                    <a:pt x="503745" y="22517"/>
                  </a:lnTo>
                  <a:lnTo>
                    <a:pt x="504063" y="25958"/>
                  </a:lnTo>
                  <a:lnTo>
                    <a:pt x="512699" y="25158"/>
                  </a:lnTo>
                  <a:close/>
                </a:path>
                <a:path w="744219" h="107315">
                  <a:moveTo>
                    <a:pt x="525551" y="23952"/>
                  </a:moveTo>
                  <a:lnTo>
                    <a:pt x="525221" y="20497"/>
                  </a:lnTo>
                  <a:lnTo>
                    <a:pt x="516597" y="21310"/>
                  </a:lnTo>
                  <a:lnTo>
                    <a:pt x="516915" y="24752"/>
                  </a:lnTo>
                  <a:lnTo>
                    <a:pt x="525551" y="23952"/>
                  </a:lnTo>
                  <a:close/>
                </a:path>
                <a:path w="744219" h="107315">
                  <a:moveTo>
                    <a:pt x="538403" y="22745"/>
                  </a:moveTo>
                  <a:lnTo>
                    <a:pt x="538073" y="19291"/>
                  </a:lnTo>
                  <a:lnTo>
                    <a:pt x="529437" y="20104"/>
                  </a:lnTo>
                  <a:lnTo>
                    <a:pt x="529767" y="23545"/>
                  </a:lnTo>
                  <a:lnTo>
                    <a:pt x="538403" y="22745"/>
                  </a:lnTo>
                  <a:close/>
                </a:path>
                <a:path w="744219" h="107315">
                  <a:moveTo>
                    <a:pt x="551256" y="21526"/>
                  </a:moveTo>
                  <a:lnTo>
                    <a:pt x="550926" y="18084"/>
                  </a:lnTo>
                  <a:lnTo>
                    <a:pt x="542302" y="18897"/>
                  </a:lnTo>
                  <a:lnTo>
                    <a:pt x="542620" y="22339"/>
                  </a:lnTo>
                  <a:lnTo>
                    <a:pt x="551256" y="21526"/>
                  </a:lnTo>
                  <a:close/>
                </a:path>
                <a:path w="744219" h="107315">
                  <a:moveTo>
                    <a:pt x="564095" y="20332"/>
                  </a:moveTo>
                  <a:lnTo>
                    <a:pt x="563778" y="16878"/>
                  </a:lnTo>
                  <a:lnTo>
                    <a:pt x="555155" y="17691"/>
                  </a:lnTo>
                  <a:lnTo>
                    <a:pt x="555472" y="21132"/>
                  </a:lnTo>
                  <a:lnTo>
                    <a:pt x="564095" y="20332"/>
                  </a:lnTo>
                  <a:close/>
                </a:path>
                <a:path w="744219" h="107315">
                  <a:moveTo>
                    <a:pt x="576948" y="19126"/>
                  </a:moveTo>
                  <a:lnTo>
                    <a:pt x="576630" y="15684"/>
                  </a:lnTo>
                  <a:lnTo>
                    <a:pt x="567994" y="16484"/>
                  </a:lnTo>
                  <a:lnTo>
                    <a:pt x="568325" y="19939"/>
                  </a:lnTo>
                  <a:lnTo>
                    <a:pt x="576948" y="19126"/>
                  </a:lnTo>
                  <a:close/>
                </a:path>
                <a:path w="744219" h="107315">
                  <a:moveTo>
                    <a:pt x="589800" y="17919"/>
                  </a:moveTo>
                  <a:lnTo>
                    <a:pt x="589483" y="14465"/>
                  </a:lnTo>
                  <a:lnTo>
                    <a:pt x="580847" y="15278"/>
                  </a:lnTo>
                  <a:lnTo>
                    <a:pt x="581177" y="18719"/>
                  </a:lnTo>
                  <a:lnTo>
                    <a:pt x="589800" y="17919"/>
                  </a:lnTo>
                  <a:close/>
                </a:path>
                <a:path w="744219" h="107315">
                  <a:moveTo>
                    <a:pt x="602653" y="16713"/>
                  </a:moveTo>
                  <a:lnTo>
                    <a:pt x="602322" y="13258"/>
                  </a:lnTo>
                  <a:lnTo>
                    <a:pt x="593699" y="14071"/>
                  </a:lnTo>
                  <a:lnTo>
                    <a:pt x="594017" y="17513"/>
                  </a:lnTo>
                  <a:lnTo>
                    <a:pt x="602653" y="16713"/>
                  </a:lnTo>
                  <a:close/>
                </a:path>
                <a:path w="744219" h="107315">
                  <a:moveTo>
                    <a:pt x="615505" y="15494"/>
                  </a:moveTo>
                  <a:lnTo>
                    <a:pt x="615175" y="12052"/>
                  </a:lnTo>
                  <a:lnTo>
                    <a:pt x="606552" y="12865"/>
                  </a:lnTo>
                  <a:lnTo>
                    <a:pt x="606869" y="16306"/>
                  </a:lnTo>
                  <a:lnTo>
                    <a:pt x="615505" y="15494"/>
                  </a:lnTo>
                  <a:close/>
                </a:path>
                <a:path w="744219" h="107315">
                  <a:moveTo>
                    <a:pt x="628357" y="14300"/>
                  </a:moveTo>
                  <a:lnTo>
                    <a:pt x="628027" y="10858"/>
                  </a:lnTo>
                  <a:lnTo>
                    <a:pt x="619404" y="11658"/>
                  </a:lnTo>
                  <a:lnTo>
                    <a:pt x="619721" y="15100"/>
                  </a:lnTo>
                  <a:lnTo>
                    <a:pt x="628357" y="14300"/>
                  </a:lnTo>
                  <a:close/>
                </a:path>
                <a:path w="744219" h="107315">
                  <a:moveTo>
                    <a:pt x="641210" y="13093"/>
                  </a:moveTo>
                  <a:lnTo>
                    <a:pt x="640880" y="9652"/>
                  </a:lnTo>
                  <a:lnTo>
                    <a:pt x="632256" y="10452"/>
                  </a:lnTo>
                  <a:lnTo>
                    <a:pt x="632574" y="13906"/>
                  </a:lnTo>
                  <a:lnTo>
                    <a:pt x="641210" y="13093"/>
                  </a:lnTo>
                  <a:close/>
                </a:path>
                <a:path w="744219" h="107315">
                  <a:moveTo>
                    <a:pt x="654062" y="11887"/>
                  </a:moveTo>
                  <a:lnTo>
                    <a:pt x="653732" y="8432"/>
                  </a:lnTo>
                  <a:lnTo>
                    <a:pt x="645109" y="9245"/>
                  </a:lnTo>
                  <a:lnTo>
                    <a:pt x="645426" y="12700"/>
                  </a:lnTo>
                  <a:lnTo>
                    <a:pt x="654062" y="11887"/>
                  </a:lnTo>
                  <a:close/>
                </a:path>
                <a:path w="744219" h="107315">
                  <a:moveTo>
                    <a:pt x="666915" y="10680"/>
                  </a:moveTo>
                  <a:lnTo>
                    <a:pt x="666584" y="7226"/>
                  </a:lnTo>
                  <a:lnTo>
                    <a:pt x="657961" y="8039"/>
                  </a:lnTo>
                  <a:lnTo>
                    <a:pt x="658279" y="11480"/>
                  </a:lnTo>
                  <a:lnTo>
                    <a:pt x="666915" y="10680"/>
                  </a:lnTo>
                  <a:close/>
                </a:path>
                <a:path w="744219" h="107315">
                  <a:moveTo>
                    <a:pt x="679767" y="9474"/>
                  </a:moveTo>
                  <a:lnTo>
                    <a:pt x="679437" y="6032"/>
                  </a:lnTo>
                  <a:lnTo>
                    <a:pt x="670814" y="6832"/>
                  </a:lnTo>
                  <a:lnTo>
                    <a:pt x="671131" y="10274"/>
                  </a:lnTo>
                  <a:lnTo>
                    <a:pt x="679767" y="9474"/>
                  </a:lnTo>
                  <a:close/>
                </a:path>
                <a:path w="744219" h="107315">
                  <a:moveTo>
                    <a:pt x="692607" y="8267"/>
                  </a:moveTo>
                  <a:lnTo>
                    <a:pt x="692289" y="4826"/>
                  </a:lnTo>
                  <a:lnTo>
                    <a:pt x="683666" y="5638"/>
                  </a:lnTo>
                  <a:lnTo>
                    <a:pt x="683983" y="9080"/>
                  </a:lnTo>
                  <a:lnTo>
                    <a:pt x="692607" y="8267"/>
                  </a:lnTo>
                  <a:close/>
                </a:path>
                <a:path w="744219" h="107315">
                  <a:moveTo>
                    <a:pt x="705459" y="7061"/>
                  </a:moveTo>
                  <a:lnTo>
                    <a:pt x="705142" y="3619"/>
                  </a:lnTo>
                  <a:lnTo>
                    <a:pt x="696518" y="4419"/>
                  </a:lnTo>
                  <a:lnTo>
                    <a:pt x="696836" y="7874"/>
                  </a:lnTo>
                  <a:lnTo>
                    <a:pt x="705459" y="7061"/>
                  </a:lnTo>
                  <a:close/>
                </a:path>
                <a:path w="744219" h="107315">
                  <a:moveTo>
                    <a:pt x="718312" y="5854"/>
                  </a:moveTo>
                  <a:lnTo>
                    <a:pt x="717994" y="2413"/>
                  </a:lnTo>
                  <a:lnTo>
                    <a:pt x="709358" y="3213"/>
                  </a:lnTo>
                  <a:lnTo>
                    <a:pt x="709688" y="6667"/>
                  </a:lnTo>
                  <a:lnTo>
                    <a:pt x="718312" y="5854"/>
                  </a:lnTo>
                  <a:close/>
                </a:path>
                <a:path w="744219" h="107315">
                  <a:moveTo>
                    <a:pt x="731164" y="4648"/>
                  </a:moveTo>
                  <a:lnTo>
                    <a:pt x="730846" y="1206"/>
                  </a:lnTo>
                  <a:lnTo>
                    <a:pt x="722223" y="2006"/>
                  </a:lnTo>
                  <a:lnTo>
                    <a:pt x="722541" y="5448"/>
                  </a:lnTo>
                  <a:lnTo>
                    <a:pt x="731164" y="4648"/>
                  </a:lnTo>
                  <a:close/>
                </a:path>
                <a:path w="744219" h="107315">
                  <a:moveTo>
                    <a:pt x="744016" y="3441"/>
                  </a:moveTo>
                  <a:lnTo>
                    <a:pt x="743686" y="0"/>
                  </a:lnTo>
                  <a:lnTo>
                    <a:pt x="735063" y="812"/>
                  </a:lnTo>
                  <a:lnTo>
                    <a:pt x="735380" y="4254"/>
                  </a:lnTo>
                  <a:lnTo>
                    <a:pt x="744016" y="3441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24" name="object 224"/>
            <p:cNvSpPr/>
            <p:nvPr/>
          </p:nvSpPr>
          <p:spPr>
            <a:xfrm>
              <a:off x="1851685" y="1225372"/>
              <a:ext cx="280035" cy="40005"/>
            </a:xfrm>
            <a:custGeom>
              <a:avLst/>
              <a:gdLst/>
              <a:ahLst/>
              <a:cxnLst/>
              <a:rect l="l" t="t" r="r" b="b"/>
              <a:pathLst>
                <a:path w="280035" h="40005">
                  <a:moveTo>
                    <a:pt x="9499" y="38303"/>
                  </a:moveTo>
                  <a:lnTo>
                    <a:pt x="9067" y="34874"/>
                  </a:lnTo>
                  <a:lnTo>
                    <a:pt x="0" y="36042"/>
                  </a:lnTo>
                  <a:lnTo>
                    <a:pt x="444" y="39484"/>
                  </a:lnTo>
                  <a:lnTo>
                    <a:pt x="9499" y="38303"/>
                  </a:lnTo>
                  <a:close/>
                </a:path>
                <a:path w="280035" h="40005">
                  <a:moveTo>
                    <a:pt x="22999" y="36563"/>
                  </a:moveTo>
                  <a:lnTo>
                    <a:pt x="22567" y="33134"/>
                  </a:lnTo>
                  <a:lnTo>
                    <a:pt x="13500" y="34302"/>
                  </a:lnTo>
                  <a:lnTo>
                    <a:pt x="13944" y="37744"/>
                  </a:lnTo>
                  <a:lnTo>
                    <a:pt x="22999" y="36563"/>
                  </a:lnTo>
                  <a:close/>
                </a:path>
                <a:path w="280035" h="40005">
                  <a:moveTo>
                    <a:pt x="36499" y="34823"/>
                  </a:moveTo>
                  <a:lnTo>
                    <a:pt x="36068" y="31394"/>
                  </a:lnTo>
                  <a:lnTo>
                    <a:pt x="27000" y="32550"/>
                  </a:lnTo>
                  <a:lnTo>
                    <a:pt x="27444" y="35991"/>
                  </a:lnTo>
                  <a:lnTo>
                    <a:pt x="36499" y="34823"/>
                  </a:lnTo>
                  <a:close/>
                </a:path>
                <a:path w="280035" h="40005">
                  <a:moveTo>
                    <a:pt x="49999" y="33070"/>
                  </a:moveTo>
                  <a:lnTo>
                    <a:pt x="49555" y="29654"/>
                  </a:lnTo>
                  <a:lnTo>
                    <a:pt x="40500" y="30810"/>
                  </a:lnTo>
                  <a:lnTo>
                    <a:pt x="40932" y="34251"/>
                  </a:lnTo>
                  <a:lnTo>
                    <a:pt x="49999" y="33070"/>
                  </a:lnTo>
                  <a:close/>
                </a:path>
                <a:path w="280035" h="40005">
                  <a:moveTo>
                    <a:pt x="63500" y="31330"/>
                  </a:moveTo>
                  <a:lnTo>
                    <a:pt x="63068" y="27901"/>
                  </a:lnTo>
                  <a:lnTo>
                    <a:pt x="54000" y="29070"/>
                  </a:lnTo>
                  <a:lnTo>
                    <a:pt x="54444" y="32512"/>
                  </a:lnTo>
                  <a:lnTo>
                    <a:pt x="63500" y="31330"/>
                  </a:lnTo>
                  <a:close/>
                </a:path>
                <a:path w="280035" h="40005">
                  <a:moveTo>
                    <a:pt x="77000" y="29591"/>
                  </a:moveTo>
                  <a:lnTo>
                    <a:pt x="76568" y="26162"/>
                  </a:lnTo>
                  <a:lnTo>
                    <a:pt x="67500" y="27317"/>
                  </a:lnTo>
                  <a:lnTo>
                    <a:pt x="67945" y="30759"/>
                  </a:lnTo>
                  <a:lnTo>
                    <a:pt x="77000" y="29591"/>
                  </a:lnTo>
                  <a:close/>
                </a:path>
                <a:path w="280035" h="40005">
                  <a:moveTo>
                    <a:pt x="90500" y="27851"/>
                  </a:moveTo>
                  <a:lnTo>
                    <a:pt x="90055" y="24422"/>
                  </a:lnTo>
                  <a:lnTo>
                    <a:pt x="81000" y="25577"/>
                  </a:lnTo>
                  <a:lnTo>
                    <a:pt x="81432" y="29019"/>
                  </a:lnTo>
                  <a:lnTo>
                    <a:pt x="90500" y="27851"/>
                  </a:lnTo>
                  <a:close/>
                </a:path>
                <a:path w="280035" h="40005">
                  <a:moveTo>
                    <a:pt x="104000" y="26098"/>
                  </a:moveTo>
                  <a:lnTo>
                    <a:pt x="103568" y="22669"/>
                  </a:lnTo>
                  <a:lnTo>
                    <a:pt x="94500" y="23837"/>
                  </a:lnTo>
                  <a:lnTo>
                    <a:pt x="94945" y="27279"/>
                  </a:lnTo>
                  <a:lnTo>
                    <a:pt x="104000" y="26098"/>
                  </a:lnTo>
                  <a:close/>
                </a:path>
                <a:path w="280035" h="40005">
                  <a:moveTo>
                    <a:pt x="117500" y="24358"/>
                  </a:moveTo>
                  <a:lnTo>
                    <a:pt x="117068" y="20929"/>
                  </a:lnTo>
                  <a:lnTo>
                    <a:pt x="108000" y="22085"/>
                  </a:lnTo>
                  <a:lnTo>
                    <a:pt x="108445" y="25527"/>
                  </a:lnTo>
                  <a:lnTo>
                    <a:pt x="117500" y="24358"/>
                  </a:lnTo>
                  <a:close/>
                </a:path>
                <a:path w="280035" h="40005">
                  <a:moveTo>
                    <a:pt x="131000" y="22618"/>
                  </a:moveTo>
                  <a:lnTo>
                    <a:pt x="130556" y="19189"/>
                  </a:lnTo>
                  <a:lnTo>
                    <a:pt x="121500" y="20345"/>
                  </a:lnTo>
                  <a:lnTo>
                    <a:pt x="121932" y="23787"/>
                  </a:lnTo>
                  <a:lnTo>
                    <a:pt x="131000" y="22618"/>
                  </a:lnTo>
                  <a:close/>
                </a:path>
                <a:path w="280035" h="40005">
                  <a:moveTo>
                    <a:pt x="144500" y="20866"/>
                  </a:moveTo>
                  <a:lnTo>
                    <a:pt x="144068" y="17437"/>
                  </a:lnTo>
                  <a:lnTo>
                    <a:pt x="135001" y="18605"/>
                  </a:lnTo>
                  <a:lnTo>
                    <a:pt x="135445" y="22047"/>
                  </a:lnTo>
                  <a:lnTo>
                    <a:pt x="144500" y="20866"/>
                  </a:lnTo>
                  <a:close/>
                </a:path>
                <a:path w="280035" h="40005">
                  <a:moveTo>
                    <a:pt x="158000" y="19126"/>
                  </a:moveTo>
                  <a:lnTo>
                    <a:pt x="157556" y="15697"/>
                  </a:lnTo>
                  <a:lnTo>
                    <a:pt x="148501" y="16865"/>
                  </a:lnTo>
                  <a:lnTo>
                    <a:pt x="148932" y="20307"/>
                  </a:lnTo>
                  <a:lnTo>
                    <a:pt x="158000" y="19126"/>
                  </a:lnTo>
                  <a:close/>
                </a:path>
                <a:path w="280035" h="40005">
                  <a:moveTo>
                    <a:pt x="171500" y="17386"/>
                  </a:moveTo>
                  <a:lnTo>
                    <a:pt x="171069" y="13957"/>
                  </a:lnTo>
                  <a:lnTo>
                    <a:pt x="162001" y="15125"/>
                  </a:lnTo>
                  <a:lnTo>
                    <a:pt x="162433" y="18554"/>
                  </a:lnTo>
                  <a:lnTo>
                    <a:pt x="171500" y="17386"/>
                  </a:lnTo>
                  <a:close/>
                </a:path>
                <a:path w="280035" h="40005">
                  <a:moveTo>
                    <a:pt x="185000" y="15633"/>
                  </a:moveTo>
                  <a:lnTo>
                    <a:pt x="184556" y="12204"/>
                  </a:lnTo>
                  <a:lnTo>
                    <a:pt x="175501" y="13373"/>
                  </a:lnTo>
                  <a:lnTo>
                    <a:pt x="175933" y="16814"/>
                  </a:lnTo>
                  <a:lnTo>
                    <a:pt x="185000" y="15633"/>
                  </a:lnTo>
                  <a:close/>
                </a:path>
                <a:path w="280035" h="40005">
                  <a:moveTo>
                    <a:pt x="198501" y="13893"/>
                  </a:moveTo>
                  <a:lnTo>
                    <a:pt x="198069" y="10464"/>
                  </a:lnTo>
                  <a:lnTo>
                    <a:pt x="189001" y="11633"/>
                  </a:lnTo>
                  <a:lnTo>
                    <a:pt x="189433" y="15074"/>
                  </a:lnTo>
                  <a:lnTo>
                    <a:pt x="198501" y="13893"/>
                  </a:lnTo>
                  <a:close/>
                </a:path>
                <a:path w="280035" h="40005">
                  <a:moveTo>
                    <a:pt x="212001" y="12153"/>
                  </a:moveTo>
                  <a:lnTo>
                    <a:pt x="211556" y="8724"/>
                  </a:lnTo>
                  <a:lnTo>
                    <a:pt x="202501" y="9893"/>
                  </a:lnTo>
                  <a:lnTo>
                    <a:pt x="202933" y="13322"/>
                  </a:lnTo>
                  <a:lnTo>
                    <a:pt x="212001" y="12153"/>
                  </a:lnTo>
                  <a:close/>
                </a:path>
                <a:path w="280035" h="40005">
                  <a:moveTo>
                    <a:pt x="225501" y="10401"/>
                  </a:moveTo>
                  <a:lnTo>
                    <a:pt x="225069" y="6972"/>
                  </a:lnTo>
                  <a:lnTo>
                    <a:pt x="216001" y="8140"/>
                  </a:lnTo>
                  <a:lnTo>
                    <a:pt x="216433" y="11582"/>
                  </a:lnTo>
                  <a:lnTo>
                    <a:pt x="225501" y="10401"/>
                  </a:lnTo>
                  <a:close/>
                </a:path>
                <a:path w="280035" h="40005">
                  <a:moveTo>
                    <a:pt x="239001" y="8661"/>
                  </a:moveTo>
                  <a:lnTo>
                    <a:pt x="238556" y="5232"/>
                  </a:lnTo>
                  <a:lnTo>
                    <a:pt x="229501" y="6400"/>
                  </a:lnTo>
                  <a:lnTo>
                    <a:pt x="229933" y="9842"/>
                  </a:lnTo>
                  <a:lnTo>
                    <a:pt x="239001" y="8661"/>
                  </a:lnTo>
                  <a:close/>
                </a:path>
                <a:path w="280035" h="40005">
                  <a:moveTo>
                    <a:pt x="252501" y="6921"/>
                  </a:moveTo>
                  <a:lnTo>
                    <a:pt x="252069" y="3492"/>
                  </a:lnTo>
                  <a:lnTo>
                    <a:pt x="243001" y="4660"/>
                  </a:lnTo>
                  <a:lnTo>
                    <a:pt x="243433" y="8089"/>
                  </a:lnTo>
                  <a:lnTo>
                    <a:pt x="252501" y="6921"/>
                  </a:lnTo>
                  <a:close/>
                </a:path>
                <a:path w="280035" h="40005">
                  <a:moveTo>
                    <a:pt x="266001" y="5168"/>
                  </a:moveTo>
                  <a:lnTo>
                    <a:pt x="265569" y="1739"/>
                  </a:lnTo>
                  <a:lnTo>
                    <a:pt x="256501" y="2908"/>
                  </a:lnTo>
                  <a:lnTo>
                    <a:pt x="256946" y="6350"/>
                  </a:lnTo>
                  <a:lnTo>
                    <a:pt x="266001" y="5168"/>
                  </a:lnTo>
                  <a:close/>
                </a:path>
                <a:path w="280035" h="40005">
                  <a:moveTo>
                    <a:pt x="279501" y="3429"/>
                  </a:moveTo>
                  <a:lnTo>
                    <a:pt x="279057" y="0"/>
                  </a:lnTo>
                  <a:lnTo>
                    <a:pt x="269989" y="1168"/>
                  </a:lnTo>
                  <a:lnTo>
                    <a:pt x="270433" y="4610"/>
                  </a:lnTo>
                  <a:lnTo>
                    <a:pt x="279501" y="3429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225" name="object 225"/>
          <p:cNvSpPr txBox="1"/>
          <p:nvPr/>
        </p:nvSpPr>
        <p:spPr>
          <a:xfrm>
            <a:off x="7047704" y="2049300"/>
            <a:ext cx="603857" cy="396150"/>
          </a:xfrm>
          <a:prstGeom prst="rect">
            <a:avLst/>
          </a:prstGeom>
        </p:spPr>
        <p:txBody>
          <a:bodyPr vert="horz" wrap="square" lIns="0" tIns="43577" rIns="0" bIns="0" rtlCol="0">
            <a:spAutoFit/>
          </a:bodyPr>
          <a:lstStyle/>
          <a:p>
            <a:pPr marL="41502" marR="16601" indent="4150">
              <a:spcBef>
                <a:spcPts val="343"/>
              </a:spcBef>
            </a:pP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Original  </a:t>
            </a:r>
            <a:r>
              <a:rPr sz="1144" spc="-16" dirty="0">
                <a:solidFill>
                  <a:srgbClr val="231F20"/>
                </a:solidFill>
                <a:latin typeface="Arial MT"/>
                <a:cs typeface="Arial MT"/>
              </a:rPr>
              <a:t>network</a:t>
            </a:r>
            <a:endParaRPr sz="1144">
              <a:latin typeface="Arial MT"/>
              <a:cs typeface="Arial MT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13224174" y="2049301"/>
            <a:ext cx="925499" cy="396150"/>
          </a:xfrm>
          <a:prstGeom prst="rect">
            <a:avLst/>
          </a:prstGeom>
        </p:spPr>
        <p:txBody>
          <a:bodyPr vert="horz" wrap="square" lIns="0" tIns="43577" rIns="0" bIns="0" rtlCol="0">
            <a:spAutoFit/>
          </a:bodyPr>
          <a:lstStyle/>
          <a:p>
            <a:pPr marL="41502" marR="16601" indent="192986">
              <a:spcBef>
                <a:spcPts val="343"/>
              </a:spcBef>
            </a:pP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Graph </a:t>
            </a:r>
            <a:r>
              <a:rPr sz="1144" spc="16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classification</a:t>
            </a:r>
            <a:endParaRPr sz="1144">
              <a:latin typeface="Arial MT"/>
              <a:cs typeface="Arial MT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8831214" y="2049302"/>
            <a:ext cx="3961385" cy="396150"/>
          </a:xfrm>
          <a:prstGeom prst="rect">
            <a:avLst/>
          </a:prstGeom>
        </p:spPr>
        <p:txBody>
          <a:bodyPr vert="horz" wrap="square" lIns="0" tIns="43577" rIns="0" bIns="0" rtlCol="0">
            <a:spAutoFit/>
          </a:bodyPr>
          <a:lstStyle/>
          <a:p>
            <a:pPr marL="255239" marR="16601" indent="-215812">
              <a:spcBef>
                <a:spcPts val="343"/>
              </a:spcBef>
              <a:tabLst>
                <a:tab pos="1550112" algn="l"/>
                <a:tab pos="1763849" algn="l"/>
                <a:tab pos="3108525" algn="l"/>
              </a:tabLst>
            </a:pP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Pooled </a:t>
            </a:r>
            <a:r>
              <a:rPr sz="1144" spc="-16" dirty="0">
                <a:solidFill>
                  <a:srgbClr val="231F20"/>
                </a:solidFill>
                <a:latin typeface="Arial MT"/>
                <a:cs typeface="Arial MT"/>
              </a:rPr>
              <a:t>networ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k	Pooled </a:t>
            </a:r>
            <a:r>
              <a:rPr sz="1144" spc="-16" dirty="0">
                <a:solidFill>
                  <a:srgbClr val="231F20"/>
                </a:solidFill>
                <a:latin typeface="Arial MT"/>
                <a:cs typeface="Arial MT"/>
              </a:rPr>
              <a:t>networ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k       </a:t>
            </a:r>
            <a:r>
              <a:rPr sz="1144" spc="-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Pooled </a:t>
            </a:r>
            <a:r>
              <a:rPr sz="1144" spc="-16" dirty="0">
                <a:solidFill>
                  <a:srgbClr val="231F20"/>
                </a:solidFill>
                <a:latin typeface="Arial MT"/>
                <a:cs typeface="Arial MT"/>
              </a:rPr>
              <a:t>network  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at</a:t>
            </a:r>
            <a:r>
              <a:rPr sz="1144" spc="16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spc="-16" dirty="0">
                <a:solidFill>
                  <a:srgbClr val="231F20"/>
                </a:solidFill>
                <a:latin typeface="Arial MT"/>
                <a:cs typeface="Arial MT"/>
              </a:rPr>
              <a:t>level</a:t>
            </a:r>
            <a:r>
              <a:rPr sz="1144" spc="16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1		at</a:t>
            </a:r>
            <a:r>
              <a:rPr sz="1144" spc="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spc="-16" dirty="0">
                <a:solidFill>
                  <a:srgbClr val="231F20"/>
                </a:solidFill>
                <a:latin typeface="Arial MT"/>
                <a:cs typeface="Arial MT"/>
              </a:rPr>
              <a:t>level</a:t>
            </a:r>
            <a:r>
              <a:rPr sz="1144" spc="16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2	at</a:t>
            </a:r>
            <a:r>
              <a:rPr sz="1144" spc="-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spc="-16" dirty="0">
                <a:solidFill>
                  <a:srgbClr val="231F20"/>
                </a:solidFill>
                <a:latin typeface="Arial MT"/>
                <a:cs typeface="Arial MT"/>
              </a:rPr>
              <a:t>level</a:t>
            </a:r>
            <a:r>
              <a:rPr sz="1144" spc="-33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144" dirty="0">
                <a:solidFill>
                  <a:srgbClr val="231F20"/>
                </a:solidFill>
                <a:latin typeface="Arial MT"/>
                <a:cs typeface="Arial MT"/>
              </a:rPr>
              <a:t>3</a:t>
            </a:r>
            <a:endParaRPr sz="1144">
              <a:latin typeface="Arial MT"/>
              <a:cs typeface="Arial MT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3529809" y="4904851"/>
            <a:ext cx="13203922" cy="3706147"/>
            <a:chOff x="309193" y="1500923"/>
            <a:chExt cx="4040504" cy="1134110"/>
          </a:xfrm>
        </p:grpSpPr>
        <p:sp>
          <p:nvSpPr>
            <p:cNvPr id="229" name="object 229"/>
            <p:cNvSpPr/>
            <p:nvPr/>
          </p:nvSpPr>
          <p:spPr>
            <a:xfrm>
              <a:off x="309193" y="1500923"/>
              <a:ext cx="3989704" cy="194945"/>
            </a:xfrm>
            <a:custGeom>
              <a:avLst/>
              <a:gdLst/>
              <a:ahLst/>
              <a:cxnLst/>
              <a:rect l="l" t="t" r="r" b="b"/>
              <a:pathLst>
                <a:path w="3989704" h="19494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01"/>
                  </a:lnTo>
                  <a:lnTo>
                    <a:pt x="3989652" y="19440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30" name="object 2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194" y="1682673"/>
              <a:ext cx="3989651" cy="50609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533002"/>
              <a:ext cx="101600" cy="101600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794" y="2520302"/>
              <a:ext cx="3938802" cy="114300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8846" y="1545158"/>
              <a:ext cx="50751" cy="987844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309193" y="1726944"/>
              <a:ext cx="3989704" cy="857250"/>
            </a:xfrm>
            <a:custGeom>
              <a:avLst/>
              <a:gdLst/>
              <a:ahLst/>
              <a:cxnLst/>
              <a:rect l="l" t="t" r="r" b="b"/>
              <a:pathLst>
                <a:path w="3989704" h="857250">
                  <a:moveTo>
                    <a:pt x="3989652" y="0"/>
                  </a:moveTo>
                  <a:lnTo>
                    <a:pt x="0" y="0"/>
                  </a:lnTo>
                  <a:lnTo>
                    <a:pt x="0" y="806057"/>
                  </a:lnTo>
                  <a:lnTo>
                    <a:pt x="4008" y="825782"/>
                  </a:lnTo>
                  <a:lnTo>
                    <a:pt x="14922" y="841935"/>
                  </a:lnTo>
                  <a:lnTo>
                    <a:pt x="31075" y="852849"/>
                  </a:lnTo>
                  <a:lnTo>
                    <a:pt x="50800" y="856857"/>
                  </a:lnTo>
                  <a:lnTo>
                    <a:pt x="3938852" y="856857"/>
                  </a:lnTo>
                  <a:lnTo>
                    <a:pt x="3958576" y="852849"/>
                  </a:lnTo>
                  <a:lnTo>
                    <a:pt x="3974729" y="841935"/>
                  </a:lnTo>
                  <a:lnTo>
                    <a:pt x="3985644" y="825782"/>
                  </a:lnTo>
                  <a:lnTo>
                    <a:pt x="3989652" y="80605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35" name="object 235"/>
            <p:cNvSpPr/>
            <p:nvPr/>
          </p:nvSpPr>
          <p:spPr>
            <a:xfrm>
              <a:off x="4298846" y="1583249"/>
              <a:ext cx="0" cy="969010"/>
            </a:xfrm>
            <a:custGeom>
              <a:avLst/>
              <a:gdLst/>
              <a:ahLst/>
              <a:cxnLst/>
              <a:rect l="l" t="t" r="r" b="b"/>
              <a:pathLst>
                <a:path h="969010">
                  <a:moveTo>
                    <a:pt x="0" y="9688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36" name="object 236"/>
            <p:cNvSpPr/>
            <p:nvPr/>
          </p:nvSpPr>
          <p:spPr>
            <a:xfrm>
              <a:off x="4298846" y="15705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37" name="object 237"/>
            <p:cNvSpPr/>
            <p:nvPr/>
          </p:nvSpPr>
          <p:spPr>
            <a:xfrm>
              <a:off x="4298846" y="15578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38" name="object 238"/>
            <p:cNvSpPr/>
            <p:nvPr/>
          </p:nvSpPr>
          <p:spPr>
            <a:xfrm>
              <a:off x="4298846" y="15451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39" name="object 2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1007" y="1799120"/>
              <a:ext cx="76809" cy="76809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1007" y="2009152"/>
              <a:ext cx="76809" cy="76809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1007" y="2219185"/>
              <a:ext cx="76809" cy="76809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1007" y="2429218"/>
              <a:ext cx="76809" cy="76809"/>
            </a:xfrm>
            <a:prstGeom prst="rect">
              <a:avLst/>
            </a:prstGeom>
          </p:spPr>
        </p:pic>
      </p:grpSp>
      <p:sp>
        <p:nvSpPr>
          <p:cNvPr id="243" name="object 243"/>
          <p:cNvSpPr txBox="1"/>
          <p:nvPr/>
        </p:nvSpPr>
        <p:spPr>
          <a:xfrm>
            <a:off x="3488310" y="4636534"/>
            <a:ext cx="12996411" cy="4649815"/>
          </a:xfrm>
          <a:prstGeom prst="rect">
            <a:avLst/>
          </a:prstGeom>
        </p:spPr>
        <p:txBody>
          <a:bodyPr vert="horz" wrap="square" lIns="0" tIns="269764" rIns="0" bIns="0" rtlCol="0">
            <a:spAutoFit/>
          </a:bodyPr>
          <a:lstStyle/>
          <a:p>
            <a:pPr marL="207512">
              <a:spcBef>
                <a:spcPts val="2124"/>
              </a:spcBef>
            </a:pP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Components</a:t>
            </a:r>
            <a:endParaRPr sz="3595">
              <a:latin typeface="Microsoft Sans Serif"/>
              <a:cs typeface="Microsoft Sans Serif"/>
            </a:endParaRPr>
          </a:p>
          <a:p>
            <a:pPr marL="1112262" marR="390122">
              <a:lnSpc>
                <a:spcPct val="125299"/>
              </a:lnSpc>
              <a:spcBef>
                <a:spcPts val="703"/>
              </a:spcBef>
            </a:pPr>
            <a:r>
              <a:rPr sz="3595" spc="-49" dirty="0">
                <a:latin typeface="Microsoft Sans Serif"/>
                <a:cs typeface="Microsoft Sans Serif"/>
              </a:rPr>
              <a:t>Layerwise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soft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cluster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assignment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matrix:</a:t>
            </a:r>
            <a:r>
              <a:rPr sz="3595" spc="278" dirty="0">
                <a:latin typeface="Microsoft Sans Serif"/>
                <a:cs typeface="Microsoft Sans Serif"/>
              </a:rPr>
              <a:t> </a:t>
            </a:r>
            <a:r>
              <a:rPr sz="3595" i="1" dirty="0">
                <a:latin typeface="Arial"/>
                <a:cs typeface="Arial"/>
              </a:rPr>
              <a:t>S</a:t>
            </a:r>
            <a:r>
              <a:rPr sz="3921" baseline="27777" dirty="0">
                <a:latin typeface="Verdana"/>
                <a:cs typeface="Verdana"/>
              </a:rPr>
              <a:t>(</a:t>
            </a:r>
            <a:r>
              <a:rPr sz="3921" i="1" baseline="27777" dirty="0">
                <a:latin typeface="Arial"/>
                <a:cs typeface="Arial"/>
              </a:rPr>
              <a:t>k</a:t>
            </a:r>
            <a:r>
              <a:rPr sz="3921" i="1" spc="-709" baseline="27777" dirty="0">
                <a:latin typeface="Arial"/>
                <a:cs typeface="Arial"/>
              </a:rPr>
              <a:t> </a:t>
            </a:r>
            <a:r>
              <a:rPr sz="3921" spc="-170" baseline="27777" dirty="0">
                <a:latin typeface="Verdana"/>
                <a:cs typeface="Verdana"/>
              </a:rPr>
              <a:t>)</a:t>
            </a:r>
            <a:r>
              <a:rPr sz="3921" spc="340" baseline="27777" dirty="0">
                <a:latin typeface="Verdana"/>
                <a:cs typeface="Verdana"/>
              </a:rPr>
              <a:t> </a:t>
            </a:r>
            <a:r>
              <a:rPr sz="3595" spc="-490" dirty="0">
                <a:latin typeface="Lucida Sans Unicode"/>
                <a:cs typeface="Lucida Sans Unicode"/>
              </a:rPr>
              <a:t>∈</a:t>
            </a:r>
            <a:r>
              <a:rPr sz="3595" spc="-147" dirty="0">
                <a:latin typeface="Lucida Sans Unicode"/>
                <a:cs typeface="Lucida Sans Unicode"/>
              </a:rPr>
              <a:t> </a:t>
            </a:r>
            <a:r>
              <a:rPr sz="3595" spc="-163" dirty="0">
                <a:latin typeface="Times New Roman"/>
                <a:cs typeface="Times New Roman"/>
              </a:rPr>
              <a:t>IR</a:t>
            </a:r>
            <a:r>
              <a:rPr sz="3921" i="1" spc="-245" baseline="27777" dirty="0">
                <a:latin typeface="Arial"/>
                <a:cs typeface="Arial"/>
              </a:rPr>
              <a:t>n</a:t>
            </a:r>
            <a:r>
              <a:rPr sz="2941" i="1" spc="-245" baseline="23148" dirty="0">
                <a:latin typeface="Arial"/>
                <a:cs typeface="Arial"/>
              </a:rPr>
              <a:t>k</a:t>
            </a:r>
            <a:r>
              <a:rPr sz="2941" i="1" spc="-268" baseline="23148" dirty="0">
                <a:latin typeface="Arial"/>
                <a:cs typeface="Arial"/>
              </a:rPr>
              <a:t> </a:t>
            </a:r>
            <a:r>
              <a:rPr sz="3921" spc="23" baseline="27777" dirty="0">
                <a:latin typeface="Lucida Sans Unicode"/>
                <a:cs typeface="Lucida Sans Unicode"/>
              </a:rPr>
              <a:t>×</a:t>
            </a:r>
            <a:r>
              <a:rPr sz="3921" i="1" spc="23" baseline="27777" dirty="0">
                <a:latin typeface="Arial"/>
                <a:cs typeface="Arial"/>
              </a:rPr>
              <a:t>n</a:t>
            </a:r>
            <a:r>
              <a:rPr sz="2941" i="1" spc="23" baseline="23148" dirty="0">
                <a:latin typeface="Arial"/>
                <a:cs typeface="Arial"/>
              </a:rPr>
              <a:t>k</a:t>
            </a:r>
            <a:r>
              <a:rPr sz="2941" i="1" spc="-539" baseline="23148" dirty="0">
                <a:latin typeface="Arial"/>
                <a:cs typeface="Arial"/>
              </a:rPr>
              <a:t> </a:t>
            </a:r>
            <a:r>
              <a:rPr sz="2941" baseline="23148" dirty="0">
                <a:latin typeface="Verdana"/>
                <a:cs typeface="Verdana"/>
              </a:rPr>
              <a:t>+</a:t>
            </a:r>
            <a:r>
              <a:rPr sz="2941" baseline="23148" dirty="0">
                <a:latin typeface="Microsoft Sans Serif"/>
                <a:cs typeface="Microsoft Sans Serif"/>
              </a:rPr>
              <a:t>1 </a:t>
            </a:r>
            <a:r>
              <a:rPr sz="2941" spc="-709" baseline="23148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Layerwise </a:t>
            </a:r>
            <a:r>
              <a:rPr sz="3595" spc="-33" dirty="0">
                <a:latin typeface="Microsoft Sans Serif"/>
                <a:cs typeface="Microsoft Sans Serif"/>
              </a:rPr>
              <a:t>input embedding </a:t>
            </a:r>
            <a:r>
              <a:rPr sz="3595" spc="-16" dirty="0">
                <a:latin typeface="Microsoft Sans Serif"/>
                <a:cs typeface="Microsoft Sans Serif"/>
              </a:rPr>
              <a:t>matrix: </a:t>
            </a:r>
            <a:r>
              <a:rPr sz="3595" i="1" spc="-33" dirty="0">
                <a:latin typeface="Arial"/>
                <a:cs typeface="Arial"/>
              </a:rPr>
              <a:t>Z </a:t>
            </a:r>
            <a:r>
              <a:rPr sz="3921" spc="-98" baseline="27777" dirty="0">
                <a:latin typeface="Verdana"/>
                <a:cs typeface="Verdana"/>
              </a:rPr>
              <a:t>(</a:t>
            </a:r>
            <a:r>
              <a:rPr sz="3921" i="1" spc="-98" baseline="27777" dirty="0">
                <a:latin typeface="Arial"/>
                <a:cs typeface="Arial"/>
              </a:rPr>
              <a:t>k </a:t>
            </a:r>
            <a:r>
              <a:rPr sz="3921" spc="-170" baseline="27777" dirty="0">
                <a:latin typeface="Verdana"/>
                <a:cs typeface="Verdana"/>
              </a:rPr>
              <a:t>) </a:t>
            </a:r>
            <a:r>
              <a:rPr sz="3595" spc="-490" dirty="0">
                <a:latin typeface="Lucida Sans Unicode"/>
                <a:cs typeface="Lucida Sans Unicode"/>
              </a:rPr>
              <a:t>∈</a:t>
            </a:r>
            <a:r>
              <a:rPr sz="3595" spc="-474" dirty="0">
                <a:latin typeface="Lucida Sans Unicode"/>
                <a:cs typeface="Lucida Sans Unicode"/>
              </a:rPr>
              <a:t> </a:t>
            </a:r>
            <a:r>
              <a:rPr sz="3595" spc="-163" dirty="0">
                <a:latin typeface="Times New Roman"/>
                <a:cs typeface="Times New Roman"/>
              </a:rPr>
              <a:t>IR</a:t>
            </a:r>
            <a:r>
              <a:rPr sz="3921" i="1" spc="-245" baseline="27777" dirty="0">
                <a:latin typeface="Arial"/>
                <a:cs typeface="Arial"/>
              </a:rPr>
              <a:t>n</a:t>
            </a:r>
            <a:r>
              <a:rPr sz="2941" i="1" spc="-245" baseline="23148" dirty="0">
                <a:latin typeface="Arial"/>
                <a:cs typeface="Arial"/>
              </a:rPr>
              <a:t>k </a:t>
            </a:r>
            <a:r>
              <a:rPr sz="3921" spc="49" baseline="27777" dirty="0">
                <a:latin typeface="Lucida Sans Unicode"/>
                <a:cs typeface="Lucida Sans Unicode"/>
              </a:rPr>
              <a:t>×</a:t>
            </a:r>
            <a:r>
              <a:rPr sz="3921" i="1" spc="49" baseline="27777" dirty="0">
                <a:latin typeface="Arial"/>
                <a:cs typeface="Arial"/>
              </a:rPr>
              <a:t>d </a:t>
            </a:r>
            <a:r>
              <a:rPr sz="3921" i="1" spc="72" baseline="27777" dirty="0">
                <a:latin typeface="Arial"/>
                <a:cs typeface="Arial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Layerwise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soft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adjacency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matrix:</a:t>
            </a:r>
            <a:r>
              <a:rPr sz="3595" spc="261" dirty="0">
                <a:latin typeface="Microsoft Sans Serif"/>
                <a:cs typeface="Microsoft Sans Serif"/>
              </a:rPr>
              <a:t> </a:t>
            </a:r>
            <a:r>
              <a:rPr sz="3595" i="1" spc="-49" dirty="0">
                <a:latin typeface="Arial"/>
                <a:cs typeface="Arial"/>
              </a:rPr>
              <a:t>A</a:t>
            </a:r>
            <a:r>
              <a:rPr sz="3921" spc="-72" baseline="27777" dirty="0">
                <a:latin typeface="Verdana"/>
                <a:cs typeface="Verdana"/>
              </a:rPr>
              <a:t>(</a:t>
            </a:r>
            <a:r>
              <a:rPr sz="3921" i="1" spc="-72" baseline="27777" dirty="0">
                <a:latin typeface="Arial"/>
                <a:cs typeface="Arial"/>
              </a:rPr>
              <a:t>k</a:t>
            </a:r>
            <a:r>
              <a:rPr sz="3921" i="1" spc="-709" baseline="27777" dirty="0">
                <a:latin typeface="Arial"/>
                <a:cs typeface="Arial"/>
              </a:rPr>
              <a:t> </a:t>
            </a:r>
            <a:r>
              <a:rPr sz="3921" spc="-72" baseline="27777" dirty="0">
                <a:latin typeface="Verdana"/>
                <a:cs typeface="Verdana"/>
              </a:rPr>
              <a:t>+</a:t>
            </a:r>
            <a:r>
              <a:rPr sz="3921" spc="-72" baseline="27777" dirty="0">
                <a:latin typeface="Microsoft Sans Serif"/>
                <a:cs typeface="Microsoft Sans Serif"/>
              </a:rPr>
              <a:t>1</a:t>
            </a:r>
            <a:r>
              <a:rPr sz="3921" spc="-72" baseline="27777" dirty="0">
                <a:latin typeface="Verdana"/>
                <a:cs typeface="Verdana"/>
              </a:rPr>
              <a:t>)</a:t>
            </a:r>
            <a:endParaRPr sz="3921" baseline="27777">
              <a:latin typeface="Verdana"/>
              <a:cs typeface="Verdana"/>
            </a:endParaRPr>
          </a:p>
          <a:p>
            <a:pPr marL="1112262">
              <a:spcBef>
                <a:spcPts val="1091"/>
              </a:spcBef>
            </a:pPr>
            <a:r>
              <a:rPr sz="3595" spc="-49" dirty="0">
                <a:latin typeface="Microsoft Sans Serif"/>
                <a:cs typeface="Microsoft Sans Serif"/>
              </a:rPr>
              <a:t>Layerwise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output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embedding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matrix:</a:t>
            </a:r>
            <a:r>
              <a:rPr sz="3595" spc="261" dirty="0">
                <a:latin typeface="Microsoft Sans Serif"/>
                <a:cs typeface="Microsoft Sans Serif"/>
              </a:rPr>
              <a:t> </a:t>
            </a:r>
            <a:r>
              <a:rPr sz="3595" i="1" spc="-33" dirty="0">
                <a:latin typeface="Arial"/>
                <a:cs typeface="Arial"/>
              </a:rPr>
              <a:t>X</a:t>
            </a:r>
            <a:r>
              <a:rPr sz="3595" i="1" spc="-572" dirty="0">
                <a:latin typeface="Arial"/>
                <a:cs typeface="Arial"/>
              </a:rPr>
              <a:t> </a:t>
            </a:r>
            <a:r>
              <a:rPr sz="3921" spc="-98" baseline="27777" dirty="0">
                <a:latin typeface="Verdana"/>
                <a:cs typeface="Verdana"/>
              </a:rPr>
              <a:t>(</a:t>
            </a:r>
            <a:r>
              <a:rPr sz="3921" i="1" spc="-98" baseline="27777" dirty="0">
                <a:latin typeface="Arial"/>
                <a:cs typeface="Arial"/>
              </a:rPr>
              <a:t>k</a:t>
            </a:r>
            <a:r>
              <a:rPr sz="3921" i="1" spc="-683" baseline="27777" dirty="0">
                <a:latin typeface="Arial"/>
                <a:cs typeface="Arial"/>
              </a:rPr>
              <a:t> </a:t>
            </a:r>
            <a:r>
              <a:rPr sz="3921" spc="-72" baseline="27777" dirty="0">
                <a:latin typeface="Verdana"/>
                <a:cs typeface="Verdana"/>
              </a:rPr>
              <a:t>+</a:t>
            </a:r>
            <a:r>
              <a:rPr sz="3921" spc="-72" baseline="27777" dirty="0">
                <a:latin typeface="Microsoft Sans Serif"/>
                <a:cs typeface="Microsoft Sans Serif"/>
              </a:rPr>
              <a:t>1</a:t>
            </a:r>
            <a:r>
              <a:rPr sz="3921" spc="-72" baseline="27777" dirty="0">
                <a:latin typeface="Verdana"/>
                <a:cs typeface="Verdana"/>
              </a:rPr>
              <a:t>)</a:t>
            </a:r>
            <a:r>
              <a:rPr sz="3921" spc="340" baseline="27777" dirty="0">
                <a:latin typeface="Verdana"/>
                <a:cs typeface="Verdana"/>
              </a:rPr>
              <a:t> </a:t>
            </a:r>
            <a:r>
              <a:rPr sz="3595" spc="-490" dirty="0">
                <a:latin typeface="Lucida Sans Unicode"/>
                <a:cs typeface="Lucida Sans Unicode"/>
              </a:rPr>
              <a:t>∈</a:t>
            </a:r>
            <a:r>
              <a:rPr sz="3595" spc="-147" dirty="0">
                <a:latin typeface="Lucida Sans Unicode"/>
                <a:cs typeface="Lucida Sans Unicode"/>
              </a:rPr>
              <a:t> </a:t>
            </a:r>
            <a:r>
              <a:rPr sz="3595" spc="-163" dirty="0">
                <a:latin typeface="Times New Roman"/>
                <a:cs typeface="Times New Roman"/>
              </a:rPr>
              <a:t>IR</a:t>
            </a:r>
            <a:r>
              <a:rPr sz="3921" i="1" spc="-245" baseline="27777" dirty="0">
                <a:latin typeface="Arial"/>
                <a:cs typeface="Arial"/>
              </a:rPr>
              <a:t>n</a:t>
            </a:r>
            <a:r>
              <a:rPr sz="2941" i="1" spc="-245" baseline="23148" dirty="0">
                <a:latin typeface="Arial"/>
                <a:cs typeface="Arial"/>
              </a:rPr>
              <a:t>k</a:t>
            </a:r>
            <a:r>
              <a:rPr sz="2941" i="1" spc="-513" baseline="23148" dirty="0">
                <a:latin typeface="Arial"/>
                <a:cs typeface="Arial"/>
              </a:rPr>
              <a:t> </a:t>
            </a:r>
            <a:r>
              <a:rPr sz="2941" spc="72" baseline="23148" dirty="0">
                <a:latin typeface="Verdana"/>
                <a:cs typeface="Verdana"/>
              </a:rPr>
              <a:t>+</a:t>
            </a:r>
            <a:r>
              <a:rPr sz="2941" spc="72" baseline="23148" dirty="0">
                <a:latin typeface="Microsoft Sans Serif"/>
                <a:cs typeface="Microsoft Sans Serif"/>
              </a:rPr>
              <a:t>1</a:t>
            </a:r>
            <a:r>
              <a:rPr sz="3921" spc="72" baseline="27777" dirty="0">
                <a:latin typeface="Lucida Sans Unicode"/>
                <a:cs typeface="Lucida Sans Unicode"/>
              </a:rPr>
              <a:t>×</a:t>
            </a:r>
            <a:r>
              <a:rPr sz="3921" i="1" spc="72" baseline="27777" dirty="0">
                <a:latin typeface="Arial"/>
                <a:cs typeface="Arial"/>
              </a:rPr>
              <a:t>d</a:t>
            </a:r>
            <a:endParaRPr sz="3921" baseline="27777">
              <a:latin typeface="Arial"/>
              <a:cs typeface="Arial"/>
            </a:endParaRPr>
          </a:p>
          <a:p>
            <a:pPr marL="8244438">
              <a:spcBef>
                <a:spcPts val="4003"/>
              </a:spcBef>
            </a:pPr>
            <a:r>
              <a:rPr sz="2941" spc="-16" dirty="0">
                <a:latin typeface="Microsoft Sans Serif"/>
                <a:cs typeface="Microsoft Sans Serif"/>
              </a:rPr>
              <a:t>Image</a:t>
            </a:r>
            <a:r>
              <a:rPr sz="2941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from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33" dirty="0">
                <a:latin typeface="Microsoft Sans Serif"/>
                <a:cs typeface="Microsoft Sans Serif"/>
              </a:rPr>
              <a:t>Ying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et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al.,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2018</a:t>
            </a:r>
            <a:endParaRPr sz="2941">
              <a:latin typeface="Microsoft Sans Serif"/>
              <a:cs typeface="Microsoft Sans Serif"/>
            </a:endParaRPr>
          </a:p>
        </p:txBody>
      </p:sp>
      <p:grpSp>
        <p:nvGrpSpPr>
          <p:cNvPr id="244" name="object 244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245" name="object 245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46" name="object 246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247" name="object 247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250" name="object 2">
            <a:extLst>
              <a:ext uri="{FF2B5EF4-FFF2-40B4-BE49-F238E27FC236}">
                <a16:creationId xmlns:a16="http://schemas.microsoft.com/office/drawing/2014/main" id="{CCA8684B-C9D1-364F-8F22-580D0533CE42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2998159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529809" y="2912914"/>
            <a:ext cx="13203922" cy="5360009"/>
            <a:chOff x="309193" y="891374"/>
            <a:chExt cx="4040504" cy="1640205"/>
          </a:xfrm>
        </p:grpSpPr>
        <p:sp>
          <p:nvSpPr>
            <p:cNvPr id="5" name="object 5"/>
            <p:cNvSpPr/>
            <p:nvPr/>
          </p:nvSpPr>
          <p:spPr>
            <a:xfrm>
              <a:off x="309193" y="891374"/>
              <a:ext cx="3989704" cy="220979"/>
            </a:xfrm>
            <a:custGeom>
              <a:avLst/>
              <a:gdLst/>
              <a:ahLst/>
              <a:cxnLst/>
              <a:rect l="l" t="t" r="r" b="b"/>
              <a:pathLst>
                <a:path w="3989704" h="22098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20425"/>
                  </a:lnTo>
                  <a:lnTo>
                    <a:pt x="3989652" y="220425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099134"/>
              <a:ext cx="3989651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2429560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2416860"/>
              <a:ext cx="3938802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935608"/>
              <a:ext cx="50751" cy="149395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193" y="1143405"/>
              <a:ext cx="3989704" cy="1337310"/>
            </a:xfrm>
            <a:custGeom>
              <a:avLst/>
              <a:gdLst/>
              <a:ahLst/>
              <a:cxnLst/>
              <a:rect l="l" t="t" r="r" b="b"/>
              <a:pathLst>
                <a:path w="3989704" h="1337310">
                  <a:moveTo>
                    <a:pt x="3989652" y="0"/>
                  </a:moveTo>
                  <a:lnTo>
                    <a:pt x="0" y="0"/>
                  </a:lnTo>
                  <a:lnTo>
                    <a:pt x="0" y="1286155"/>
                  </a:lnTo>
                  <a:lnTo>
                    <a:pt x="4008" y="1305879"/>
                  </a:lnTo>
                  <a:lnTo>
                    <a:pt x="14922" y="1322032"/>
                  </a:lnTo>
                  <a:lnTo>
                    <a:pt x="31075" y="1332947"/>
                  </a:lnTo>
                  <a:lnTo>
                    <a:pt x="50800" y="1336955"/>
                  </a:lnTo>
                  <a:lnTo>
                    <a:pt x="3938852" y="1336955"/>
                  </a:lnTo>
                  <a:lnTo>
                    <a:pt x="3958576" y="1332947"/>
                  </a:lnTo>
                  <a:lnTo>
                    <a:pt x="3974729" y="1322032"/>
                  </a:lnTo>
                  <a:lnTo>
                    <a:pt x="3985644" y="1305879"/>
                  </a:lnTo>
                  <a:lnTo>
                    <a:pt x="3989652" y="128615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973685"/>
              <a:ext cx="0" cy="1475105"/>
            </a:xfrm>
            <a:custGeom>
              <a:avLst/>
              <a:gdLst/>
              <a:ahLst/>
              <a:cxnLst/>
              <a:rect l="l" t="t" r="r" b="b"/>
              <a:pathLst>
                <a:path h="1475105">
                  <a:moveTo>
                    <a:pt x="0" y="14749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9609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9482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9355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007" y="1215580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007" y="2010155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529812" y="2716973"/>
            <a:ext cx="12732876" cy="5232798"/>
          </a:xfrm>
          <a:prstGeom prst="rect">
            <a:avLst/>
          </a:prstGeom>
        </p:spPr>
        <p:txBody>
          <a:bodyPr vert="horz" wrap="square" lIns="0" tIns="275990" rIns="0" bIns="0" rtlCol="0">
            <a:spAutoFit/>
          </a:bodyPr>
          <a:lstStyle/>
          <a:p>
            <a:pPr marL="166009">
              <a:spcBef>
                <a:spcPts val="2173"/>
              </a:spcBef>
            </a:pP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Compute</a:t>
            </a:r>
            <a:r>
              <a:rPr sz="3595" spc="33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595" i="1" spc="-49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21" spc="-72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spc="-72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98" baseline="27777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3921" spc="98" baseline="27777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3921" spc="98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595" spc="65" dirty="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sz="3595" spc="-196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595" i="1" spc="-33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595" i="1" spc="-57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98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spc="-98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72" baseline="27777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3921" spc="-72" baseline="27777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3921" spc="-72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921" spc="340" baseline="2777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95" spc="-49" dirty="0">
                <a:solidFill>
                  <a:srgbClr val="FFFFFF"/>
                </a:solidFill>
                <a:latin typeface="Microsoft Sans Serif"/>
                <a:cs typeface="Microsoft Sans Serif"/>
              </a:rPr>
              <a:t>given</a:t>
            </a:r>
            <a:r>
              <a:rPr sz="3595" spc="49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595" i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21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219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595" spc="147" dirty="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sz="3595" spc="-196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595" i="1" spc="-33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3595" i="1" spc="-53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98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spc="-98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170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3921" baseline="27777">
              <a:latin typeface="Verdana"/>
              <a:cs typeface="Verdana"/>
            </a:endParaRPr>
          </a:p>
          <a:p>
            <a:pPr marL="1070760" marR="195061">
              <a:lnSpc>
                <a:spcPct val="102600"/>
              </a:lnSpc>
              <a:spcBef>
                <a:spcPts val="1732"/>
              </a:spcBef>
            </a:pPr>
            <a:r>
              <a:rPr sz="3595" spc="-33" dirty="0">
                <a:latin typeface="Microsoft Sans Serif"/>
                <a:cs typeface="Microsoft Sans Serif"/>
              </a:rPr>
              <a:t>Computer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i="1" spc="-49" dirty="0">
                <a:latin typeface="Arial"/>
                <a:cs typeface="Arial"/>
              </a:rPr>
              <a:t>A</a:t>
            </a:r>
            <a:r>
              <a:rPr sz="3921" spc="-72" baseline="27777" dirty="0">
                <a:latin typeface="Verdana"/>
                <a:cs typeface="Verdana"/>
              </a:rPr>
              <a:t>(</a:t>
            </a:r>
            <a:r>
              <a:rPr sz="3921" i="1" spc="-72" baseline="27777" dirty="0">
                <a:latin typeface="Arial"/>
                <a:cs typeface="Arial"/>
              </a:rPr>
              <a:t>k</a:t>
            </a:r>
            <a:r>
              <a:rPr sz="3921" i="1" spc="-709" baseline="27777" dirty="0">
                <a:latin typeface="Arial"/>
                <a:cs typeface="Arial"/>
              </a:rPr>
              <a:t> </a:t>
            </a:r>
            <a:r>
              <a:rPr sz="3921" spc="-72" baseline="27777" dirty="0">
                <a:latin typeface="Verdana"/>
                <a:cs typeface="Verdana"/>
              </a:rPr>
              <a:t>+</a:t>
            </a:r>
            <a:r>
              <a:rPr sz="3921" spc="-72" baseline="27777" dirty="0">
                <a:latin typeface="Microsoft Sans Serif"/>
                <a:cs typeface="Microsoft Sans Serif"/>
              </a:rPr>
              <a:t>1</a:t>
            </a:r>
            <a:r>
              <a:rPr sz="3921" spc="-72" baseline="27777" dirty="0">
                <a:latin typeface="Verdana"/>
                <a:cs typeface="Verdana"/>
              </a:rPr>
              <a:t>)</a:t>
            </a:r>
            <a:r>
              <a:rPr sz="3921" spc="415" baseline="27777" dirty="0">
                <a:latin typeface="Verdana"/>
                <a:cs typeface="Verdana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based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on</a:t>
            </a:r>
            <a:r>
              <a:rPr sz="3595" spc="82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connectivity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strength</a:t>
            </a:r>
            <a:r>
              <a:rPr sz="3595" spc="6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between </a:t>
            </a:r>
            <a:r>
              <a:rPr sz="3595" spc="-89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nodes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cluster</a:t>
            </a:r>
            <a:endParaRPr sz="3595">
              <a:latin typeface="Microsoft Sans Serif"/>
              <a:cs typeface="Microsoft Sans Serif"/>
            </a:endParaRPr>
          </a:p>
          <a:p>
            <a:pPr marL="1189042" algn="ctr">
              <a:spcBef>
                <a:spcPts val="2222"/>
              </a:spcBef>
            </a:pPr>
            <a:r>
              <a:rPr sz="5392" i="1" spc="-49" baseline="-22727" dirty="0">
                <a:latin typeface="Arial"/>
                <a:cs typeface="Arial"/>
              </a:rPr>
              <a:t>A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dirty="0">
                <a:latin typeface="Verdana"/>
                <a:cs typeface="Verdana"/>
              </a:rPr>
              <a:t>+</a:t>
            </a:r>
            <a:r>
              <a:rPr sz="2614" spc="-16" dirty="0">
                <a:latin typeface="Microsoft Sans Serif"/>
                <a:cs typeface="Microsoft Sans Serif"/>
              </a:rPr>
              <a:t>1</a:t>
            </a:r>
            <a:r>
              <a:rPr sz="2614" spc="-114" dirty="0">
                <a:latin typeface="Verdana"/>
                <a:cs typeface="Verdana"/>
              </a:rPr>
              <a:t>)</a:t>
            </a:r>
            <a:r>
              <a:rPr sz="2614" spc="229" dirty="0">
                <a:latin typeface="Verdana"/>
                <a:cs typeface="Verdana"/>
              </a:rPr>
              <a:t> </a:t>
            </a:r>
            <a:r>
              <a:rPr sz="5392" spc="-144" baseline="-22727" dirty="0">
                <a:latin typeface="Lucida Sans Unicode"/>
                <a:cs typeface="Lucida Sans Unicode"/>
              </a:rPr>
              <a:t>=</a:t>
            </a:r>
            <a:r>
              <a:rPr sz="5392" spc="-219" baseline="-22727" dirty="0">
                <a:latin typeface="Lucida Sans Unicode"/>
                <a:cs typeface="Lucida Sans Unicode"/>
              </a:rPr>
              <a:t> </a:t>
            </a:r>
            <a:r>
              <a:rPr sz="5392" i="1" spc="196" baseline="-22727" dirty="0">
                <a:latin typeface="Arial"/>
                <a:cs typeface="Arial"/>
              </a:rPr>
              <a:t>S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r>
              <a:rPr sz="2941" i="1" spc="-23" baseline="27777" dirty="0">
                <a:latin typeface="Arial"/>
                <a:cs typeface="Arial"/>
              </a:rPr>
              <a:t>T</a:t>
            </a:r>
            <a:r>
              <a:rPr sz="2941" i="1" spc="72" baseline="27777" dirty="0">
                <a:latin typeface="Arial"/>
                <a:cs typeface="Arial"/>
              </a:rPr>
              <a:t> </a:t>
            </a:r>
            <a:r>
              <a:rPr sz="5392" i="1" spc="-49" baseline="-22727" dirty="0">
                <a:latin typeface="Arial"/>
                <a:cs typeface="Arial"/>
              </a:rPr>
              <a:t>A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49" dirty="0">
                <a:latin typeface="Verdana"/>
                <a:cs typeface="Verdana"/>
              </a:rPr>
              <a:t>)</a:t>
            </a:r>
            <a:r>
              <a:rPr sz="5392" i="1" spc="196" baseline="-22727" dirty="0">
                <a:latin typeface="Arial"/>
                <a:cs typeface="Arial"/>
              </a:rPr>
              <a:t>S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endParaRPr sz="2614">
              <a:latin typeface="Verdana"/>
              <a:cs typeface="Verdana"/>
            </a:endParaRPr>
          </a:p>
          <a:p>
            <a:pPr>
              <a:spcBef>
                <a:spcPts val="82"/>
              </a:spcBef>
            </a:pPr>
            <a:endParaRPr sz="4085">
              <a:latin typeface="Verdana"/>
              <a:cs typeface="Verdana"/>
            </a:endParaRPr>
          </a:p>
          <a:p>
            <a:pPr marL="1070760" marR="141108">
              <a:lnSpc>
                <a:spcPct val="102600"/>
              </a:lnSpc>
            </a:pPr>
            <a:r>
              <a:rPr sz="3595" spc="-33" dirty="0">
                <a:latin typeface="Microsoft Sans Serif"/>
                <a:cs typeface="Microsoft Sans Serif"/>
              </a:rPr>
              <a:t>Compute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i="1" spc="-33" dirty="0">
                <a:latin typeface="Arial"/>
                <a:cs typeface="Arial"/>
              </a:rPr>
              <a:t>X</a:t>
            </a:r>
            <a:r>
              <a:rPr sz="3595" i="1" spc="-556" dirty="0">
                <a:latin typeface="Arial"/>
                <a:cs typeface="Arial"/>
              </a:rPr>
              <a:t> </a:t>
            </a:r>
            <a:r>
              <a:rPr sz="3921" spc="-98" baseline="27777" dirty="0">
                <a:latin typeface="Verdana"/>
                <a:cs typeface="Verdana"/>
              </a:rPr>
              <a:t>(</a:t>
            </a:r>
            <a:r>
              <a:rPr sz="3921" i="1" spc="-98" baseline="27777" dirty="0">
                <a:latin typeface="Arial"/>
                <a:cs typeface="Arial"/>
              </a:rPr>
              <a:t>k</a:t>
            </a:r>
            <a:r>
              <a:rPr sz="3921" i="1" spc="-709" baseline="27777" dirty="0">
                <a:latin typeface="Arial"/>
                <a:cs typeface="Arial"/>
              </a:rPr>
              <a:t> </a:t>
            </a:r>
            <a:r>
              <a:rPr sz="3921" spc="-72" baseline="27777" dirty="0">
                <a:latin typeface="Verdana"/>
                <a:cs typeface="Verdana"/>
              </a:rPr>
              <a:t>+</a:t>
            </a:r>
            <a:r>
              <a:rPr sz="3921" spc="-72" baseline="27777" dirty="0">
                <a:latin typeface="Microsoft Sans Serif"/>
                <a:cs typeface="Microsoft Sans Serif"/>
              </a:rPr>
              <a:t>1</a:t>
            </a:r>
            <a:r>
              <a:rPr sz="3921" spc="-72" baseline="27777" dirty="0">
                <a:latin typeface="Verdana"/>
                <a:cs typeface="Verdana"/>
              </a:rPr>
              <a:t>)</a:t>
            </a:r>
            <a:r>
              <a:rPr sz="3921" spc="366" baseline="27777" dirty="0">
                <a:latin typeface="Verdana"/>
                <a:cs typeface="Verdana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as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weighted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combination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of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cluster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(soft) </a:t>
            </a:r>
            <a:r>
              <a:rPr sz="3595" spc="-89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members</a:t>
            </a:r>
            <a:endParaRPr sz="3595">
              <a:latin typeface="Microsoft Sans Serif"/>
              <a:cs typeface="Microsoft Sans Serif"/>
            </a:endParaRPr>
          </a:p>
          <a:p>
            <a:pPr marL="1189042" algn="ctr">
              <a:lnSpc>
                <a:spcPts val="2957"/>
              </a:lnSpc>
            </a:pPr>
            <a:r>
              <a:rPr sz="5392" i="1" spc="-49" baseline="-22727" dirty="0">
                <a:latin typeface="Arial"/>
                <a:cs typeface="Arial"/>
              </a:rPr>
              <a:t>X</a:t>
            </a:r>
            <a:r>
              <a:rPr sz="5392" i="1" spc="-856" baseline="-22727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dirty="0">
                <a:latin typeface="Verdana"/>
                <a:cs typeface="Verdana"/>
              </a:rPr>
              <a:t>+</a:t>
            </a:r>
            <a:r>
              <a:rPr sz="2614" spc="-16" dirty="0">
                <a:latin typeface="Microsoft Sans Serif"/>
                <a:cs typeface="Microsoft Sans Serif"/>
              </a:rPr>
              <a:t>1</a:t>
            </a:r>
            <a:r>
              <a:rPr sz="2614" spc="-114" dirty="0">
                <a:latin typeface="Verdana"/>
                <a:cs typeface="Verdana"/>
              </a:rPr>
              <a:t>)</a:t>
            </a:r>
            <a:r>
              <a:rPr sz="2614" spc="229" dirty="0">
                <a:latin typeface="Verdana"/>
                <a:cs typeface="Verdana"/>
              </a:rPr>
              <a:t> </a:t>
            </a:r>
            <a:r>
              <a:rPr sz="5392" spc="-144" baseline="-22727" dirty="0">
                <a:latin typeface="Lucida Sans Unicode"/>
                <a:cs typeface="Lucida Sans Unicode"/>
              </a:rPr>
              <a:t>=</a:t>
            </a:r>
            <a:r>
              <a:rPr sz="5392" spc="-219" baseline="-22727" dirty="0">
                <a:latin typeface="Lucida Sans Unicode"/>
                <a:cs typeface="Lucida Sans Unicode"/>
              </a:rPr>
              <a:t> </a:t>
            </a:r>
            <a:r>
              <a:rPr sz="5392" i="1" spc="196" baseline="-22727" dirty="0">
                <a:latin typeface="Arial"/>
                <a:cs typeface="Arial"/>
              </a:rPr>
              <a:t>S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r>
              <a:rPr sz="2941" i="1" spc="-23" baseline="27777" dirty="0">
                <a:latin typeface="Arial"/>
                <a:cs typeface="Arial"/>
              </a:rPr>
              <a:t>T</a:t>
            </a:r>
            <a:r>
              <a:rPr sz="2941" i="1" spc="72" baseline="27777" dirty="0">
                <a:latin typeface="Arial"/>
                <a:cs typeface="Arial"/>
              </a:rPr>
              <a:t> </a:t>
            </a:r>
            <a:r>
              <a:rPr sz="5392" i="1" spc="-49" baseline="-22727" dirty="0">
                <a:latin typeface="Arial"/>
                <a:cs typeface="Arial"/>
              </a:rPr>
              <a:t>Z</a:t>
            </a:r>
            <a:r>
              <a:rPr sz="5392" i="1" spc="-807" baseline="-22727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endParaRPr sz="2614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19" name="object 19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548D3EB-977B-1C4C-98C2-BDC3ABA98105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13932730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529809" y="2802516"/>
            <a:ext cx="13203922" cy="5635999"/>
            <a:chOff x="309193" y="857592"/>
            <a:chExt cx="4040504" cy="1724660"/>
          </a:xfrm>
        </p:grpSpPr>
        <p:sp>
          <p:nvSpPr>
            <p:cNvPr id="5" name="object 5"/>
            <p:cNvSpPr/>
            <p:nvPr/>
          </p:nvSpPr>
          <p:spPr>
            <a:xfrm>
              <a:off x="309193" y="857592"/>
              <a:ext cx="3989704" cy="220979"/>
            </a:xfrm>
            <a:custGeom>
              <a:avLst/>
              <a:gdLst/>
              <a:ahLst/>
              <a:cxnLst/>
              <a:rect l="l" t="t" r="r" b="b"/>
              <a:pathLst>
                <a:path w="3989704" h="22098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20425"/>
                  </a:lnTo>
                  <a:lnTo>
                    <a:pt x="3989652" y="220425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065364"/>
              <a:ext cx="3989651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248022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2467521"/>
              <a:ext cx="3938802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846" y="901839"/>
              <a:ext cx="50751" cy="157838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193" y="1109637"/>
              <a:ext cx="3989704" cy="1421765"/>
            </a:xfrm>
            <a:custGeom>
              <a:avLst/>
              <a:gdLst/>
              <a:ahLst/>
              <a:cxnLst/>
              <a:rect l="l" t="t" r="r" b="b"/>
              <a:pathLst>
                <a:path w="3989704" h="1421764">
                  <a:moveTo>
                    <a:pt x="3989652" y="0"/>
                  </a:moveTo>
                  <a:lnTo>
                    <a:pt x="0" y="0"/>
                  </a:lnTo>
                  <a:lnTo>
                    <a:pt x="0" y="1370584"/>
                  </a:lnTo>
                  <a:lnTo>
                    <a:pt x="4008" y="1390308"/>
                  </a:lnTo>
                  <a:lnTo>
                    <a:pt x="14922" y="1406461"/>
                  </a:lnTo>
                  <a:lnTo>
                    <a:pt x="31075" y="1417376"/>
                  </a:lnTo>
                  <a:lnTo>
                    <a:pt x="50800" y="1421384"/>
                  </a:lnTo>
                  <a:lnTo>
                    <a:pt x="3938852" y="1421384"/>
                  </a:lnTo>
                  <a:lnTo>
                    <a:pt x="3958576" y="1417376"/>
                  </a:lnTo>
                  <a:lnTo>
                    <a:pt x="3974729" y="1406461"/>
                  </a:lnTo>
                  <a:lnTo>
                    <a:pt x="3985644" y="1390308"/>
                  </a:lnTo>
                  <a:lnTo>
                    <a:pt x="3989652" y="13705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939916"/>
              <a:ext cx="0" cy="1559560"/>
            </a:xfrm>
            <a:custGeom>
              <a:avLst/>
              <a:gdLst/>
              <a:ahLst/>
              <a:cxnLst/>
              <a:rect l="l" t="t" r="r" b="b"/>
              <a:pathLst>
                <a:path h="1559560">
                  <a:moveTo>
                    <a:pt x="0" y="1559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9272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9145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9018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007" y="1181811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007" y="1804314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261712" y="7614817"/>
            <a:ext cx="249013" cy="442102"/>
          </a:xfrm>
          <a:prstGeom prst="rect">
            <a:avLst/>
          </a:prstGeom>
        </p:spPr>
        <p:txBody>
          <a:bodyPr vert="horz" wrap="square" lIns="0" tIns="39427" rIns="0" bIns="0" rtlCol="0">
            <a:spAutoFit/>
          </a:bodyPr>
          <a:lstStyle/>
          <a:p>
            <a:pPr marL="41502">
              <a:spcBef>
                <a:spcPts val="310"/>
              </a:spcBef>
            </a:pPr>
            <a:r>
              <a:rPr sz="2614" i="1" spc="-16" dirty="0">
                <a:latin typeface="Arial"/>
                <a:cs typeface="Arial"/>
              </a:rPr>
              <a:t>k</a:t>
            </a:r>
            <a:endParaRPr sz="261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72361" y="7272386"/>
            <a:ext cx="7430969" cy="442102"/>
          </a:xfrm>
          <a:prstGeom prst="rect">
            <a:avLst/>
          </a:prstGeom>
        </p:spPr>
        <p:txBody>
          <a:bodyPr vert="horz" wrap="square" lIns="0" tIns="39427" rIns="0" bIns="0" rtlCol="0">
            <a:spAutoFit/>
          </a:bodyPr>
          <a:lstStyle/>
          <a:p>
            <a:pPr marL="207512">
              <a:spcBef>
                <a:spcPts val="310"/>
              </a:spcBef>
              <a:tabLst>
                <a:tab pos="4629585" algn="l"/>
                <a:tab pos="5781275" algn="l"/>
                <a:tab pos="6833359" algn="l"/>
              </a:tabLst>
            </a:pP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r>
              <a:rPr sz="2614" dirty="0">
                <a:latin typeface="Verdana"/>
                <a:cs typeface="Verdana"/>
              </a:rPr>
              <a:t>	</a:t>
            </a:r>
            <a:r>
              <a:rPr sz="3921" i="1" spc="-23" baseline="6944" dirty="0">
                <a:latin typeface="Arial"/>
                <a:cs typeface="Arial"/>
              </a:rPr>
              <a:t>pool</a:t>
            </a:r>
            <a:r>
              <a:rPr sz="3921" i="1" baseline="6944" dirty="0">
                <a:latin typeface="Arial"/>
                <a:cs typeface="Arial"/>
              </a:rPr>
              <a:t>	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r>
              <a:rPr sz="2614" dirty="0">
                <a:latin typeface="Verdana"/>
                <a:cs typeface="Verdana"/>
              </a:rPr>
              <a:t>	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endParaRPr sz="2614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15356" y="7337378"/>
            <a:ext cx="7702809" cy="590945"/>
          </a:xfrm>
          <a:prstGeom prst="rect">
            <a:avLst/>
          </a:prstGeom>
        </p:spPr>
        <p:txBody>
          <a:bodyPr vert="horz" wrap="square" lIns="0" tIns="37352" rIns="0" bIns="0" rtlCol="0">
            <a:spAutoFit/>
          </a:bodyPr>
          <a:lstStyle/>
          <a:p>
            <a:pPr marL="41502">
              <a:spcBef>
                <a:spcPts val="294"/>
              </a:spcBef>
              <a:tabLst>
                <a:tab pos="981530" algn="l"/>
                <a:tab pos="5461707" algn="l"/>
                <a:tab pos="6430783" algn="l"/>
                <a:tab pos="7482870" algn="l"/>
              </a:tabLst>
            </a:pPr>
            <a:r>
              <a:rPr sz="3595" i="1" spc="-33" dirty="0">
                <a:latin typeface="Arial"/>
                <a:cs typeface="Arial"/>
              </a:rPr>
              <a:t>S	</a:t>
            </a:r>
            <a:r>
              <a:rPr sz="3595" spc="-98" dirty="0">
                <a:latin typeface="Lucida Sans Unicode"/>
                <a:cs typeface="Lucida Sans Unicode"/>
              </a:rPr>
              <a:t>=</a:t>
            </a:r>
            <a:r>
              <a:rPr sz="3595" spc="-65" dirty="0">
                <a:latin typeface="Lucida Sans Unicode"/>
                <a:cs typeface="Lucida Sans Unicode"/>
              </a:rPr>
              <a:t> </a:t>
            </a:r>
            <a:r>
              <a:rPr sz="2778" spc="212" dirty="0">
                <a:latin typeface="Microsoft Sans Serif"/>
                <a:cs typeface="Microsoft Sans Serif"/>
              </a:rPr>
              <a:t>SOFTMA</a:t>
            </a:r>
            <a:r>
              <a:rPr sz="2778" spc="49" dirty="0">
                <a:latin typeface="Microsoft Sans Serif"/>
                <a:cs typeface="Microsoft Sans Serif"/>
              </a:rPr>
              <a:t>X</a:t>
            </a:r>
            <a:r>
              <a:rPr sz="2778" dirty="0">
                <a:latin typeface="Microsoft Sans Serif"/>
                <a:cs typeface="Microsoft Sans Serif"/>
              </a:rPr>
              <a:t>   </a:t>
            </a:r>
            <a:r>
              <a:rPr sz="2778" spc="-65" dirty="0">
                <a:latin typeface="Microsoft Sans Serif"/>
                <a:cs typeface="Microsoft Sans Serif"/>
              </a:rPr>
              <a:t> </a:t>
            </a:r>
            <a:r>
              <a:rPr sz="3595" spc="131" dirty="0">
                <a:latin typeface="Microsoft Sans Serif"/>
                <a:cs typeface="Microsoft Sans Serif"/>
              </a:rPr>
              <a:t>GN</a:t>
            </a:r>
            <a:r>
              <a:rPr sz="3595" spc="-33" dirty="0">
                <a:latin typeface="Microsoft Sans Serif"/>
                <a:cs typeface="Microsoft Sans Serif"/>
              </a:rPr>
              <a:t>N</a:t>
            </a:r>
            <a:r>
              <a:rPr sz="3595" dirty="0">
                <a:latin typeface="Microsoft Sans Serif"/>
                <a:cs typeface="Microsoft Sans Serif"/>
              </a:rPr>
              <a:t>	</a:t>
            </a:r>
            <a:r>
              <a:rPr sz="3595" spc="212" dirty="0">
                <a:latin typeface="Lucida Sans Unicode"/>
                <a:cs typeface="Lucida Sans Unicode"/>
              </a:rPr>
              <a:t>(</a:t>
            </a:r>
            <a:r>
              <a:rPr sz="3595" i="1" spc="-33" dirty="0">
                <a:latin typeface="Arial"/>
                <a:cs typeface="Arial"/>
              </a:rPr>
              <a:t>A</a:t>
            </a:r>
            <a:r>
              <a:rPr sz="3595" i="1" dirty="0">
                <a:latin typeface="Arial"/>
                <a:cs typeface="Arial"/>
              </a:rPr>
              <a:t>	</a:t>
            </a:r>
            <a:r>
              <a:rPr sz="3595" spc="245" dirty="0">
                <a:latin typeface="Cambria"/>
                <a:cs typeface="Cambria"/>
              </a:rPr>
              <a:t>,</a:t>
            </a:r>
            <a:r>
              <a:rPr sz="3595" spc="-196" dirty="0">
                <a:latin typeface="Cambria"/>
                <a:cs typeface="Cambria"/>
              </a:rPr>
              <a:t> </a:t>
            </a:r>
            <a:r>
              <a:rPr sz="3595" i="1" spc="-33" dirty="0">
                <a:latin typeface="Arial"/>
                <a:cs typeface="Arial"/>
              </a:rPr>
              <a:t>X</a:t>
            </a:r>
            <a:r>
              <a:rPr sz="3595" i="1" dirty="0">
                <a:latin typeface="Arial"/>
                <a:cs typeface="Arial"/>
              </a:rPr>
              <a:t>	</a:t>
            </a:r>
            <a:r>
              <a:rPr sz="3595" spc="212" dirty="0">
                <a:latin typeface="Lucida Sans Unicode"/>
                <a:cs typeface="Lucida Sans Unicode"/>
              </a:rPr>
              <a:t>)</a:t>
            </a:r>
            <a:endParaRPr sz="3595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05307" y="2606621"/>
            <a:ext cx="12135241" cy="5349689"/>
          </a:xfrm>
          <a:prstGeom prst="rect">
            <a:avLst/>
          </a:prstGeom>
        </p:spPr>
        <p:txBody>
          <a:bodyPr vert="horz" wrap="square" lIns="0" tIns="275990" rIns="0" bIns="0" rtlCol="0">
            <a:spAutoFit/>
          </a:bodyPr>
          <a:lstStyle/>
          <a:p>
            <a:pPr marL="290516">
              <a:spcBef>
                <a:spcPts val="2173"/>
              </a:spcBef>
            </a:pP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Compute</a:t>
            </a:r>
            <a:r>
              <a:rPr sz="3595" spc="33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595" i="1" spc="13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21" spc="-170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spc="-23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49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595" spc="245" dirty="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sz="3595" spc="-196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595" i="1" spc="-33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3595" i="1" spc="-53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170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spc="-23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170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921" spc="340" baseline="2777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gi</a:t>
            </a:r>
            <a:r>
              <a:rPr sz="3595" spc="-131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3595" spc="-33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3595" spc="33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595" i="1" spc="-33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21" spc="-170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spc="-23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72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595" spc="245" dirty="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sz="3595" spc="-196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595" i="1" spc="-33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595" i="1" spc="-57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170" baseline="27777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921" i="1" spc="-23" baseline="27777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3921" i="1" spc="-709" baseline="277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21" spc="-170" baseline="27777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3921" baseline="27777">
              <a:latin typeface="Verdana"/>
              <a:cs typeface="Verdana"/>
            </a:endParaRPr>
          </a:p>
          <a:p>
            <a:pPr marL="1195267">
              <a:spcBef>
                <a:spcPts val="1846"/>
              </a:spcBef>
            </a:pPr>
            <a:r>
              <a:rPr sz="3595" spc="-33" dirty="0">
                <a:latin typeface="Microsoft Sans Serif"/>
                <a:cs typeface="Microsoft Sans Serif"/>
              </a:rPr>
              <a:t>Computer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i="1" spc="-33" dirty="0">
                <a:latin typeface="Arial"/>
                <a:cs typeface="Arial"/>
              </a:rPr>
              <a:t>Z</a:t>
            </a:r>
            <a:r>
              <a:rPr sz="3595" i="1" spc="-539" dirty="0">
                <a:latin typeface="Arial"/>
                <a:cs typeface="Arial"/>
              </a:rPr>
              <a:t> </a:t>
            </a:r>
            <a:r>
              <a:rPr sz="3921" spc="-98" baseline="27777" dirty="0">
                <a:latin typeface="Verdana"/>
                <a:cs typeface="Verdana"/>
              </a:rPr>
              <a:t>(</a:t>
            </a:r>
            <a:r>
              <a:rPr sz="3921" i="1" spc="-98" baseline="27777" dirty="0">
                <a:latin typeface="Arial"/>
                <a:cs typeface="Arial"/>
              </a:rPr>
              <a:t>k</a:t>
            </a:r>
            <a:r>
              <a:rPr sz="3921" i="1" spc="-709" baseline="27777" dirty="0">
                <a:latin typeface="Arial"/>
                <a:cs typeface="Arial"/>
              </a:rPr>
              <a:t> </a:t>
            </a:r>
            <a:r>
              <a:rPr sz="3921" spc="-170" baseline="27777" dirty="0">
                <a:latin typeface="Verdana"/>
                <a:cs typeface="Verdana"/>
              </a:rPr>
              <a:t>)</a:t>
            </a:r>
            <a:r>
              <a:rPr sz="3921" spc="340" baseline="27777" dirty="0">
                <a:latin typeface="Verdana"/>
                <a:cs typeface="Verdana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using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standard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GNN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module</a:t>
            </a:r>
            <a:endParaRPr sz="3595">
              <a:latin typeface="Microsoft Sans Serif"/>
              <a:cs typeface="Microsoft Sans Serif"/>
            </a:endParaRPr>
          </a:p>
          <a:p>
            <a:pPr marL="4210411">
              <a:lnSpc>
                <a:spcPts val="3840"/>
              </a:lnSpc>
              <a:spcBef>
                <a:spcPts val="2222"/>
              </a:spcBef>
            </a:pPr>
            <a:r>
              <a:rPr sz="5392" i="1" spc="-49" baseline="-22727" dirty="0">
                <a:latin typeface="Arial"/>
                <a:cs typeface="Arial"/>
              </a:rPr>
              <a:t>Z</a:t>
            </a:r>
            <a:r>
              <a:rPr sz="5392" i="1" spc="-807" baseline="-22727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)</a:t>
            </a:r>
            <a:r>
              <a:rPr sz="2614" spc="229" dirty="0">
                <a:latin typeface="Verdana"/>
                <a:cs typeface="Verdana"/>
              </a:rPr>
              <a:t> </a:t>
            </a:r>
            <a:r>
              <a:rPr sz="5392" spc="-144" baseline="-22727" dirty="0">
                <a:latin typeface="Lucida Sans Unicode"/>
                <a:cs typeface="Lucida Sans Unicode"/>
              </a:rPr>
              <a:t>=</a:t>
            </a:r>
            <a:r>
              <a:rPr sz="5392" spc="-98" baseline="-22727" dirty="0">
                <a:latin typeface="Lucida Sans Unicode"/>
                <a:cs typeface="Lucida Sans Unicode"/>
              </a:rPr>
              <a:t> </a:t>
            </a:r>
            <a:r>
              <a:rPr sz="5392" spc="196" baseline="-22727" dirty="0">
                <a:latin typeface="Microsoft Sans Serif"/>
                <a:cs typeface="Microsoft Sans Serif"/>
              </a:rPr>
              <a:t>GN</a:t>
            </a:r>
            <a:r>
              <a:rPr sz="5392" spc="72" baseline="-22727" dirty="0">
                <a:latin typeface="Microsoft Sans Serif"/>
                <a:cs typeface="Microsoft Sans Serif"/>
              </a:rPr>
              <a:t>N</a:t>
            </a:r>
            <a:r>
              <a:rPr sz="3921" i="1" spc="-23" baseline="3472" dirty="0">
                <a:latin typeface="Arial"/>
                <a:cs typeface="Arial"/>
              </a:rPr>
              <a:t>embed</a:t>
            </a:r>
            <a:r>
              <a:rPr sz="3921" i="1" spc="-490" baseline="3472" dirty="0">
                <a:latin typeface="Arial"/>
                <a:cs typeface="Arial"/>
              </a:rPr>
              <a:t> </a:t>
            </a:r>
            <a:r>
              <a:rPr sz="5392" spc="317" baseline="-22727" dirty="0">
                <a:latin typeface="Lucida Sans Unicode"/>
                <a:cs typeface="Lucida Sans Unicode"/>
              </a:rPr>
              <a:t>(</a:t>
            </a:r>
            <a:r>
              <a:rPr sz="5392" i="1" spc="-49" baseline="-22727" dirty="0">
                <a:latin typeface="Arial"/>
                <a:cs typeface="Arial"/>
              </a:rPr>
              <a:t>A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33" dirty="0">
                <a:latin typeface="Verdana"/>
                <a:cs typeface="Verdana"/>
              </a:rPr>
              <a:t>)</a:t>
            </a:r>
            <a:r>
              <a:rPr sz="5392" spc="366" baseline="-22727" dirty="0">
                <a:latin typeface="Cambria"/>
                <a:cs typeface="Cambria"/>
              </a:rPr>
              <a:t>,</a:t>
            </a:r>
            <a:r>
              <a:rPr sz="5392" spc="-291" baseline="-22727" dirty="0">
                <a:latin typeface="Cambria"/>
                <a:cs typeface="Cambria"/>
              </a:rPr>
              <a:t> </a:t>
            </a:r>
            <a:r>
              <a:rPr sz="5392" i="1" spc="-49" baseline="-22727" dirty="0">
                <a:latin typeface="Arial"/>
                <a:cs typeface="Arial"/>
              </a:rPr>
              <a:t>X</a:t>
            </a:r>
            <a:r>
              <a:rPr sz="5392" i="1" spc="-856" baseline="-22727" dirty="0">
                <a:latin typeface="Arial"/>
                <a:cs typeface="Arial"/>
              </a:rPr>
              <a:t> </a:t>
            </a:r>
            <a:r>
              <a:rPr sz="2614" spc="-114" dirty="0">
                <a:latin typeface="Verdana"/>
                <a:cs typeface="Verdana"/>
              </a:rPr>
              <a:t>(</a:t>
            </a:r>
            <a:r>
              <a:rPr sz="2614" i="1" spc="-16" dirty="0">
                <a:latin typeface="Arial"/>
                <a:cs typeface="Arial"/>
              </a:rPr>
              <a:t>k</a:t>
            </a:r>
            <a:r>
              <a:rPr sz="2614" i="1" spc="-474" dirty="0">
                <a:latin typeface="Arial"/>
                <a:cs typeface="Arial"/>
              </a:rPr>
              <a:t> </a:t>
            </a:r>
            <a:r>
              <a:rPr sz="2614" spc="33" dirty="0">
                <a:latin typeface="Verdana"/>
                <a:cs typeface="Verdana"/>
              </a:rPr>
              <a:t>)</a:t>
            </a:r>
            <a:r>
              <a:rPr sz="5392" spc="317" baseline="-22727" dirty="0">
                <a:latin typeface="Lucida Sans Unicode"/>
                <a:cs typeface="Lucida Sans Unicode"/>
              </a:rPr>
              <a:t>)</a:t>
            </a:r>
            <a:endParaRPr sz="5392" baseline="-22727">
              <a:latin typeface="Lucida Sans Unicode"/>
              <a:cs typeface="Lucida Sans Unicode"/>
            </a:endParaRPr>
          </a:p>
          <a:p>
            <a:pPr marL="6717152">
              <a:lnSpc>
                <a:spcPts val="2663"/>
              </a:lnSpc>
            </a:pPr>
            <a:r>
              <a:rPr sz="2614" i="1" spc="-16" dirty="0">
                <a:latin typeface="Arial"/>
                <a:cs typeface="Arial"/>
              </a:rPr>
              <a:t>k</a:t>
            </a:r>
            <a:endParaRPr sz="2614">
              <a:latin typeface="Arial"/>
              <a:cs typeface="Arial"/>
            </a:endParaRPr>
          </a:p>
          <a:p>
            <a:pPr marL="1195267" marR="182610">
              <a:lnSpc>
                <a:spcPct val="102699"/>
              </a:lnSpc>
              <a:spcBef>
                <a:spcPts val="2859"/>
              </a:spcBef>
            </a:pPr>
            <a:r>
              <a:rPr sz="3595" spc="-33" dirty="0">
                <a:latin typeface="Microsoft Sans Serif"/>
                <a:cs typeface="Microsoft Sans Serif"/>
              </a:rPr>
              <a:t>Computer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i="1" dirty="0">
                <a:latin typeface="Arial"/>
                <a:cs typeface="Arial"/>
              </a:rPr>
              <a:t>S</a:t>
            </a:r>
            <a:r>
              <a:rPr sz="3921" baseline="27777" dirty="0">
                <a:latin typeface="Verdana"/>
                <a:cs typeface="Verdana"/>
              </a:rPr>
              <a:t>(</a:t>
            </a:r>
            <a:r>
              <a:rPr sz="3921" i="1" baseline="27777" dirty="0">
                <a:latin typeface="Arial"/>
                <a:cs typeface="Arial"/>
              </a:rPr>
              <a:t>k</a:t>
            </a:r>
            <a:r>
              <a:rPr sz="3921" i="1" spc="-709" baseline="27777" dirty="0">
                <a:latin typeface="Arial"/>
                <a:cs typeface="Arial"/>
              </a:rPr>
              <a:t> </a:t>
            </a:r>
            <a:r>
              <a:rPr sz="3921" spc="-170" baseline="27777" dirty="0">
                <a:latin typeface="Verdana"/>
                <a:cs typeface="Verdana"/>
              </a:rPr>
              <a:t>)</a:t>
            </a:r>
            <a:r>
              <a:rPr sz="3921" spc="340" baseline="27777" dirty="0">
                <a:latin typeface="Verdana"/>
                <a:cs typeface="Verdana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using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second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standard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GNN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module </a:t>
            </a:r>
            <a:r>
              <a:rPr sz="3595" spc="-915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followed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65" dirty="0">
                <a:latin typeface="Microsoft Sans Serif"/>
                <a:cs typeface="Microsoft Sans Serif"/>
              </a:rPr>
              <a:t>by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per-row</a:t>
            </a:r>
            <a:r>
              <a:rPr sz="3595" spc="16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sofmax</a:t>
            </a:r>
            <a:endParaRPr sz="3595">
              <a:latin typeface="Microsoft Sans Serif"/>
              <a:cs typeface="Microsoft Sans Serif"/>
            </a:endParaRPr>
          </a:p>
          <a:p>
            <a:pPr>
              <a:spcBef>
                <a:spcPts val="16"/>
              </a:spcBef>
            </a:pPr>
            <a:endParaRPr sz="3595">
              <a:latin typeface="Microsoft Sans Serif"/>
              <a:cs typeface="Microsoft Sans Serif"/>
            </a:endParaRPr>
          </a:p>
          <a:p>
            <a:pPr marL="6553218">
              <a:spcBef>
                <a:spcPts val="16"/>
              </a:spcBef>
              <a:tabLst>
                <a:tab pos="10769855" algn="l"/>
              </a:tabLst>
            </a:pPr>
            <a:r>
              <a:rPr sz="3595" spc="1029" dirty="0">
                <a:latin typeface="Trebuchet MS"/>
                <a:cs typeface="Trebuchet MS"/>
              </a:rPr>
              <a:t> 	 </a:t>
            </a:r>
            <a:endParaRPr sz="3595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22" name="object 22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E69E1FB6-3208-4442-80D5-A5175E4E89D9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28099933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5435732" y="2380110"/>
            <a:ext cx="4251901" cy="3450908"/>
            <a:chOff x="892420" y="728332"/>
            <a:chExt cx="1301115" cy="10560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914" y="768980"/>
              <a:ext cx="1187720" cy="9314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9392" y="1464360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60" h="48259">
                  <a:moveTo>
                    <a:pt x="24035" y="0"/>
                  </a:moveTo>
                  <a:lnTo>
                    <a:pt x="14991" y="1759"/>
                  </a:lnTo>
                  <a:lnTo>
                    <a:pt x="7039" y="7039"/>
                  </a:lnTo>
                  <a:lnTo>
                    <a:pt x="1759" y="14992"/>
                  </a:lnTo>
                  <a:lnTo>
                    <a:pt x="0" y="24037"/>
                  </a:lnTo>
                  <a:lnTo>
                    <a:pt x="1759" y="33082"/>
                  </a:lnTo>
                  <a:lnTo>
                    <a:pt x="7039" y="41033"/>
                  </a:lnTo>
                  <a:lnTo>
                    <a:pt x="14991" y="46313"/>
                  </a:lnTo>
                  <a:lnTo>
                    <a:pt x="24035" y="48073"/>
                  </a:lnTo>
                  <a:lnTo>
                    <a:pt x="33080" y="46313"/>
                  </a:lnTo>
                  <a:lnTo>
                    <a:pt x="41031" y="41033"/>
                  </a:lnTo>
                  <a:lnTo>
                    <a:pt x="46312" y="33082"/>
                  </a:lnTo>
                  <a:lnTo>
                    <a:pt x="48072" y="24037"/>
                  </a:lnTo>
                  <a:lnTo>
                    <a:pt x="46312" y="14992"/>
                  </a:lnTo>
                  <a:lnTo>
                    <a:pt x="41031" y="7039"/>
                  </a:lnTo>
                  <a:lnTo>
                    <a:pt x="33080" y="1759"/>
                  </a:lnTo>
                  <a:lnTo>
                    <a:pt x="24035" y="0"/>
                  </a:lnTo>
                  <a:close/>
                </a:path>
              </a:pathLst>
            </a:custGeom>
            <a:solidFill>
              <a:srgbClr val="F5D328">
                <a:alpha val="789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7" name="object 7"/>
            <p:cNvSpPr/>
            <p:nvPr/>
          </p:nvSpPr>
          <p:spPr>
            <a:xfrm>
              <a:off x="1973516" y="1511401"/>
              <a:ext cx="125730" cy="85090"/>
            </a:xfrm>
            <a:custGeom>
              <a:avLst/>
              <a:gdLst/>
              <a:ahLst/>
              <a:cxnLst/>
              <a:rect l="l" t="t" r="r" b="b"/>
              <a:pathLst>
                <a:path w="125730" h="85090">
                  <a:moveTo>
                    <a:pt x="44729" y="62357"/>
                  </a:moveTo>
                  <a:lnTo>
                    <a:pt x="43091" y="53936"/>
                  </a:lnTo>
                  <a:lnTo>
                    <a:pt x="38176" y="46545"/>
                  </a:lnTo>
                  <a:lnTo>
                    <a:pt x="30784" y="41630"/>
                  </a:lnTo>
                  <a:lnTo>
                    <a:pt x="22364" y="39992"/>
                  </a:lnTo>
                  <a:lnTo>
                    <a:pt x="13957" y="41630"/>
                  </a:lnTo>
                  <a:lnTo>
                    <a:pt x="6553" y="46545"/>
                  </a:lnTo>
                  <a:lnTo>
                    <a:pt x="1638" y="53936"/>
                  </a:lnTo>
                  <a:lnTo>
                    <a:pt x="0" y="62357"/>
                  </a:lnTo>
                  <a:lnTo>
                    <a:pt x="1638" y="70764"/>
                  </a:lnTo>
                  <a:lnTo>
                    <a:pt x="6553" y="78155"/>
                  </a:lnTo>
                  <a:lnTo>
                    <a:pt x="13957" y="83070"/>
                  </a:lnTo>
                  <a:lnTo>
                    <a:pt x="22364" y="84709"/>
                  </a:lnTo>
                  <a:lnTo>
                    <a:pt x="30784" y="83070"/>
                  </a:lnTo>
                  <a:lnTo>
                    <a:pt x="38176" y="78155"/>
                  </a:lnTo>
                  <a:lnTo>
                    <a:pt x="43091" y="70764"/>
                  </a:lnTo>
                  <a:lnTo>
                    <a:pt x="44729" y="62357"/>
                  </a:lnTo>
                  <a:close/>
                </a:path>
                <a:path w="125730" h="85090">
                  <a:moveTo>
                    <a:pt x="125730" y="22364"/>
                  </a:moveTo>
                  <a:lnTo>
                    <a:pt x="124091" y="13944"/>
                  </a:lnTo>
                  <a:lnTo>
                    <a:pt x="119189" y="6553"/>
                  </a:lnTo>
                  <a:lnTo>
                    <a:pt x="111785" y="1638"/>
                  </a:lnTo>
                  <a:lnTo>
                    <a:pt x="103378" y="0"/>
                  </a:lnTo>
                  <a:lnTo>
                    <a:pt x="94957" y="1638"/>
                  </a:lnTo>
                  <a:lnTo>
                    <a:pt x="87566" y="6553"/>
                  </a:lnTo>
                  <a:lnTo>
                    <a:pt x="82651" y="13944"/>
                  </a:lnTo>
                  <a:lnTo>
                    <a:pt x="81013" y="22364"/>
                  </a:lnTo>
                  <a:lnTo>
                    <a:pt x="82651" y="30772"/>
                  </a:lnTo>
                  <a:lnTo>
                    <a:pt x="87566" y="38176"/>
                  </a:lnTo>
                  <a:lnTo>
                    <a:pt x="94957" y="43078"/>
                  </a:lnTo>
                  <a:lnTo>
                    <a:pt x="103378" y="44716"/>
                  </a:lnTo>
                  <a:lnTo>
                    <a:pt x="111785" y="43078"/>
                  </a:lnTo>
                  <a:lnTo>
                    <a:pt x="119189" y="38176"/>
                  </a:lnTo>
                  <a:lnTo>
                    <a:pt x="124091" y="30772"/>
                  </a:lnTo>
                  <a:lnTo>
                    <a:pt x="125730" y="22364"/>
                  </a:lnTo>
                  <a:close/>
                </a:path>
              </a:pathLst>
            </a:custGeom>
            <a:solidFill>
              <a:srgbClr val="FF7E79">
                <a:alpha val="53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8" name="object 8"/>
            <p:cNvSpPr/>
            <p:nvPr/>
          </p:nvSpPr>
          <p:spPr>
            <a:xfrm>
              <a:off x="897449" y="1198256"/>
              <a:ext cx="618490" cy="581025"/>
            </a:xfrm>
            <a:custGeom>
              <a:avLst/>
              <a:gdLst/>
              <a:ahLst/>
              <a:cxnLst/>
              <a:rect l="l" t="t" r="r" b="b"/>
              <a:pathLst>
                <a:path w="618490" h="581025">
                  <a:moveTo>
                    <a:pt x="387865" y="450"/>
                  </a:moveTo>
                  <a:lnTo>
                    <a:pt x="435410" y="8191"/>
                  </a:lnTo>
                  <a:lnTo>
                    <a:pt x="478506" y="22921"/>
                  </a:lnTo>
                  <a:lnTo>
                    <a:pt x="516698" y="43993"/>
                  </a:lnTo>
                  <a:lnTo>
                    <a:pt x="549532" y="70761"/>
                  </a:lnTo>
                  <a:lnTo>
                    <a:pt x="576554" y="102576"/>
                  </a:lnTo>
                  <a:lnTo>
                    <a:pt x="597309" y="138793"/>
                  </a:lnTo>
                  <a:lnTo>
                    <a:pt x="611343" y="178763"/>
                  </a:lnTo>
                  <a:lnTo>
                    <a:pt x="618201" y="221841"/>
                  </a:lnTo>
                  <a:lnTo>
                    <a:pt x="617429" y="267378"/>
                  </a:lnTo>
                  <a:lnTo>
                    <a:pt x="608573" y="314728"/>
                  </a:lnTo>
                  <a:lnTo>
                    <a:pt x="593687" y="357311"/>
                  </a:lnTo>
                  <a:lnTo>
                    <a:pt x="573145" y="397439"/>
                  </a:lnTo>
                  <a:lnTo>
                    <a:pt x="547534" y="434703"/>
                  </a:lnTo>
                  <a:lnTo>
                    <a:pt x="517438" y="468690"/>
                  </a:lnTo>
                  <a:lnTo>
                    <a:pt x="483442" y="498990"/>
                  </a:lnTo>
                  <a:lnTo>
                    <a:pt x="446132" y="525192"/>
                  </a:lnTo>
                  <a:lnTo>
                    <a:pt x="406091" y="546886"/>
                  </a:lnTo>
                  <a:lnTo>
                    <a:pt x="363907" y="563659"/>
                  </a:lnTo>
                  <a:lnTo>
                    <a:pt x="320162" y="575102"/>
                  </a:lnTo>
                  <a:lnTo>
                    <a:pt x="275444" y="580804"/>
                  </a:lnTo>
                  <a:lnTo>
                    <a:pt x="230336" y="580353"/>
                  </a:lnTo>
                  <a:lnTo>
                    <a:pt x="182791" y="572612"/>
                  </a:lnTo>
                  <a:lnTo>
                    <a:pt x="139695" y="557882"/>
                  </a:lnTo>
                  <a:lnTo>
                    <a:pt x="101503" y="536810"/>
                  </a:lnTo>
                  <a:lnTo>
                    <a:pt x="68668" y="510043"/>
                  </a:lnTo>
                  <a:lnTo>
                    <a:pt x="41646" y="478227"/>
                  </a:lnTo>
                  <a:lnTo>
                    <a:pt x="20891" y="442011"/>
                  </a:lnTo>
                  <a:lnTo>
                    <a:pt x="6858" y="402040"/>
                  </a:lnTo>
                  <a:lnTo>
                    <a:pt x="0" y="358963"/>
                  </a:lnTo>
                  <a:lnTo>
                    <a:pt x="771" y="313426"/>
                  </a:lnTo>
                  <a:lnTo>
                    <a:pt x="9628" y="266076"/>
                  </a:lnTo>
                  <a:lnTo>
                    <a:pt x="24514" y="223493"/>
                  </a:lnTo>
                  <a:lnTo>
                    <a:pt x="45055" y="183364"/>
                  </a:lnTo>
                  <a:lnTo>
                    <a:pt x="70667" y="146100"/>
                  </a:lnTo>
                  <a:lnTo>
                    <a:pt x="100763" y="112113"/>
                  </a:lnTo>
                  <a:lnTo>
                    <a:pt x="134759" y="81813"/>
                  </a:lnTo>
                  <a:lnTo>
                    <a:pt x="172069" y="55611"/>
                  </a:lnTo>
                  <a:lnTo>
                    <a:pt x="212109" y="33918"/>
                  </a:lnTo>
                  <a:lnTo>
                    <a:pt x="254294" y="17144"/>
                  </a:lnTo>
                  <a:lnTo>
                    <a:pt x="298038" y="5701"/>
                  </a:lnTo>
                  <a:lnTo>
                    <a:pt x="342757" y="0"/>
                  </a:lnTo>
                  <a:lnTo>
                    <a:pt x="387865" y="450"/>
                  </a:lnTo>
                </a:path>
              </a:pathLst>
            </a:custGeom>
            <a:ln w="10058">
              <a:solidFill>
                <a:srgbClr val="A6AAA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9" name="object 9"/>
            <p:cNvSpPr/>
            <p:nvPr/>
          </p:nvSpPr>
          <p:spPr>
            <a:xfrm>
              <a:off x="1275215" y="733361"/>
              <a:ext cx="257810" cy="283845"/>
            </a:xfrm>
            <a:custGeom>
              <a:avLst/>
              <a:gdLst/>
              <a:ahLst/>
              <a:cxnLst/>
              <a:rect l="l" t="t" r="r" b="b"/>
              <a:pathLst>
                <a:path w="257809" h="283844">
                  <a:moveTo>
                    <a:pt x="245793" y="72717"/>
                  </a:moveTo>
                  <a:lnTo>
                    <a:pt x="222778" y="115634"/>
                  </a:lnTo>
                  <a:lnTo>
                    <a:pt x="191361" y="159647"/>
                  </a:lnTo>
                  <a:lnTo>
                    <a:pt x="154357" y="201566"/>
                  </a:lnTo>
                  <a:lnTo>
                    <a:pt x="114583" y="238202"/>
                  </a:lnTo>
                  <a:lnTo>
                    <a:pt x="74853" y="266365"/>
                  </a:lnTo>
                  <a:lnTo>
                    <a:pt x="33553" y="283425"/>
                  </a:lnTo>
                  <a:lnTo>
                    <a:pt x="7926" y="278642"/>
                  </a:lnTo>
                  <a:lnTo>
                    <a:pt x="0" y="253806"/>
                  </a:lnTo>
                  <a:lnTo>
                    <a:pt x="11803" y="210708"/>
                  </a:lnTo>
                  <a:lnTo>
                    <a:pt x="34818" y="167791"/>
                  </a:lnTo>
                  <a:lnTo>
                    <a:pt x="66235" y="123778"/>
                  </a:lnTo>
                  <a:lnTo>
                    <a:pt x="103239" y="81859"/>
                  </a:lnTo>
                  <a:lnTo>
                    <a:pt x="143013" y="45223"/>
                  </a:lnTo>
                  <a:lnTo>
                    <a:pt x="182742" y="17060"/>
                  </a:lnTo>
                  <a:lnTo>
                    <a:pt x="224043" y="0"/>
                  </a:lnTo>
                  <a:lnTo>
                    <a:pt x="249670" y="4782"/>
                  </a:lnTo>
                  <a:lnTo>
                    <a:pt x="257596" y="29618"/>
                  </a:lnTo>
                  <a:lnTo>
                    <a:pt x="245793" y="72717"/>
                  </a:lnTo>
                </a:path>
              </a:pathLst>
            </a:custGeom>
            <a:ln w="10058">
              <a:solidFill>
                <a:srgbClr val="A6AAA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419" y="920112"/>
              <a:ext cx="78364" cy="7781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37003" y="807751"/>
              <a:ext cx="314960" cy="222250"/>
            </a:xfrm>
            <a:custGeom>
              <a:avLst/>
              <a:gdLst/>
              <a:ahLst/>
              <a:cxnLst/>
              <a:rect l="l" t="t" r="r" b="b"/>
              <a:pathLst>
                <a:path w="314960" h="222250">
                  <a:moveTo>
                    <a:pt x="241728" y="219761"/>
                  </a:moveTo>
                  <a:lnTo>
                    <a:pt x="194751" y="205553"/>
                  </a:lnTo>
                  <a:lnTo>
                    <a:pt x="145701" y="182584"/>
                  </a:lnTo>
                  <a:lnTo>
                    <a:pt x="98194" y="153096"/>
                  </a:lnTo>
                  <a:lnTo>
                    <a:pt x="55844" y="119333"/>
                  </a:lnTo>
                  <a:lnTo>
                    <a:pt x="22266" y="83539"/>
                  </a:lnTo>
                  <a:lnTo>
                    <a:pt x="0" y="43333"/>
                  </a:lnTo>
                  <a:lnTo>
                    <a:pt x="2085" y="14613"/>
                  </a:lnTo>
                  <a:lnTo>
                    <a:pt x="26897" y="0"/>
                  </a:lnTo>
                  <a:lnTo>
                    <a:pt x="72809" y="2112"/>
                  </a:lnTo>
                  <a:lnTo>
                    <a:pt x="119786" y="16319"/>
                  </a:lnTo>
                  <a:lnTo>
                    <a:pt x="168835" y="39289"/>
                  </a:lnTo>
                  <a:lnTo>
                    <a:pt x="216342" y="68777"/>
                  </a:lnTo>
                  <a:lnTo>
                    <a:pt x="258692" y="102539"/>
                  </a:lnTo>
                  <a:lnTo>
                    <a:pt x="292270" y="138333"/>
                  </a:lnTo>
                  <a:lnTo>
                    <a:pt x="314537" y="178540"/>
                  </a:lnTo>
                  <a:lnTo>
                    <a:pt x="312451" y="207259"/>
                  </a:lnTo>
                  <a:lnTo>
                    <a:pt x="287639" y="221873"/>
                  </a:lnTo>
                  <a:lnTo>
                    <a:pt x="241728" y="219761"/>
                  </a:lnTo>
                </a:path>
              </a:pathLst>
            </a:custGeom>
            <a:ln w="10058">
              <a:solidFill>
                <a:srgbClr val="A6AAA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5080" y="957618"/>
              <a:ext cx="287020" cy="324485"/>
            </a:xfrm>
            <a:custGeom>
              <a:avLst/>
              <a:gdLst/>
              <a:ahLst/>
              <a:cxnLst/>
              <a:rect l="l" t="t" r="r" b="b"/>
              <a:pathLst>
                <a:path w="287019" h="324484">
                  <a:moveTo>
                    <a:pt x="285099" y="221113"/>
                  </a:moveTo>
                  <a:lnTo>
                    <a:pt x="269117" y="265855"/>
                  </a:lnTo>
                  <a:lnTo>
                    <a:pt x="241385" y="298943"/>
                  </a:lnTo>
                  <a:lnTo>
                    <a:pt x="204697" y="318861"/>
                  </a:lnTo>
                  <a:lnTo>
                    <a:pt x="161844" y="324095"/>
                  </a:lnTo>
                  <a:lnTo>
                    <a:pt x="115616" y="313127"/>
                  </a:lnTo>
                  <a:lnTo>
                    <a:pt x="72212" y="286756"/>
                  </a:lnTo>
                  <a:lnTo>
                    <a:pt x="37222" y="249094"/>
                  </a:lnTo>
                  <a:lnTo>
                    <a:pt x="12525" y="203603"/>
                  </a:lnTo>
                  <a:lnTo>
                    <a:pt x="0" y="153745"/>
                  </a:lnTo>
                  <a:lnTo>
                    <a:pt x="1525" y="102981"/>
                  </a:lnTo>
                  <a:lnTo>
                    <a:pt x="17508" y="58239"/>
                  </a:lnTo>
                  <a:lnTo>
                    <a:pt x="45239" y="25151"/>
                  </a:lnTo>
                  <a:lnTo>
                    <a:pt x="81927" y="5233"/>
                  </a:lnTo>
                  <a:lnTo>
                    <a:pt x="124781" y="0"/>
                  </a:lnTo>
                  <a:lnTo>
                    <a:pt x="171008" y="10967"/>
                  </a:lnTo>
                  <a:lnTo>
                    <a:pt x="214412" y="37338"/>
                  </a:lnTo>
                  <a:lnTo>
                    <a:pt x="249402" y="75000"/>
                  </a:lnTo>
                  <a:lnTo>
                    <a:pt x="274099" y="120491"/>
                  </a:lnTo>
                  <a:lnTo>
                    <a:pt x="286625" y="170349"/>
                  </a:lnTo>
                  <a:lnTo>
                    <a:pt x="285099" y="221113"/>
                  </a:lnTo>
                </a:path>
              </a:pathLst>
            </a:custGeom>
            <a:ln w="10058">
              <a:solidFill>
                <a:srgbClr val="A6AAA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5529" y="1258189"/>
              <a:ext cx="247926" cy="364272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1018125" y="2517038"/>
            <a:ext cx="3870080" cy="3010985"/>
            <a:chOff x="2600676" y="770233"/>
            <a:chExt cx="1184275" cy="92138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7965" y="1360811"/>
              <a:ext cx="244756" cy="2447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49613" y="101174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>
                  <a:moveTo>
                    <a:pt x="22246" y="0"/>
                  </a:moveTo>
                  <a:lnTo>
                    <a:pt x="13875" y="1629"/>
                  </a:lnTo>
                  <a:lnTo>
                    <a:pt x="6516" y="6516"/>
                  </a:lnTo>
                  <a:lnTo>
                    <a:pt x="1629" y="13875"/>
                  </a:lnTo>
                  <a:lnTo>
                    <a:pt x="0" y="22246"/>
                  </a:lnTo>
                  <a:lnTo>
                    <a:pt x="1629" y="30617"/>
                  </a:lnTo>
                  <a:lnTo>
                    <a:pt x="6516" y="37976"/>
                  </a:lnTo>
                  <a:lnTo>
                    <a:pt x="13875" y="42863"/>
                  </a:lnTo>
                  <a:lnTo>
                    <a:pt x="22246" y="44492"/>
                  </a:lnTo>
                  <a:lnTo>
                    <a:pt x="30617" y="42863"/>
                  </a:lnTo>
                  <a:lnTo>
                    <a:pt x="37976" y="37976"/>
                  </a:lnTo>
                  <a:lnTo>
                    <a:pt x="42863" y="30617"/>
                  </a:lnTo>
                  <a:lnTo>
                    <a:pt x="44492" y="22246"/>
                  </a:lnTo>
                  <a:lnTo>
                    <a:pt x="42863" y="13875"/>
                  </a:lnTo>
                  <a:lnTo>
                    <a:pt x="37976" y="6516"/>
                  </a:lnTo>
                  <a:lnTo>
                    <a:pt x="30617" y="1629"/>
                  </a:lnTo>
                  <a:lnTo>
                    <a:pt x="22246" y="0"/>
                  </a:lnTo>
                  <a:close/>
                </a:path>
              </a:pathLst>
            </a:custGeom>
            <a:solidFill>
              <a:srgbClr val="924607">
                <a:alpha val="53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7" name="object 17"/>
            <p:cNvSpPr/>
            <p:nvPr/>
          </p:nvSpPr>
          <p:spPr>
            <a:xfrm>
              <a:off x="2837472" y="1056329"/>
              <a:ext cx="34290" cy="307340"/>
            </a:xfrm>
            <a:custGeom>
              <a:avLst/>
              <a:gdLst/>
              <a:ahLst/>
              <a:cxnLst/>
              <a:rect l="l" t="t" r="r" b="b"/>
              <a:pathLst>
                <a:path w="34289" h="307340">
                  <a:moveTo>
                    <a:pt x="33926" y="332"/>
                  </a:moveTo>
                  <a:lnTo>
                    <a:pt x="3336" y="307230"/>
                  </a:lnTo>
                  <a:lnTo>
                    <a:pt x="0" y="306898"/>
                  </a:lnTo>
                  <a:lnTo>
                    <a:pt x="30590" y="0"/>
                  </a:lnTo>
                  <a:lnTo>
                    <a:pt x="33926" y="332"/>
                  </a:lnTo>
                  <a:close/>
                </a:path>
              </a:pathLst>
            </a:custGeom>
            <a:solidFill>
              <a:srgbClr val="53585F">
                <a:alpha val="608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1202" y="895397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60" h="48259">
                  <a:moveTo>
                    <a:pt x="24035" y="0"/>
                  </a:moveTo>
                  <a:lnTo>
                    <a:pt x="14991" y="1759"/>
                  </a:lnTo>
                  <a:lnTo>
                    <a:pt x="7039" y="7039"/>
                  </a:lnTo>
                  <a:lnTo>
                    <a:pt x="1759" y="14992"/>
                  </a:lnTo>
                  <a:lnTo>
                    <a:pt x="0" y="24037"/>
                  </a:lnTo>
                  <a:lnTo>
                    <a:pt x="1759" y="33082"/>
                  </a:lnTo>
                  <a:lnTo>
                    <a:pt x="7039" y="41033"/>
                  </a:lnTo>
                  <a:lnTo>
                    <a:pt x="14991" y="46313"/>
                  </a:lnTo>
                  <a:lnTo>
                    <a:pt x="24035" y="48073"/>
                  </a:lnTo>
                  <a:lnTo>
                    <a:pt x="33080" y="46313"/>
                  </a:lnTo>
                  <a:lnTo>
                    <a:pt x="41031" y="41033"/>
                  </a:lnTo>
                  <a:lnTo>
                    <a:pt x="46311" y="33082"/>
                  </a:lnTo>
                  <a:lnTo>
                    <a:pt x="48071" y="24037"/>
                  </a:lnTo>
                  <a:lnTo>
                    <a:pt x="46311" y="14992"/>
                  </a:lnTo>
                  <a:lnTo>
                    <a:pt x="41031" y="7039"/>
                  </a:lnTo>
                  <a:lnTo>
                    <a:pt x="33080" y="1759"/>
                  </a:lnTo>
                  <a:lnTo>
                    <a:pt x="24035" y="0"/>
                  </a:lnTo>
                  <a:close/>
                </a:path>
              </a:pathLst>
            </a:custGeom>
            <a:solidFill>
              <a:srgbClr val="0365C0">
                <a:alpha val="53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19" name="object 19"/>
            <p:cNvSpPr/>
            <p:nvPr/>
          </p:nvSpPr>
          <p:spPr>
            <a:xfrm>
              <a:off x="2878992" y="939463"/>
              <a:ext cx="196215" cy="436245"/>
            </a:xfrm>
            <a:custGeom>
              <a:avLst/>
              <a:gdLst/>
              <a:ahLst/>
              <a:cxnLst/>
              <a:rect l="l" t="t" r="r" b="b"/>
              <a:pathLst>
                <a:path w="196214" h="436244">
                  <a:moveTo>
                    <a:pt x="196010" y="1361"/>
                  </a:moveTo>
                  <a:lnTo>
                    <a:pt x="3064" y="435686"/>
                  </a:lnTo>
                  <a:lnTo>
                    <a:pt x="0" y="434325"/>
                  </a:lnTo>
                  <a:lnTo>
                    <a:pt x="192946" y="0"/>
                  </a:lnTo>
                  <a:lnTo>
                    <a:pt x="196010" y="1361"/>
                  </a:lnTo>
                  <a:close/>
                </a:path>
              </a:pathLst>
            </a:custGeom>
            <a:solidFill>
              <a:srgbClr val="53585F">
                <a:alpha val="6099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0" name="object 20"/>
            <p:cNvSpPr/>
            <p:nvPr/>
          </p:nvSpPr>
          <p:spPr>
            <a:xfrm>
              <a:off x="2889497" y="926466"/>
              <a:ext cx="172720" cy="97155"/>
            </a:xfrm>
            <a:custGeom>
              <a:avLst/>
              <a:gdLst/>
              <a:ahLst/>
              <a:cxnLst/>
              <a:rect l="l" t="t" r="r" b="b"/>
              <a:pathLst>
                <a:path w="172719" h="97155">
                  <a:moveTo>
                    <a:pt x="172705" y="2936"/>
                  </a:moveTo>
                  <a:lnTo>
                    <a:pt x="1617" y="97149"/>
                  </a:lnTo>
                  <a:lnTo>
                    <a:pt x="0" y="94212"/>
                  </a:lnTo>
                  <a:lnTo>
                    <a:pt x="171088" y="0"/>
                  </a:lnTo>
                  <a:lnTo>
                    <a:pt x="172705" y="2936"/>
                  </a:lnTo>
                  <a:close/>
                </a:path>
              </a:pathLst>
            </a:custGeom>
            <a:solidFill>
              <a:srgbClr val="53585F">
                <a:alpha val="608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2566" y="833137"/>
              <a:ext cx="69635" cy="6963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18475" y="893676"/>
              <a:ext cx="530225" cy="513080"/>
            </a:xfrm>
            <a:custGeom>
              <a:avLst/>
              <a:gdLst/>
              <a:ahLst/>
              <a:cxnLst/>
              <a:rect l="l" t="t" r="r" b="b"/>
              <a:pathLst>
                <a:path w="530225" h="513080">
                  <a:moveTo>
                    <a:pt x="530001" y="2410"/>
                  </a:moveTo>
                  <a:lnTo>
                    <a:pt x="2330" y="512634"/>
                  </a:lnTo>
                  <a:lnTo>
                    <a:pt x="0" y="510223"/>
                  </a:lnTo>
                  <a:lnTo>
                    <a:pt x="527671" y="0"/>
                  </a:lnTo>
                  <a:lnTo>
                    <a:pt x="530001" y="2410"/>
                  </a:lnTo>
                  <a:close/>
                </a:path>
              </a:pathLst>
            </a:custGeom>
            <a:solidFill>
              <a:srgbClr val="53585F">
                <a:alpha val="608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24941" y="1007620"/>
              <a:ext cx="89601" cy="896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5389" y="1276829"/>
              <a:ext cx="64853" cy="6485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71094" y="1472101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76" y="0"/>
                  </a:moveTo>
                  <a:lnTo>
                    <a:pt x="13332" y="1565"/>
                  </a:lnTo>
                  <a:lnTo>
                    <a:pt x="6260" y="6261"/>
                  </a:lnTo>
                  <a:lnTo>
                    <a:pt x="1565" y="13332"/>
                  </a:lnTo>
                  <a:lnTo>
                    <a:pt x="0" y="21376"/>
                  </a:lnTo>
                  <a:lnTo>
                    <a:pt x="1565" y="29420"/>
                  </a:lnTo>
                  <a:lnTo>
                    <a:pt x="6260" y="36492"/>
                  </a:lnTo>
                  <a:lnTo>
                    <a:pt x="13332" y="41189"/>
                  </a:lnTo>
                  <a:lnTo>
                    <a:pt x="21376" y="42754"/>
                  </a:lnTo>
                  <a:lnTo>
                    <a:pt x="29421" y="41189"/>
                  </a:lnTo>
                  <a:lnTo>
                    <a:pt x="36493" y="36492"/>
                  </a:lnTo>
                  <a:lnTo>
                    <a:pt x="41188" y="29420"/>
                  </a:lnTo>
                  <a:lnTo>
                    <a:pt x="42753" y="21376"/>
                  </a:lnTo>
                  <a:lnTo>
                    <a:pt x="41188" y="13332"/>
                  </a:lnTo>
                  <a:lnTo>
                    <a:pt x="36493" y="6261"/>
                  </a:lnTo>
                  <a:lnTo>
                    <a:pt x="29421" y="1565"/>
                  </a:lnTo>
                  <a:lnTo>
                    <a:pt x="21376" y="0"/>
                  </a:lnTo>
                  <a:close/>
                </a:path>
              </a:pathLst>
            </a:custGeom>
            <a:solidFill>
              <a:srgbClr val="F5D328">
                <a:alpha val="789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6" name="object 26"/>
            <p:cNvSpPr/>
            <p:nvPr/>
          </p:nvSpPr>
          <p:spPr>
            <a:xfrm>
              <a:off x="2944482" y="1067765"/>
              <a:ext cx="718820" cy="441325"/>
            </a:xfrm>
            <a:custGeom>
              <a:avLst/>
              <a:gdLst/>
              <a:ahLst/>
              <a:cxnLst/>
              <a:rect l="l" t="t" r="r" b="b"/>
              <a:pathLst>
                <a:path w="718820" h="441325">
                  <a:moveTo>
                    <a:pt x="624878" y="432041"/>
                  </a:moveTo>
                  <a:lnTo>
                    <a:pt x="624827" y="428688"/>
                  </a:lnTo>
                  <a:lnTo>
                    <a:pt x="6692" y="437451"/>
                  </a:lnTo>
                  <a:lnTo>
                    <a:pt x="6743" y="440804"/>
                  </a:lnTo>
                  <a:lnTo>
                    <a:pt x="624878" y="432041"/>
                  </a:lnTo>
                  <a:close/>
                </a:path>
                <a:path w="718820" h="441325">
                  <a:moveTo>
                    <a:pt x="686765" y="2933"/>
                  </a:moveTo>
                  <a:lnTo>
                    <a:pt x="685165" y="0"/>
                  </a:lnTo>
                  <a:lnTo>
                    <a:pt x="0" y="374396"/>
                  </a:lnTo>
                  <a:lnTo>
                    <a:pt x="1600" y="377342"/>
                  </a:lnTo>
                  <a:lnTo>
                    <a:pt x="686765" y="2933"/>
                  </a:lnTo>
                  <a:close/>
                </a:path>
                <a:path w="718820" h="441325">
                  <a:moveTo>
                    <a:pt x="718235" y="247891"/>
                  </a:moveTo>
                  <a:lnTo>
                    <a:pt x="717486" y="244627"/>
                  </a:lnTo>
                  <a:lnTo>
                    <a:pt x="6299" y="406590"/>
                  </a:lnTo>
                  <a:lnTo>
                    <a:pt x="7048" y="409867"/>
                  </a:lnTo>
                  <a:lnTo>
                    <a:pt x="718235" y="247891"/>
                  </a:lnTo>
                  <a:close/>
                </a:path>
              </a:pathLst>
            </a:custGeom>
            <a:solidFill>
              <a:srgbClr val="53585F">
                <a:alpha val="608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7" name="object 27"/>
            <p:cNvSpPr/>
            <p:nvPr/>
          </p:nvSpPr>
          <p:spPr>
            <a:xfrm>
              <a:off x="3423526" y="1580904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22360" y="0"/>
                  </a:moveTo>
                  <a:lnTo>
                    <a:pt x="13946" y="1637"/>
                  </a:lnTo>
                  <a:lnTo>
                    <a:pt x="6549" y="6549"/>
                  </a:lnTo>
                  <a:lnTo>
                    <a:pt x="1637" y="13946"/>
                  </a:lnTo>
                  <a:lnTo>
                    <a:pt x="0" y="22360"/>
                  </a:lnTo>
                  <a:lnTo>
                    <a:pt x="1637" y="30775"/>
                  </a:lnTo>
                  <a:lnTo>
                    <a:pt x="6549" y="38172"/>
                  </a:lnTo>
                  <a:lnTo>
                    <a:pt x="13946" y="43083"/>
                  </a:lnTo>
                  <a:lnTo>
                    <a:pt x="22360" y="44720"/>
                  </a:lnTo>
                  <a:lnTo>
                    <a:pt x="30774" y="43083"/>
                  </a:lnTo>
                  <a:lnTo>
                    <a:pt x="38172" y="38172"/>
                  </a:lnTo>
                  <a:lnTo>
                    <a:pt x="43083" y="30775"/>
                  </a:lnTo>
                  <a:lnTo>
                    <a:pt x="44720" y="22360"/>
                  </a:lnTo>
                  <a:lnTo>
                    <a:pt x="43083" y="13946"/>
                  </a:lnTo>
                  <a:lnTo>
                    <a:pt x="38172" y="6549"/>
                  </a:lnTo>
                  <a:lnTo>
                    <a:pt x="30774" y="1637"/>
                  </a:lnTo>
                  <a:lnTo>
                    <a:pt x="22360" y="0"/>
                  </a:lnTo>
                  <a:close/>
                </a:path>
              </a:pathLst>
            </a:custGeom>
            <a:solidFill>
              <a:srgbClr val="C62823">
                <a:alpha val="53999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8" name="object 28"/>
            <p:cNvSpPr/>
            <p:nvPr/>
          </p:nvSpPr>
          <p:spPr>
            <a:xfrm>
              <a:off x="2936265" y="1506537"/>
              <a:ext cx="640715" cy="94615"/>
            </a:xfrm>
            <a:custGeom>
              <a:avLst/>
              <a:gdLst/>
              <a:ahLst/>
              <a:cxnLst/>
              <a:rect l="l" t="t" r="r" b="b"/>
              <a:pathLst>
                <a:path w="640714" h="94615">
                  <a:moveTo>
                    <a:pt x="491769" y="91198"/>
                  </a:moveTo>
                  <a:lnTo>
                    <a:pt x="368" y="35509"/>
                  </a:lnTo>
                  <a:lnTo>
                    <a:pt x="0" y="38836"/>
                  </a:lnTo>
                  <a:lnTo>
                    <a:pt x="491388" y="94526"/>
                  </a:lnTo>
                  <a:lnTo>
                    <a:pt x="491769" y="91198"/>
                  </a:lnTo>
                  <a:close/>
                </a:path>
                <a:path w="640714" h="94615">
                  <a:moveTo>
                    <a:pt x="640626" y="2654"/>
                  </a:moveTo>
                  <a:lnTo>
                    <a:pt x="638581" y="0"/>
                  </a:lnTo>
                  <a:lnTo>
                    <a:pt x="527088" y="85356"/>
                  </a:lnTo>
                  <a:lnTo>
                    <a:pt x="529120" y="88023"/>
                  </a:lnTo>
                  <a:lnTo>
                    <a:pt x="640626" y="2654"/>
                  </a:lnTo>
                  <a:close/>
                </a:path>
              </a:pathLst>
            </a:custGeom>
            <a:solidFill>
              <a:srgbClr val="53585F">
                <a:alpha val="608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29" name="object 29"/>
            <p:cNvSpPr/>
            <p:nvPr/>
          </p:nvSpPr>
          <p:spPr>
            <a:xfrm>
              <a:off x="3446259" y="1085659"/>
              <a:ext cx="250825" cy="496570"/>
            </a:xfrm>
            <a:custGeom>
              <a:avLst/>
              <a:gdLst/>
              <a:ahLst/>
              <a:cxnLst/>
              <a:rect l="l" t="t" r="r" b="b"/>
              <a:pathLst>
                <a:path w="250825" h="496569">
                  <a:moveTo>
                    <a:pt x="201764" y="1244"/>
                  </a:moveTo>
                  <a:lnTo>
                    <a:pt x="198653" y="0"/>
                  </a:lnTo>
                  <a:lnTo>
                    <a:pt x="0" y="494792"/>
                  </a:lnTo>
                  <a:lnTo>
                    <a:pt x="3111" y="496036"/>
                  </a:lnTo>
                  <a:lnTo>
                    <a:pt x="201764" y="1244"/>
                  </a:lnTo>
                  <a:close/>
                </a:path>
                <a:path w="250825" h="496569">
                  <a:moveTo>
                    <a:pt x="211480" y="7264"/>
                  </a:moveTo>
                  <a:lnTo>
                    <a:pt x="208178" y="6705"/>
                  </a:lnTo>
                  <a:lnTo>
                    <a:pt x="144589" y="386803"/>
                  </a:lnTo>
                  <a:lnTo>
                    <a:pt x="147904" y="387362"/>
                  </a:lnTo>
                  <a:lnTo>
                    <a:pt x="211480" y="7264"/>
                  </a:lnTo>
                  <a:close/>
                </a:path>
                <a:path w="250825" h="496569">
                  <a:moveTo>
                    <a:pt x="250215" y="190373"/>
                  </a:moveTo>
                  <a:lnTo>
                    <a:pt x="238429" y="7404"/>
                  </a:lnTo>
                  <a:lnTo>
                    <a:pt x="235089" y="7620"/>
                  </a:lnTo>
                  <a:lnTo>
                    <a:pt x="246875" y="190588"/>
                  </a:lnTo>
                  <a:lnTo>
                    <a:pt x="250215" y="190373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6608" y="892224"/>
              <a:ext cx="148590" cy="133985"/>
            </a:xfrm>
            <a:custGeom>
              <a:avLst/>
              <a:gdLst/>
              <a:ahLst/>
              <a:cxnLst/>
              <a:rect l="l" t="t" r="r" b="b"/>
              <a:pathLst>
                <a:path w="148589" h="133984">
                  <a:moveTo>
                    <a:pt x="2241" y="0"/>
                  </a:moveTo>
                  <a:lnTo>
                    <a:pt x="147964" y="130987"/>
                  </a:lnTo>
                  <a:lnTo>
                    <a:pt x="145723" y="133481"/>
                  </a:lnTo>
                  <a:lnTo>
                    <a:pt x="0" y="2493"/>
                  </a:lnTo>
                  <a:lnTo>
                    <a:pt x="2241" y="0"/>
                  </a:lnTo>
                  <a:close/>
                </a:path>
              </a:pathLst>
            </a:custGeom>
            <a:solidFill>
              <a:srgbClr val="53585F">
                <a:alpha val="60888"/>
              </a:srgbClr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1" name="object 31"/>
            <p:cNvSpPr/>
            <p:nvPr/>
          </p:nvSpPr>
          <p:spPr>
            <a:xfrm>
              <a:off x="2605705" y="856949"/>
              <a:ext cx="622300" cy="815975"/>
            </a:xfrm>
            <a:custGeom>
              <a:avLst/>
              <a:gdLst/>
              <a:ahLst/>
              <a:cxnLst/>
              <a:rect l="l" t="t" r="r" b="b"/>
              <a:pathLst>
                <a:path w="622300" h="815975">
                  <a:moveTo>
                    <a:pt x="276696" y="46488"/>
                  </a:moveTo>
                  <a:lnTo>
                    <a:pt x="322767" y="22340"/>
                  </a:lnTo>
                  <a:lnTo>
                    <a:pt x="367467" y="6932"/>
                  </a:lnTo>
                  <a:lnTo>
                    <a:pt x="410266" y="0"/>
                  </a:lnTo>
                  <a:lnTo>
                    <a:pt x="450630" y="1277"/>
                  </a:lnTo>
                  <a:lnTo>
                    <a:pt x="488030" y="10499"/>
                  </a:lnTo>
                  <a:lnTo>
                    <a:pt x="551808" y="51717"/>
                  </a:lnTo>
                  <a:lnTo>
                    <a:pt x="577122" y="83183"/>
                  </a:lnTo>
                  <a:lnTo>
                    <a:pt x="597344" y="121535"/>
                  </a:lnTo>
                  <a:lnTo>
                    <a:pt x="611944" y="166506"/>
                  </a:lnTo>
                  <a:lnTo>
                    <a:pt x="620388" y="217831"/>
                  </a:lnTo>
                  <a:lnTo>
                    <a:pt x="622300" y="264627"/>
                  </a:lnTo>
                  <a:lnTo>
                    <a:pt x="619427" y="312584"/>
                  </a:lnTo>
                  <a:lnTo>
                    <a:pt x="612025" y="361185"/>
                  </a:lnTo>
                  <a:lnTo>
                    <a:pt x="600353" y="409914"/>
                  </a:lnTo>
                  <a:lnTo>
                    <a:pt x="584667" y="458255"/>
                  </a:lnTo>
                  <a:lnTo>
                    <a:pt x="565225" y="505691"/>
                  </a:lnTo>
                  <a:lnTo>
                    <a:pt x="542285" y="551706"/>
                  </a:lnTo>
                  <a:lnTo>
                    <a:pt x="516105" y="595782"/>
                  </a:lnTo>
                  <a:lnTo>
                    <a:pt x="486941" y="637404"/>
                  </a:lnTo>
                  <a:lnTo>
                    <a:pt x="455051" y="676054"/>
                  </a:lnTo>
                  <a:lnTo>
                    <a:pt x="420694" y="711217"/>
                  </a:lnTo>
                  <a:lnTo>
                    <a:pt x="384125" y="742376"/>
                  </a:lnTo>
                  <a:lnTo>
                    <a:pt x="345603" y="769013"/>
                  </a:lnTo>
                  <a:lnTo>
                    <a:pt x="299533" y="793161"/>
                  </a:lnTo>
                  <a:lnTo>
                    <a:pt x="254833" y="808569"/>
                  </a:lnTo>
                  <a:lnTo>
                    <a:pt x="212034" y="815502"/>
                  </a:lnTo>
                  <a:lnTo>
                    <a:pt x="171669" y="814225"/>
                  </a:lnTo>
                  <a:lnTo>
                    <a:pt x="134270" y="805003"/>
                  </a:lnTo>
                  <a:lnTo>
                    <a:pt x="70492" y="763785"/>
                  </a:lnTo>
                  <a:lnTo>
                    <a:pt x="45178" y="732318"/>
                  </a:lnTo>
                  <a:lnTo>
                    <a:pt x="24955" y="693967"/>
                  </a:lnTo>
                  <a:lnTo>
                    <a:pt x="10356" y="648996"/>
                  </a:lnTo>
                  <a:lnTo>
                    <a:pt x="1912" y="597671"/>
                  </a:lnTo>
                  <a:lnTo>
                    <a:pt x="0" y="550875"/>
                  </a:lnTo>
                  <a:lnTo>
                    <a:pt x="2873" y="502918"/>
                  </a:lnTo>
                  <a:lnTo>
                    <a:pt x="10275" y="454317"/>
                  </a:lnTo>
                  <a:lnTo>
                    <a:pt x="21947" y="405587"/>
                  </a:lnTo>
                  <a:lnTo>
                    <a:pt x="37633" y="357246"/>
                  </a:lnTo>
                  <a:lnTo>
                    <a:pt x="57075" y="309810"/>
                  </a:lnTo>
                  <a:lnTo>
                    <a:pt x="80014" y="263796"/>
                  </a:lnTo>
                  <a:lnTo>
                    <a:pt x="106195" y="219720"/>
                  </a:lnTo>
                  <a:lnTo>
                    <a:pt x="135359" y="178098"/>
                  </a:lnTo>
                  <a:lnTo>
                    <a:pt x="167248" y="139448"/>
                  </a:lnTo>
                  <a:lnTo>
                    <a:pt x="201606" y="104285"/>
                  </a:lnTo>
                  <a:lnTo>
                    <a:pt x="238175" y="73126"/>
                  </a:lnTo>
                  <a:lnTo>
                    <a:pt x="276696" y="46488"/>
                  </a:lnTo>
                </a:path>
              </a:pathLst>
            </a:custGeom>
            <a:ln w="10058">
              <a:solidFill>
                <a:srgbClr val="A6AAA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2" name="object 32"/>
            <p:cNvSpPr/>
            <p:nvPr/>
          </p:nvSpPr>
          <p:spPr>
            <a:xfrm>
              <a:off x="3411702" y="775262"/>
              <a:ext cx="368300" cy="612140"/>
            </a:xfrm>
            <a:custGeom>
              <a:avLst/>
              <a:gdLst/>
              <a:ahLst/>
              <a:cxnLst/>
              <a:rect l="l" t="t" r="r" b="b"/>
              <a:pathLst>
                <a:path w="368300" h="612140">
                  <a:moveTo>
                    <a:pt x="167304" y="53340"/>
                  </a:moveTo>
                  <a:lnTo>
                    <a:pt x="197344" y="84872"/>
                  </a:lnTo>
                  <a:lnTo>
                    <a:pt x="226263" y="121220"/>
                  </a:lnTo>
                  <a:lnTo>
                    <a:pt x="253647" y="161504"/>
                  </a:lnTo>
                  <a:lnTo>
                    <a:pt x="279084" y="204848"/>
                  </a:lnTo>
                  <a:lnTo>
                    <a:pt x="302163" y="250373"/>
                  </a:lnTo>
                  <a:lnTo>
                    <a:pt x="322469" y="297199"/>
                  </a:lnTo>
                  <a:lnTo>
                    <a:pt x="339590" y="344450"/>
                  </a:lnTo>
                  <a:lnTo>
                    <a:pt x="353114" y="391246"/>
                  </a:lnTo>
                  <a:lnTo>
                    <a:pt x="362629" y="436709"/>
                  </a:lnTo>
                  <a:lnTo>
                    <a:pt x="367721" y="479961"/>
                  </a:lnTo>
                  <a:lnTo>
                    <a:pt x="366661" y="533285"/>
                  </a:lnTo>
                  <a:lnTo>
                    <a:pt x="356314" y="573364"/>
                  </a:lnTo>
                  <a:lnTo>
                    <a:pt x="337683" y="599725"/>
                  </a:lnTo>
                  <a:lnTo>
                    <a:pt x="311774" y="611897"/>
                  </a:lnTo>
                  <a:lnTo>
                    <a:pt x="279590" y="609407"/>
                  </a:lnTo>
                  <a:lnTo>
                    <a:pt x="242136" y="591784"/>
                  </a:lnTo>
                  <a:lnTo>
                    <a:pt x="200416" y="558556"/>
                  </a:lnTo>
                  <a:lnTo>
                    <a:pt x="170376" y="527025"/>
                  </a:lnTo>
                  <a:lnTo>
                    <a:pt x="141458" y="490677"/>
                  </a:lnTo>
                  <a:lnTo>
                    <a:pt x="114073" y="450392"/>
                  </a:lnTo>
                  <a:lnTo>
                    <a:pt x="88636" y="407048"/>
                  </a:lnTo>
                  <a:lnTo>
                    <a:pt x="65558" y="361524"/>
                  </a:lnTo>
                  <a:lnTo>
                    <a:pt x="45251" y="314697"/>
                  </a:lnTo>
                  <a:lnTo>
                    <a:pt x="28130" y="267447"/>
                  </a:lnTo>
                  <a:lnTo>
                    <a:pt x="14606" y="220651"/>
                  </a:lnTo>
                  <a:lnTo>
                    <a:pt x="5091" y="175188"/>
                  </a:lnTo>
                  <a:lnTo>
                    <a:pt x="0" y="131936"/>
                  </a:lnTo>
                  <a:lnTo>
                    <a:pt x="1059" y="78611"/>
                  </a:lnTo>
                  <a:lnTo>
                    <a:pt x="11407" y="38532"/>
                  </a:lnTo>
                  <a:lnTo>
                    <a:pt x="30037" y="12171"/>
                  </a:lnTo>
                  <a:lnTo>
                    <a:pt x="55946" y="0"/>
                  </a:lnTo>
                  <a:lnTo>
                    <a:pt x="88130" y="2489"/>
                  </a:lnTo>
                  <a:lnTo>
                    <a:pt x="125584" y="20112"/>
                  </a:lnTo>
                  <a:lnTo>
                    <a:pt x="167304" y="53340"/>
                  </a:lnTo>
                </a:path>
              </a:pathLst>
            </a:custGeom>
            <a:ln w="10058">
              <a:solidFill>
                <a:srgbClr val="A6AAA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33" name="object 33"/>
            <p:cNvSpPr/>
            <p:nvPr/>
          </p:nvSpPr>
          <p:spPr>
            <a:xfrm>
              <a:off x="3360692" y="1437628"/>
              <a:ext cx="301625" cy="248920"/>
            </a:xfrm>
            <a:custGeom>
              <a:avLst/>
              <a:gdLst/>
              <a:ahLst/>
              <a:cxnLst/>
              <a:rect l="l" t="t" r="r" b="b"/>
              <a:pathLst>
                <a:path w="301625" h="248919">
                  <a:moveTo>
                    <a:pt x="17425" y="163113"/>
                  </a:moveTo>
                  <a:lnTo>
                    <a:pt x="46858" y="123625"/>
                  </a:lnTo>
                  <a:lnTo>
                    <a:pt x="85425" y="85551"/>
                  </a:lnTo>
                  <a:lnTo>
                    <a:pt x="129753" y="51483"/>
                  </a:lnTo>
                  <a:lnTo>
                    <a:pt x="176469" y="24013"/>
                  </a:lnTo>
                  <a:lnTo>
                    <a:pt x="222201" y="5732"/>
                  </a:lnTo>
                  <a:lnTo>
                    <a:pt x="268390" y="0"/>
                  </a:lnTo>
                  <a:lnTo>
                    <a:pt x="295353" y="13137"/>
                  </a:lnTo>
                  <a:lnTo>
                    <a:pt x="301110" y="42572"/>
                  </a:lnTo>
                  <a:lnTo>
                    <a:pt x="283684" y="85731"/>
                  </a:lnTo>
                  <a:lnTo>
                    <a:pt x="254251" y="125219"/>
                  </a:lnTo>
                  <a:lnTo>
                    <a:pt x="215684" y="163293"/>
                  </a:lnTo>
                  <a:lnTo>
                    <a:pt x="171356" y="197361"/>
                  </a:lnTo>
                  <a:lnTo>
                    <a:pt x="124640" y="224831"/>
                  </a:lnTo>
                  <a:lnTo>
                    <a:pt x="78908" y="243111"/>
                  </a:lnTo>
                  <a:lnTo>
                    <a:pt x="32719" y="248844"/>
                  </a:lnTo>
                  <a:lnTo>
                    <a:pt x="5757" y="235707"/>
                  </a:lnTo>
                  <a:lnTo>
                    <a:pt x="0" y="206272"/>
                  </a:lnTo>
                  <a:lnTo>
                    <a:pt x="17425" y="163113"/>
                  </a:lnTo>
                </a:path>
              </a:pathLst>
            </a:custGeom>
            <a:ln w="10058">
              <a:solidFill>
                <a:srgbClr val="A6AAA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34" name="object 34"/>
          <p:cNvSpPr/>
          <p:nvPr/>
        </p:nvSpPr>
        <p:spPr>
          <a:xfrm>
            <a:off x="9981719" y="3927982"/>
            <a:ext cx="834194" cy="429548"/>
          </a:xfrm>
          <a:custGeom>
            <a:avLst/>
            <a:gdLst/>
            <a:ahLst/>
            <a:cxnLst/>
            <a:rect l="l" t="t" r="r" b="b"/>
            <a:pathLst>
              <a:path w="255269" h="131444">
                <a:moveTo>
                  <a:pt x="151145" y="0"/>
                </a:moveTo>
                <a:lnTo>
                  <a:pt x="151145" y="43459"/>
                </a:lnTo>
                <a:lnTo>
                  <a:pt x="0" y="43459"/>
                </a:lnTo>
                <a:lnTo>
                  <a:pt x="0" y="87861"/>
                </a:lnTo>
                <a:lnTo>
                  <a:pt x="151145" y="87861"/>
                </a:lnTo>
                <a:lnTo>
                  <a:pt x="151145" y="131321"/>
                </a:lnTo>
                <a:lnTo>
                  <a:pt x="254872" y="65660"/>
                </a:lnTo>
                <a:lnTo>
                  <a:pt x="151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5882"/>
          </a:p>
        </p:txBody>
      </p:sp>
      <p:grpSp>
        <p:nvGrpSpPr>
          <p:cNvPr id="35" name="object 35"/>
          <p:cNvGrpSpPr/>
          <p:nvPr/>
        </p:nvGrpSpPr>
        <p:grpSpPr>
          <a:xfrm>
            <a:off x="3529809" y="6966724"/>
            <a:ext cx="13203922" cy="2085486"/>
            <a:chOff x="309193" y="2131872"/>
            <a:chExt cx="4040504" cy="638175"/>
          </a:xfrm>
        </p:grpSpPr>
        <p:sp>
          <p:nvSpPr>
            <p:cNvPr id="36" name="object 36"/>
            <p:cNvSpPr/>
            <p:nvPr/>
          </p:nvSpPr>
          <p:spPr>
            <a:xfrm>
              <a:off x="309193" y="2131872"/>
              <a:ext cx="3989704" cy="182880"/>
            </a:xfrm>
            <a:custGeom>
              <a:avLst/>
              <a:gdLst/>
              <a:ahLst/>
              <a:cxnLst/>
              <a:rect l="l" t="t" r="r" b="b"/>
              <a:pathLst>
                <a:path w="3989704" h="18288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483"/>
                  </a:lnTo>
                  <a:lnTo>
                    <a:pt x="3989652" y="182483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194" y="2301710"/>
              <a:ext cx="3989651" cy="5060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994" y="2667851"/>
              <a:ext cx="101600" cy="1016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794" y="2655150"/>
              <a:ext cx="3938802" cy="114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98846" y="2176119"/>
              <a:ext cx="50751" cy="49173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09193" y="2345986"/>
              <a:ext cx="3989704" cy="372745"/>
            </a:xfrm>
            <a:custGeom>
              <a:avLst/>
              <a:gdLst/>
              <a:ahLst/>
              <a:cxnLst/>
              <a:rect l="l" t="t" r="r" b="b"/>
              <a:pathLst>
                <a:path w="3989704" h="372744">
                  <a:moveTo>
                    <a:pt x="3989652" y="0"/>
                  </a:moveTo>
                  <a:lnTo>
                    <a:pt x="0" y="0"/>
                  </a:lnTo>
                  <a:lnTo>
                    <a:pt x="0" y="321864"/>
                  </a:lnTo>
                  <a:lnTo>
                    <a:pt x="4008" y="341588"/>
                  </a:lnTo>
                  <a:lnTo>
                    <a:pt x="14922" y="357741"/>
                  </a:lnTo>
                  <a:lnTo>
                    <a:pt x="31075" y="368655"/>
                  </a:lnTo>
                  <a:lnTo>
                    <a:pt x="50800" y="372664"/>
                  </a:lnTo>
                  <a:lnTo>
                    <a:pt x="3938852" y="372664"/>
                  </a:lnTo>
                  <a:lnTo>
                    <a:pt x="3958576" y="368655"/>
                  </a:lnTo>
                  <a:lnTo>
                    <a:pt x="3974729" y="357741"/>
                  </a:lnTo>
                  <a:lnTo>
                    <a:pt x="3985644" y="341588"/>
                  </a:lnTo>
                  <a:lnTo>
                    <a:pt x="3989652" y="32186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2" name="object 42"/>
            <p:cNvSpPr/>
            <p:nvPr/>
          </p:nvSpPr>
          <p:spPr>
            <a:xfrm>
              <a:off x="4298846" y="2214208"/>
              <a:ext cx="0" cy="473075"/>
            </a:xfrm>
            <a:custGeom>
              <a:avLst/>
              <a:gdLst/>
              <a:ahLst/>
              <a:cxnLst/>
              <a:rect l="l" t="t" r="r" b="b"/>
              <a:pathLst>
                <a:path h="473075">
                  <a:moveTo>
                    <a:pt x="0" y="4726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3" name="object 43"/>
            <p:cNvSpPr/>
            <p:nvPr/>
          </p:nvSpPr>
          <p:spPr>
            <a:xfrm>
              <a:off x="4298846" y="22015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4" name="object 44"/>
            <p:cNvSpPr/>
            <p:nvPr/>
          </p:nvSpPr>
          <p:spPr>
            <a:xfrm>
              <a:off x="4298846" y="21888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5" name="object 45"/>
            <p:cNvSpPr/>
            <p:nvPr/>
          </p:nvSpPr>
          <p:spPr>
            <a:xfrm>
              <a:off x="4298846" y="21761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446808" y="5996028"/>
            <a:ext cx="13037913" cy="3758699"/>
          </a:xfrm>
          <a:prstGeom prst="rect">
            <a:avLst/>
          </a:prstGeom>
        </p:spPr>
        <p:txBody>
          <a:bodyPr vert="horz" wrap="square" lIns="0" tIns="53953" rIns="0" bIns="0" rtlCol="0">
            <a:spAutoFit/>
          </a:bodyPr>
          <a:lstStyle/>
          <a:p>
            <a:pPr marL="3160402">
              <a:spcBef>
                <a:spcPts val="425"/>
              </a:spcBef>
              <a:tabLst>
                <a:tab pos="8505903" algn="l"/>
              </a:tabLst>
            </a:pPr>
            <a:r>
              <a:rPr sz="1961" b="1" spc="49" dirty="0">
                <a:latin typeface="Arial"/>
                <a:cs typeface="Arial"/>
              </a:rPr>
              <a:t>Pooling</a:t>
            </a:r>
            <a:r>
              <a:rPr sz="1961" b="1" spc="33" dirty="0">
                <a:latin typeface="Arial"/>
                <a:cs typeface="Arial"/>
              </a:rPr>
              <a:t> at</a:t>
            </a:r>
            <a:r>
              <a:rPr sz="1961" b="1" spc="49" dirty="0">
                <a:latin typeface="Arial"/>
                <a:cs typeface="Arial"/>
              </a:rPr>
              <a:t> Layer</a:t>
            </a:r>
            <a:r>
              <a:rPr sz="1961" b="1" spc="33" dirty="0">
                <a:latin typeface="Arial"/>
                <a:cs typeface="Arial"/>
              </a:rPr>
              <a:t> </a:t>
            </a:r>
            <a:r>
              <a:rPr sz="1961" b="1" spc="49" dirty="0">
                <a:latin typeface="Arial"/>
                <a:cs typeface="Arial"/>
              </a:rPr>
              <a:t>1	Pooling</a:t>
            </a:r>
            <a:r>
              <a:rPr sz="1961" b="1" spc="-16" dirty="0">
                <a:latin typeface="Arial"/>
                <a:cs typeface="Arial"/>
              </a:rPr>
              <a:t> </a:t>
            </a:r>
            <a:r>
              <a:rPr sz="1961" b="1" spc="33" dirty="0">
                <a:latin typeface="Arial"/>
                <a:cs typeface="Arial"/>
              </a:rPr>
              <a:t>at</a:t>
            </a:r>
            <a:r>
              <a:rPr sz="1961" b="1" spc="-33" dirty="0">
                <a:latin typeface="Arial"/>
                <a:cs typeface="Arial"/>
              </a:rPr>
              <a:t> </a:t>
            </a:r>
            <a:r>
              <a:rPr sz="1961" b="1" spc="49" dirty="0">
                <a:latin typeface="Arial"/>
                <a:cs typeface="Arial"/>
              </a:rPr>
              <a:t>Layer</a:t>
            </a:r>
            <a:r>
              <a:rPr sz="1961" b="1" spc="-33" dirty="0">
                <a:latin typeface="Arial"/>
                <a:cs typeface="Arial"/>
              </a:rPr>
              <a:t> </a:t>
            </a:r>
            <a:r>
              <a:rPr sz="1961" b="1" spc="49" dirty="0">
                <a:latin typeface="Arial"/>
                <a:cs typeface="Arial"/>
              </a:rPr>
              <a:t>2</a:t>
            </a:r>
            <a:endParaRPr sz="1961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61">
              <a:latin typeface="Arial"/>
              <a:cs typeface="Arial"/>
            </a:endParaRPr>
          </a:p>
          <a:p>
            <a:pPr>
              <a:spcBef>
                <a:spcPts val="114"/>
              </a:spcBef>
            </a:pPr>
            <a:endParaRPr sz="2124">
              <a:latin typeface="Arial"/>
              <a:cs typeface="Arial"/>
            </a:endParaRPr>
          </a:p>
          <a:p>
            <a:pPr marL="249014">
              <a:spcBef>
                <a:spcPts val="16"/>
              </a:spcBef>
            </a:pPr>
            <a:r>
              <a:rPr sz="3595" spc="-16" dirty="0">
                <a:solidFill>
                  <a:srgbClr val="FFFFFF"/>
                </a:solidFill>
                <a:latin typeface="Microsoft Sans Serif"/>
                <a:cs typeface="Microsoft Sans Serif"/>
              </a:rPr>
              <a:t>Note</a:t>
            </a:r>
            <a:endParaRPr sz="3595">
              <a:latin typeface="Microsoft Sans Serif"/>
              <a:cs typeface="Microsoft Sans Serif"/>
            </a:endParaRPr>
          </a:p>
          <a:p>
            <a:pPr marL="246939" marR="334094">
              <a:lnSpc>
                <a:spcPct val="102600"/>
              </a:lnSpc>
              <a:spcBef>
                <a:spcPts val="784"/>
              </a:spcBef>
            </a:pPr>
            <a:r>
              <a:rPr sz="3595" spc="-33" dirty="0">
                <a:latin typeface="Microsoft Sans Serif"/>
                <a:cs typeface="Microsoft Sans Serif"/>
              </a:rPr>
              <a:t>The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maximal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number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of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clusters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in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the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49" dirty="0">
                <a:latin typeface="Microsoft Sans Serif"/>
                <a:cs typeface="Microsoft Sans Serif"/>
              </a:rPr>
              <a:t>following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65" dirty="0">
                <a:latin typeface="Microsoft Sans Serif"/>
                <a:cs typeface="Microsoft Sans Serif"/>
              </a:rPr>
              <a:t>layer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(</a:t>
            </a:r>
            <a:r>
              <a:rPr sz="3595" i="1" spc="-16" dirty="0">
                <a:latin typeface="Arial"/>
                <a:cs typeface="Arial"/>
              </a:rPr>
              <a:t>n</a:t>
            </a:r>
            <a:r>
              <a:rPr sz="3921" i="1" spc="-23" baseline="-13888" dirty="0">
                <a:latin typeface="Arial"/>
                <a:cs typeface="Arial"/>
              </a:rPr>
              <a:t>k</a:t>
            </a:r>
            <a:r>
              <a:rPr sz="3921" i="1" spc="-709" baseline="-13888" dirty="0">
                <a:latin typeface="Arial"/>
                <a:cs typeface="Arial"/>
              </a:rPr>
              <a:t> </a:t>
            </a:r>
            <a:r>
              <a:rPr sz="3921" spc="49" baseline="-13888" dirty="0">
                <a:latin typeface="Verdana"/>
                <a:cs typeface="Verdana"/>
              </a:rPr>
              <a:t>+</a:t>
            </a:r>
            <a:r>
              <a:rPr sz="3921" spc="49" baseline="-13888" dirty="0">
                <a:latin typeface="Microsoft Sans Serif"/>
                <a:cs typeface="Microsoft Sans Serif"/>
              </a:rPr>
              <a:t>1</a:t>
            </a:r>
            <a:r>
              <a:rPr sz="3595" spc="33" dirty="0">
                <a:latin typeface="Microsoft Sans Serif"/>
                <a:cs typeface="Microsoft Sans Serif"/>
              </a:rPr>
              <a:t>)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is </a:t>
            </a:r>
            <a:r>
              <a:rPr sz="3595" spc="-915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a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hyper-parameter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of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the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model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(typically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spc="-33" dirty="0">
                <a:latin typeface="Microsoft Sans Serif"/>
                <a:cs typeface="Microsoft Sans Serif"/>
              </a:rPr>
              <a:t>10-25%</a:t>
            </a:r>
            <a:r>
              <a:rPr sz="3595" spc="49" dirty="0">
                <a:latin typeface="Microsoft Sans Serif"/>
                <a:cs typeface="Microsoft Sans Serif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of</a:t>
            </a:r>
            <a:r>
              <a:rPr sz="3595" spc="33" dirty="0">
                <a:latin typeface="Microsoft Sans Serif"/>
                <a:cs typeface="Microsoft Sans Serif"/>
              </a:rPr>
              <a:t> </a:t>
            </a:r>
            <a:r>
              <a:rPr sz="3595" i="1" spc="-16" dirty="0">
                <a:latin typeface="Arial"/>
                <a:cs typeface="Arial"/>
              </a:rPr>
              <a:t>n</a:t>
            </a:r>
            <a:r>
              <a:rPr sz="3921" i="1" spc="-23" baseline="-13888" dirty="0">
                <a:latin typeface="Arial"/>
                <a:cs typeface="Arial"/>
              </a:rPr>
              <a:t>k</a:t>
            </a:r>
            <a:r>
              <a:rPr sz="3921" i="1" spc="-464" baseline="-13888" dirty="0">
                <a:latin typeface="Arial"/>
                <a:cs typeface="Arial"/>
              </a:rPr>
              <a:t> </a:t>
            </a:r>
            <a:r>
              <a:rPr sz="3595" spc="-16" dirty="0">
                <a:latin typeface="Microsoft Sans Serif"/>
                <a:cs typeface="Microsoft Sans Serif"/>
              </a:rPr>
              <a:t>).</a:t>
            </a:r>
            <a:endParaRPr sz="3595">
              <a:latin typeface="Microsoft Sans Serif"/>
              <a:cs typeface="Microsoft Sans Serif"/>
            </a:endParaRPr>
          </a:p>
          <a:p>
            <a:pPr marL="8285940">
              <a:spcBef>
                <a:spcPts val="3970"/>
              </a:spcBef>
            </a:pPr>
            <a:r>
              <a:rPr sz="2941" spc="-16" dirty="0">
                <a:latin typeface="Microsoft Sans Serif"/>
                <a:cs typeface="Microsoft Sans Serif"/>
              </a:rPr>
              <a:t>Image</a:t>
            </a:r>
            <a:r>
              <a:rPr sz="2941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from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33" dirty="0">
                <a:latin typeface="Microsoft Sans Serif"/>
                <a:cs typeface="Microsoft Sans Serif"/>
              </a:rPr>
              <a:t>Ying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et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al.,</a:t>
            </a:r>
            <a:r>
              <a:rPr sz="2941" spc="16" dirty="0">
                <a:latin typeface="Microsoft Sans Serif"/>
                <a:cs typeface="Microsoft Sans Serif"/>
              </a:rPr>
              <a:t> </a:t>
            </a:r>
            <a:r>
              <a:rPr sz="2941" spc="-16" dirty="0">
                <a:latin typeface="Microsoft Sans Serif"/>
                <a:cs typeface="Microsoft Sans Serif"/>
              </a:rPr>
              <a:t>2018</a:t>
            </a:r>
            <a:endParaRPr sz="2941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48" name="object 48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9" name="object 49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53" name="object 2">
            <a:extLst>
              <a:ext uri="{FF2B5EF4-FFF2-40B4-BE49-F238E27FC236}">
                <a16:creationId xmlns:a16="http://schemas.microsoft.com/office/drawing/2014/main" id="{3CF6ECE3-D6CE-024C-8F81-DBCADA4AEA13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020119861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object 41"/>
          <p:cNvGrpSpPr/>
          <p:nvPr/>
        </p:nvGrpSpPr>
        <p:grpSpPr>
          <a:xfrm>
            <a:off x="2519402" y="10815391"/>
            <a:ext cx="15059074" cy="479350"/>
            <a:chOff x="0" y="3309594"/>
            <a:chExt cx="4608195" cy="146685"/>
          </a:xfrm>
        </p:grpSpPr>
        <p:sp>
          <p:nvSpPr>
            <p:cNvPr id="42" name="object 42"/>
            <p:cNvSpPr/>
            <p:nvPr/>
          </p:nvSpPr>
          <p:spPr>
            <a:xfrm>
              <a:off x="0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  <p:sp>
          <p:nvSpPr>
            <p:cNvPr id="43" name="object 43"/>
            <p:cNvSpPr/>
            <p:nvPr/>
          </p:nvSpPr>
          <p:spPr>
            <a:xfrm>
              <a:off x="2303995" y="3309594"/>
              <a:ext cx="2304415" cy="146685"/>
            </a:xfrm>
            <a:custGeom>
              <a:avLst/>
              <a:gdLst/>
              <a:ahLst/>
              <a:cxnLst/>
              <a:rect l="l" t="t" r="r" b="b"/>
              <a:pathLst>
                <a:path w="2304415" h="146685">
                  <a:moveTo>
                    <a:pt x="2303995" y="0"/>
                  </a:moveTo>
                  <a:lnTo>
                    <a:pt x="0" y="0"/>
                  </a:lnTo>
                  <a:lnTo>
                    <a:pt x="0" y="146405"/>
                  </a:lnTo>
                  <a:lnTo>
                    <a:pt x="2303995" y="146405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5882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360036" y="10868442"/>
            <a:ext cx="2836672" cy="328989"/>
          </a:xfrm>
          <a:prstGeom prst="rect">
            <a:avLst/>
          </a:prstGeom>
        </p:spPr>
        <p:txBody>
          <a:bodyPr vert="horz" wrap="square" lIns="0" tIns="26976" rIns="0" bIns="0" rtlCol="0">
            <a:spAutoFit/>
          </a:bodyPr>
          <a:lstStyle/>
          <a:p>
            <a:pPr marL="41502">
              <a:spcBef>
                <a:spcPts val="212"/>
              </a:spcBef>
            </a:pP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Graph</a:t>
            </a:r>
            <a:r>
              <a:rPr sz="1961" b="1" spc="-82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Neural</a:t>
            </a:r>
            <a:r>
              <a:rPr sz="1961" b="1" spc="-6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961" b="1" spc="-16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Networks</a:t>
            </a:r>
            <a:endParaRPr sz="1961">
              <a:latin typeface="Arial"/>
              <a:cs typeface="Arial"/>
            </a:endParaRPr>
          </a:p>
        </p:txBody>
      </p:sp>
      <p:sp>
        <p:nvSpPr>
          <p:cNvPr id="47" name="object 2">
            <a:extLst>
              <a:ext uri="{FF2B5EF4-FFF2-40B4-BE49-F238E27FC236}">
                <a16:creationId xmlns:a16="http://schemas.microsoft.com/office/drawing/2014/main" id="{12BA8968-F684-FB4A-8B77-F4E0AB70BD89}"/>
              </a:ext>
            </a:extLst>
          </p:cNvPr>
          <p:cNvSpPr txBox="1">
            <a:spLocks/>
          </p:cNvSpPr>
          <p:nvPr/>
        </p:nvSpPr>
        <p:spPr>
          <a:xfrm>
            <a:off x="364251" y="249072"/>
            <a:ext cx="15260319" cy="9252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7900" b="1" i="0">
                <a:solidFill>
                  <a:srgbClr val="6A9BC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lang="zh-CN" altLang="en-US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5900" b="0" kern="0" spc="4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endParaRPr lang="en-US" sz="5900" kern="0" dirty="0">
              <a:latin typeface="Tahoma"/>
              <a:cs typeface="Tahoma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73098DD-F646-F245-8AC9-68D614836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904" y="1227376"/>
            <a:ext cx="13487400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04697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227137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0" spc="200" dirty="0">
                <a:solidFill>
                  <a:srgbClr val="393328"/>
                </a:solidFill>
                <a:latin typeface="Tahoma"/>
                <a:cs typeface="Tahoma"/>
              </a:rPr>
              <a:t>A</a:t>
            </a:r>
            <a:r>
              <a:rPr sz="5900" b="0" spc="-204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10" dirty="0">
                <a:solidFill>
                  <a:srgbClr val="393328"/>
                </a:solidFill>
              </a:rPr>
              <a:t>Brief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spc="-15" dirty="0">
                <a:solidFill>
                  <a:srgbClr val="393328"/>
                </a:solidFill>
              </a:rPr>
              <a:t>History</a:t>
            </a:r>
            <a:r>
              <a:rPr sz="5900" dirty="0">
                <a:solidFill>
                  <a:srgbClr val="393328"/>
                </a:solidFill>
              </a:rPr>
              <a:t> </a:t>
            </a:r>
            <a:r>
              <a:rPr sz="5900" b="0" spc="-125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5900" b="0" spc="-204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45" dirty="0">
                <a:solidFill>
                  <a:srgbClr val="393328"/>
                </a:solidFill>
                <a:latin typeface="Tahoma"/>
                <a:cs typeface="Tahoma"/>
              </a:rPr>
              <a:t>Graph</a:t>
            </a:r>
            <a:r>
              <a:rPr sz="5900" b="0" spc="-204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70" dirty="0">
                <a:solidFill>
                  <a:srgbClr val="393328"/>
                </a:solidFill>
                <a:latin typeface="Tahoma"/>
                <a:cs typeface="Tahoma"/>
              </a:rPr>
              <a:t>Neural</a:t>
            </a:r>
            <a:r>
              <a:rPr sz="5900" b="0" spc="-20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55" dirty="0">
                <a:solidFill>
                  <a:srgbClr val="393328"/>
                </a:solidFill>
                <a:latin typeface="Tahoma"/>
                <a:cs typeface="Tahoma"/>
              </a:rPr>
              <a:t>Nets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971" y="2041011"/>
            <a:ext cx="16929327" cy="822175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894" y="4364130"/>
            <a:ext cx="15539085" cy="244665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5467985" marR="5080" indent="-5455920">
              <a:lnSpc>
                <a:spcPct val="100899"/>
              </a:lnSpc>
              <a:spcBef>
                <a:spcPts val="30"/>
              </a:spcBef>
            </a:pPr>
            <a:r>
              <a:rPr b="0" spc="114" dirty="0">
                <a:solidFill>
                  <a:srgbClr val="393328"/>
                </a:solidFill>
                <a:latin typeface="Tahoma"/>
                <a:cs typeface="Tahoma"/>
              </a:rPr>
              <a:t>How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140" dirty="0">
                <a:solidFill>
                  <a:srgbClr val="393328"/>
                </a:solidFill>
                <a:latin typeface="Tahoma"/>
                <a:cs typeface="Tahoma"/>
              </a:rPr>
              <a:t>do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-25" dirty="0">
                <a:solidFill>
                  <a:srgbClr val="393328"/>
                </a:solidFill>
                <a:latin typeface="Tahoma"/>
                <a:cs typeface="Tahoma"/>
              </a:rPr>
              <a:t>we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25" dirty="0">
                <a:solidFill>
                  <a:srgbClr val="393328"/>
                </a:solidFill>
                <a:latin typeface="Tahoma"/>
                <a:cs typeface="Tahoma"/>
              </a:rPr>
              <a:t>use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395" dirty="0">
                <a:solidFill>
                  <a:srgbClr val="393328"/>
                </a:solidFill>
                <a:latin typeface="Tahoma"/>
                <a:cs typeface="Tahoma"/>
              </a:rPr>
              <a:t>GNN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-385" dirty="0">
                <a:solidFill>
                  <a:srgbClr val="393328"/>
                </a:solidFill>
                <a:latin typeface="Tahoma"/>
                <a:cs typeface="Tahoma"/>
              </a:rPr>
              <a:t>/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570" dirty="0">
                <a:solidFill>
                  <a:srgbClr val="393328"/>
                </a:solidFill>
                <a:latin typeface="Tahoma"/>
                <a:cs typeface="Tahoma"/>
              </a:rPr>
              <a:t>GCN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-240" dirty="0">
                <a:solidFill>
                  <a:srgbClr val="393328"/>
                </a:solidFill>
                <a:latin typeface="Tahoma"/>
                <a:cs typeface="Tahoma"/>
              </a:rPr>
              <a:t>for</a:t>
            </a:r>
            <a:r>
              <a:rPr b="0" spc="-27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b="0" spc="-500" dirty="0">
                <a:solidFill>
                  <a:srgbClr val="393328"/>
                </a:solidFill>
                <a:latin typeface="Tahoma"/>
                <a:cs typeface="Tahoma"/>
              </a:rPr>
              <a:t>r</a:t>
            </a:r>
            <a:r>
              <a:rPr b="0" spc="-130" dirty="0">
                <a:solidFill>
                  <a:srgbClr val="393328"/>
                </a:solidFill>
                <a:latin typeface="Tahoma"/>
                <a:cs typeface="Tahoma"/>
              </a:rPr>
              <a:t>eal  </a:t>
            </a:r>
            <a:r>
              <a:rPr b="0" spc="35" dirty="0">
                <a:solidFill>
                  <a:srgbClr val="393328"/>
                </a:solidFill>
                <a:latin typeface="Tahoma"/>
                <a:cs typeface="Tahoma"/>
              </a:rPr>
              <a:t>problems?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97" y="1864212"/>
            <a:ext cx="12829203" cy="862269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11984" y="0"/>
            <a:ext cx="18192115" cy="241300"/>
            <a:chOff x="1911984" y="0"/>
            <a:chExt cx="18192115" cy="241300"/>
          </a:xfrm>
        </p:grpSpPr>
        <p:sp>
          <p:nvSpPr>
            <p:cNvPr id="5" name="object 5"/>
            <p:cNvSpPr/>
            <p:nvPr/>
          </p:nvSpPr>
          <p:spPr>
            <a:xfrm>
              <a:off x="3555914" y="0"/>
              <a:ext cx="3642360" cy="241300"/>
            </a:xfrm>
            <a:custGeom>
              <a:avLst/>
              <a:gdLst/>
              <a:ahLst/>
              <a:cxnLst/>
              <a:rect l="l" t="t" r="r" b="b"/>
              <a:pathLst>
                <a:path w="3642359" h="241300">
                  <a:moveTo>
                    <a:pt x="3641773" y="0"/>
                  </a:moveTo>
                  <a:lnTo>
                    <a:pt x="178999" y="0"/>
                  </a:lnTo>
                  <a:lnTo>
                    <a:pt x="0" y="240830"/>
                  </a:lnTo>
                  <a:lnTo>
                    <a:pt x="3462774" y="240830"/>
                  </a:lnTo>
                  <a:lnTo>
                    <a:pt x="3641773" y="0"/>
                  </a:lnTo>
                  <a:close/>
                </a:path>
              </a:pathLst>
            </a:custGeom>
            <a:solidFill>
              <a:srgbClr val="7EF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1984" y="0"/>
              <a:ext cx="1882775" cy="241300"/>
            </a:xfrm>
            <a:custGeom>
              <a:avLst/>
              <a:gdLst/>
              <a:ahLst/>
              <a:cxnLst/>
              <a:rect l="l" t="t" r="r" b="b"/>
              <a:pathLst>
                <a:path w="1882775" h="241300">
                  <a:moveTo>
                    <a:pt x="1882665" y="0"/>
                  </a:moveTo>
                  <a:lnTo>
                    <a:pt x="180936" y="0"/>
                  </a:lnTo>
                  <a:lnTo>
                    <a:pt x="0" y="240830"/>
                  </a:lnTo>
                  <a:lnTo>
                    <a:pt x="1701717" y="240830"/>
                  </a:lnTo>
                  <a:lnTo>
                    <a:pt x="1882665" y="0"/>
                  </a:lnTo>
                  <a:close/>
                </a:path>
              </a:pathLst>
            </a:custGeom>
            <a:solidFill>
              <a:srgbClr val="93E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58950" y="0"/>
              <a:ext cx="5939155" cy="241300"/>
            </a:xfrm>
            <a:custGeom>
              <a:avLst/>
              <a:gdLst/>
              <a:ahLst/>
              <a:cxnLst/>
              <a:rect l="l" t="t" r="r" b="b"/>
              <a:pathLst>
                <a:path w="5939155" h="241300">
                  <a:moveTo>
                    <a:pt x="5939096" y="0"/>
                  </a:moveTo>
                  <a:lnTo>
                    <a:pt x="176654" y="0"/>
                  </a:lnTo>
                  <a:lnTo>
                    <a:pt x="0" y="240830"/>
                  </a:lnTo>
                  <a:lnTo>
                    <a:pt x="5762431" y="240830"/>
                  </a:lnTo>
                  <a:lnTo>
                    <a:pt x="5939096" y="0"/>
                  </a:lnTo>
                  <a:close/>
                </a:path>
              </a:pathLst>
            </a:custGeom>
            <a:solidFill>
              <a:srgbClr val="A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686524" y="0"/>
              <a:ext cx="1411605" cy="241300"/>
            </a:xfrm>
            <a:custGeom>
              <a:avLst/>
              <a:gdLst/>
              <a:ahLst/>
              <a:cxnLst/>
              <a:rect l="l" t="t" r="r" b="b"/>
              <a:pathLst>
                <a:path w="1411605" h="241300">
                  <a:moveTo>
                    <a:pt x="1411475" y="0"/>
                  </a:moveTo>
                  <a:lnTo>
                    <a:pt x="182696" y="0"/>
                  </a:lnTo>
                  <a:lnTo>
                    <a:pt x="0" y="240830"/>
                  </a:lnTo>
                  <a:lnTo>
                    <a:pt x="1228779" y="240830"/>
                  </a:lnTo>
                  <a:lnTo>
                    <a:pt x="1411475" y="0"/>
                  </a:lnTo>
                  <a:close/>
                </a:path>
              </a:pathLst>
            </a:custGeom>
            <a:solidFill>
              <a:srgbClr val="98B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869724" y="0"/>
              <a:ext cx="4018915" cy="241300"/>
            </a:xfrm>
            <a:custGeom>
              <a:avLst/>
              <a:gdLst/>
              <a:ahLst/>
              <a:cxnLst/>
              <a:rect l="l" t="t" r="r" b="b"/>
              <a:pathLst>
                <a:path w="4018915" h="241300">
                  <a:moveTo>
                    <a:pt x="4018746" y="0"/>
                  </a:moveTo>
                  <a:lnTo>
                    <a:pt x="178717" y="0"/>
                  </a:lnTo>
                  <a:lnTo>
                    <a:pt x="0" y="240830"/>
                  </a:lnTo>
                  <a:lnTo>
                    <a:pt x="3840029" y="240830"/>
                  </a:lnTo>
                  <a:lnTo>
                    <a:pt x="4018746" y="0"/>
                  </a:lnTo>
                  <a:close/>
                </a:path>
              </a:pathLst>
            </a:custGeom>
            <a:solidFill>
              <a:srgbClr val="979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49713" y="0"/>
              <a:ext cx="2454910" cy="241300"/>
            </a:xfrm>
            <a:custGeom>
              <a:avLst/>
              <a:gdLst/>
              <a:ahLst/>
              <a:cxnLst/>
              <a:rect l="l" t="t" r="r" b="b"/>
              <a:pathLst>
                <a:path w="2454909" h="241300">
                  <a:moveTo>
                    <a:pt x="2454386" y="0"/>
                  </a:moveTo>
                  <a:lnTo>
                    <a:pt x="183711" y="0"/>
                  </a:lnTo>
                  <a:lnTo>
                    <a:pt x="0" y="240830"/>
                  </a:lnTo>
                  <a:lnTo>
                    <a:pt x="2454386" y="240830"/>
                  </a:lnTo>
                  <a:lnTo>
                    <a:pt x="2454386" y="0"/>
                  </a:lnTo>
                  <a:close/>
                </a:path>
              </a:pathLst>
            </a:custGeom>
            <a:solidFill>
              <a:srgbClr val="C9A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34007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5" dirty="0">
                <a:solidFill>
                  <a:srgbClr val="393328"/>
                </a:solidFill>
              </a:rPr>
              <a:t>Classification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5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40" dirty="0">
                <a:solidFill>
                  <a:srgbClr val="393328"/>
                </a:solidFill>
              </a:rPr>
              <a:t>Link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spc="20" dirty="0">
                <a:solidFill>
                  <a:srgbClr val="393328"/>
                </a:solidFill>
              </a:rPr>
              <a:t>P</a:t>
            </a:r>
            <a:r>
              <a:rPr sz="5900" spc="-100" dirty="0">
                <a:solidFill>
                  <a:srgbClr val="393328"/>
                </a:solidFill>
              </a:rPr>
              <a:t>r</a:t>
            </a:r>
            <a:r>
              <a:rPr sz="5900" spc="15" dirty="0">
                <a:solidFill>
                  <a:srgbClr val="393328"/>
                </a:solidFill>
              </a:rPr>
              <a:t>ediction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290" dirty="0">
                <a:solidFill>
                  <a:srgbClr val="393328"/>
                </a:solidFill>
                <a:latin typeface="Tahoma"/>
                <a:cs typeface="Tahoma"/>
              </a:rPr>
              <a:t>GNNs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280" dirty="0">
                <a:solidFill>
                  <a:srgbClr val="393328"/>
                </a:solidFill>
                <a:latin typeface="Tahoma"/>
                <a:cs typeface="Tahoma"/>
              </a:rPr>
              <a:t>/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385" dirty="0">
                <a:solidFill>
                  <a:srgbClr val="393328"/>
                </a:solidFill>
                <a:latin typeface="Tahoma"/>
                <a:cs typeface="Tahoma"/>
              </a:rPr>
              <a:t>GCNs</a:t>
            </a:r>
            <a:endParaRPr sz="5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095758" y="5365337"/>
            <a:ext cx="2139315" cy="2089150"/>
          </a:xfrm>
          <a:custGeom>
            <a:avLst/>
            <a:gdLst/>
            <a:ahLst/>
            <a:cxnLst/>
            <a:rect l="l" t="t" r="r" b="b"/>
            <a:pathLst>
              <a:path w="2139315" h="2089150">
                <a:moveTo>
                  <a:pt x="0" y="0"/>
                </a:moveTo>
                <a:lnTo>
                  <a:pt x="2138814" y="0"/>
                </a:lnTo>
                <a:lnTo>
                  <a:pt x="2138814" y="2088583"/>
                </a:lnTo>
                <a:lnTo>
                  <a:pt x="0" y="20885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19" y="1864212"/>
            <a:ext cx="18317671" cy="862269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11984" y="0"/>
            <a:ext cx="18192115" cy="241300"/>
            <a:chOff x="1911984" y="0"/>
            <a:chExt cx="18192115" cy="241300"/>
          </a:xfrm>
        </p:grpSpPr>
        <p:sp>
          <p:nvSpPr>
            <p:cNvPr id="5" name="object 5"/>
            <p:cNvSpPr/>
            <p:nvPr/>
          </p:nvSpPr>
          <p:spPr>
            <a:xfrm>
              <a:off x="3555914" y="0"/>
              <a:ext cx="3642360" cy="241300"/>
            </a:xfrm>
            <a:custGeom>
              <a:avLst/>
              <a:gdLst/>
              <a:ahLst/>
              <a:cxnLst/>
              <a:rect l="l" t="t" r="r" b="b"/>
              <a:pathLst>
                <a:path w="3642359" h="241300">
                  <a:moveTo>
                    <a:pt x="3641773" y="0"/>
                  </a:moveTo>
                  <a:lnTo>
                    <a:pt x="178999" y="0"/>
                  </a:lnTo>
                  <a:lnTo>
                    <a:pt x="0" y="240830"/>
                  </a:lnTo>
                  <a:lnTo>
                    <a:pt x="3462774" y="240830"/>
                  </a:lnTo>
                  <a:lnTo>
                    <a:pt x="3641773" y="0"/>
                  </a:lnTo>
                  <a:close/>
                </a:path>
              </a:pathLst>
            </a:custGeom>
            <a:solidFill>
              <a:srgbClr val="7EF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1984" y="0"/>
              <a:ext cx="1882775" cy="241300"/>
            </a:xfrm>
            <a:custGeom>
              <a:avLst/>
              <a:gdLst/>
              <a:ahLst/>
              <a:cxnLst/>
              <a:rect l="l" t="t" r="r" b="b"/>
              <a:pathLst>
                <a:path w="1882775" h="241300">
                  <a:moveTo>
                    <a:pt x="1882665" y="0"/>
                  </a:moveTo>
                  <a:lnTo>
                    <a:pt x="180936" y="0"/>
                  </a:lnTo>
                  <a:lnTo>
                    <a:pt x="0" y="240830"/>
                  </a:lnTo>
                  <a:lnTo>
                    <a:pt x="1701717" y="240830"/>
                  </a:lnTo>
                  <a:lnTo>
                    <a:pt x="1882665" y="0"/>
                  </a:lnTo>
                  <a:close/>
                </a:path>
              </a:pathLst>
            </a:custGeom>
            <a:solidFill>
              <a:srgbClr val="93E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58950" y="0"/>
              <a:ext cx="5939155" cy="241300"/>
            </a:xfrm>
            <a:custGeom>
              <a:avLst/>
              <a:gdLst/>
              <a:ahLst/>
              <a:cxnLst/>
              <a:rect l="l" t="t" r="r" b="b"/>
              <a:pathLst>
                <a:path w="5939155" h="241300">
                  <a:moveTo>
                    <a:pt x="5939096" y="0"/>
                  </a:moveTo>
                  <a:lnTo>
                    <a:pt x="176654" y="0"/>
                  </a:lnTo>
                  <a:lnTo>
                    <a:pt x="0" y="240830"/>
                  </a:lnTo>
                  <a:lnTo>
                    <a:pt x="5762431" y="240830"/>
                  </a:lnTo>
                  <a:lnTo>
                    <a:pt x="5939096" y="0"/>
                  </a:lnTo>
                  <a:close/>
                </a:path>
              </a:pathLst>
            </a:custGeom>
            <a:solidFill>
              <a:srgbClr val="A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686524" y="0"/>
              <a:ext cx="1411605" cy="241300"/>
            </a:xfrm>
            <a:custGeom>
              <a:avLst/>
              <a:gdLst/>
              <a:ahLst/>
              <a:cxnLst/>
              <a:rect l="l" t="t" r="r" b="b"/>
              <a:pathLst>
                <a:path w="1411605" h="241300">
                  <a:moveTo>
                    <a:pt x="1411475" y="0"/>
                  </a:moveTo>
                  <a:lnTo>
                    <a:pt x="182696" y="0"/>
                  </a:lnTo>
                  <a:lnTo>
                    <a:pt x="0" y="240830"/>
                  </a:lnTo>
                  <a:lnTo>
                    <a:pt x="1228779" y="240830"/>
                  </a:lnTo>
                  <a:lnTo>
                    <a:pt x="1411475" y="0"/>
                  </a:lnTo>
                  <a:close/>
                </a:path>
              </a:pathLst>
            </a:custGeom>
            <a:solidFill>
              <a:srgbClr val="98B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869724" y="0"/>
              <a:ext cx="4018915" cy="241300"/>
            </a:xfrm>
            <a:custGeom>
              <a:avLst/>
              <a:gdLst/>
              <a:ahLst/>
              <a:cxnLst/>
              <a:rect l="l" t="t" r="r" b="b"/>
              <a:pathLst>
                <a:path w="4018915" h="241300">
                  <a:moveTo>
                    <a:pt x="4018746" y="0"/>
                  </a:moveTo>
                  <a:lnTo>
                    <a:pt x="178717" y="0"/>
                  </a:lnTo>
                  <a:lnTo>
                    <a:pt x="0" y="240830"/>
                  </a:lnTo>
                  <a:lnTo>
                    <a:pt x="3840029" y="240830"/>
                  </a:lnTo>
                  <a:lnTo>
                    <a:pt x="4018746" y="0"/>
                  </a:lnTo>
                  <a:close/>
                </a:path>
              </a:pathLst>
            </a:custGeom>
            <a:solidFill>
              <a:srgbClr val="979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49713" y="0"/>
              <a:ext cx="2454910" cy="241300"/>
            </a:xfrm>
            <a:custGeom>
              <a:avLst/>
              <a:gdLst/>
              <a:ahLst/>
              <a:cxnLst/>
              <a:rect l="l" t="t" r="r" b="b"/>
              <a:pathLst>
                <a:path w="2454909" h="241300">
                  <a:moveTo>
                    <a:pt x="2454386" y="0"/>
                  </a:moveTo>
                  <a:lnTo>
                    <a:pt x="183711" y="0"/>
                  </a:lnTo>
                  <a:lnTo>
                    <a:pt x="0" y="240830"/>
                  </a:lnTo>
                  <a:lnTo>
                    <a:pt x="2454386" y="240830"/>
                  </a:lnTo>
                  <a:lnTo>
                    <a:pt x="2454386" y="0"/>
                  </a:lnTo>
                  <a:close/>
                </a:path>
              </a:pathLst>
            </a:custGeom>
            <a:solidFill>
              <a:srgbClr val="C9A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34007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5" dirty="0">
                <a:solidFill>
                  <a:srgbClr val="393328"/>
                </a:solidFill>
              </a:rPr>
              <a:t>Classification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5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40" dirty="0">
                <a:solidFill>
                  <a:srgbClr val="393328"/>
                </a:solidFill>
              </a:rPr>
              <a:t>Link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spc="20" dirty="0">
                <a:solidFill>
                  <a:srgbClr val="393328"/>
                </a:solidFill>
              </a:rPr>
              <a:t>P</a:t>
            </a:r>
            <a:r>
              <a:rPr sz="5900" spc="-100" dirty="0">
                <a:solidFill>
                  <a:srgbClr val="393328"/>
                </a:solidFill>
              </a:rPr>
              <a:t>r</a:t>
            </a:r>
            <a:r>
              <a:rPr sz="5900" spc="15" dirty="0">
                <a:solidFill>
                  <a:srgbClr val="393328"/>
                </a:solidFill>
              </a:rPr>
              <a:t>ediction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290" dirty="0">
                <a:solidFill>
                  <a:srgbClr val="393328"/>
                </a:solidFill>
                <a:latin typeface="Tahoma"/>
                <a:cs typeface="Tahoma"/>
              </a:rPr>
              <a:t>GNNs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280" dirty="0">
                <a:solidFill>
                  <a:srgbClr val="393328"/>
                </a:solidFill>
                <a:latin typeface="Tahoma"/>
                <a:cs typeface="Tahoma"/>
              </a:rPr>
              <a:t>/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385" dirty="0">
                <a:solidFill>
                  <a:srgbClr val="393328"/>
                </a:solidFill>
                <a:latin typeface="Tahoma"/>
                <a:cs typeface="Tahoma"/>
              </a:rPr>
              <a:t>GCNs</a:t>
            </a:r>
            <a:endParaRPr sz="5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095758" y="4993849"/>
            <a:ext cx="6641465" cy="5939790"/>
          </a:xfrm>
          <a:custGeom>
            <a:avLst/>
            <a:gdLst/>
            <a:ahLst/>
            <a:cxnLst/>
            <a:rect l="l" t="t" r="r" b="b"/>
            <a:pathLst>
              <a:path w="6641465" h="5939790">
                <a:moveTo>
                  <a:pt x="6641376" y="0"/>
                </a:moveTo>
                <a:lnTo>
                  <a:pt x="1057109" y="0"/>
                </a:lnTo>
                <a:lnTo>
                  <a:pt x="1057109" y="1287272"/>
                </a:lnTo>
                <a:lnTo>
                  <a:pt x="0" y="1287272"/>
                </a:lnTo>
                <a:lnTo>
                  <a:pt x="0" y="5939447"/>
                </a:lnTo>
                <a:lnTo>
                  <a:pt x="6248616" y="5939447"/>
                </a:lnTo>
                <a:lnTo>
                  <a:pt x="6248616" y="4652175"/>
                </a:lnTo>
                <a:lnTo>
                  <a:pt x="6641376" y="4652175"/>
                </a:lnTo>
                <a:lnTo>
                  <a:pt x="66413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19" y="1864212"/>
            <a:ext cx="18317671" cy="862269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11984" y="0"/>
            <a:ext cx="18192115" cy="241300"/>
            <a:chOff x="1911984" y="0"/>
            <a:chExt cx="18192115" cy="241300"/>
          </a:xfrm>
        </p:grpSpPr>
        <p:sp>
          <p:nvSpPr>
            <p:cNvPr id="5" name="object 5"/>
            <p:cNvSpPr/>
            <p:nvPr/>
          </p:nvSpPr>
          <p:spPr>
            <a:xfrm>
              <a:off x="3555914" y="0"/>
              <a:ext cx="3642360" cy="241300"/>
            </a:xfrm>
            <a:custGeom>
              <a:avLst/>
              <a:gdLst/>
              <a:ahLst/>
              <a:cxnLst/>
              <a:rect l="l" t="t" r="r" b="b"/>
              <a:pathLst>
                <a:path w="3642359" h="241300">
                  <a:moveTo>
                    <a:pt x="3641773" y="0"/>
                  </a:moveTo>
                  <a:lnTo>
                    <a:pt x="178999" y="0"/>
                  </a:lnTo>
                  <a:lnTo>
                    <a:pt x="0" y="240830"/>
                  </a:lnTo>
                  <a:lnTo>
                    <a:pt x="3462774" y="240830"/>
                  </a:lnTo>
                  <a:lnTo>
                    <a:pt x="3641773" y="0"/>
                  </a:lnTo>
                  <a:close/>
                </a:path>
              </a:pathLst>
            </a:custGeom>
            <a:solidFill>
              <a:srgbClr val="7EF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1984" y="0"/>
              <a:ext cx="1882775" cy="241300"/>
            </a:xfrm>
            <a:custGeom>
              <a:avLst/>
              <a:gdLst/>
              <a:ahLst/>
              <a:cxnLst/>
              <a:rect l="l" t="t" r="r" b="b"/>
              <a:pathLst>
                <a:path w="1882775" h="241300">
                  <a:moveTo>
                    <a:pt x="1882665" y="0"/>
                  </a:moveTo>
                  <a:lnTo>
                    <a:pt x="180936" y="0"/>
                  </a:lnTo>
                  <a:lnTo>
                    <a:pt x="0" y="240830"/>
                  </a:lnTo>
                  <a:lnTo>
                    <a:pt x="1701717" y="240830"/>
                  </a:lnTo>
                  <a:lnTo>
                    <a:pt x="1882665" y="0"/>
                  </a:lnTo>
                  <a:close/>
                </a:path>
              </a:pathLst>
            </a:custGeom>
            <a:solidFill>
              <a:srgbClr val="93E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58950" y="0"/>
              <a:ext cx="5939155" cy="241300"/>
            </a:xfrm>
            <a:custGeom>
              <a:avLst/>
              <a:gdLst/>
              <a:ahLst/>
              <a:cxnLst/>
              <a:rect l="l" t="t" r="r" b="b"/>
              <a:pathLst>
                <a:path w="5939155" h="241300">
                  <a:moveTo>
                    <a:pt x="5939096" y="0"/>
                  </a:moveTo>
                  <a:lnTo>
                    <a:pt x="176654" y="0"/>
                  </a:lnTo>
                  <a:lnTo>
                    <a:pt x="0" y="240830"/>
                  </a:lnTo>
                  <a:lnTo>
                    <a:pt x="5762431" y="240830"/>
                  </a:lnTo>
                  <a:lnTo>
                    <a:pt x="5939096" y="0"/>
                  </a:lnTo>
                  <a:close/>
                </a:path>
              </a:pathLst>
            </a:custGeom>
            <a:solidFill>
              <a:srgbClr val="A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686524" y="0"/>
              <a:ext cx="1411605" cy="241300"/>
            </a:xfrm>
            <a:custGeom>
              <a:avLst/>
              <a:gdLst/>
              <a:ahLst/>
              <a:cxnLst/>
              <a:rect l="l" t="t" r="r" b="b"/>
              <a:pathLst>
                <a:path w="1411605" h="241300">
                  <a:moveTo>
                    <a:pt x="1411475" y="0"/>
                  </a:moveTo>
                  <a:lnTo>
                    <a:pt x="182696" y="0"/>
                  </a:lnTo>
                  <a:lnTo>
                    <a:pt x="0" y="240830"/>
                  </a:lnTo>
                  <a:lnTo>
                    <a:pt x="1228779" y="240830"/>
                  </a:lnTo>
                  <a:lnTo>
                    <a:pt x="1411475" y="0"/>
                  </a:lnTo>
                  <a:close/>
                </a:path>
              </a:pathLst>
            </a:custGeom>
            <a:solidFill>
              <a:srgbClr val="98B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869724" y="0"/>
              <a:ext cx="4018915" cy="241300"/>
            </a:xfrm>
            <a:custGeom>
              <a:avLst/>
              <a:gdLst/>
              <a:ahLst/>
              <a:cxnLst/>
              <a:rect l="l" t="t" r="r" b="b"/>
              <a:pathLst>
                <a:path w="4018915" h="241300">
                  <a:moveTo>
                    <a:pt x="4018746" y="0"/>
                  </a:moveTo>
                  <a:lnTo>
                    <a:pt x="178717" y="0"/>
                  </a:lnTo>
                  <a:lnTo>
                    <a:pt x="0" y="240830"/>
                  </a:lnTo>
                  <a:lnTo>
                    <a:pt x="3840029" y="240830"/>
                  </a:lnTo>
                  <a:lnTo>
                    <a:pt x="4018746" y="0"/>
                  </a:lnTo>
                  <a:close/>
                </a:path>
              </a:pathLst>
            </a:custGeom>
            <a:solidFill>
              <a:srgbClr val="979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49713" y="0"/>
              <a:ext cx="2454910" cy="241300"/>
            </a:xfrm>
            <a:custGeom>
              <a:avLst/>
              <a:gdLst/>
              <a:ahLst/>
              <a:cxnLst/>
              <a:rect l="l" t="t" r="r" b="b"/>
              <a:pathLst>
                <a:path w="2454909" h="241300">
                  <a:moveTo>
                    <a:pt x="2454386" y="0"/>
                  </a:moveTo>
                  <a:lnTo>
                    <a:pt x="183711" y="0"/>
                  </a:lnTo>
                  <a:lnTo>
                    <a:pt x="0" y="240830"/>
                  </a:lnTo>
                  <a:lnTo>
                    <a:pt x="2454386" y="240830"/>
                  </a:lnTo>
                  <a:lnTo>
                    <a:pt x="2454386" y="0"/>
                  </a:lnTo>
                  <a:close/>
                </a:path>
              </a:pathLst>
            </a:custGeom>
            <a:solidFill>
              <a:srgbClr val="C9A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34007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5" dirty="0">
                <a:solidFill>
                  <a:srgbClr val="393328"/>
                </a:solidFill>
              </a:rPr>
              <a:t>Classification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5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40" dirty="0">
                <a:solidFill>
                  <a:srgbClr val="393328"/>
                </a:solidFill>
              </a:rPr>
              <a:t>Link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spc="20" dirty="0">
                <a:solidFill>
                  <a:srgbClr val="393328"/>
                </a:solidFill>
              </a:rPr>
              <a:t>P</a:t>
            </a:r>
            <a:r>
              <a:rPr sz="5900" spc="-100" dirty="0">
                <a:solidFill>
                  <a:srgbClr val="393328"/>
                </a:solidFill>
              </a:rPr>
              <a:t>r</a:t>
            </a:r>
            <a:r>
              <a:rPr sz="5900" spc="15" dirty="0">
                <a:solidFill>
                  <a:srgbClr val="393328"/>
                </a:solidFill>
              </a:rPr>
              <a:t>ediction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290" dirty="0">
                <a:solidFill>
                  <a:srgbClr val="393328"/>
                </a:solidFill>
                <a:latin typeface="Tahoma"/>
                <a:cs typeface="Tahoma"/>
              </a:rPr>
              <a:t>GNNs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280" dirty="0">
                <a:solidFill>
                  <a:srgbClr val="393328"/>
                </a:solidFill>
                <a:latin typeface="Tahoma"/>
                <a:cs typeface="Tahoma"/>
              </a:rPr>
              <a:t>/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385" dirty="0">
                <a:solidFill>
                  <a:srgbClr val="393328"/>
                </a:solidFill>
                <a:latin typeface="Tahoma"/>
                <a:cs typeface="Tahoma"/>
              </a:rPr>
              <a:t>GCNs</a:t>
            </a:r>
            <a:endParaRPr sz="5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095758" y="7839926"/>
            <a:ext cx="6249035" cy="3093720"/>
          </a:xfrm>
          <a:custGeom>
            <a:avLst/>
            <a:gdLst/>
            <a:ahLst/>
            <a:cxnLst/>
            <a:rect l="l" t="t" r="r" b="b"/>
            <a:pathLst>
              <a:path w="6249034" h="3093720">
                <a:moveTo>
                  <a:pt x="0" y="0"/>
                </a:moveTo>
                <a:lnTo>
                  <a:pt x="6248626" y="0"/>
                </a:lnTo>
                <a:lnTo>
                  <a:pt x="6248626" y="3093359"/>
                </a:lnTo>
                <a:lnTo>
                  <a:pt x="0" y="30933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470" dirty="0"/>
              <a:t>*</a:t>
            </a:r>
            <a:r>
              <a:rPr spc="-80" dirty="0"/>
              <a:t> </a:t>
            </a:r>
            <a:r>
              <a:rPr spc="-10" dirty="0"/>
              <a:t>slide</a:t>
            </a:r>
            <a:r>
              <a:rPr spc="-80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5" dirty="0"/>
              <a:t>Thomas</a:t>
            </a:r>
            <a:r>
              <a:rPr spc="-75" dirty="0"/>
              <a:t> </a:t>
            </a:r>
            <a:r>
              <a:rPr spc="-15" dirty="0"/>
              <a:t>Kipf,</a:t>
            </a:r>
            <a:r>
              <a:rPr spc="-80" dirty="0"/>
              <a:t> </a:t>
            </a:r>
            <a:r>
              <a:rPr b="1" spc="-15" dirty="0">
                <a:latin typeface="Arial"/>
                <a:cs typeface="Arial"/>
              </a:rPr>
              <a:t>University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of </a:t>
            </a:r>
            <a:r>
              <a:rPr b="1" spc="15" dirty="0">
                <a:latin typeface="Arial"/>
                <a:cs typeface="Arial"/>
              </a:rPr>
              <a:t>Amsterdam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19" y="1864212"/>
            <a:ext cx="18317671" cy="862269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11984" y="0"/>
            <a:ext cx="18192115" cy="241300"/>
            <a:chOff x="1911984" y="0"/>
            <a:chExt cx="18192115" cy="241300"/>
          </a:xfrm>
        </p:grpSpPr>
        <p:sp>
          <p:nvSpPr>
            <p:cNvPr id="5" name="object 5"/>
            <p:cNvSpPr/>
            <p:nvPr/>
          </p:nvSpPr>
          <p:spPr>
            <a:xfrm>
              <a:off x="3555914" y="0"/>
              <a:ext cx="3642360" cy="241300"/>
            </a:xfrm>
            <a:custGeom>
              <a:avLst/>
              <a:gdLst/>
              <a:ahLst/>
              <a:cxnLst/>
              <a:rect l="l" t="t" r="r" b="b"/>
              <a:pathLst>
                <a:path w="3642359" h="241300">
                  <a:moveTo>
                    <a:pt x="3641773" y="0"/>
                  </a:moveTo>
                  <a:lnTo>
                    <a:pt x="178999" y="0"/>
                  </a:lnTo>
                  <a:lnTo>
                    <a:pt x="0" y="240830"/>
                  </a:lnTo>
                  <a:lnTo>
                    <a:pt x="3462774" y="240830"/>
                  </a:lnTo>
                  <a:lnTo>
                    <a:pt x="3641773" y="0"/>
                  </a:lnTo>
                  <a:close/>
                </a:path>
              </a:pathLst>
            </a:custGeom>
            <a:solidFill>
              <a:srgbClr val="7EF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1984" y="0"/>
              <a:ext cx="1882775" cy="241300"/>
            </a:xfrm>
            <a:custGeom>
              <a:avLst/>
              <a:gdLst/>
              <a:ahLst/>
              <a:cxnLst/>
              <a:rect l="l" t="t" r="r" b="b"/>
              <a:pathLst>
                <a:path w="1882775" h="241300">
                  <a:moveTo>
                    <a:pt x="1882665" y="0"/>
                  </a:moveTo>
                  <a:lnTo>
                    <a:pt x="180936" y="0"/>
                  </a:lnTo>
                  <a:lnTo>
                    <a:pt x="0" y="240830"/>
                  </a:lnTo>
                  <a:lnTo>
                    <a:pt x="1701717" y="240830"/>
                  </a:lnTo>
                  <a:lnTo>
                    <a:pt x="1882665" y="0"/>
                  </a:lnTo>
                  <a:close/>
                </a:path>
              </a:pathLst>
            </a:custGeom>
            <a:solidFill>
              <a:srgbClr val="93E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58950" y="0"/>
              <a:ext cx="5939155" cy="241300"/>
            </a:xfrm>
            <a:custGeom>
              <a:avLst/>
              <a:gdLst/>
              <a:ahLst/>
              <a:cxnLst/>
              <a:rect l="l" t="t" r="r" b="b"/>
              <a:pathLst>
                <a:path w="5939155" h="241300">
                  <a:moveTo>
                    <a:pt x="5939096" y="0"/>
                  </a:moveTo>
                  <a:lnTo>
                    <a:pt x="176654" y="0"/>
                  </a:lnTo>
                  <a:lnTo>
                    <a:pt x="0" y="240830"/>
                  </a:lnTo>
                  <a:lnTo>
                    <a:pt x="5762431" y="240830"/>
                  </a:lnTo>
                  <a:lnTo>
                    <a:pt x="5939096" y="0"/>
                  </a:lnTo>
                  <a:close/>
                </a:path>
              </a:pathLst>
            </a:custGeom>
            <a:solidFill>
              <a:srgbClr val="A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686524" y="0"/>
              <a:ext cx="1411605" cy="241300"/>
            </a:xfrm>
            <a:custGeom>
              <a:avLst/>
              <a:gdLst/>
              <a:ahLst/>
              <a:cxnLst/>
              <a:rect l="l" t="t" r="r" b="b"/>
              <a:pathLst>
                <a:path w="1411605" h="241300">
                  <a:moveTo>
                    <a:pt x="1411475" y="0"/>
                  </a:moveTo>
                  <a:lnTo>
                    <a:pt x="182696" y="0"/>
                  </a:lnTo>
                  <a:lnTo>
                    <a:pt x="0" y="240830"/>
                  </a:lnTo>
                  <a:lnTo>
                    <a:pt x="1228779" y="240830"/>
                  </a:lnTo>
                  <a:lnTo>
                    <a:pt x="1411475" y="0"/>
                  </a:lnTo>
                  <a:close/>
                </a:path>
              </a:pathLst>
            </a:custGeom>
            <a:solidFill>
              <a:srgbClr val="98B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869724" y="0"/>
              <a:ext cx="4018915" cy="241300"/>
            </a:xfrm>
            <a:custGeom>
              <a:avLst/>
              <a:gdLst/>
              <a:ahLst/>
              <a:cxnLst/>
              <a:rect l="l" t="t" r="r" b="b"/>
              <a:pathLst>
                <a:path w="4018915" h="241300">
                  <a:moveTo>
                    <a:pt x="4018746" y="0"/>
                  </a:moveTo>
                  <a:lnTo>
                    <a:pt x="178717" y="0"/>
                  </a:lnTo>
                  <a:lnTo>
                    <a:pt x="0" y="240830"/>
                  </a:lnTo>
                  <a:lnTo>
                    <a:pt x="3840029" y="240830"/>
                  </a:lnTo>
                  <a:lnTo>
                    <a:pt x="4018746" y="0"/>
                  </a:lnTo>
                  <a:close/>
                </a:path>
              </a:pathLst>
            </a:custGeom>
            <a:solidFill>
              <a:srgbClr val="979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49713" y="0"/>
              <a:ext cx="2454910" cy="241300"/>
            </a:xfrm>
            <a:custGeom>
              <a:avLst/>
              <a:gdLst/>
              <a:ahLst/>
              <a:cxnLst/>
              <a:rect l="l" t="t" r="r" b="b"/>
              <a:pathLst>
                <a:path w="2454909" h="241300">
                  <a:moveTo>
                    <a:pt x="2454386" y="0"/>
                  </a:moveTo>
                  <a:lnTo>
                    <a:pt x="183711" y="0"/>
                  </a:lnTo>
                  <a:lnTo>
                    <a:pt x="0" y="240830"/>
                  </a:lnTo>
                  <a:lnTo>
                    <a:pt x="2454386" y="240830"/>
                  </a:lnTo>
                  <a:lnTo>
                    <a:pt x="2454386" y="0"/>
                  </a:lnTo>
                  <a:close/>
                </a:path>
              </a:pathLst>
            </a:custGeom>
            <a:solidFill>
              <a:srgbClr val="C9A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834007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5" dirty="0">
                <a:solidFill>
                  <a:srgbClr val="393328"/>
                </a:solidFill>
              </a:rPr>
              <a:t>Classification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5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spc="-40" dirty="0">
                <a:solidFill>
                  <a:srgbClr val="393328"/>
                </a:solidFill>
              </a:rPr>
              <a:t>Link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spc="20" dirty="0">
                <a:solidFill>
                  <a:srgbClr val="393328"/>
                </a:solidFill>
              </a:rPr>
              <a:t>P</a:t>
            </a:r>
            <a:r>
              <a:rPr sz="5900" spc="-100" dirty="0">
                <a:solidFill>
                  <a:srgbClr val="393328"/>
                </a:solidFill>
              </a:rPr>
              <a:t>r</a:t>
            </a:r>
            <a:r>
              <a:rPr sz="5900" spc="15" dirty="0">
                <a:solidFill>
                  <a:srgbClr val="393328"/>
                </a:solidFill>
              </a:rPr>
              <a:t>ediction</a:t>
            </a:r>
            <a:r>
              <a:rPr sz="5900" spc="10" dirty="0">
                <a:solidFill>
                  <a:srgbClr val="393328"/>
                </a:solidFill>
              </a:rPr>
              <a:t> </a:t>
            </a:r>
            <a:r>
              <a:rPr sz="5900" b="0" spc="-140" dirty="0">
                <a:solidFill>
                  <a:srgbClr val="393328"/>
                </a:solidFill>
                <a:latin typeface="Tahoma"/>
                <a:cs typeface="Tahoma"/>
              </a:rPr>
              <a:t>with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290" dirty="0">
                <a:solidFill>
                  <a:srgbClr val="393328"/>
                </a:solidFill>
                <a:latin typeface="Tahoma"/>
                <a:cs typeface="Tahoma"/>
              </a:rPr>
              <a:t>GNNs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280" dirty="0">
                <a:solidFill>
                  <a:srgbClr val="393328"/>
                </a:solidFill>
                <a:latin typeface="Tahoma"/>
                <a:cs typeface="Tahoma"/>
              </a:rPr>
              <a:t>/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385" dirty="0">
                <a:solidFill>
                  <a:srgbClr val="393328"/>
                </a:solidFill>
                <a:latin typeface="Tahoma"/>
                <a:cs typeface="Tahoma"/>
              </a:rPr>
              <a:t>GCNs</a:t>
            </a:r>
            <a:endParaRPr sz="5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412621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15" dirty="0">
                <a:solidFill>
                  <a:srgbClr val="393328"/>
                </a:solidFill>
              </a:rPr>
              <a:t>Semi-supervised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1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75" dirty="0">
                <a:solidFill>
                  <a:srgbClr val="393328"/>
                </a:solidFill>
                <a:latin typeface="Tahoma"/>
                <a:cs typeface="Tahoma"/>
              </a:rPr>
              <a:t>Graphs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9689" y="2133647"/>
            <a:ext cx="16572042" cy="460191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1412621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15" dirty="0">
                <a:solidFill>
                  <a:srgbClr val="393328"/>
                </a:solidFill>
              </a:rPr>
              <a:t>Semi-supervised</a:t>
            </a:r>
            <a:r>
              <a:rPr sz="5900" spc="5" dirty="0">
                <a:solidFill>
                  <a:srgbClr val="393328"/>
                </a:solidFill>
              </a:rPr>
              <a:t> </a:t>
            </a:r>
            <a:r>
              <a:rPr sz="5900" b="0" spc="-15" dirty="0">
                <a:solidFill>
                  <a:srgbClr val="393328"/>
                </a:solidFill>
                <a:latin typeface="Tahoma"/>
                <a:cs typeface="Tahoma"/>
              </a:rPr>
              <a:t>Classification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5900" b="0" spc="-19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5900" b="0" spc="75" dirty="0">
                <a:solidFill>
                  <a:srgbClr val="393328"/>
                </a:solidFill>
                <a:latin typeface="Tahoma"/>
                <a:cs typeface="Tahoma"/>
              </a:rPr>
              <a:t>Graphs</a:t>
            </a:r>
            <a:endParaRPr sz="5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9689" y="2134065"/>
            <a:ext cx="16572042" cy="782139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6289" y="3657411"/>
            <a:ext cx="16314346" cy="37310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2150745" cy="241300"/>
          </a:xfrm>
          <a:custGeom>
            <a:avLst/>
            <a:gdLst/>
            <a:ahLst/>
            <a:cxnLst/>
            <a:rect l="l" t="t" r="r" b="b"/>
            <a:pathLst>
              <a:path w="2150745" h="241300">
                <a:moveTo>
                  <a:pt x="2150719" y="0"/>
                </a:moveTo>
                <a:lnTo>
                  <a:pt x="0" y="0"/>
                </a:lnTo>
                <a:lnTo>
                  <a:pt x="0" y="240830"/>
                </a:lnTo>
                <a:lnTo>
                  <a:pt x="1970966" y="240830"/>
                </a:lnTo>
                <a:lnTo>
                  <a:pt x="2150719" y="0"/>
                </a:lnTo>
                <a:close/>
              </a:path>
            </a:pathLst>
          </a:custGeom>
          <a:solidFill>
            <a:srgbClr val="C0F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11984" y="0"/>
            <a:ext cx="18192115" cy="241300"/>
            <a:chOff x="1911984" y="0"/>
            <a:chExt cx="18192115" cy="241300"/>
          </a:xfrm>
        </p:grpSpPr>
        <p:sp>
          <p:nvSpPr>
            <p:cNvPr id="5" name="object 5"/>
            <p:cNvSpPr/>
            <p:nvPr/>
          </p:nvSpPr>
          <p:spPr>
            <a:xfrm>
              <a:off x="3555914" y="0"/>
              <a:ext cx="3642360" cy="241300"/>
            </a:xfrm>
            <a:custGeom>
              <a:avLst/>
              <a:gdLst/>
              <a:ahLst/>
              <a:cxnLst/>
              <a:rect l="l" t="t" r="r" b="b"/>
              <a:pathLst>
                <a:path w="3642359" h="241300">
                  <a:moveTo>
                    <a:pt x="3641773" y="0"/>
                  </a:moveTo>
                  <a:lnTo>
                    <a:pt x="178999" y="0"/>
                  </a:lnTo>
                  <a:lnTo>
                    <a:pt x="0" y="240830"/>
                  </a:lnTo>
                  <a:lnTo>
                    <a:pt x="3462774" y="240830"/>
                  </a:lnTo>
                  <a:lnTo>
                    <a:pt x="3641773" y="0"/>
                  </a:lnTo>
                  <a:close/>
                </a:path>
              </a:pathLst>
            </a:custGeom>
            <a:solidFill>
              <a:srgbClr val="7EF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1984" y="0"/>
              <a:ext cx="1882775" cy="241300"/>
            </a:xfrm>
            <a:custGeom>
              <a:avLst/>
              <a:gdLst/>
              <a:ahLst/>
              <a:cxnLst/>
              <a:rect l="l" t="t" r="r" b="b"/>
              <a:pathLst>
                <a:path w="1882775" h="241300">
                  <a:moveTo>
                    <a:pt x="1882665" y="0"/>
                  </a:moveTo>
                  <a:lnTo>
                    <a:pt x="180936" y="0"/>
                  </a:lnTo>
                  <a:lnTo>
                    <a:pt x="0" y="240830"/>
                  </a:lnTo>
                  <a:lnTo>
                    <a:pt x="1701717" y="240830"/>
                  </a:lnTo>
                  <a:lnTo>
                    <a:pt x="1882665" y="0"/>
                  </a:lnTo>
                  <a:close/>
                </a:path>
              </a:pathLst>
            </a:custGeom>
            <a:solidFill>
              <a:srgbClr val="93E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58950" y="0"/>
              <a:ext cx="5939155" cy="241300"/>
            </a:xfrm>
            <a:custGeom>
              <a:avLst/>
              <a:gdLst/>
              <a:ahLst/>
              <a:cxnLst/>
              <a:rect l="l" t="t" r="r" b="b"/>
              <a:pathLst>
                <a:path w="5939155" h="241300">
                  <a:moveTo>
                    <a:pt x="5939096" y="0"/>
                  </a:moveTo>
                  <a:lnTo>
                    <a:pt x="176654" y="0"/>
                  </a:lnTo>
                  <a:lnTo>
                    <a:pt x="0" y="240830"/>
                  </a:lnTo>
                  <a:lnTo>
                    <a:pt x="5762431" y="240830"/>
                  </a:lnTo>
                  <a:lnTo>
                    <a:pt x="5939096" y="0"/>
                  </a:lnTo>
                  <a:close/>
                </a:path>
              </a:pathLst>
            </a:custGeom>
            <a:solidFill>
              <a:srgbClr val="A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686524" y="0"/>
              <a:ext cx="1411605" cy="241300"/>
            </a:xfrm>
            <a:custGeom>
              <a:avLst/>
              <a:gdLst/>
              <a:ahLst/>
              <a:cxnLst/>
              <a:rect l="l" t="t" r="r" b="b"/>
              <a:pathLst>
                <a:path w="1411605" h="241300">
                  <a:moveTo>
                    <a:pt x="1411475" y="0"/>
                  </a:moveTo>
                  <a:lnTo>
                    <a:pt x="182696" y="0"/>
                  </a:lnTo>
                  <a:lnTo>
                    <a:pt x="0" y="240830"/>
                  </a:lnTo>
                  <a:lnTo>
                    <a:pt x="1228779" y="240830"/>
                  </a:lnTo>
                  <a:lnTo>
                    <a:pt x="1411475" y="0"/>
                  </a:lnTo>
                  <a:close/>
                </a:path>
              </a:pathLst>
            </a:custGeom>
            <a:solidFill>
              <a:srgbClr val="98B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869724" y="0"/>
              <a:ext cx="4018915" cy="241300"/>
            </a:xfrm>
            <a:custGeom>
              <a:avLst/>
              <a:gdLst/>
              <a:ahLst/>
              <a:cxnLst/>
              <a:rect l="l" t="t" r="r" b="b"/>
              <a:pathLst>
                <a:path w="4018915" h="241300">
                  <a:moveTo>
                    <a:pt x="4018746" y="0"/>
                  </a:moveTo>
                  <a:lnTo>
                    <a:pt x="178717" y="0"/>
                  </a:lnTo>
                  <a:lnTo>
                    <a:pt x="0" y="240830"/>
                  </a:lnTo>
                  <a:lnTo>
                    <a:pt x="3840029" y="240830"/>
                  </a:lnTo>
                  <a:lnTo>
                    <a:pt x="4018746" y="0"/>
                  </a:lnTo>
                  <a:close/>
                </a:path>
              </a:pathLst>
            </a:custGeom>
            <a:solidFill>
              <a:srgbClr val="979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49713" y="0"/>
              <a:ext cx="2454910" cy="241300"/>
            </a:xfrm>
            <a:custGeom>
              <a:avLst/>
              <a:gdLst/>
              <a:ahLst/>
              <a:cxnLst/>
              <a:rect l="l" t="t" r="r" b="b"/>
              <a:pathLst>
                <a:path w="2454909" h="241300">
                  <a:moveTo>
                    <a:pt x="2454386" y="0"/>
                  </a:moveTo>
                  <a:lnTo>
                    <a:pt x="183711" y="0"/>
                  </a:lnTo>
                  <a:lnTo>
                    <a:pt x="0" y="240830"/>
                  </a:lnTo>
                  <a:lnTo>
                    <a:pt x="2454386" y="240830"/>
                  </a:lnTo>
                  <a:lnTo>
                    <a:pt x="2454386" y="0"/>
                  </a:lnTo>
                  <a:close/>
                </a:path>
              </a:pathLst>
            </a:custGeom>
            <a:solidFill>
              <a:srgbClr val="C9A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251" y="249072"/>
            <a:ext cx="447802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35" dirty="0">
                <a:solidFill>
                  <a:srgbClr val="393328"/>
                </a:solidFill>
              </a:rPr>
              <a:t>Conclusions</a:t>
            </a:r>
            <a:endParaRPr sz="5900"/>
          </a:p>
        </p:txBody>
      </p:sp>
      <p:sp>
        <p:nvSpPr>
          <p:cNvPr id="12" name="object 12"/>
          <p:cNvSpPr txBox="1"/>
          <p:nvPr/>
        </p:nvSpPr>
        <p:spPr>
          <a:xfrm>
            <a:off x="1076272" y="1243805"/>
            <a:ext cx="16666844" cy="1910714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681355" indent="-669290">
              <a:lnSpc>
                <a:spcPct val="100000"/>
              </a:lnSpc>
              <a:spcBef>
                <a:spcPts val="2595"/>
              </a:spcBef>
              <a:buFont typeface="Tahoma"/>
              <a:buChar char="—"/>
              <a:tabLst>
                <a:tab pos="681990" algn="l"/>
              </a:tabLst>
            </a:pPr>
            <a:r>
              <a:rPr sz="4100" b="1" spc="70" dirty="0">
                <a:solidFill>
                  <a:srgbClr val="393328"/>
                </a:solidFill>
                <a:latin typeface="Arial"/>
                <a:cs typeface="Arial"/>
              </a:rPr>
              <a:t>Deep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5" dirty="0">
                <a:solidFill>
                  <a:srgbClr val="393328"/>
                </a:solidFill>
                <a:latin typeface="Arial"/>
                <a:cs typeface="Arial"/>
              </a:rPr>
              <a:t>learning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25" dirty="0">
                <a:solidFill>
                  <a:srgbClr val="393328"/>
                </a:solidFill>
                <a:latin typeface="Arial"/>
                <a:cs typeface="Arial"/>
              </a:rPr>
              <a:t>on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5" dirty="0">
                <a:solidFill>
                  <a:srgbClr val="393328"/>
                </a:solidFill>
                <a:latin typeface="Arial"/>
                <a:cs typeface="Arial"/>
              </a:rPr>
              <a:t>graphs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40" dirty="0">
                <a:solidFill>
                  <a:srgbClr val="393328"/>
                </a:solidFill>
                <a:latin typeface="Arial"/>
                <a:cs typeface="Arial"/>
              </a:rPr>
              <a:t>works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and </a:t>
            </a:r>
            <a:r>
              <a:rPr sz="4100" b="1" spc="-75" dirty="0">
                <a:solidFill>
                  <a:srgbClr val="393328"/>
                </a:solidFill>
                <a:latin typeface="Arial"/>
                <a:cs typeface="Arial"/>
              </a:rPr>
              <a:t>is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50" dirty="0">
                <a:solidFill>
                  <a:srgbClr val="393328"/>
                </a:solidFill>
                <a:latin typeface="Arial"/>
                <a:cs typeface="Arial"/>
              </a:rPr>
              <a:t>very</a:t>
            </a: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15" dirty="0">
                <a:solidFill>
                  <a:srgbClr val="393328"/>
                </a:solidFill>
                <a:latin typeface="Arial"/>
                <a:cs typeface="Arial"/>
              </a:rPr>
              <a:t>effective!</a:t>
            </a:r>
            <a:endParaRPr sz="4100">
              <a:latin typeface="Arial"/>
              <a:cs typeface="Arial"/>
            </a:endParaRPr>
          </a:p>
          <a:p>
            <a:pPr marL="681355" indent="-669290">
              <a:lnSpc>
                <a:spcPct val="100000"/>
              </a:lnSpc>
              <a:spcBef>
                <a:spcPts val="2500"/>
              </a:spcBef>
              <a:buChar char="—"/>
              <a:tabLst>
                <a:tab pos="681990" algn="l"/>
              </a:tabLst>
            </a:pPr>
            <a:r>
              <a:rPr sz="4100" spc="-30" dirty="0">
                <a:solidFill>
                  <a:srgbClr val="393328"/>
                </a:solidFill>
                <a:latin typeface="Tahoma"/>
                <a:cs typeface="Tahoma"/>
              </a:rPr>
              <a:t>Exciting</a:t>
            </a:r>
            <a:r>
              <a:rPr sz="4100" spc="-14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25" dirty="0">
                <a:solidFill>
                  <a:srgbClr val="393328"/>
                </a:solidFill>
                <a:latin typeface="Tahoma"/>
                <a:cs typeface="Tahoma"/>
              </a:rPr>
              <a:t>area: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30" dirty="0">
                <a:solidFill>
                  <a:srgbClr val="393328"/>
                </a:solidFill>
                <a:latin typeface="Tahoma"/>
                <a:cs typeface="Tahoma"/>
              </a:rPr>
              <a:t>lots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90" dirty="0">
                <a:solidFill>
                  <a:srgbClr val="393328"/>
                </a:solidFill>
                <a:latin typeface="Tahoma"/>
                <a:cs typeface="Tahoma"/>
              </a:rPr>
              <a:t>of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30" dirty="0">
                <a:solidFill>
                  <a:srgbClr val="393328"/>
                </a:solidFill>
                <a:latin typeface="Tahoma"/>
                <a:cs typeface="Tahoma"/>
              </a:rPr>
              <a:t>new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0" dirty="0">
                <a:solidFill>
                  <a:srgbClr val="393328"/>
                </a:solidFill>
                <a:latin typeface="Tahoma"/>
                <a:cs typeface="Tahoma"/>
              </a:rPr>
              <a:t>applications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5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20" dirty="0">
                <a:solidFill>
                  <a:srgbClr val="393328"/>
                </a:solidFill>
                <a:latin typeface="Tahoma"/>
                <a:cs typeface="Tahoma"/>
              </a:rPr>
              <a:t>extensions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65" dirty="0">
                <a:solidFill>
                  <a:srgbClr val="393328"/>
                </a:solidFill>
                <a:latin typeface="Tahoma"/>
                <a:cs typeface="Tahoma"/>
              </a:rPr>
              <a:t>(hard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45" dirty="0">
                <a:solidFill>
                  <a:srgbClr val="393328"/>
                </a:solidFill>
                <a:latin typeface="Tahoma"/>
                <a:cs typeface="Tahoma"/>
              </a:rPr>
              <a:t>to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20" dirty="0">
                <a:solidFill>
                  <a:srgbClr val="393328"/>
                </a:solidFill>
                <a:latin typeface="Tahoma"/>
                <a:cs typeface="Tahoma"/>
              </a:rPr>
              <a:t>keep</a:t>
            </a:r>
            <a:r>
              <a:rPr sz="4100" spc="-13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4100" spc="-185" dirty="0">
                <a:solidFill>
                  <a:srgbClr val="393328"/>
                </a:solidFill>
                <a:latin typeface="Tahoma"/>
                <a:cs typeface="Tahoma"/>
              </a:rPr>
              <a:t>up)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6272" y="7222681"/>
            <a:ext cx="6128385" cy="2990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b="1" spc="10" dirty="0">
                <a:solidFill>
                  <a:srgbClr val="393328"/>
                </a:solidFill>
                <a:latin typeface="Arial"/>
                <a:cs typeface="Arial"/>
              </a:rPr>
              <a:t>Open</a:t>
            </a:r>
            <a:r>
              <a:rPr sz="4100" b="1" spc="-25" dirty="0">
                <a:solidFill>
                  <a:srgbClr val="393328"/>
                </a:solidFill>
                <a:latin typeface="Arial"/>
                <a:cs typeface="Arial"/>
              </a:rPr>
              <a:t> </a:t>
            </a:r>
            <a:r>
              <a:rPr sz="4100" b="1" spc="-35" dirty="0">
                <a:solidFill>
                  <a:srgbClr val="393328"/>
                </a:solidFill>
                <a:latin typeface="Arial"/>
                <a:cs typeface="Arial"/>
              </a:rPr>
              <a:t>problems</a:t>
            </a:r>
            <a:r>
              <a:rPr sz="4100" spc="-35" dirty="0">
                <a:solidFill>
                  <a:srgbClr val="393328"/>
                </a:solidFill>
                <a:latin typeface="Tahoma"/>
                <a:cs typeface="Tahoma"/>
              </a:rPr>
              <a:t>:</a:t>
            </a:r>
            <a:endParaRPr sz="4100">
              <a:latin typeface="Tahoma"/>
              <a:cs typeface="Tahoma"/>
            </a:endParaRPr>
          </a:p>
          <a:p>
            <a:pPr marL="494030" indent="-481965">
              <a:lnSpc>
                <a:spcPct val="100000"/>
              </a:lnSpc>
              <a:spcBef>
                <a:spcPts val="2660"/>
              </a:spcBef>
              <a:buChar char="—"/>
              <a:tabLst>
                <a:tab pos="494665" algn="l"/>
              </a:tabLst>
            </a:pPr>
            <a:r>
              <a:rPr sz="2950" spc="-55" dirty="0">
                <a:solidFill>
                  <a:srgbClr val="393328"/>
                </a:solidFill>
                <a:latin typeface="Tahoma"/>
                <a:cs typeface="Tahoma"/>
              </a:rPr>
              <a:t>Theory</a:t>
            </a:r>
            <a:endParaRPr sz="2950">
              <a:latin typeface="Tahoma"/>
              <a:cs typeface="Tahoma"/>
            </a:endParaRPr>
          </a:p>
          <a:p>
            <a:pPr marL="494030" indent="-481965">
              <a:lnSpc>
                <a:spcPct val="100000"/>
              </a:lnSpc>
              <a:spcBef>
                <a:spcPts val="2565"/>
              </a:spcBef>
              <a:buChar char="—"/>
              <a:tabLst>
                <a:tab pos="494665" algn="l"/>
              </a:tabLst>
            </a:pPr>
            <a:r>
              <a:rPr sz="2950" spc="10" dirty="0">
                <a:solidFill>
                  <a:srgbClr val="393328"/>
                </a:solidFill>
                <a:latin typeface="Tahoma"/>
                <a:cs typeface="Tahoma"/>
              </a:rPr>
              <a:t>Scalable,</a:t>
            </a:r>
            <a:r>
              <a:rPr sz="2950" spc="-1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15" dirty="0">
                <a:solidFill>
                  <a:srgbClr val="393328"/>
                </a:solidFill>
                <a:latin typeface="Tahoma"/>
                <a:cs typeface="Tahoma"/>
              </a:rPr>
              <a:t>stable</a:t>
            </a:r>
            <a:r>
              <a:rPr sz="2950" spc="-10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55" dirty="0">
                <a:solidFill>
                  <a:srgbClr val="393328"/>
                </a:solidFill>
                <a:latin typeface="Tahoma"/>
                <a:cs typeface="Tahoma"/>
              </a:rPr>
              <a:t>generative</a:t>
            </a:r>
            <a:r>
              <a:rPr sz="2950" spc="-10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15" dirty="0">
                <a:solidFill>
                  <a:srgbClr val="393328"/>
                </a:solidFill>
                <a:latin typeface="Tahoma"/>
                <a:cs typeface="Tahoma"/>
              </a:rPr>
              <a:t>models</a:t>
            </a:r>
            <a:endParaRPr sz="2950">
              <a:latin typeface="Tahoma"/>
              <a:cs typeface="Tahoma"/>
            </a:endParaRPr>
          </a:p>
          <a:p>
            <a:pPr marL="494030" indent="-481965">
              <a:lnSpc>
                <a:spcPct val="100000"/>
              </a:lnSpc>
              <a:spcBef>
                <a:spcPts val="2560"/>
              </a:spcBef>
              <a:buChar char="—"/>
              <a:tabLst>
                <a:tab pos="494665" algn="l"/>
              </a:tabLst>
            </a:pPr>
            <a:r>
              <a:rPr sz="2950" spc="-25" dirty="0">
                <a:solidFill>
                  <a:srgbClr val="393328"/>
                </a:solidFill>
                <a:latin typeface="Tahoma"/>
                <a:cs typeface="Tahoma"/>
              </a:rPr>
              <a:t>Learning</a:t>
            </a:r>
            <a:r>
              <a:rPr sz="2950" spc="-1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5" dirty="0">
                <a:solidFill>
                  <a:srgbClr val="393328"/>
                </a:solidFill>
                <a:latin typeface="Tahoma"/>
                <a:cs typeface="Tahoma"/>
              </a:rPr>
              <a:t>on</a:t>
            </a:r>
            <a:r>
              <a:rPr sz="2950" spc="-1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55" dirty="0">
                <a:solidFill>
                  <a:srgbClr val="393328"/>
                </a:solidFill>
                <a:latin typeface="Tahoma"/>
                <a:cs typeface="Tahoma"/>
              </a:rPr>
              <a:t>large,</a:t>
            </a:r>
            <a:r>
              <a:rPr sz="2950" spc="-1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55" dirty="0">
                <a:solidFill>
                  <a:srgbClr val="393328"/>
                </a:solidFill>
                <a:latin typeface="Tahoma"/>
                <a:cs typeface="Tahoma"/>
              </a:rPr>
              <a:t>evolving</a:t>
            </a:r>
            <a:r>
              <a:rPr sz="2950" spc="-11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15" dirty="0">
                <a:solidFill>
                  <a:srgbClr val="393328"/>
                </a:solidFill>
                <a:latin typeface="Tahoma"/>
                <a:cs typeface="Tahoma"/>
              </a:rPr>
              <a:t>data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6272" y="10510539"/>
            <a:ext cx="1048766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285" dirty="0">
                <a:solidFill>
                  <a:srgbClr val="393328"/>
                </a:solidFill>
                <a:latin typeface="Tahoma"/>
                <a:cs typeface="Tahoma"/>
              </a:rPr>
              <a:t>—</a:t>
            </a:r>
            <a:r>
              <a:rPr sz="2950" spc="-90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25" dirty="0">
                <a:solidFill>
                  <a:srgbClr val="393328"/>
                </a:solidFill>
                <a:latin typeface="Tahoma"/>
                <a:cs typeface="Tahoma"/>
              </a:rPr>
              <a:t>Multi-modal</a:t>
            </a:r>
            <a:r>
              <a:rPr sz="2950" spc="-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dirty="0">
                <a:solidFill>
                  <a:srgbClr val="393328"/>
                </a:solidFill>
                <a:latin typeface="Tahoma"/>
                <a:cs typeface="Tahoma"/>
              </a:rPr>
              <a:t>and</a:t>
            </a:r>
            <a:r>
              <a:rPr sz="2950" spc="-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20" dirty="0">
                <a:solidFill>
                  <a:srgbClr val="393328"/>
                </a:solidFill>
                <a:latin typeface="Tahoma"/>
                <a:cs typeface="Tahoma"/>
              </a:rPr>
              <a:t>cross-model</a:t>
            </a:r>
            <a:r>
              <a:rPr sz="2950" spc="-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55" dirty="0">
                <a:solidFill>
                  <a:srgbClr val="393328"/>
                </a:solidFill>
                <a:latin typeface="Tahoma"/>
                <a:cs typeface="Tahoma"/>
              </a:rPr>
              <a:t>learning</a:t>
            </a:r>
            <a:r>
              <a:rPr sz="2950" spc="-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105" dirty="0">
                <a:solidFill>
                  <a:srgbClr val="393328"/>
                </a:solidFill>
                <a:latin typeface="Tahoma"/>
                <a:cs typeface="Tahoma"/>
              </a:rPr>
              <a:t>(e.g.,</a:t>
            </a:r>
            <a:r>
              <a:rPr sz="2950" spc="-8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sz="2950" spc="-20" dirty="0">
                <a:solidFill>
                  <a:srgbClr val="393328"/>
                </a:solidFill>
                <a:latin typeface="Tahoma"/>
                <a:cs typeface="Tahoma"/>
              </a:rPr>
              <a:t>sequence2graph)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91451" y="3463633"/>
            <a:ext cx="17721196" cy="1151149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721995">
              <a:lnSpc>
                <a:spcPct val="100899"/>
              </a:lnSpc>
              <a:spcBef>
                <a:spcPts val="30"/>
              </a:spcBef>
            </a:pPr>
            <a:r>
              <a:rPr lang="en-US" b="1" spc="-25" dirty="0">
                <a:latin typeface="Arial"/>
                <a:cs typeface="Arial"/>
              </a:rPr>
              <a:t>Thank</a:t>
            </a:r>
            <a:r>
              <a:rPr lang="zh-CN" altLang="en-US" b="1" spc="-25" dirty="0">
                <a:latin typeface="Arial"/>
                <a:cs typeface="Arial"/>
              </a:rPr>
              <a:t> </a:t>
            </a:r>
            <a:r>
              <a:rPr lang="en-US" altLang="zh-CN" b="1" spc="-25" dirty="0">
                <a:latin typeface="Arial"/>
                <a:cs typeface="Arial"/>
              </a:rPr>
              <a:t>you!</a:t>
            </a:r>
            <a:endParaRPr spc="55" dirty="0"/>
          </a:p>
        </p:txBody>
      </p:sp>
      <p:sp>
        <p:nvSpPr>
          <p:cNvPr id="3" name="object 3"/>
          <p:cNvSpPr txBox="1"/>
          <p:nvPr/>
        </p:nvSpPr>
        <p:spPr>
          <a:xfrm>
            <a:off x="2127250" y="7159856"/>
            <a:ext cx="16544237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sz="4100" spc="65" dirty="0">
                <a:solidFill>
                  <a:srgbClr val="393328"/>
                </a:solidFill>
                <a:latin typeface="Tahoma"/>
                <a:cs typeface="Tahoma"/>
              </a:rPr>
              <a:t>Lectured</a:t>
            </a:r>
            <a:r>
              <a:rPr lang="zh-CN" altLang="en-US" sz="4100" spc="6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4100" spc="65" dirty="0">
                <a:solidFill>
                  <a:srgbClr val="393328"/>
                </a:solidFill>
                <a:latin typeface="Tahoma"/>
                <a:cs typeface="Tahoma"/>
              </a:rPr>
              <a:t>by</a:t>
            </a:r>
            <a:r>
              <a:rPr lang="zh-CN" altLang="en-US" sz="4100" spc="6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4100" spc="65" dirty="0">
                <a:solidFill>
                  <a:srgbClr val="393328"/>
                </a:solidFill>
                <a:latin typeface="Tahoma"/>
                <a:cs typeface="Tahoma"/>
              </a:rPr>
              <a:t>Shangsong</a:t>
            </a:r>
            <a:r>
              <a:rPr lang="zh-CN" altLang="en-US" sz="4100" spc="65" dirty="0">
                <a:solidFill>
                  <a:srgbClr val="393328"/>
                </a:solidFill>
                <a:latin typeface="Tahoma"/>
                <a:cs typeface="Tahoma"/>
              </a:rPr>
              <a:t> </a:t>
            </a:r>
            <a:r>
              <a:rPr lang="en-US" altLang="zh-CN" sz="4100" spc="65" dirty="0">
                <a:solidFill>
                  <a:srgbClr val="393328"/>
                </a:solidFill>
                <a:latin typeface="Tahoma"/>
                <a:cs typeface="Tahoma"/>
              </a:rPr>
              <a:t>Liang</a:t>
            </a:r>
            <a:endParaRPr sz="4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2416</TotalTime>
  <Words>1324</Words>
  <Application>Microsoft Macintosh PowerPoint</Application>
  <PresentationFormat>Custom</PresentationFormat>
  <Paragraphs>153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Arial MT</vt:lpstr>
      <vt:lpstr>MS Gothic</vt:lpstr>
      <vt:lpstr>Arial</vt:lpstr>
      <vt:lpstr>Calibri</vt:lpstr>
      <vt:lpstr>Cambria</vt:lpstr>
      <vt:lpstr>Cambria Math</vt:lpstr>
      <vt:lpstr>Lucida Sans Unicode</vt:lpstr>
      <vt:lpstr>Microsoft Sans Serif</vt:lpstr>
      <vt:lpstr>Tahoma</vt:lpstr>
      <vt:lpstr>Times New Roman</vt:lpstr>
      <vt:lpstr>Trebuchet MS</vt:lpstr>
      <vt:lpstr>Verdana</vt:lpstr>
      <vt:lpstr>Office Theme</vt:lpstr>
      <vt:lpstr>Graph Neural Networks</vt:lpstr>
      <vt:lpstr>Traditional Neural Networks</vt:lpstr>
      <vt:lpstr>PowerPoint Presentation</vt:lpstr>
      <vt:lpstr>PowerPoint Presentation</vt:lpstr>
      <vt:lpstr>PowerPoint Presentation</vt:lpstr>
      <vt:lpstr>PowerPoint Presentation</vt:lpstr>
      <vt:lpstr>Graph-structured Data</vt:lpstr>
      <vt:lpstr>Graph Neural Networks (GNNs)</vt:lpstr>
      <vt:lpstr>Graph Neural Networks (GNNs)</vt:lpstr>
      <vt:lpstr>Recap: Convolutional Neural Networks (CNNs) on Grids</vt:lpstr>
      <vt:lpstr>Recap: Convolutional Neural Networks (CNNs) on Grids</vt:lpstr>
      <vt:lpstr>Recap: Convolutional Neural Networks (CNNs) on Grids</vt:lpstr>
      <vt:lpstr>Recap: Convolutional Neural Networks (CNNs) on Grids</vt:lpstr>
      <vt:lpstr>Graph Convolutional Networks (GCNs) Kipf &amp; Welling (ICLR 2017), related previous works by Duvenaud et al. (NIPS 2015) and Li et al. (ICLR 2016)</vt:lpstr>
      <vt:lpstr>Graph Convolutional Networks (GCNs) Kipf &amp; Welling (ICLR 2017), related previous works by Duvenaud et al. (NIPS 2015) and Li et al. (ICLR 2016)</vt:lpstr>
      <vt:lpstr>Graph Convolutional Networks (GCNs) Kipf &amp; Welling (ICLR 2017), related previous works by Duvenaud et al. (NIPS 2015) and Li et al. (ICLR 2016)</vt:lpstr>
      <vt:lpstr>Graph Convolutional Networks (GCNs) Kipf &amp; Welling (ICLR 2017), related previous works by Duvenaud et al. (NIPS 2015) and Li et al. (ICLR 2016)</vt:lpstr>
      <vt:lpstr>Graph Convolutional Networks (GCNs)</vt:lpstr>
      <vt:lpstr>Graph Convolutional Networks (GCNs)</vt:lpstr>
      <vt:lpstr>Graph Convolutional Networks (GCNs)</vt:lpstr>
      <vt:lpstr>Graph Convolutional Networks (GCNs)</vt:lpstr>
      <vt:lpstr>GNNs with Edge Embeddings Battaglia et al. (NIPS 2016), Gilmer et al. (ICML 2017), Kipf et al. (ICML 2018)</vt:lpstr>
      <vt:lpstr>GNNs with Edge Embeddings Battaglia et al. (NIPS 2016), Gilmer et al. (ICML 2017), Kipf et al. (ICML 2018)</vt:lpstr>
      <vt:lpstr>GNNs with Edge Embeddings Battaglia et al. (NIPS 2016), Gilmer et al. (ICML 2017), Kipf et al. (ICML 2018)</vt:lpstr>
      <vt:lpstr>Graph Neural Networks (GNNs) with Attention Monti et al. (CVPR 2017), Hoshen (NIPS 2017), Veličković et al. (ICLR 2018)</vt:lpstr>
      <vt:lpstr>Graph Neural Networks (GNNs) with Attention Monti et al. (CVPR 2017), Hoshen (NIPS 2017), Veličković et al. (ICLR 2018)</vt:lpstr>
      <vt:lpstr>Graph Neural Networks (GNNs) with Attention Monti et al. (CVPR 2017), Hoshen (NIPS 2017), Veličković et al. (ICLR 2018)</vt:lpstr>
      <vt:lpstr>Graph Neural Networks (GNNs) with Attention Monti et al. (CVPR 2017), Hoshen (NIPS 2017), Veličković et al. (ICLR 2018)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Brief History of Graph Neural Nets</vt:lpstr>
      <vt:lpstr>How do we use GNN / GCN for real  problems?</vt:lpstr>
      <vt:lpstr>Classification and Link Prediction with GNNs / GCNs</vt:lpstr>
      <vt:lpstr>Classification and Link Prediction with GNNs / GCNs</vt:lpstr>
      <vt:lpstr>Classification and Link Prediction with GNNs / GCNs</vt:lpstr>
      <vt:lpstr>Classification and Link Prediction with GNNs / GCNs</vt:lpstr>
      <vt:lpstr>Semi-supervised Classification on Graphs</vt:lpstr>
      <vt:lpstr>Semi-supervised Classification on Graphs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cp:lastModifiedBy>Shangsong Liang</cp:lastModifiedBy>
  <cp:revision>11</cp:revision>
  <dcterms:created xsi:type="dcterms:W3CDTF">2022-12-04T16:42:31Z</dcterms:created>
  <dcterms:modified xsi:type="dcterms:W3CDTF">2023-12-13T04:50:35Z</dcterms:modified>
</cp:coreProperties>
</file>