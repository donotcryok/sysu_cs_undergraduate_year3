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87"/>
  </p:notesMasterIdLst>
  <p:handoutMasterIdLst>
    <p:handoutMasterId r:id="rId88"/>
  </p:handoutMasterIdLst>
  <p:sldIdLst>
    <p:sldId id="479" r:id="rId2"/>
    <p:sldId id="468" r:id="rId3"/>
    <p:sldId id="469" r:id="rId4"/>
    <p:sldId id="470" r:id="rId5"/>
    <p:sldId id="471" r:id="rId6"/>
    <p:sldId id="472" r:id="rId7"/>
    <p:sldId id="473" r:id="rId8"/>
    <p:sldId id="474" r:id="rId9"/>
    <p:sldId id="405" r:id="rId10"/>
    <p:sldId id="406" r:id="rId11"/>
    <p:sldId id="478" r:id="rId12"/>
    <p:sldId id="407" r:id="rId13"/>
    <p:sldId id="408" r:id="rId14"/>
    <p:sldId id="409" r:id="rId15"/>
    <p:sldId id="411" r:id="rId16"/>
    <p:sldId id="412" r:id="rId17"/>
    <p:sldId id="413" r:id="rId18"/>
    <p:sldId id="414" r:id="rId19"/>
    <p:sldId id="451" r:id="rId20"/>
    <p:sldId id="481" r:id="rId21"/>
    <p:sldId id="482" r:id="rId22"/>
    <p:sldId id="483" r:id="rId23"/>
    <p:sldId id="484" r:id="rId24"/>
    <p:sldId id="485" r:id="rId25"/>
    <p:sldId id="486" r:id="rId26"/>
    <p:sldId id="487" r:id="rId27"/>
    <p:sldId id="488" r:id="rId28"/>
    <p:sldId id="489" r:id="rId29"/>
    <p:sldId id="490" r:id="rId30"/>
    <p:sldId id="491" r:id="rId31"/>
    <p:sldId id="492" r:id="rId32"/>
    <p:sldId id="493" r:id="rId33"/>
    <p:sldId id="494" r:id="rId34"/>
    <p:sldId id="495" r:id="rId35"/>
    <p:sldId id="496" r:id="rId36"/>
    <p:sldId id="497" r:id="rId37"/>
    <p:sldId id="498" r:id="rId38"/>
    <p:sldId id="499" r:id="rId39"/>
    <p:sldId id="500" r:id="rId40"/>
    <p:sldId id="501" r:id="rId41"/>
    <p:sldId id="502" r:id="rId42"/>
    <p:sldId id="503" r:id="rId43"/>
    <p:sldId id="504" r:id="rId44"/>
    <p:sldId id="505" r:id="rId45"/>
    <p:sldId id="506" r:id="rId46"/>
    <p:sldId id="507" r:id="rId47"/>
    <p:sldId id="509" r:id="rId48"/>
    <p:sldId id="510" r:id="rId49"/>
    <p:sldId id="511" r:id="rId50"/>
    <p:sldId id="512" r:id="rId51"/>
    <p:sldId id="513" r:id="rId52"/>
    <p:sldId id="514" r:id="rId53"/>
    <p:sldId id="515" r:id="rId54"/>
    <p:sldId id="516" r:id="rId55"/>
    <p:sldId id="517" r:id="rId56"/>
    <p:sldId id="518" r:id="rId57"/>
    <p:sldId id="519" r:id="rId58"/>
    <p:sldId id="520" r:id="rId59"/>
    <p:sldId id="521" r:id="rId60"/>
    <p:sldId id="522" r:id="rId61"/>
    <p:sldId id="523" r:id="rId62"/>
    <p:sldId id="524" r:id="rId63"/>
    <p:sldId id="525" r:id="rId64"/>
    <p:sldId id="526" r:id="rId65"/>
    <p:sldId id="527" r:id="rId66"/>
    <p:sldId id="528" r:id="rId67"/>
    <p:sldId id="529" r:id="rId68"/>
    <p:sldId id="530" r:id="rId69"/>
    <p:sldId id="531" r:id="rId70"/>
    <p:sldId id="532" r:id="rId71"/>
    <p:sldId id="533" r:id="rId72"/>
    <p:sldId id="534" r:id="rId73"/>
    <p:sldId id="535" r:id="rId74"/>
    <p:sldId id="536" r:id="rId75"/>
    <p:sldId id="537" r:id="rId76"/>
    <p:sldId id="538" r:id="rId77"/>
    <p:sldId id="539" r:id="rId78"/>
    <p:sldId id="540" r:id="rId79"/>
    <p:sldId id="541" r:id="rId80"/>
    <p:sldId id="542" r:id="rId81"/>
    <p:sldId id="543" r:id="rId82"/>
    <p:sldId id="544" r:id="rId83"/>
    <p:sldId id="545" r:id="rId84"/>
    <p:sldId id="546" r:id="rId85"/>
    <p:sldId id="547" r:id="rId8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9933"/>
    <a:srgbClr val="339966"/>
    <a:srgbClr val="CCCC00"/>
    <a:srgbClr val="777777"/>
    <a:srgbClr val="33CCCC"/>
    <a:srgbClr val="000000"/>
    <a:srgbClr val="CD1C09"/>
    <a:srgbClr val="7510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96" autoAdjust="0"/>
    <p:restoredTop sz="94636" autoAdjust="0"/>
  </p:normalViewPr>
  <p:slideViewPr>
    <p:cSldViewPr>
      <p:cViewPr varScale="1">
        <p:scale>
          <a:sx n="119" d="100"/>
          <a:sy n="119" d="100"/>
        </p:scale>
        <p:origin x="142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smtClean="0">
                <a:latin typeface="Tahoma" pitchFamily="34" charset="0"/>
                <a:ea typeface="华文新魏" pitchFamily="2" charset="-122"/>
              </a:defRPr>
            </a:lvl1pPr>
          </a:lstStyle>
          <a:p>
            <a:pPr>
              <a:defRPr/>
            </a:pPr>
            <a:endParaRPr lang="zh-CN" altLang="en-US"/>
          </a:p>
        </p:txBody>
      </p:sp>
      <p:sp>
        <p:nvSpPr>
          <p:cNvPr id="35840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atin typeface="Tahoma" pitchFamily="34" charset="0"/>
                <a:ea typeface="华文新魏" pitchFamily="2" charset="-122"/>
              </a:defRPr>
            </a:lvl1pPr>
          </a:lstStyle>
          <a:p>
            <a:pPr>
              <a:defRPr/>
            </a:pPr>
            <a:endParaRPr lang="en-US" altLang="zh-CN"/>
          </a:p>
        </p:txBody>
      </p:sp>
      <p:sp>
        <p:nvSpPr>
          <p:cNvPr id="35840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smtClean="0">
                <a:latin typeface="Tahoma" pitchFamily="34" charset="0"/>
                <a:ea typeface="华文新魏" pitchFamily="2" charset="-122"/>
              </a:defRPr>
            </a:lvl1pPr>
          </a:lstStyle>
          <a:p>
            <a:pPr>
              <a:defRPr/>
            </a:pPr>
            <a:endParaRPr lang="en-US" altLang="zh-CN"/>
          </a:p>
        </p:txBody>
      </p:sp>
      <p:sp>
        <p:nvSpPr>
          <p:cNvPr id="35840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Tahoma" pitchFamily="34" charset="0"/>
                <a:ea typeface="华文新魏" pitchFamily="2" charset="-122"/>
              </a:defRPr>
            </a:lvl1pPr>
          </a:lstStyle>
          <a:p>
            <a:pPr>
              <a:defRPr/>
            </a:pPr>
            <a:fld id="{8626AB5B-175E-460D-BC96-B66338B878E9}" type="slidenum">
              <a:rPr lang="zh-CN" altLang="en-US"/>
              <a:pPr>
                <a:defRPr/>
              </a:pPr>
              <a:t>‹#›</a:t>
            </a:fld>
            <a:endParaRPr lang="en-US" altLang="zh-CN"/>
          </a:p>
        </p:txBody>
      </p:sp>
    </p:spTree>
    <p:extLst>
      <p:ext uri="{BB962C8B-B14F-4D97-AF65-F5344CB8AC3E}">
        <p14:creationId xmlns:p14="http://schemas.microsoft.com/office/powerpoint/2010/main" val="10968544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23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smtClean="0">
                <a:latin typeface="Arial" pitchFamily="34" charset="0"/>
              </a:defRPr>
            </a:lvl1pPr>
          </a:lstStyle>
          <a:p>
            <a:pPr>
              <a:defRPr/>
            </a:pPr>
            <a:endParaRPr lang="zh-CN" altLang="en-US"/>
          </a:p>
        </p:txBody>
      </p:sp>
      <p:sp>
        <p:nvSpPr>
          <p:cNvPr id="48230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atin typeface="Arial" pitchFamily="34" charset="0"/>
              </a:defRPr>
            </a:lvl1pPr>
          </a:lstStyle>
          <a:p>
            <a:pPr>
              <a:defRPr/>
            </a:pPr>
            <a:endParaRPr lang="en-US" altLang="zh-CN"/>
          </a:p>
        </p:txBody>
      </p:sp>
      <p:sp>
        <p:nvSpPr>
          <p:cNvPr id="972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230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8231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smtClean="0">
                <a:latin typeface="Arial" pitchFamily="34" charset="0"/>
              </a:defRPr>
            </a:lvl1pPr>
          </a:lstStyle>
          <a:p>
            <a:pPr>
              <a:defRPr/>
            </a:pPr>
            <a:endParaRPr lang="en-US" altLang="zh-CN"/>
          </a:p>
        </p:txBody>
      </p:sp>
      <p:sp>
        <p:nvSpPr>
          <p:cNvPr id="48231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Arial" pitchFamily="34" charset="0"/>
              </a:defRPr>
            </a:lvl1pPr>
          </a:lstStyle>
          <a:p>
            <a:pPr>
              <a:defRPr/>
            </a:pPr>
            <a:fld id="{AA5ABF89-B678-4ED9-A87E-B743D53410BB}" type="slidenum">
              <a:rPr lang="zh-CN" altLang="en-US"/>
              <a:pPr>
                <a:defRPr/>
              </a:pPr>
              <a:t>‹#›</a:t>
            </a:fld>
            <a:endParaRPr lang="en-US" altLang="zh-CN"/>
          </a:p>
        </p:txBody>
      </p:sp>
    </p:spTree>
    <p:extLst>
      <p:ext uri="{BB962C8B-B14F-4D97-AF65-F5344CB8AC3E}">
        <p14:creationId xmlns:p14="http://schemas.microsoft.com/office/powerpoint/2010/main" val="15659490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05858" name="Rectangle 2"/>
          <p:cNvSpPr>
            <a:spLocks noGrp="1" noRot="1" noChangeArrowheads="1"/>
          </p:cNvSpPr>
          <p:nvPr>
            <p:ph type="ctrTitle"/>
          </p:nvPr>
        </p:nvSpPr>
        <p:spPr>
          <a:xfrm>
            <a:off x="685800" y="2286000"/>
            <a:ext cx="7772400" cy="1143000"/>
          </a:xfrm>
        </p:spPr>
        <p:txBody>
          <a:bodyPr/>
          <a:lstStyle>
            <a:lvl1pPr>
              <a:defRPr/>
            </a:lvl1pPr>
          </a:lstStyle>
          <a:p>
            <a:r>
              <a:rPr lang="zh-CN" altLang="en-US"/>
              <a:t>单击此处编辑母版标题样式</a:t>
            </a:r>
          </a:p>
        </p:txBody>
      </p:sp>
      <p:sp>
        <p:nvSpPr>
          <p:cNvPr id="505859"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smtClean="0"/>
            </a:lvl1pPr>
          </a:lstStyle>
          <a:p>
            <a:pPr>
              <a:defRPr/>
            </a:pPr>
            <a:fld id="{6FEF3834-4297-44CD-AFB4-C75EAAFCB254}" type="datetime1">
              <a:rPr lang="zh-CN" altLang="en-US"/>
              <a:pPr>
                <a:defRPr/>
              </a:pPr>
              <a:t>2017/2/24</a:t>
            </a:fld>
            <a:endParaRPr lang="en-US" altLang="zh-CN"/>
          </a:p>
        </p:txBody>
      </p:sp>
      <p:sp>
        <p:nvSpPr>
          <p:cNvPr id="5" name="Rectangle 5"/>
          <p:cNvSpPr>
            <a:spLocks noGrp="1" noChangeArrowheads="1"/>
          </p:cNvSpPr>
          <p:nvPr>
            <p:ph type="ftr" sz="quarter" idx="11"/>
          </p:nvPr>
        </p:nvSpPr>
        <p:spPr/>
        <p:txBody>
          <a:bodyPr/>
          <a:lstStyle>
            <a:lvl1pPr>
              <a:defRPr smtClean="0"/>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smtClean="0"/>
            </a:lvl1pPr>
          </a:lstStyle>
          <a:p>
            <a:pPr>
              <a:defRPr/>
            </a:pPr>
            <a:fld id="{046B5996-E26F-445B-BC24-71E84CAB4353}" type="slidenum">
              <a:rPr lang="zh-CN" altLang="en-US"/>
              <a:pPr>
                <a:defRPr/>
              </a:pPr>
              <a:t>‹#›</a:t>
            </a:fld>
            <a:endParaRPr lang="en-US" altLang="zh-CN"/>
          </a:p>
        </p:txBody>
      </p:sp>
    </p:spTree>
    <p:extLst>
      <p:ext uri="{BB962C8B-B14F-4D97-AF65-F5344CB8AC3E}">
        <p14:creationId xmlns:p14="http://schemas.microsoft.com/office/powerpoint/2010/main" val="4224305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5DD37968-B0A1-43C6-8D82-6CC28C6ACB31}"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784D936-AD2F-49E6-B76A-72AC31BE94DF}" type="slidenum">
              <a:rPr lang="zh-CN" altLang="en-US"/>
              <a:pPr>
                <a:defRPr/>
              </a:pPr>
              <a:t>‹#›</a:t>
            </a:fld>
            <a:endParaRPr lang="en-US" altLang="zh-CN"/>
          </a:p>
        </p:txBody>
      </p:sp>
    </p:spTree>
    <p:extLst>
      <p:ext uri="{BB962C8B-B14F-4D97-AF65-F5344CB8AC3E}">
        <p14:creationId xmlns:p14="http://schemas.microsoft.com/office/powerpoint/2010/main" val="4208194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4B308A05-5BB1-4570-849C-07AA5E5C1380}"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05A9A89-5035-40E6-A18C-47F3165B0908}" type="slidenum">
              <a:rPr lang="zh-CN" altLang="en-US"/>
              <a:pPr>
                <a:defRPr/>
              </a:pPr>
              <a:t>‹#›</a:t>
            </a:fld>
            <a:endParaRPr lang="en-US" altLang="zh-CN"/>
          </a:p>
        </p:txBody>
      </p:sp>
    </p:spTree>
    <p:extLst>
      <p:ext uri="{BB962C8B-B14F-4D97-AF65-F5344CB8AC3E}">
        <p14:creationId xmlns:p14="http://schemas.microsoft.com/office/powerpoint/2010/main" val="1216166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fld id="{66A33C8F-C7E4-4068-9707-09A328803BEC}"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D88725B-C9C6-466C-9464-7DCEA73626D9}" type="slidenum">
              <a:rPr lang="zh-CN" altLang="en-US"/>
              <a:pPr>
                <a:defRPr/>
              </a:pPr>
              <a:t>‹#›</a:t>
            </a:fld>
            <a:endParaRPr lang="en-US" altLang="zh-CN"/>
          </a:p>
        </p:txBody>
      </p:sp>
    </p:spTree>
    <p:extLst>
      <p:ext uri="{BB962C8B-B14F-4D97-AF65-F5344CB8AC3E}">
        <p14:creationId xmlns:p14="http://schemas.microsoft.com/office/powerpoint/2010/main" val="3795410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fld id="{8C3F2563-29CA-428B-8DA6-FEC373E3709C}" type="datetime1">
              <a:rPr lang="zh-CN" altLang="en-US"/>
              <a:pPr>
                <a:defRPr/>
              </a:pPr>
              <a:t>2017/2/24</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D5F4C2E7-2B3D-49B1-9AE3-4D34B7782DDC}" type="slidenum">
              <a:rPr lang="zh-CN" altLang="en-US"/>
              <a:pPr>
                <a:defRPr/>
              </a:pPr>
              <a:t>‹#›</a:t>
            </a:fld>
            <a:endParaRPr lang="en-US" altLang="zh-CN"/>
          </a:p>
        </p:txBody>
      </p:sp>
    </p:spTree>
    <p:extLst>
      <p:ext uri="{BB962C8B-B14F-4D97-AF65-F5344CB8AC3E}">
        <p14:creationId xmlns:p14="http://schemas.microsoft.com/office/powerpoint/2010/main" val="920773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fld id="{CE34A64C-11FC-44F1-BCE6-18A6E1DEC20E}" type="datetime1">
              <a:rPr lang="zh-CN" altLang="en-US"/>
              <a:pPr>
                <a:defRPr/>
              </a:pPr>
              <a:t>2017/2/24</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64B57847-EE77-414A-A871-2F79220602D2}" type="slidenum">
              <a:rPr lang="zh-CN" altLang="en-US"/>
              <a:pPr>
                <a:defRPr/>
              </a:pPr>
              <a:t>‹#›</a:t>
            </a:fld>
            <a:endParaRPr lang="en-US" altLang="zh-CN"/>
          </a:p>
        </p:txBody>
      </p:sp>
    </p:spTree>
    <p:extLst>
      <p:ext uri="{BB962C8B-B14F-4D97-AF65-F5344CB8AC3E}">
        <p14:creationId xmlns:p14="http://schemas.microsoft.com/office/powerpoint/2010/main" val="964437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72CF5967-749F-4B92-9D07-9402CB93329B}" type="datetime1">
              <a:rPr lang="zh-CN" altLang="en-US"/>
              <a:pPr>
                <a:defRPr/>
              </a:pPr>
              <a:t>2017/2/24</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1B958E76-BDF6-4254-9CAE-54084FD945B0}" type="slidenum">
              <a:rPr lang="zh-CN" altLang="en-US"/>
              <a:pPr>
                <a:defRPr/>
              </a:pPr>
              <a:t>‹#›</a:t>
            </a:fld>
            <a:endParaRPr lang="en-US" altLang="zh-CN"/>
          </a:p>
        </p:txBody>
      </p:sp>
    </p:spTree>
    <p:extLst>
      <p:ext uri="{BB962C8B-B14F-4D97-AF65-F5344CB8AC3E}">
        <p14:creationId xmlns:p14="http://schemas.microsoft.com/office/powerpoint/2010/main" val="3352947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152640D3-4B55-42D2-B8FC-C340698D36DF}"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306DF6C-1871-4DD7-95AD-E1342E37DC88}" type="slidenum">
              <a:rPr lang="zh-CN" altLang="en-US"/>
              <a:pPr>
                <a:defRPr/>
              </a:pPr>
              <a:t>‹#›</a:t>
            </a:fld>
            <a:endParaRPr lang="en-US" altLang="zh-CN"/>
          </a:p>
        </p:txBody>
      </p:sp>
    </p:spTree>
    <p:extLst>
      <p:ext uri="{BB962C8B-B14F-4D97-AF65-F5344CB8AC3E}">
        <p14:creationId xmlns:p14="http://schemas.microsoft.com/office/powerpoint/2010/main" val="3183866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1CD1939D-C7D5-4952-8EC3-B20B3A9912E6}"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59B2CA1C-6473-4C7D-8EA2-78125A9FDEAE}" type="slidenum">
              <a:rPr lang="zh-CN" altLang="en-US"/>
              <a:pPr>
                <a:defRPr/>
              </a:pPr>
              <a:t>‹#›</a:t>
            </a:fld>
            <a:endParaRPr lang="en-US" altLang="zh-CN"/>
          </a:p>
        </p:txBody>
      </p:sp>
    </p:spTree>
    <p:extLst>
      <p:ext uri="{BB962C8B-B14F-4D97-AF65-F5344CB8AC3E}">
        <p14:creationId xmlns:p14="http://schemas.microsoft.com/office/powerpoint/2010/main" val="405874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F74EC58B-0DB8-4287-B1F2-D978EF6B9429}"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1D8B684-4234-4818-84A3-72308483C003}" type="slidenum">
              <a:rPr lang="zh-CN" altLang="en-US"/>
              <a:pPr>
                <a:defRPr/>
              </a:pPr>
              <a:t>‹#›</a:t>
            </a:fld>
            <a:endParaRPr lang="en-US" altLang="zh-CN"/>
          </a:p>
        </p:txBody>
      </p:sp>
    </p:spTree>
    <p:extLst>
      <p:ext uri="{BB962C8B-B14F-4D97-AF65-F5344CB8AC3E}">
        <p14:creationId xmlns:p14="http://schemas.microsoft.com/office/powerpoint/2010/main" val="237119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A3A8E53E-C6CC-4596-8250-F9DABD91FA2C}"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09FEA6C-4996-476C-9432-5A31A0B51E62}" type="slidenum">
              <a:rPr lang="zh-CN" altLang="en-US"/>
              <a:pPr>
                <a:defRPr/>
              </a:pPr>
              <a:t>‹#›</a:t>
            </a:fld>
            <a:endParaRPr lang="en-US" altLang="zh-CN"/>
          </a:p>
        </p:txBody>
      </p:sp>
    </p:spTree>
    <p:extLst>
      <p:ext uri="{BB962C8B-B14F-4D97-AF65-F5344CB8AC3E}">
        <p14:creationId xmlns:p14="http://schemas.microsoft.com/office/powerpoint/2010/main" val="14656784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01625" y="609600"/>
            <a:ext cx="8540750" cy="11430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301625" y="1905000"/>
            <a:ext cx="4194175" cy="20208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905000"/>
            <a:ext cx="4194175" cy="20208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301625" y="4078288"/>
            <a:ext cx="4194175" cy="20208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648200" y="4078288"/>
            <a:ext cx="4194175" cy="20208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fld id="{3007380B-C23B-4881-9744-8F95A10243DC}" type="datetime1">
              <a:rPr lang="zh-CN" altLang="en-US"/>
              <a:pPr>
                <a:defRPr/>
              </a:pPr>
              <a:t>2017/2/24</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61525291-B03B-4EC1-8AA2-56307F3471B9}" type="slidenum">
              <a:rPr lang="zh-CN" altLang="en-US"/>
              <a:pPr>
                <a:defRPr/>
              </a:pPr>
              <a:t>‹#›</a:t>
            </a:fld>
            <a:endParaRPr lang="en-US" altLang="zh-CN"/>
          </a:p>
        </p:txBody>
      </p:sp>
    </p:spTree>
    <p:extLst>
      <p:ext uri="{BB962C8B-B14F-4D97-AF65-F5344CB8AC3E}">
        <p14:creationId xmlns:p14="http://schemas.microsoft.com/office/powerpoint/2010/main" val="2785142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301625" y="6245225"/>
            <a:ext cx="2289175" cy="476250"/>
          </a:xfrm>
        </p:spPr>
        <p:txBody>
          <a:bodyPr/>
          <a:lstStyle>
            <a:lvl1pPr>
              <a:defRPr/>
            </a:lvl1pPr>
          </a:lstStyle>
          <a:p>
            <a:pPr>
              <a:defRPr/>
            </a:pPr>
            <a:fld id="{6F3A419F-2D70-49FB-8298-C792CA67C0F8}" type="datetime1">
              <a:rPr lang="zh-CN" altLang="en-US"/>
              <a:pPr>
                <a:defRPr/>
              </a:pPr>
              <a:t>2017/2/24</a:t>
            </a:fld>
            <a:endParaRPr lang="en-US" altLang="zh-CN"/>
          </a:p>
        </p:txBody>
      </p:sp>
      <p:sp>
        <p:nvSpPr>
          <p:cNvPr id="5" name="页脚占位符 4"/>
          <p:cNvSpPr>
            <a:spLocks noGrp="1"/>
          </p:cNvSpPr>
          <p:nvPr>
            <p:ph type="ftr" sz="quarter" idx="11"/>
          </p:nvPr>
        </p:nvSpPr>
        <p:spPr>
          <a:xfrm>
            <a:off x="3124200" y="6245225"/>
            <a:ext cx="2895600" cy="476250"/>
          </a:xfr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xfrm>
            <a:off x="6553200" y="6245225"/>
            <a:ext cx="2289175" cy="476250"/>
          </a:xfrm>
        </p:spPr>
        <p:txBody>
          <a:bodyPr/>
          <a:lstStyle>
            <a:lvl1pPr>
              <a:defRPr/>
            </a:lvl1pPr>
          </a:lstStyle>
          <a:p>
            <a:pPr>
              <a:defRPr/>
            </a:pPr>
            <a:fld id="{C8774176-A3E4-49E9-AF9C-E7648C06D26A}" type="slidenum">
              <a:rPr lang="zh-CN" altLang="en-US"/>
              <a:pPr>
                <a:defRPr/>
              </a:pPr>
              <a:t>‹#›</a:t>
            </a:fld>
            <a:endParaRPr lang="en-US" altLang="zh-CN"/>
          </a:p>
        </p:txBody>
      </p:sp>
    </p:spTree>
    <p:extLst>
      <p:ext uri="{BB962C8B-B14F-4D97-AF65-F5344CB8AC3E}">
        <p14:creationId xmlns:p14="http://schemas.microsoft.com/office/powerpoint/2010/main" val="2872245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301625" y="1905000"/>
            <a:ext cx="8540750" cy="4194175"/>
          </a:xfrm>
        </p:spPr>
        <p:txBody>
          <a:bodyPr/>
          <a:lstStyle/>
          <a:p>
            <a:endParaRPr lang="zh-CN" altLang="en-US"/>
          </a:p>
        </p:txBody>
      </p:sp>
      <p:sp>
        <p:nvSpPr>
          <p:cNvPr id="4" name="日期占位符 3"/>
          <p:cNvSpPr>
            <a:spLocks noGrp="1"/>
          </p:cNvSpPr>
          <p:nvPr>
            <p:ph type="dt" sz="half" idx="10"/>
          </p:nvPr>
        </p:nvSpPr>
        <p:spPr>
          <a:xfrm>
            <a:off x="301625" y="6245225"/>
            <a:ext cx="2289175" cy="476250"/>
          </a:xfrm>
        </p:spPr>
        <p:txBody>
          <a:bodyPr/>
          <a:lstStyle>
            <a:lvl1pPr>
              <a:defRPr/>
            </a:lvl1pPr>
          </a:lstStyle>
          <a:p>
            <a:pPr>
              <a:defRPr/>
            </a:pPr>
            <a:fld id="{4A5BF434-4780-41BC-AD99-45BC07E0E8BE}" type="datetime1">
              <a:rPr lang="zh-CN" altLang="en-US"/>
              <a:pPr>
                <a:defRPr/>
              </a:pPr>
              <a:t>2017/2/24</a:t>
            </a:fld>
            <a:endParaRPr lang="en-US" altLang="zh-CN"/>
          </a:p>
        </p:txBody>
      </p:sp>
      <p:sp>
        <p:nvSpPr>
          <p:cNvPr id="5" name="页脚占位符 4"/>
          <p:cNvSpPr>
            <a:spLocks noGrp="1"/>
          </p:cNvSpPr>
          <p:nvPr>
            <p:ph type="ftr" sz="quarter" idx="11"/>
          </p:nvPr>
        </p:nvSpPr>
        <p:spPr>
          <a:xfrm>
            <a:off x="3124200" y="6245225"/>
            <a:ext cx="2895600" cy="476250"/>
          </a:xfr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xfrm>
            <a:off x="6553200" y="6245225"/>
            <a:ext cx="2289175" cy="476250"/>
          </a:xfrm>
        </p:spPr>
        <p:txBody>
          <a:bodyPr/>
          <a:lstStyle>
            <a:lvl1pPr>
              <a:defRPr/>
            </a:lvl1pPr>
          </a:lstStyle>
          <a:p>
            <a:pPr>
              <a:defRPr/>
            </a:pPr>
            <a:fld id="{3C59C14A-41E6-4932-B51D-DB98EAC4E3D7}" type="slidenum">
              <a:rPr lang="zh-CN" altLang="en-US"/>
              <a:pPr>
                <a:defRPr/>
              </a:pPr>
              <a:t>‹#›</a:t>
            </a:fld>
            <a:endParaRPr lang="en-US" altLang="zh-CN"/>
          </a:p>
        </p:txBody>
      </p:sp>
    </p:spTree>
    <p:extLst>
      <p:ext uri="{BB962C8B-B14F-4D97-AF65-F5344CB8AC3E}">
        <p14:creationId xmlns:p14="http://schemas.microsoft.com/office/powerpoint/2010/main" val="3645714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Rot="1" noChangeArrowheads="1"/>
          </p:cNvSpPr>
          <p:nvPr>
            <p:ph type="title"/>
          </p:nvPr>
        </p:nvSpPr>
        <p:spPr bwMode="auto">
          <a:xfrm>
            <a:off x="301625" y="609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2051" name="Rectangle 3"/>
          <p:cNvSpPr>
            <a:spLocks noGrp="1" noRot="1" noChangeArrowheads="1"/>
          </p:cNvSpPr>
          <p:nvPr>
            <p:ph type="body" idx="1"/>
          </p:nvPr>
        </p:nvSpPr>
        <p:spPr bwMode="auto">
          <a:xfrm>
            <a:off x="301625" y="1905000"/>
            <a:ext cx="8540750"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504836" name="Rectangle 4"/>
          <p:cNvSpPr>
            <a:spLocks noGrp="1" noChangeArrowheads="1"/>
          </p:cNvSpPr>
          <p:nvPr>
            <p:ph type="dt" sz="half" idx="2"/>
          </p:nvPr>
        </p:nvSpPr>
        <p:spPr bwMode="auto">
          <a:xfrm>
            <a:off x="301625"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smtClean="0">
                <a:latin typeface="Arial" pitchFamily="34" charset="0"/>
              </a:defRPr>
            </a:lvl1pPr>
          </a:lstStyle>
          <a:p>
            <a:pPr>
              <a:defRPr/>
            </a:pPr>
            <a:fld id="{E1266C4B-1942-472C-905A-E104B9DC0B2D}" type="datetime1">
              <a:rPr lang="zh-CN" altLang="en-US"/>
              <a:pPr>
                <a:defRPr/>
              </a:pPr>
              <a:t>2017/2/24</a:t>
            </a:fld>
            <a:endParaRPr lang="en-US" altLang="zh-CN"/>
          </a:p>
        </p:txBody>
      </p:sp>
      <p:sp>
        <p:nvSpPr>
          <p:cNvPr id="50483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smtClean="0">
                <a:latin typeface="Arial" pitchFamily="34" charset="0"/>
              </a:defRPr>
            </a:lvl1pPr>
          </a:lstStyle>
          <a:p>
            <a:pPr>
              <a:defRPr/>
            </a:pPr>
            <a:endParaRPr lang="en-US" altLang="zh-CN"/>
          </a:p>
        </p:txBody>
      </p:sp>
      <p:sp>
        <p:nvSpPr>
          <p:cNvPr id="504838" name="Rectangle 6"/>
          <p:cNvSpPr>
            <a:spLocks noGrp="1" noChangeArrowheads="1"/>
          </p:cNvSpPr>
          <p:nvPr>
            <p:ph type="sldNum" sz="quarter" idx="4"/>
          </p:nvPr>
        </p:nvSpPr>
        <p:spPr bwMode="auto">
          <a:xfrm>
            <a:off x="6553200"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smtClean="0">
                <a:latin typeface="Arial" pitchFamily="34" charset="0"/>
              </a:defRPr>
            </a:lvl1pPr>
          </a:lstStyle>
          <a:p>
            <a:pPr>
              <a:defRPr/>
            </a:pPr>
            <a:fld id="{3C1052E4-D440-4A30-8D63-75189772B0A0}"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92"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Lst>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5.png"/><Relationship Id="rId4" Type="http://schemas.openxmlformats.org/officeDocument/2006/relationships/image" Target="../media/image3.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ph type="dt" sz="half" idx="4294967295"/>
          </p:nvPr>
        </p:nvSpPr>
        <p:spPr>
          <a:xfrm>
            <a:off x="301625" y="6245225"/>
            <a:ext cx="2289175" cy="476250"/>
          </a:xfrm>
          <a:prstGeom prst="rect">
            <a:avLst/>
          </a:prstGeom>
        </p:spPr>
        <p:txBody>
          <a:bodyPr/>
          <a:lstStyle/>
          <a:p>
            <a:fld id="{DDBC1D5D-22E5-4978-95BB-77EC19692485}" type="datetime1">
              <a:rPr lang="zh-CN" altLang="en-US"/>
              <a:pPr/>
              <a:t>2017/2/24</a:t>
            </a:fld>
            <a:endParaRPr lang="en-US" altLang="zh-CN"/>
          </a:p>
        </p:txBody>
      </p:sp>
      <p:sp>
        <p:nvSpPr>
          <p:cNvPr id="6" name="Rectangle 6"/>
          <p:cNvSpPr>
            <a:spLocks noGrp="1" noChangeArrowheads="1"/>
          </p:cNvSpPr>
          <p:nvPr>
            <p:ph type="sldNum" sz="quarter" idx="4294967295"/>
          </p:nvPr>
        </p:nvSpPr>
        <p:spPr>
          <a:xfrm>
            <a:off x="6553200" y="6245225"/>
            <a:ext cx="2289175" cy="476250"/>
          </a:xfrm>
          <a:prstGeom prst="rect">
            <a:avLst/>
          </a:prstGeom>
        </p:spPr>
        <p:txBody>
          <a:bodyPr/>
          <a:lstStyle/>
          <a:p>
            <a:fld id="{40C4311D-AC21-404A-8F49-F618F45B8246}" type="slidenum">
              <a:rPr lang="zh-CN" altLang="en-US"/>
              <a:pPr/>
              <a:t>1</a:t>
            </a:fld>
            <a:endParaRPr lang="en-US" altLang="zh-CN"/>
          </a:p>
        </p:txBody>
      </p:sp>
      <p:pic>
        <p:nvPicPr>
          <p:cNvPr id="336902" name="Picture 6" descr="A29058编译原理(正确)"/>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494338" cy="6858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36900" name="Object 4">
            <a:hlinkClick r:id="" action="ppaction://ole?verb=0"/>
          </p:cNvPr>
          <p:cNvGraphicFramePr>
            <a:graphicFrameLocks/>
          </p:cNvGraphicFramePr>
          <p:nvPr/>
        </p:nvGraphicFramePr>
        <p:xfrm>
          <a:off x="6372225" y="3798888"/>
          <a:ext cx="1219200" cy="2438400"/>
        </p:xfrm>
        <a:graphic>
          <a:graphicData uri="http://schemas.openxmlformats.org/presentationml/2006/ole">
            <mc:AlternateContent xmlns:mc="http://schemas.openxmlformats.org/markup-compatibility/2006">
              <mc:Choice xmlns:v="urn:schemas-microsoft-com:vml" Requires="v">
                <p:oleObj spid="_x0000_s2052" name="剪辑" r:id="rId4" imgW="2641320" imgH="4586040" progId="MS_ClipArt_Gallery.2">
                  <p:embed/>
                </p:oleObj>
              </mc:Choice>
              <mc:Fallback>
                <p:oleObj name="剪辑" r:id="rId4" imgW="2641320" imgH="4586040" progId="MS_ClipArt_Gallery.2">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2225" y="3798888"/>
                        <a:ext cx="12192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6901" name="Text Box 5"/>
          <p:cNvSpPr txBox="1">
            <a:spLocks noChangeArrowheads="1"/>
          </p:cNvSpPr>
          <p:nvPr/>
        </p:nvSpPr>
        <p:spPr bwMode="auto">
          <a:xfrm>
            <a:off x="5004048" y="631825"/>
            <a:ext cx="4032002" cy="237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主讲：</a:t>
            </a:r>
            <a:r>
              <a:rPr lang="zh-CN" altLang="en-US" sz="2800" b="1" dirty="0" smtClean="0">
                <a:latin typeface="Times New Roman" pitchFamily="18" charset="0"/>
                <a:ea typeface="华文新魏" pitchFamily="2" charset="-122"/>
              </a:rPr>
              <a:t>蒋宗礼、姜守旭</a:t>
            </a:r>
            <a:endParaRPr lang="zh-CN" altLang="en-US" sz="2800" b="1" dirty="0">
              <a:latin typeface="Times New Roman" pitchFamily="18" charset="0"/>
              <a:ea typeface="华文新魏" pitchFamily="2" charset="-122"/>
            </a:endParaRPr>
          </a:p>
          <a:p>
            <a:pPr>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办公室</a:t>
            </a:r>
            <a:r>
              <a:rPr lang="zh-CN" altLang="en-US" sz="2800" b="1" dirty="0" smtClean="0">
                <a:latin typeface="Times New Roman" pitchFamily="18" charset="0"/>
                <a:ea typeface="华文新魏" pitchFamily="2" charset="-122"/>
              </a:rPr>
              <a:t>：信北</a:t>
            </a:r>
            <a:r>
              <a:rPr lang="en-US" altLang="zh-CN" sz="2800" b="1" dirty="0" smtClean="0">
                <a:latin typeface="Times New Roman" pitchFamily="18" charset="0"/>
                <a:ea typeface="华文新魏" pitchFamily="2" charset="-122"/>
              </a:rPr>
              <a:t>212</a:t>
            </a:r>
            <a:endParaRPr lang="zh-CN" altLang="en-US" sz="2800" b="1" dirty="0">
              <a:latin typeface="Times New Roman" pitchFamily="18" charset="0"/>
              <a:ea typeface="华文新魏" pitchFamily="2" charset="-122"/>
            </a:endParaRPr>
          </a:p>
          <a:p>
            <a:pPr>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电话：</a:t>
            </a:r>
            <a:r>
              <a:rPr lang="zh-CN" altLang="en-US" sz="2800" b="1" dirty="0" smtClean="0">
                <a:latin typeface="Times New Roman" pitchFamily="18" charset="0"/>
                <a:ea typeface="华文新魏" pitchFamily="2" charset="-122"/>
              </a:rPr>
              <a:t>67392</a:t>
            </a:r>
            <a:r>
              <a:rPr lang="en-US" altLang="zh-CN" sz="2800" b="1" dirty="0" smtClean="0">
                <a:latin typeface="Times New Roman" pitchFamily="18" charset="0"/>
                <a:ea typeface="华文新魏" pitchFamily="2" charset="-122"/>
              </a:rPr>
              <a:t>397</a:t>
            </a:r>
            <a:endParaRPr lang="en-US" altLang="zh-CN" sz="2800" b="1" dirty="0">
              <a:latin typeface="Times New Roman" pitchFamily="18" charset="0"/>
              <a:ea typeface="华文新魏" pitchFamily="2" charset="-122"/>
            </a:endParaRPr>
          </a:p>
          <a:p>
            <a:pPr>
              <a:lnSpc>
                <a:spcPct val="90000"/>
              </a:lnSpc>
              <a:spcBef>
                <a:spcPct val="20000"/>
              </a:spcBef>
              <a:buClr>
                <a:schemeClr val="folHlink"/>
              </a:buClr>
              <a:buSzPct val="60000"/>
              <a:buFont typeface="Wingdings" pitchFamily="2" charset="2"/>
              <a:buChar char="n"/>
            </a:pPr>
            <a:r>
              <a:rPr lang="en-US" altLang="zh-CN" sz="2800" b="1" dirty="0">
                <a:latin typeface="Times New Roman" pitchFamily="18" charset="0"/>
                <a:ea typeface="华文新魏" pitchFamily="2" charset="-122"/>
              </a:rPr>
              <a:t>jiangzl@bjut.edu.cn</a:t>
            </a:r>
          </a:p>
          <a:p>
            <a:pPr>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答疑</a:t>
            </a:r>
            <a:r>
              <a:rPr lang="zh-CN" altLang="en-US" sz="2800" b="1" dirty="0" smtClean="0">
                <a:latin typeface="Times New Roman" pitchFamily="18" charset="0"/>
                <a:ea typeface="华文新魏" pitchFamily="2" charset="-122"/>
              </a:rPr>
              <a:t>：信北</a:t>
            </a:r>
            <a:r>
              <a:rPr lang="en-US" altLang="zh-CN" sz="2800" b="1" dirty="0" smtClean="0">
                <a:latin typeface="Times New Roman" pitchFamily="18" charset="0"/>
                <a:ea typeface="华文新魏" pitchFamily="2" charset="-122"/>
              </a:rPr>
              <a:t>212</a:t>
            </a:r>
          </a:p>
        </p:txBody>
      </p:sp>
    </p:spTree>
    <p:extLst>
      <p:ext uri="{BB962C8B-B14F-4D97-AF65-F5344CB8AC3E}">
        <p14:creationId xmlns:p14="http://schemas.microsoft.com/office/powerpoint/2010/main" val="20146703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4"/>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0139C14-51A0-4A85-9E50-770D261866C5}" type="datetime1">
              <a:rPr lang="zh-CN" altLang="en-US"/>
              <a:pPr/>
              <a:t>2017/2/24</a:t>
            </a:fld>
            <a:endParaRPr lang="en-US" altLang="zh-CN"/>
          </a:p>
        </p:txBody>
      </p:sp>
      <p:sp>
        <p:nvSpPr>
          <p:cNvPr id="1028"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FA23009C-2B48-4A84-BBC4-63A98ACD8740}" type="slidenum">
              <a:rPr lang="zh-CN" altLang="en-US"/>
              <a:pPr/>
              <a:t>2</a:t>
            </a:fld>
            <a:endParaRPr lang="en-US" altLang="zh-CN"/>
          </a:p>
        </p:txBody>
      </p:sp>
      <p:sp>
        <p:nvSpPr>
          <p:cNvPr id="526338" name="Rectangle 2"/>
          <p:cNvSpPr>
            <a:spLocks noGrp="1" noRot="1" noChangeArrowheads="1"/>
          </p:cNvSpPr>
          <p:nvPr>
            <p:ph type="ctrTitle"/>
          </p:nvPr>
        </p:nvSpPr>
        <p:spPr>
          <a:xfrm>
            <a:off x="971550" y="549275"/>
            <a:ext cx="7543800" cy="1981200"/>
          </a:xfrm>
        </p:spPr>
        <p:txBody>
          <a:bodyPr/>
          <a:lstStyle/>
          <a:p>
            <a:pPr eaLnBrk="1" hangingPunct="1"/>
            <a:r>
              <a:rPr lang="zh-CN" altLang="en-US" sz="6600" b="1" smtClean="0">
                <a:latin typeface="Times New Roman" pitchFamily="18" charset="0"/>
                <a:ea typeface="华文新魏" pitchFamily="2" charset="-122"/>
              </a:rPr>
              <a:t>第2章 高级语言</a:t>
            </a:r>
            <a:br>
              <a:rPr lang="zh-CN" altLang="en-US" sz="6600" b="1" smtClean="0">
                <a:latin typeface="Times New Roman" pitchFamily="18" charset="0"/>
                <a:ea typeface="华文新魏" pitchFamily="2" charset="-122"/>
              </a:rPr>
            </a:br>
            <a:r>
              <a:rPr lang="zh-CN" altLang="en-US" sz="6600" b="1" smtClean="0">
                <a:latin typeface="Times New Roman" pitchFamily="18" charset="0"/>
                <a:ea typeface="华文新魏" pitchFamily="2" charset="-122"/>
              </a:rPr>
              <a:t>及其文法</a:t>
            </a:r>
          </a:p>
        </p:txBody>
      </p:sp>
      <p:graphicFrame>
        <p:nvGraphicFramePr>
          <p:cNvPr id="526339" name="Object 3">
            <a:hlinkClick r:id="" action="ppaction://ole?verb=0"/>
          </p:cNvPr>
          <p:cNvGraphicFramePr>
            <a:graphicFrameLocks/>
          </p:cNvGraphicFramePr>
          <p:nvPr/>
        </p:nvGraphicFramePr>
        <p:xfrm>
          <a:off x="7308850" y="2997200"/>
          <a:ext cx="1219200" cy="2438400"/>
        </p:xfrm>
        <a:graphic>
          <a:graphicData uri="http://schemas.openxmlformats.org/presentationml/2006/ole">
            <mc:AlternateContent xmlns:mc="http://schemas.openxmlformats.org/markup-compatibility/2006">
              <mc:Choice xmlns:v="urn:schemas-microsoft-com:vml" Requires="v">
                <p:oleObj spid="_x0000_s1036" name="剪辑" r:id="rId3" imgW="2641320" imgH="4586040" progId="MS_ClipArt_Gallery.2">
                  <p:embed/>
                </p:oleObj>
              </mc:Choice>
              <mc:Fallback>
                <p:oleObj name="剪辑" r:id="rId3" imgW="2641320" imgH="4586040" progId="MS_ClipArt_Gallery.2">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8850" y="2997200"/>
                        <a:ext cx="12192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6340" name="Text Box 4"/>
          <p:cNvSpPr txBox="1">
            <a:spLocks noChangeArrowheads="1"/>
          </p:cNvSpPr>
          <p:nvPr/>
        </p:nvSpPr>
        <p:spPr bwMode="auto">
          <a:xfrm>
            <a:off x="755650" y="3933825"/>
            <a:ext cx="6624638"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4800" b="1">
                <a:solidFill>
                  <a:srgbClr val="CC3300"/>
                </a:solidFill>
                <a:latin typeface="Tahoma" pitchFamily="34" charset="0"/>
                <a:ea typeface="华文新魏" pitchFamily="2" charset="-122"/>
              </a:rPr>
              <a:t>关键：让系统知道</a:t>
            </a:r>
            <a:r>
              <a:rPr lang="zh-CN" altLang="en-US" sz="4800" b="1">
                <a:solidFill>
                  <a:srgbClr val="CC3300"/>
                </a:solidFill>
                <a:ea typeface="华文新魏" pitchFamily="2" charset="-122"/>
              </a:rPr>
              <a:t>“</a:t>
            </a:r>
            <a:r>
              <a:rPr lang="zh-CN" altLang="en-US" sz="4800" b="1">
                <a:solidFill>
                  <a:srgbClr val="CC3300"/>
                </a:solidFill>
                <a:latin typeface="Tahoma" pitchFamily="34" charset="0"/>
                <a:ea typeface="华文新魏" pitchFamily="2" charset="-122"/>
              </a:rPr>
              <a:t>组成规则</a:t>
            </a:r>
            <a:r>
              <a:rPr lang="zh-CN" altLang="en-US" sz="4800" b="1">
                <a:solidFill>
                  <a:srgbClr val="CC3300"/>
                </a:solidFill>
                <a:ea typeface="华文新魏" pitchFamily="2" charset="-122"/>
              </a:rPr>
              <a:t>”</a:t>
            </a:r>
            <a:r>
              <a:rPr lang="zh-CN" altLang="en-US" sz="4800" b="1">
                <a:solidFill>
                  <a:srgbClr val="CC3300"/>
                </a:solidFill>
                <a:latin typeface="Tahoma" pitchFamily="34" charset="0"/>
                <a:ea typeface="华文新魏" pitchFamily="2" charset="-122"/>
              </a:rPr>
              <a:t>并按照规则分析！</a:t>
            </a:r>
            <a:endParaRPr lang="en-US" altLang="zh-CN" sz="4800" b="1">
              <a:solidFill>
                <a:srgbClr val="CC3300"/>
              </a:solidFill>
              <a:latin typeface="Tahoma" pitchFamily="34" charset="0"/>
              <a:ea typeface="华文新魏" pitchFamily="2" charset="-122"/>
            </a:endParaRPr>
          </a:p>
        </p:txBody>
      </p:sp>
      <p:pic>
        <p:nvPicPr>
          <p:cNvPr id="1032"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404813"/>
            <a:ext cx="1619250"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BD1BA5F-4574-4A54-B524-DADF935CD2F9}" type="datetime1">
              <a:rPr lang="zh-CN" altLang="en-US"/>
              <a:pPr/>
              <a:t>2017/2/24</a:t>
            </a:fld>
            <a:endParaRPr lang="en-US" altLang="zh-CN"/>
          </a:p>
        </p:txBody>
      </p:sp>
      <p:sp>
        <p:nvSpPr>
          <p:cNvPr id="819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81AF319A-F825-48F1-938C-3D9CE2B88117}" type="slidenum">
              <a:rPr lang="zh-CN" altLang="en-US"/>
              <a:pPr/>
              <a:t>3</a:t>
            </a:fld>
            <a:endParaRPr lang="en-US" altLang="zh-CN"/>
          </a:p>
        </p:txBody>
      </p:sp>
      <p:sp>
        <p:nvSpPr>
          <p:cNvPr id="8196" name="Rectangle 2"/>
          <p:cNvSpPr>
            <a:spLocks noGrp="1" noRot="1" noChangeArrowheads="1"/>
          </p:cNvSpPr>
          <p:nvPr>
            <p:ph type="title"/>
          </p:nvPr>
        </p:nvSpPr>
        <p:spPr>
          <a:xfrm>
            <a:off x="250825" y="549275"/>
            <a:ext cx="8540750" cy="1143000"/>
          </a:xfrm>
        </p:spPr>
        <p:txBody>
          <a:bodyPr/>
          <a:lstStyle/>
          <a:p>
            <a:pPr eaLnBrk="1" hangingPunct="1"/>
            <a:r>
              <a:rPr lang="zh-CN" altLang="en-US" b="1" smtClean="0">
                <a:latin typeface="Times New Roman" pitchFamily="18" charset="0"/>
                <a:ea typeface="华文新魏" pitchFamily="2" charset="-122"/>
              </a:rPr>
              <a:t>本章主要内容</a:t>
            </a:r>
          </a:p>
        </p:txBody>
      </p:sp>
      <p:sp>
        <p:nvSpPr>
          <p:cNvPr id="527363" name="Rectangle 3"/>
          <p:cNvSpPr>
            <a:spLocks noGrp="1" noRot="1" noChangeArrowheads="1"/>
          </p:cNvSpPr>
          <p:nvPr>
            <p:ph type="body" idx="1"/>
          </p:nvPr>
        </p:nvSpPr>
        <p:spPr>
          <a:xfrm>
            <a:off x="539750" y="1628775"/>
            <a:ext cx="7772400" cy="4579938"/>
          </a:xfrm>
        </p:spPr>
        <p:txBody>
          <a:bodyPr/>
          <a:lstStyle/>
          <a:p>
            <a:pPr algn="ctr" eaLnBrk="1" hangingPunct="1">
              <a:buFont typeface="Wingdings" pitchFamily="2" charset="2"/>
              <a:buNone/>
            </a:pPr>
            <a:r>
              <a:rPr kumimoji="1" lang="zh-CN" altLang="en-US" sz="4000" b="1" dirty="0" smtClean="0">
                <a:solidFill>
                  <a:schemeClr val="hlink"/>
                </a:solidFill>
                <a:effectLst>
                  <a:outerShdw blurRad="38100" dist="38100" dir="2700000" algn="tl">
                    <a:srgbClr val="C0C0C0"/>
                  </a:outerShdw>
                </a:effectLst>
                <a:latin typeface="Times New Roman" pitchFamily="18" charset="0"/>
                <a:ea typeface="华文新魏" pitchFamily="2" charset="-122"/>
              </a:rPr>
              <a:t>语言的形式化描述</a:t>
            </a:r>
            <a:r>
              <a:rPr kumimoji="1" lang="en-US" altLang="zh-CN" sz="4000" b="1" dirty="0" smtClean="0">
                <a:solidFill>
                  <a:schemeClr val="hlink"/>
                </a:solidFill>
                <a:effectLst>
                  <a:outerShdw blurRad="38100" dist="38100" dir="2700000" algn="tl">
                    <a:srgbClr val="C0C0C0"/>
                  </a:outerShdw>
                </a:effectLst>
                <a:latin typeface="Times New Roman" pitchFamily="18" charset="0"/>
                <a:ea typeface="华文新魏" pitchFamily="2" charset="-122"/>
              </a:rPr>
              <a:t>——</a:t>
            </a:r>
            <a:r>
              <a:rPr kumimoji="1" lang="zh-CN" altLang="en-US" sz="4000" b="1" dirty="0" smtClean="0">
                <a:solidFill>
                  <a:schemeClr val="hlink"/>
                </a:solidFill>
                <a:effectLst>
                  <a:outerShdw blurRad="38100" dist="38100" dir="2700000" algn="tl">
                    <a:srgbClr val="C0C0C0"/>
                  </a:outerShdw>
                </a:effectLst>
                <a:latin typeface="Times New Roman" pitchFamily="18" charset="0"/>
                <a:ea typeface="华文新魏" pitchFamily="2" charset="-122"/>
              </a:rPr>
              <a:t>文法</a:t>
            </a:r>
            <a:endParaRPr kumimoji="1" lang="en-US" altLang="zh-CN" sz="4000" b="1" dirty="0" smtClean="0">
              <a:solidFill>
                <a:schemeClr val="hlink"/>
              </a:solidFill>
              <a:effectLst>
                <a:outerShdw blurRad="38100" dist="38100" dir="2700000" algn="tl">
                  <a:srgbClr val="C0C0C0"/>
                </a:outerShdw>
              </a:effectLst>
              <a:latin typeface="Times New Roman" pitchFamily="18" charset="0"/>
              <a:ea typeface="华文新魏" pitchFamily="2" charset="-122"/>
            </a:endParaRPr>
          </a:p>
          <a:p>
            <a:pPr eaLnBrk="1" hangingPunct="1"/>
            <a:r>
              <a:rPr kumimoji="1" lang="en-US" altLang="zh-CN" b="1" dirty="0" smtClean="0">
                <a:effectLst>
                  <a:outerShdw blurRad="38100" dist="38100" dir="2700000" algn="tl">
                    <a:srgbClr val="C0C0C0"/>
                  </a:outerShdw>
                </a:effectLst>
                <a:latin typeface="Times New Roman" pitchFamily="18" charset="0"/>
                <a:ea typeface="华文新魏" pitchFamily="2" charset="-122"/>
              </a:rPr>
              <a:t>2.1 </a:t>
            </a:r>
            <a:r>
              <a:rPr kumimoji="1" lang="zh-CN" altLang="en-US" b="1" dirty="0" smtClean="0">
                <a:effectLst>
                  <a:outerShdw blurRad="38100" dist="38100" dir="2700000" algn="tl">
                    <a:srgbClr val="C0C0C0"/>
                  </a:outerShdw>
                </a:effectLst>
                <a:latin typeface="Times New Roman" pitchFamily="18" charset="0"/>
                <a:ea typeface="华文新魏" pitchFamily="2" charset="-122"/>
              </a:rPr>
              <a:t>语言概述</a:t>
            </a:r>
          </a:p>
          <a:p>
            <a:pPr eaLnBrk="1" hangingPunct="1"/>
            <a:r>
              <a:rPr kumimoji="1" lang="zh-CN" altLang="en-US" b="1" dirty="0" smtClean="0">
                <a:effectLst>
                  <a:outerShdw blurRad="38100" dist="38100" dir="2700000" algn="tl">
                    <a:srgbClr val="C0C0C0"/>
                  </a:outerShdw>
                </a:effectLst>
                <a:latin typeface="Times New Roman" pitchFamily="18" charset="0"/>
                <a:ea typeface="华文新魏" pitchFamily="2" charset="-122"/>
              </a:rPr>
              <a:t>2.2 基本定义</a:t>
            </a:r>
          </a:p>
          <a:p>
            <a:pPr eaLnBrk="1" hangingPunct="1"/>
            <a:r>
              <a:rPr kumimoji="1" lang="zh-CN" altLang="en-US" b="1" dirty="0" smtClean="0">
                <a:effectLst>
                  <a:outerShdw blurRad="38100" dist="38100" dir="2700000" algn="tl">
                    <a:srgbClr val="C0C0C0"/>
                  </a:outerShdw>
                </a:effectLst>
                <a:latin typeface="Times New Roman" pitchFamily="18" charset="0"/>
                <a:ea typeface="华文新魏" pitchFamily="2" charset="-122"/>
              </a:rPr>
              <a:t>2.3 文法</a:t>
            </a:r>
            <a:r>
              <a:rPr kumimoji="1" lang="en-US" altLang="zh-CN" b="1" dirty="0" smtClean="0">
                <a:effectLst>
                  <a:outerShdw blurRad="38100" dist="38100" dir="2700000" algn="tl">
                    <a:srgbClr val="C0C0C0"/>
                  </a:outerShdw>
                </a:effectLst>
                <a:latin typeface="Times New Roman" pitchFamily="18" charset="0"/>
                <a:ea typeface="华文新魏" pitchFamily="2" charset="-122"/>
              </a:rPr>
              <a:t>(Grammar)</a:t>
            </a:r>
            <a:r>
              <a:rPr kumimoji="1" lang="zh-CN" altLang="en-US" b="1" dirty="0" smtClean="0">
                <a:effectLst>
                  <a:outerShdw blurRad="38100" dist="38100" dir="2700000" algn="tl">
                    <a:srgbClr val="C0C0C0"/>
                  </a:outerShdw>
                </a:effectLst>
                <a:latin typeface="Times New Roman" pitchFamily="18" charset="0"/>
                <a:ea typeface="华文新魏" pitchFamily="2" charset="-122"/>
              </a:rPr>
              <a:t>的定义</a:t>
            </a:r>
          </a:p>
          <a:p>
            <a:pPr eaLnBrk="1" hangingPunct="1"/>
            <a:r>
              <a:rPr kumimoji="1" lang="zh-CN" altLang="en-US" b="1" dirty="0" smtClean="0">
                <a:effectLst>
                  <a:outerShdw blurRad="38100" dist="38100" dir="2700000" algn="tl">
                    <a:srgbClr val="C0C0C0"/>
                  </a:outerShdw>
                </a:effectLst>
                <a:latin typeface="Times New Roman" pitchFamily="18" charset="0"/>
                <a:ea typeface="华文新魏" pitchFamily="2" charset="-122"/>
              </a:rPr>
              <a:t>2.4 </a:t>
            </a:r>
            <a:r>
              <a:rPr kumimoji="1" lang="en-US" altLang="zh-CN" b="1" dirty="0" smtClean="0">
                <a:effectLst>
                  <a:outerShdw blurRad="38100" dist="38100" dir="2700000" algn="tl">
                    <a:srgbClr val="C0C0C0"/>
                  </a:outerShdw>
                </a:effectLst>
                <a:latin typeface="Times New Roman" pitchFamily="18" charset="0"/>
                <a:ea typeface="华文新魏" pitchFamily="2" charset="-122"/>
              </a:rPr>
              <a:t>CFG</a:t>
            </a:r>
            <a:r>
              <a:rPr kumimoji="1" lang="zh-CN" altLang="en-US" b="1" dirty="0" smtClean="0">
                <a:effectLst>
                  <a:outerShdw blurRad="38100" dist="38100" dir="2700000" algn="tl">
                    <a:srgbClr val="C0C0C0"/>
                  </a:outerShdw>
                </a:effectLst>
                <a:latin typeface="Times New Roman" pitchFamily="18" charset="0"/>
                <a:ea typeface="华文新魏" pitchFamily="2" charset="-122"/>
              </a:rPr>
              <a:t>的语法</a:t>
            </a:r>
            <a:r>
              <a:rPr kumimoji="1" lang="en-US" altLang="zh-CN" b="1" dirty="0" smtClean="0">
                <a:effectLst>
                  <a:outerShdw blurRad="38100" dist="38100" dir="2700000" algn="tl">
                    <a:srgbClr val="C0C0C0"/>
                  </a:outerShdw>
                </a:effectLst>
                <a:latin typeface="Times New Roman" pitchFamily="18" charset="0"/>
                <a:ea typeface="华文新魏" pitchFamily="2" charset="-122"/>
              </a:rPr>
              <a:t>(</a:t>
            </a:r>
            <a:r>
              <a:rPr kumimoji="1" lang="zh-CN" altLang="en-US" b="1" dirty="0" smtClean="0">
                <a:effectLst>
                  <a:outerShdw blurRad="38100" dist="38100" dir="2700000" algn="tl">
                    <a:srgbClr val="C0C0C0"/>
                  </a:outerShdw>
                </a:effectLst>
                <a:latin typeface="Times New Roman" pitchFamily="18" charset="0"/>
                <a:ea typeface="华文新魏" pitchFamily="2" charset="-122"/>
              </a:rPr>
              <a:t>分析</a:t>
            </a:r>
            <a:r>
              <a:rPr kumimoji="1" lang="en-US" altLang="zh-CN" b="1" dirty="0" smtClean="0">
                <a:effectLst>
                  <a:outerShdw blurRad="38100" dist="38100" dir="2700000" algn="tl">
                    <a:srgbClr val="C0C0C0"/>
                  </a:outerShdw>
                </a:effectLst>
                <a:latin typeface="Times New Roman" pitchFamily="18" charset="0"/>
                <a:ea typeface="华文新魏" pitchFamily="2" charset="-122"/>
              </a:rPr>
              <a:t>)</a:t>
            </a:r>
            <a:r>
              <a:rPr kumimoji="1" lang="zh-CN" altLang="en-US" b="1" dirty="0" smtClean="0">
                <a:effectLst>
                  <a:outerShdw blurRad="38100" dist="38100" dir="2700000" algn="tl">
                    <a:srgbClr val="C0C0C0"/>
                  </a:outerShdw>
                </a:effectLst>
                <a:latin typeface="Times New Roman" pitchFamily="18" charset="0"/>
                <a:ea typeface="华文新魏" pitchFamily="2" charset="-122"/>
              </a:rPr>
              <a:t>树</a:t>
            </a:r>
            <a:r>
              <a:rPr kumimoji="1" lang="en-US" altLang="zh-CN" b="1" dirty="0" smtClean="0">
                <a:effectLst>
                  <a:outerShdw blurRad="38100" dist="38100" dir="2700000" algn="tl">
                    <a:srgbClr val="C0C0C0"/>
                  </a:outerShdw>
                </a:effectLst>
                <a:latin typeface="Times New Roman" pitchFamily="18" charset="0"/>
                <a:ea typeface="华文新魏" pitchFamily="2" charset="-122"/>
              </a:rPr>
              <a:t>(Parse Tree)</a:t>
            </a:r>
          </a:p>
          <a:p>
            <a:pPr eaLnBrk="1" hangingPunct="1"/>
            <a:r>
              <a:rPr kumimoji="1" lang="en-US" altLang="zh-CN" b="1" dirty="0" smtClean="0">
                <a:effectLst>
                  <a:outerShdw blurRad="38100" dist="38100" dir="2700000" algn="tl">
                    <a:srgbClr val="C0C0C0"/>
                  </a:outerShdw>
                </a:effectLst>
                <a:latin typeface="Times New Roman" pitchFamily="18" charset="0"/>
                <a:ea typeface="华文新魏" pitchFamily="2" charset="-122"/>
              </a:rPr>
              <a:t>2.5 </a:t>
            </a:r>
            <a:r>
              <a:rPr kumimoji="1" lang="zh-CN" altLang="en-US" b="1" dirty="0" smtClean="0">
                <a:effectLst>
                  <a:outerShdw blurRad="38100" dist="38100" dir="2700000" algn="tl">
                    <a:srgbClr val="C0C0C0"/>
                  </a:outerShdw>
                </a:effectLst>
                <a:latin typeface="Times New Roman" pitchFamily="18" charset="0"/>
                <a:ea typeface="华文新魏" pitchFamily="2" charset="-122"/>
              </a:rPr>
              <a:t>文法的分类</a:t>
            </a:r>
          </a:p>
          <a:p>
            <a:pPr eaLnBrk="1" hangingPunct="1"/>
            <a:r>
              <a:rPr kumimoji="1" lang="zh-CN" altLang="en-US" b="1" dirty="0" smtClean="0">
                <a:effectLst>
                  <a:outerShdw blurRad="38100" dist="38100" dir="2700000" algn="tl">
                    <a:srgbClr val="C0C0C0"/>
                  </a:outerShdw>
                </a:effectLst>
                <a:latin typeface="Times New Roman" pitchFamily="18" charset="0"/>
                <a:ea typeface="华文新魏" pitchFamily="2" charset="-122"/>
              </a:rPr>
              <a:t>2.6 文法的构造</a:t>
            </a:r>
            <a:endParaRPr lang="zh-CN" altLang="en-US" b="1" dirty="0" smtClean="0">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A153747-654B-470A-815E-E679B473B051}" type="datetime1">
              <a:rPr lang="zh-CN" altLang="en-US"/>
              <a:pPr/>
              <a:t>2017/2/24</a:t>
            </a:fld>
            <a:endParaRPr lang="en-US" altLang="zh-CN"/>
          </a:p>
        </p:txBody>
      </p:sp>
      <p:sp>
        <p:nvSpPr>
          <p:cNvPr id="921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F8DC936-25F7-483B-84AD-40A9FE3B6668}" type="slidenum">
              <a:rPr lang="zh-CN" altLang="en-US"/>
              <a:pPr/>
              <a:t>4</a:t>
            </a:fld>
            <a:endParaRPr lang="en-US" altLang="zh-CN"/>
          </a:p>
        </p:txBody>
      </p:sp>
      <p:sp>
        <p:nvSpPr>
          <p:cNvPr id="9220" name="Rectangle 2"/>
          <p:cNvSpPr>
            <a:spLocks noGrp="1" noRot="1" noChangeArrowheads="1"/>
          </p:cNvSpPr>
          <p:nvPr>
            <p:ph type="title"/>
          </p:nvPr>
        </p:nvSpPr>
        <p:spPr>
          <a:xfrm>
            <a:off x="827088" y="476250"/>
            <a:ext cx="4176712" cy="989013"/>
          </a:xfrm>
        </p:spPr>
        <p:txBody>
          <a:bodyPr/>
          <a:lstStyle/>
          <a:p>
            <a:pPr algn="l" eaLnBrk="1" hangingPunct="1"/>
            <a:r>
              <a:rPr lang="zh-CN" altLang="en-US" sz="4000" b="1" smtClean="0">
                <a:latin typeface="Times New Roman" pitchFamily="18" charset="0"/>
                <a:ea typeface="华文新魏" pitchFamily="2" charset="-122"/>
              </a:rPr>
              <a:t>2.1 语言概述</a:t>
            </a:r>
            <a:endParaRPr lang="zh-CN" altLang="en-US" b="1" smtClean="0">
              <a:latin typeface="Times New Roman" pitchFamily="18" charset="0"/>
              <a:ea typeface="华文新魏" pitchFamily="2" charset="-122"/>
            </a:endParaRPr>
          </a:p>
        </p:txBody>
      </p:sp>
      <p:sp>
        <p:nvSpPr>
          <p:cNvPr id="528387" name="Rectangle 3"/>
          <p:cNvSpPr>
            <a:spLocks noGrp="1" noRot="1" noChangeArrowheads="1"/>
          </p:cNvSpPr>
          <p:nvPr>
            <p:ph type="body" idx="1"/>
          </p:nvPr>
        </p:nvSpPr>
        <p:spPr>
          <a:xfrm>
            <a:off x="457200" y="1700213"/>
            <a:ext cx="8305800" cy="4852987"/>
          </a:xfrm>
        </p:spPr>
        <p:txBody>
          <a:bodyPr/>
          <a:lstStyle/>
          <a:p>
            <a:pPr eaLnBrk="1" hangingPunct="1">
              <a:lnSpc>
                <a:spcPct val="90000"/>
              </a:lnSpc>
            </a:pPr>
            <a:r>
              <a:rPr lang="zh-CN" altLang="en-US" sz="2800" b="1" smtClean="0">
                <a:latin typeface="Times New Roman" pitchFamily="18" charset="0"/>
                <a:ea typeface="华文新魏" pitchFamily="2" charset="-122"/>
              </a:rPr>
              <a:t>什么是语言</a:t>
            </a:r>
          </a:p>
          <a:p>
            <a:pPr lvl="1" eaLnBrk="1" hangingPunct="1">
              <a:lnSpc>
                <a:spcPct val="90000"/>
              </a:lnSpc>
            </a:pPr>
            <a:r>
              <a:rPr lang="zh-CN" altLang="en-US" b="1" smtClean="0">
                <a:latin typeface="Times New Roman" pitchFamily="18" charset="0"/>
                <a:ea typeface="华文新魏" pitchFamily="2" charset="-122"/>
              </a:rPr>
              <a:t>自然语言</a:t>
            </a:r>
            <a:r>
              <a:rPr lang="en-US" altLang="zh-CN" b="1" smtClean="0">
                <a:latin typeface="Times New Roman" pitchFamily="18" charset="0"/>
                <a:ea typeface="华文新魏" pitchFamily="2" charset="-122"/>
              </a:rPr>
              <a:t>(Natural Language)</a:t>
            </a:r>
          </a:p>
          <a:p>
            <a:pPr lvl="2" eaLnBrk="1" hangingPunct="1">
              <a:lnSpc>
                <a:spcPct val="90000"/>
              </a:lnSpc>
            </a:pPr>
            <a:r>
              <a:rPr lang="zh-CN" altLang="en-US" sz="2800" b="1" smtClean="0">
                <a:latin typeface="Times New Roman" pitchFamily="18" charset="0"/>
                <a:ea typeface="华文新魏" pitchFamily="2" charset="-122"/>
              </a:rPr>
              <a:t>是</a:t>
            </a:r>
            <a:r>
              <a:rPr lang="zh-CN" altLang="en-US" sz="2800" b="1" smtClean="0">
                <a:solidFill>
                  <a:schemeClr val="tx2"/>
                </a:solidFill>
                <a:latin typeface="Times New Roman" pitchFamily="18" charset="0"/>
                <a:ea typeface="华文新魏" pitchFamily="2" charset="-122"/>
              </a:rPr>
              <a:t>人与人</a:t>
            </a:r>
            <a:r>
              <a:rPr lang="zh-CN" altLang="en-US" sz="2800" b="1" smtClean="0">
                <a:latin typeface="Times New Roman" pitchFamily="18" charset="0"/>
                <a:ea typeface="华文新魏" pitchFamily="2" charset="-122"/>
              </a:rPr>
              <a:t>之间的通讯工具</a:t>
            </a:r>
          </a:p>
          <a:p>
            <a:pPr lvl="2" eaLnBrk="1" hangingPunct="1">
              <a:lnSpc>
                <a:spcPct val="90000"/>
              </a:lnSpc>
            </a:pPr>
            <a:r>
              <a:rPr lang="zh-CN" altLang="en-US" sz="2800" b="1" smtClean="0">
                <a:latin typeface="Times New Roman" pitchFamily="18" charset="0"/>
                <a:ea typeface="华文新魏" pitchFamily="2" charset="-122"/>
              </a:rPr>
              <a:t>语义</a:t>
            </a:r>
            <a:r>
              <a:rPr lang="en-US" altLang="zh-CN" sz="2800" b="1" smtClean="0">
                <a:latin typeface="Times New Roman" pitchFamily="18" charset="0"/>
                <a:ea typeface="华文新魏" pitchFamily="2" charset="-122"/>
              </a:rPr>
              <a:t>(Semantics)</a:t>
            </a:r>
            <a:r>
              <a:rPr lang="zh-CN" altLang="en-US" sz="2800" b="1" smtClean="0">
                <a:latin typeface="Times New Roman" pitchFamily="18" charset="0"/>
                <a:ea typeface="华文新魏" pitchFamily="2" charset="-122"/>
              </a:rPr>
              <a:t>：环境、背景知识、语气、二义性、难以形式化</a:t>
            </a:r>
          </a:p>
          <a:p>
            <a:pPr lvl="1" eaLnBrk="1" hangingPunct="1">
              <a:lnSpc>
                <a:spcPct val="90000"/>
              </a:lnSpc>
            </a:pPr>
            <a:r>
              <a:rPr lang="zh-CN" altLang="en-US" b="1" smtClean="0">
                <a:latin typeface="Times New Roman" pitchFamily="18" charset="0"/>
                <a:ea typeface="华文新魏" pitchFamily="2" charset="-122"/>
              </a:rPr>
              <a:t>计算机语言</a:t>
            </a:r>
            <a:r>
              <a:rPr lang="en-US" altLang="zh-CN" b="1" smtClean="0">
                <a:latin typeface="Times New Roman" pitchFamily="18" charset="0"/>
                <a:ea typeface="华文新魏" pitchFamily="2" charset="-122"/>
              </a:rPr>
              <a:t>(Computer Language)</a:t>
            </a:r>
          </a:p>
          <a:p>
            <a:pPr lvl="2" eaLnBrk="1" hangingPunct="1">
              <a:lnSpc>
                <a:spcPct val="90000"/>
              </a:lnSpc>
            </a:pPr>
            <a:r>
              <a:rPr lang="zh-CN" altLang="en-US" sz="2800" b="1" smtClean="0">
                <a:latin typeface="Times New Roman" pitchFamily="18" charset="0"/>
                <a:ea typeface="华文新魏" pitchFamily="2" charset="-122"/>
              </a:rPr>
              <a:t>计算机系统间、人机间通讯工具</a:t>
            </a:r>
          </a:p>
          <a:p>
            <a:pPr lvl="2" eaLnBrk="1" hangingPunct="1">
              <a:lnSpc>
                <a:spcPct val="90000"/>
              </a:lnSpc>
            </a:pPr>
            <a:r>
              <a:rPr lang="zh-CN" altLang="en-US" sz="2800" b="1" smtClean="0">
                <a:latin typeface="Times New Roman" pitchFamily="18" charset="0"/>
                <a:ea typeface="华文新魏" pitchFamily="2" charset="-122"/>
              </a:rPr>
              <a:t>严格的语法</a:t>
            </a:r>
            <a:r>
              <a:rPr lang="en-US" altLang="zh-CN" sz="2800" b="1" smtClean="0">
                <a:latin typeface="Times New Roman" pitchFamily="18" charset="0"/>
                <a:ea typeface="华文新魏" pitchFamily="2" charset="-122"/>
              </a:rPr>
              <a:t>(Grammar)、</a:t>
            </a:r>
            <a:r>
              <a:rPr lang="zh-CN" altLang="en-US" sz="2800" b="1" smtClean="0">
                <a:latin typeface="Times New Roman" pitchFamily="18" charset="0"/>
                <a:ea typeface="华文新魏" pitchFamily="2" charset="-122"/>
              </a:rPr>
              <a:t>语义</a:t>
            </a:r>
            <a:r>
              <a:rPr lang="en-US" altLang="zh-CN" sz="2800" b="1" smtClean="0">
                <a:latin typeface="Times New Roman" pitchFamily="18" charset="0"/>
                <a:ea typeface="华文新魏" pitchFamily="2" charset="-122"/>
              </a:rPr>
              <a:t>(Semantics) ——</a:t>
            </a:r>
            <a:r>
              <a:rPr lang="zh-CN" altLang="en-US" sz="2800" b="1" smtClean="0">
                <a:latin typeface="Times New Roman" pitchFamily="18" charset="0"/>
                <a:ea typeface="华文新魏" pitchFamily="2" charset="-122"/>
              </a:rPr>
              <a:t>易于形式化</a:t>
            </a:r>
          </a:p>
          <a:p>
            <a:pPr lvl="1" eaLnBrk="1" hangingPunct="1">
              <a:lnSpc>
                <a:spcPct val="90000"/>
              </a:lnSpc>
            </a:pPr>
            <a:r>
              <a:rPr lang="zh-CN" altLang="en-US" b="1" smtClean="0">
                <a:solidFill>
                  <a:schemeClr val="hlink"/>
                </a:solidFill>
                <a:latin typeface="Times New Roman" pitchFamily="18" charset="0"/>
                <a:ea typeface="华文新魏" pitchFamily="2" charset="-122"/>
              </a:rPr>
              <a:t>语言是用来交换信息的工具——功能性描述</a:t>
            </a:r>
          </a:p>
        </p:txBody>
      </p:sp>
      <p:sp>
        <p:nvSpPr>
          <p:cNvPr id="528388" name="Text Box 4"/>
          <p:cNvSpPr txBox="1">
            <a:spLocks noChangeArrowheads="1"/>
          </p:cNvSpPr>
          <p:nvPr/>
        </p:nvSpPr>
        <p:spPr bwMode="auto">
          <a:xfrm>
            <a:off x="5580063" y="549275"/>
            <a:ext cx="3206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a:spcBef>
                <a:spcPct val="50000"/>
              </a:spcBef>
            </a:pPr>
            <a:r>
              <a:rPr lang="zh-CN" altLang="en-US" sz="2400" b="1">
                <a:solidFill>
                  <a:srgbClr val="3333FF"/>
                </a:solidFill>
                <a:latin typeface="Times New Roman" pitchFamily="18" charset="0"/>
                <a:ea typeface="华文新魏" pitchFamily="2" charset="-122"/>
              </a:rPr>
              <a:t>表示  </a:t>
            </a:r>
            <a:r>
              <a:rPr lang="en-US" altLang="zh-CN" sz="2400" b="1">
                <a:solidFill>
                  <a:srgbClr val="3333FF"/>
                </a:solidFill>
                <a:latin typeface="Times New Roman" pitchFamily="18" charset="0"/>
                <a:ea typeface="华文新魏" pitchFamily="2" charset="-122"/>
              </a:rPr>
              <a:t>representation</a:t>
            </a:r>
          </a:p>
        </p:txBody>
      </p:sp>
      <p:sp>
        <p:nvSpPr>
          <p:cNvPr id="528389" name="Text Box 5"/>
          <p:cNvSpPr txBox="1">
            <a:spLocks noChangeArrowheads="1"/>
          </p:cNvSpPr>
          <p:nvPr/>
        </p:nvSpPr>
        <p:spPr bwMode="auto">
          <a:xfrm>
            <a:off x="5076825" y="1054100"/>
            <a:ext cx="4033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a:spcBef>
                <a:spcPct val="50000"/>
              </a:spcBef>
            </a:pPr>
            <a:r>
              <a:rPr lang="zh-CN" altLang="en-US" sz="2400" b="1">
                <a:solidFill>
                  <a:srgbClr val="3333FF"/>
                </a:solidFill>
                <a:latin typeface="Times New Roman" pitchFamily="18" charset="0"/>
                <a:ea typeface="华文新魏" pitchFamily="2" charset="-122"/>
              </a:rPr>
              <a:t>有穷描述  </a:t>
            </a:r>
            <a:r>
              <a:rPr lang="en-US" altLang="zh-CN" sz="2400" b="1">
                <a:solidFill>
                  <a:srgbClr val="3333FF"/>
                </a:solidFill>
                <a:latin typeface="Times New Roman" pitchFamily="18" charset="0"/>
                <a:ea typeface="华文新魏" pitchFamily="2" charset="-122"/>
              </a:rPr>
              <a:t>finite description</a:t>
            </a:r>
          </a:p>
        </p:txBody>
      </p:sp>
      <p:sp>
        <p:nvSpPr>
          <p:cNvPr id="528390" name="Text Box 6"/>
          <p:cNvSpPr txBox="1">
            <a:spLocks noChangeArrowheads="1"/>
          </p:cNvSpPr>
          <p:nvPr/>
        </p:nvSpPr>
        <p:spPr bwMode="auto">
          <a:xfrm>
            <a:off x="5724525" y="1531938"/>
            <a:ext cx="2378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a:spcBef>
                <a:spcPct val="50000"/>
              </a:spcBef>
            </a:pPr>
            <a:r>
              <a:rPr lang="zh-CN" altLang="en-US" sz="2400" b="1">
                <a:solidFill>
                  <a:srgbClr val="3333FF"/>
                </a:solidFill>
                <a:latin typeface="Times New Roman" pitchFamily="18" charset="0"/>
                <a:ea typeface="华文新魏" pitchFamily="2" charset="-122"/>
              </a:rPr>
              <a:t>结构  </a:t>
            </a:r>
            <a:r>
              <a:rPr lang="en-US" altLang="zh-CN" sz="2400" b="1">
                <a:solidFill>
                  <a:srgbClr val="3333FF"/>
                </a:solidFill>
                <a:latin typeface="Times New Roman" pitchFamily="18" charset="0"/>
                <a:ea typeface="华文新魏" pitchFamily="2" charset="-122"/>
              </a:rPr>
              <a:t>structure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1FF3B3B-639F-4264-B7CD-F1F462492A7E}" type="datetime1">
              <a:rPr lang="zh-CN" altLang="en-US"/>
              <a:pPr/>
              <a:t>2017/2/24</a:t>
            </a:fld>
            <a:endParaRPr lang="en-US" altLang="zh-CN"/>
          </a:p>
        </p:txBody>
      </p:sp>
      <p:sp>
        <p:nvSpPr>
          <p:cNvPr id="1024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E6C8A51-A614-44AA-B066-02C0B7E6E1BD}" type="slidenum">
              <a:rPr lang="zh-CN" altLang="en-US"/>
              <a:pPr/>
              <a:t>5</a:t>
            </a:fld>
            <a:endParaRPr lang="en-US" altLang="zh-CN"/>
          </a:p>
        </p:txBody>
      </p:sp>
      <p:sp>
        <p:nvSpPr>
          <p:cNvPr id="10244" name="Rectangle 2"/>
          <p:cNvSpPr>
            <a:spLocks noGrp="1" noRot="1" noChangeArrowheads="1"/>
          </p:cNvSpPr>
          <p:nvPr>
            <p:ph type="title"/>
          </p:nvPr>
        </p:nvSpPr>
        <p:spPr>
          <a:xfrm>
            <a:off x="627063" y="858838"/>
            <a:ext cx="5010150" cy="893762"/>
          </a:xfrm>
          <a:noFill/>
        </p:spPr>
        <p:txBody>
          <a:bodyPr lIns="92075" tIns="46038" rIns="92075" bIns="46038"/>
          <a:lstStyle/>
          <a:p>
            <a:pPr eaLnBrk="1" hangingPunct="1"/>
            <a:r>
              <a:rPr lang="zh-CN" altLang="en-US" sz="4000" b="1" smtClean="0">
                <a:latin typeface="Times New Roman" pitchFamily="18" charset="0"/>
                <a:ea typeface="华文新魏" pitchFamily="2" charset="-122"/>
              </a:rPr>
              <a:t>2.1语言概述</a:t>
            </a:r>
          </a:p>
        </p:txBody>
      </p:sp>
      <p:sp>
        <p:nvSpPr>
          <p:cNvPr id="529411" name="Rectangle 3"/>
          <p:cNvSpPr>
            <a:spLocks noGrp="1" noRot="1" noChangeArrowheads="1"/>
          </p:cNvSpPr>
          <p:nvPr>
            <p:ph type="body" idx="1"/>
          </p:nvPr>
        </p:nvSpPr>
        <p:spPr>
          <a:xfrm>
            <a:off x="539750" y="1989138"/>
            <a:ext cx="8604250" cy="4319587"/>
          </a:xfrm>
          <a:noFill/>
        </p:spPr>
        <p:txBody>
          <a:bodyPr lIns="92075" tIns="46038" rIns="92075" bIns="46038"/>
          <a:lstStyle/>
          <a:p>
            <a:pPr marL="609600" indent="-609600" eaLnBrk="1" hangingPunct="1">
              <a:lnSpc>
                <a:spcPct val="110000"/>
              </a:lnSpc>
            </a:pPr>
            <a:r>
              <a:rPr lang="zh-CN" altLang="en-US" b="1" smtClean="0">
                <a:latin typeface="Times New Roman" pitchFamily="18" charset="0"/>
                <a:ea typeface="华文新魏" pitchFamily="2" charset="-122"/>
              </a:rPr>
              <a:t>语言的描述方法</a:t>
            </a:r>
          </a:p>
          <a:p>
            <a:pPr marL="990600" lvl="1" indent="-533400" eaLnBrk="1" hangingPunct="1">
              <a:lnSpc>
                <a:spcPct val="110000"/>
              </a:lnSpc>
            </a:pPr>
            <a:r>
              <a:rPr lang="zh-CN" altLang="en-US" sz="3200" b="1" smtClean="0">
                <a:latin typeface="Times New Roman" pitchFamily="18" charset="0"/>
                <a:ea typeface="华文新魏" pitchFamily="2" charset="-122"/>
              </a:rPr>
              <a:t>自然语言：自然、方便</a:t>
            </a:r>
            <a:r>
              <a:rPr lang="en-US" altLang="zh-CN" sz="3200" b="1" smtClean="0">
                <a:latin typeface="Times New Roman" pitchFamily="18" charset="0"/>
                <a:ea typeface="华文新魏" pitchFamily="2" charset="-122"/>
              </a:rPr>
              <a:t>——</a:t>
            </a:r>
            <a:r>
              <a:rPr lang="zh-CN" altLang="en-US" sz="3200" b="1" smtClean="0">
                <a:latin typeface="Times New Roman" pitchFamily="18" charset="0"/>
                <a:ea typeface="华文新魏" pitchFamily="2" charset="-122"/>
              </a:rPr>
              <a:t>非形式化</a:t>
            </a:r>
          </a:p>
          <a:p>
            <a:pPr marL="990600" lvl="1" indent="-533400" eaLnBrk="1" hangingPunct="1">
              <a:lnSpc>
                <a:spcPct val="110000"/>
              </a:lnSpc>
            </a:pPr>
            <a:r>
              <a:rPr lang="zh-CN" altLang="en-US" sz="3200" b="1" smtClean="0">
                <a:latin typeface="Times New Roman" pitchFamily="18" charset="0"/>
                <a:ea typeface="华文新魏" pitchFamily="2" charset="-122"/>
              </a:rPr>
              <a:t>数学语言</a:t>
            </a:r>
            <a:r>
              <a:rPr lang="en-US" altLang="zh-CN" sz="3200" b="1" smtClean="0">
                <a:latin typeface="Times New Roman" pitchFamily="18" charset="0"/>
                <a:ea typeface="华文新魏" pitchFamily="2" charset="-122"/>
              </a:rPr>
              <a:t>(</a:t>
            </a:r>
            <a:r>
              <a:rPr lang="zh-CN" altLang="en-US" sz="3200" b="1" smtClean="0">
                <a:latin typeface="Times New Roman" pitchFamily="18" charset="0"/>
                <a:ea typeface="华文新魏" pitchFamily="2" charset="-122"/>
              </a:rPr>
              <a:t>符号</a:t>
            </a:r>
            <a:r>
              <a:rPr lang="en-US" altLang="zh-CN" sz="3200" b="1" smtClean="0">
                <a:latin typeface="Times New Roman" pitchFamily="18" charset="0"/>
                <a:ea typeface="华文新魏" pitchFamily="2" charset="-122"/>
              </a:rPr>
              <a:t>)</a:t>
            </a:r>
            <a:r>
              <a:rPr lang="zh-CN" altLang="en-US" sz="3200" b="1" smtClean="0">
                <a:latin typeface="Times New Roman" pitchFamily="18" charset="0"/>
                <a:ea typeface="华文新魏" pitchFamily="2" charset="-122"/>
              </a:rPr>
              <a:t>：严格、准确</a:t>
            </a:r>
            <a:r>
              <a:rPr lang="en-US" altLang="zh-CN" sz="3200" b="1" smtClean="0">
                <a:latin typeface="Times New Roman" pitchFamily="18" charset="0"/>
                <a:ea typeface="华文新魏" pitchFamily="2" charset="-122"/>
              </a:rPr>
              <a:t>——</a:t>
            </a:r>
            <a:r>
              <a:rPr lang="zh-CN" altLang="en-US" sz="3200" b="1" smtClean="0">
                <a:latin typeface="Times New Roman" pitchFamily="18" charset="0"/>
                <a:ea typeface="华文新魏" pitchFamily="2" charset="-122"/>
              </a:rPr>
              <a:t>形式化</a:t>
            </a:r>
          </a:p>
          <a:p>
            <a:pPr marL="990600" lvl="1" indent="-533400" algn="just" eaLnBrk="1" hangingPunct="1">
              <a:lnSpc>
                <a:spcPct val="110000"/>
              </a:lnSpc>
            </a:pPr>
            <a:r>
              <a:rPr lang="zh-CN" altLang="en-US" sz="3200" b="1" smtClean="0">
                <a:solidFill>
                  <a:schemeClr val="hlink"/>
                </a:solidFill>
                <a:latin typeface="Times New Roman" pitchFamily="18" charset="0"/>
                <a:ea typeface="华文新魏" pitchFamily="2" charset="-122"/>
              </a:rPr>
              <a:t>机器要“掌握”规则：形式化描述</a:t>
            </a:r>
          </a:p>
          <a:p>
            <a:pPr marL="1371600" lvl="2" indent="-457200" algn="just" eaLnBrk="1" hangingPunct="1">
              <a:lnSpc>
                <a:spcPct val="110000"/>
              </a:lnSpc>
              <a:buFont typeface="Wingdings" pitchFamily="2" charset="2"/>
              <a:buAutoNum type="arabicPeriod"/>
            </a:pPr>
            <a:r>
              <a:rPr lang="zh-CN" altLang="en-US" sz="2800" b="1" smtClean="0">
                <a:latin typeface="Times New Roman" pitchFamily="18" charset="0"/>
                <a:ea typeface="华文新魏" pitchFamily="2" charset="-122"/>
              </a:rPr>
              <a:t>高度抽象</a:t>
            </a:r>
          </a:p>
          <a:p>
            <a:pPr marL="1371600" lvl="2" indent="-457200" algn="just" eaLnBrk="1" hangingPunct="1">
              <a:lnSpc>
                <a:spcPct val="110000"/>
              </a:lnSpc>
              <a:buFont typeface="Wingdings" pitchFamily="2" charset="2"/>
              <a:buAutoNum type="arabicPeriod"/>
            </a:pPr>
            <a:r>
              <a:rPr lang="zh-CN" altLang="en-US" sz="2800" b="1" smtClean="0">
                <a:latin typeface="Times New Roman" pitchFamily="18" charset="0"/>
                <a:ea typeface="华文新魏" pitchFamily="2" charset="-122"/>
              </a:rPr>
              <a:t>方便计算机表示</a:t>
            </a:r>
          </a:p>
          <a:p>
            <a:pPr marL="1371600" lvl="2" indent="-457200" algn="just" eaLnBrk="1" hangingPunct="1">
              <a:lnSpc>
                <a:spcPct val="110000"/>
              </a:lnSpc>
              <a:buFont typeface="Wingdings" pitchFamily="2" charset="2"/>
              <a:buAutoNum type="arabicPeriod"/>
            </a:pPr>
            <a:r>
              <a:rPr lang="zh-CN" altLang="en-US" sz="2800" b="1" smtClean="0">
                <a:latin typeface="Times New Roman" pitchFamily="18" charset="0"/>
                <a:ea typeface="华文新魏" pitchFamily="2" charset="-122"/>
              </a:rPr>
              <a:t>严格的理论基础</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9C6C89C-E563-4E7E-AADF-46356AF92AC4}" type="datetime1">
              <a:rPr lang="zh-CN" altLang="en-US"/>
              <a:pPr/>
              <a:t>2017/2/24</a:t>
            </a:fld>
            <a:endParaRPr lang="en-US" altLang="zh-CN"/>
          </a:p>
        </p:txBody>
      </p:sp>
      <p:sp>
        <p:nvSpPr>
          <p:cNvPr id="1126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88AD7DC-9E31-4DE6-B482-17253464B251}" type="slidenum">
              <a:rPr lang="zh-CN" altLang="en-US"/>
              <a:pPr/>
              <a:t>6</a:t>
            </a:fld>
            <a:endParaRPr lang="en-US" altLang="zh-CN"/>
          </a:p>
        </p:txBody>
      </p:sp>
      <p:sp>
        <p:nvSpPr>
          <p:cNvPr id="11268" name="Rectangle 2"/>
          <p:cNvSpPr>
            <a:spLocks noGrp="1" noRot="1" noChangeArrowheads="1"/>
          </p:cNvSpPr>
          <p:nvPr>
            <p:ph type="title"/>
          </p:nvPr>
        </p:nvSpPr>
        <p:spPr>
          <a:xfrm>
            <a:off x="1331913" y="549275"/>
            <a:ext cx="4343400" cy="714375"/>
          </a:xfrm>
        </p:spPr>
        <p:txBody>
          <a:bodyPr/>
          <a:lstStyle/>
          <a:p>
            <a:pPr eaLnBrk="1" hangingPunct="1">
              <a:lnSpc>
                <a:spcPct val="120000"/>
              </a:lnSpc>
            </a:pPr>
            <a:r>
              <a:rPr lang="zh-CN" altLang="en-US" sz="4000" b="1" smtClean="0">
                <a:latin typeface="Times New Roman" pitchFamily="18" charset="0"/>
                <a:ea typeface="华文新魏" pitchFamily="2" charset="-122"/>
              </a:rPr>
              <a:t>2.1 语言概述</a:t>
            </a:r>
            <a:endParaRPr lang="zh-CN" altLang="en-US" b="1" smtClean="0">
              <a:latin typeface="Times New Roman" pitchFamily="18" charset="0"/>
              <a:ea typeface="华文新魏" pitchFamily="2" charset="-122"/>
            </a:endParaRPr>
          </a:p>
        </p:txBody>
      </p:sp>
      <p:sp>
        <p:nvSpPr>
          <p:cNvPr id="530435" name="Rectangle 3"/>
          <p:cNvSpPr>
            <a:spLocks noGrp="1" noRot="1" noChangeArrowheads="1"/>
          </p:cNvSpPr>
          <p:nvPr>
            <p:ph type="body" idx="1"/>
          </p:nvPr>
        </p:nvSpPr>
        <p:spPr>
          <a:xfrm>
            <a:off x="228600" y="1628775"/>
            <a:ext cx="8610600" cy="5076825"/>
          </a:xfrm>
        </p:spPr>
        <p:txBody>
          <a:bodyPr/>
          <a:lstStyle/>
          <a:p>
            <a:pPr algn="just" eaLnBrk="1" hangingPunct="1"/>
            <a:r>
              <a:rPr lang="zh-CN" altLang="en-US" b="1" smtClean="0">
                <a:latin typeface="Times New Roman" pitchFamily="18" charset="0"/>
                <a:ea typeface="华文新魏" pitchFamily="2" charset="-122"/>
              </a:rPr>
              <a:t>语言——形式化内容的提取</a:t>
            </a:r>
          </a:p>
          <a:p>
            <a:pPr lvl="1" eaLnBrk="1" hangingPunct="1"/>
            <a:r>
              <a:rPr lang="zh-CN" altLang="en-US" b="1" smtClean="0">
                <a:latin typeface="Times New Roman" pitchFamily="18" charset="0"/>
                <a:ea typeface="华文新魏" pitchFamily="2" charset="-122"/>
              </a:rPr>
              <a:t>字符</a:t>
            </a:r>
            <a:r>
              <a:rPr lang="en-US" altLang="zh-CN" b="1" smtClean="0">
                <a:latin typeface="Times New Roman" pitchFamily="18" charset="0"/>
                <a:ea typeface="华文新魏" pitchFamily="2" charset="-122"/>
              </a:rPr>
              <a:t>(Character)</a:t>
            </a:r>
            <a:r>
              <a:rPr lang="zh-CN" altLang="en-US" b="1" smtClean="0">
                <a:latin typeface="Times New Roman" pitchFamily="18" charset="0"/>
                <a:ea typeface="华文新魏" pitchFamily="2" charset="-122"/>
              </a:rPr>
              <a:t> ：组成语言的基本字符</a:t>
            </a:r>
            <a:endParaRPr lang="en-US" altLang="zh-CN" b="1" smtClean="0">
              <a:latin typeface="Times New Roman" pitchFamily="18" charset="0"/>
              <a:ea typeface="华文新魏" pitchFamily="2" charset="-122"/>
            </a:endParaRPr>
          </a:p>
          <a:p>
            <a:pPr lvl="1" eaLnBrk="1" hangingPunct="1"/>
            <a:r>
              <a:rPr lang="zh-CN" altLang="en-US" b="1" smtClean="0">
                <a:latin typeface="Times New Roman" pitchFamily="18" charset="0"/>
                <a:ea typeface="华文新魏" pitchFamily="2" charset="-122"/>
              </a:rPr>
              <a:t>单词</a:t>
            </a:r>
            <a:r>
              <a:rPr lang="en-US" altLang="zh-CN" b="1" smtClean="0">
                <a:latin typeface="Times New Roman" pitchFamily="18" charset="0"/>
                <a:ea typeface="华文新魏" pitchFamily="2" charset="-122"/>
              </a:rPr>
              <a:t>(Token)：</a:t>
            </a:r>
            <a:r>
              <a:rPr lang="zh-CN" altLang="en-US" b="1" smtClean="0">
                <a:latin typeface="Times New Roman" pitchFamily="18" charset="0"/>
                <a:ea typeface="华文新魏" pitchFamily="2" charset="-122"/>
              </a:rPr>
              <a:t>满足一定</a:t>
            </a:r>
            <a:r>
              <a:rPr lang="zh-CN" altLang="en-US" b="1" smtClean="0">
                <a:solidFill>
                  <a:schemeClr val="hlink"/>
                </a:solidFill>
                <a:latin typeface="Times New Roman" pitchFamily="18" charset="0"/>
                <a:ea typeface="华文新魏" pitchFamily="2" charset="-122"/>
              </a:rPr>
              <a:t>规则</a:t>
            </a:r>
            <a:r>
              <a:rPr lang="zh-CN" altLang="en-US" b="1" smtClean="0">
                <a:latin typeface="Times New Roman" pitchFamily="18" charset="0"/>
                <a:ea typeface="华文新魏" pitchFamily="2" charset="-122"/>
              </a:rPr>
              <a:t>字符串</a:t>
            </a:r>
          </a:p>
          <a:p>
            <a:pPr lvl="1" eaLnBrk="1" hangingPunct="1"/>
            <a:r>
              <a:rPr lang="zh-CN" altLang="en-US" b="1" smtClean="0">
                <a:latin typeface="Times New Roman" pitchFamily="18" charset="0"/>
                <a:ea typeface="华文新魏" pitchFamily="2" charset="-122"/>
              </a:rPr>
              <a:t>句子</a:t>
            </a:r>
            <a:r>
              <a:rPr lang="en-US" altLang="zh-CN" b="1" smtClean="0">
                <a:latin typeface="Times New Roman" pitchFamily="18" charset="0"/>
                <a:ea typeface="华文新魏" pitchFamily="2" charset="-122"/>
              </a:rPr>
              <a:t>(Sentence)：</a:t>
            </a:r>
            <a:r>
              <a:rPr lang="zh-CN" altLang="en-US" b="1" smtClean="0">
                <a:latin typeface="Times New Roman" pitchFamily="18" charset="0"/>
                <a:ea typeface="华文新魏" pitchFamily="2" charset="-122"/>
              </a:rPr>
              <a:t>满足一定</a:t>
            </a:r>
            <a:r>
              <a:rPr lang="zh-CN" altLang="en-US" b="1" smtClean="0">
                <a:solidFill>
                  <a:schemeClr val="hlink"/>
                </a:solidFill>
                <a:latin typeface="Times New Roman" pitchFamily="18" charset="0"/>
                <a:ea typeface="华文新魏" pitchFamily="2" charset="-122"/>
              </a:rPr>
              <a:t>规则</a:t>
            </a:r>
            <a:r>
              <a:rPr lang="zh-CN" altLang="en-US" b="1" smtClean="0">
                <a:latin typeface="Times New Roman" pitchFamily="18" charset="0"/>
                <a:ea typeface="华文新魏" pitchFamily="2" charset="-122"/>
              </a:rPr>
              <a:t>单词序列</a:t>
            </a:r>
          </a:p>
          <a:p>
            <a:pPr lvl="1" eaLnBrk="1" hangingPunct="1"/>
            <a:r>
              <a:rPr lang="zh-CN" altLang="en-US" b="1" smtClean="0">
                <a:latin typeface="Times New Roman" pitchFamily="18" charset="0"/>
                <a:ea typeface="华文新魏" pitchFamily="2" charset="-122"/>
              </a:rPr>
              <a:t>语言</a:t>
            </a:r>
            <a:r>
              <a:rPr lang="en-US" altLang="zh-CN" b="1" smtClean="0">
                <a:latin typeface="Times New Roman" pitchFamily="18" charset="0"/>
                <a:ea typeface="华文新魏" pitchFamily="2" charset="-122"/>
              </a:rPr>
              <a:t>(Language)：</a:t>
            </a:r>
            <a:r>
              <a:rPr lang="zh-CN" altLang="en-US" b="1" smtClean="0">
                <a:latin typeface="Times New Roman" pitchFamily="18" charset="0"/>
                <a:ea typeface="华文新魏" pitchFamily="2" charset="-122"/>
              </a:rPr>
              <a:t>满足一定</a:t>
            </a:r>
            <a:r>
              <a:rPr lang="zh-CN" altLang="en-US" b="1" smtClean="0">
                <a:solidFill>
                  <a:schemeClr val="hlink"/>
                </a:solidFill>
                <a:latin typeface="Times New Roman" pitchFamily="18" charset="0"/>
                <a:ea typeface="华文新魏" pitchFamily="2" charset="-122"/>
              </a:rPr>
              <a:t>规则</a:t>
            </a:r>
            <a:r>
              <a:rPr lang="zh-CN" altLang="en-US" b="1" smtClean="0">
                <a:latin typeface="Times New Roman" pitchFamily="18" charset="0"/>
                <a:ea typeface="华文新魏" pitchFamily="2" charset="-122"/>
              </a:rPr>
              <a:t>的句子集合</a:t>
            </a:r>
          </a:p>
          <a:p>
            <a:pPr algn="just" eaLnBrk="1" hangingPunct="1"/>
            <a:r>
              <a:rPr lang="zh-CN" altLang="en-US" b="1" smtClean="0">
                <a:solidFill>
                  <a:schemeClr val="hlink"/>
                </a:solidFill>
                <a:latin typeface="Times New Roman" pitchFamily="18" charset="0"/>
                <a:ea typeface="华文新魏" pitchFamily="2" charset="-122"/>
              </a:rPr>
              <a:t>语言是字和组合字的规则——结构性描述</a:t>
            </a:r>
          </a:p>
          <a:p>
            <a:pPr lvl="1" algn="just" eaLnBrk="1" hangingPunct="1"/>
            <a:r>
              <a:rPr lang="zh-CN" altLang="en-US" b="1" smtClean="0">
                <a:latin typeface="Times New Roman" pitchFamily="18" charset="0"/>
                <a:ea typeface="华文新魏" pitchFamily="2" charset="-122"/>
              </a:rPr>
              <a:t>例</a:t>
            </a:r>
          </a:p>
          <a:p>
            <a:pPr lvl="2" algn="just" eaLnBrk="1" hangingPunct="1"/>
            <a:r>
              <a:rPr lang="en-US" altLang="zh-CN" b="1" smtClean="0">
                <a:latin typeface="Times New Roman" pitchFamily="18" charset="0"/>
                <a:ea typeface="华文新魏" pitchFamily="2" charset="-122"/>
              </a:rPr>
              <a:t>sum=sum+rate*base</a:t>
            </a:r>
          </a:p>
          <a:p>
            <a:pPr lvl="2" algn="just" eaLnBrk="1" hangingPunct="1"/>
            <a:r>
              <a:rPr lang="en-US" altLang="zh-CN" b="1" smtClean="0">
                <a:latin typeface="Times New Roman" pitchFamily="18" charset="0"/>
                <a:ea typeface="华文新魏" pitchFamily="2" charset="-122"/>
              </a:rPr>
              <a:t>sum sum base rate * + =</a:t>
            </a:r>
          </a:p>
          <a:p>
            <a:pPr lvl="2" algn="just" eaLnBrk="1" hangingPunct="1"/>
            <a:r>
              <a:rPr lang="en-US" altLang="zh-CN" b="1" smtClean="0">
                <a:latin typeface="Times New Roman" pitchFamily="18" charset="0"/>
                <a:ea typeface="华文新魏" pitchFamily="2" charset="-122"/>
              </a:rPr>
              <a:t>= sum + sum * rate base</a:t>
            </a:r>
            <a:endParaRPr lang="zh-CN" altLang="en-US" b="1" smtClean="0">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DE47BB0-4240-4326-A837-3E17E3A0EE2F}" type="datetime1">
              <a:rPr lang="zh-CN" altLang="en-US"/>
              <a:pPr/>
              <a:t>2017/2/24</a:t>
            </a:fld>
            <a:endParaRPr lang="en-US" altLang="zh-CN"/>
          </a:p>
        </p:txBody>
      </p:sp>
      <p:sp>
        <p:nvSpPr>
          <p:cNvPr id="1229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3E28604-74DB-464A-AE51-B51C6750C9D8}" type="slidenum">
              <a:rPr lang="zh-CN" altLang="en-US"/>
              <a:pPr/>
              <a:t>7</a:t>
            </a:fld>
            <a:endParaRPr lang="en-US" altLang="zh-CN"/>
          </a:p>
        </p:txBody>
      </p:sp>
      <p:sp>
        <p:nvSpPr>
          <p:cNvPr id="12292" name="Rectangle 2"/>
          <p:cNvSpPr>
            <a:spLocks noGrp="1" noRot="1" noChangeArrowheads="1"/>
          </p:cNvSpPr>
          <p:nvPr>
            <p:ph type="title"/>
          </p:nvPr>
        </p:nvSpPr>
        <p:spPr>
          <a:xfrm>
            <a:off x="814388" y="871538"/>
            <a:ext cx="5595937" cy="536575"/>
          </a:xfrm>
        </p:spPr>
        <p:txBody>
          <a:bodyPr/>
          <a:lstStyle/>
          <a:p>
            <a:pPr eaLnBrk="1" hangingPunct="1"/>
            <a:r>
              <a:rPr lang="zh-CN" altLang="en-US" sz="4000" b="1" smtClean="0">
                <a:latin typeface="Times New Roman" pitchFamily="18" charset="0"/>
                <a:ea typeface="华文新魏" pitchFamily="2" charset="-122"/>
              </a:rPr>
              <a:t>2.1 语言概述</a:t>
            </a:r>
          </a:p>
        </p:txBody>
      </p:sp>
      <p:sp>
        <p:nvSpPr>
          <p:cNvPr id="531459" name="Rectangle 3"/>
          <p:cNvSpPr>
            <a:spLocks noGrp="1" noRot="1" noChangeArrowheads="1"/>
          </p:cNvSpPr>
          <p:nvPr>
            <p:ph type="body" idx="1"/>
          </p:nvPr>
        </p:nvSpPr>
        <p:spPr>
          <a:xfrm>
            <a:off x="539750" y="1773238"/>
            <a:ext cx="7920038" cy="4692650"/>
          </a:xfrm>
        </p:spPr>
        <p:txBody>
          <a:bodyPr/>
          <a:lstStyle/>
          <a:p>
            <a:pPr algn="just" eaLnBrk="1" hangingPunct="1">
              <a:lnSpc>
                <a:spcPct val="80000"/>
              </a:lnSpc>
            </a:pPr>
            <a:r>
              <a:rPr lang="zh-CN" altLang="en-US" sz="2800" b="1" smtClean="0">
                <a:latin typeface="Times New Roman" pitchFamily="18" charset="0"/>
                <a:ea typeface="华文新魏" pitchFamily="2" charset="-122"/>
              </a:rPr>
              <a:t>程序设计语言</a:t>
            </a:r>
            <a:r>
              <a:rPr lang="en-US" altLang="zh-CN" sz="2400" b="1" smtClean="0">
                <a:latin typeface="Times New Roman" pitchFamily="18" charset="0"/>
                <a:ea typeface="华文新魏" pitchFamily="2" charset="-122"/>
              </a:rPr>
              <a:t>(Programming Language)</a:t>
            </a:r>
            <a:r>
              <a:rPr lang="zh-CN" altLang="en-US" sz="2800" b="1" smtClean="0">
                <a:latin typeface="Times New Roman" pitchFamily="18" charset="0"/>
                <a:ea typeface="华文新魏" pitchFamily="2" charset="-122"/>
              </a:rPr>
              <a:t>——形式化内容的提取</a:t>
            </a:r>
          </a:p>
          <a:p>
            <a:pPr lvl="1" algn="just" eaLnBrk="1" hangingPunct="1">
              <a:lnSpc>
                <a:spcPct val="80000"/>
              </a:lnSpc>
            </a:pPr>
            <a:r>
              <a:rPr lang="zh-CN" altLang="en-US" sz="2400" b="1" smtClean="0">
                <a:latin typeface="Times New Roman" pitchFamily="18" charset="0"/>
                <a:ea typeface="华文新魏" pitchFamily="2" charset="-122"/>
              </a:rPr>
              <a:t>字符</a:t>
            </a:r>
            <a:r>
              <a:rPr lang="en-US" altLang="zh-CN" sz="2400" b="1" smtClean="0">
                <a:latin typeface="Times New Roman" pitchFamily="18" charset="0"/>
                <a:ea typeface="华文新魏" pitchFamily="2" charset="-122"/>
              </a:rPr>
              <a:t>(Character)</a:t>
            </a:r>
            <a:endParaRPr lang="zh-CN" altLang="en-US" sz="2400" b="1" smtClean="0">
              <a:latin typeface="Times New Roman" pitchFamily="18" charset="0"/>
              <a:ea typeface="华文新魏" pitchFamily="2" charset="-122"/>
            </a:endParaRPr>
          </a:p>
          <a:p>
            <a:pPr lvl="1" eaLnBrk="1" hangingPunct="1">
              <a:lnSpc>
                <a:spcPct val="80000"/>
              </a:lnSpc>
            </a:pPr>
            <a:r>
              <a:rPr lang="zh-CN" altLang="en-US" sz="2400" b="1" smtClean="0">
                <a:latin typeface="Times New Roman" pitchFamily="18" charset="0"/>
                <a:ea typeface="华文新魏" pitchFamily="2" charset="-122"/>
              </a:rPr>
              <a:t>单词</a:t>
            </a:r>
            <a:r>
              <a:rPr lang="en-US" altLang="zh-CN" sz="2400" b="1" smtClean="0">
                <a:latin typeface="Times New Roman" pitchFamily="18" charset="0"/>
                <a:ea typeface="华文新魏" pitchFamily="2" charset="-122"/>
              </a:rPr>
              <a:t>(Token) ：</a:t>
            </a:r>
            <a:r>
              <a:rPr lang="zh-CN" altLang="en-US" sz="2400" b="1" smtClean="0">
                <a:latin typeface="Times New Roman" pitchFamily="18" charset="0"/>
                <a:ea typeface="华文新魏" pitchFamily="2" charset="-122"/>
              </a:rPr>
              <a:t>满足</a:t>
            </a:r>
            <a:r>
              <a:rPr lang="zh-CN" altLang="en-US" sz="2400" b="1" smtClean="0">
                <a:solidFill>
                  <a:schemeClr val="hlink"/>
                </a:solidFill>
                <a:latin typeface="Times New Roman" pitchFamily="18" charset="0"/>
                <a:ea typeface="华文新魏" pitchFamily="2" charset="-122"/>
              </a:rPr>
              <a:t>词法规则</a:t>
            </a:r>
            <a:r>
              <a:rPr lang="zh-CN" altLang="en-US" sz="2400" b="1" smtClean="0">
                <a:latin typeface="Times New Roman" pitchFamily="18" charset="0"/>
                <a:ea typeface="华文新魏" pitchFamily="2" charset="-122"/>
              </a:rPr>
              <a:t>的字符串</a:t>
            </a:r>
            <a:r>
              <a:rPr lang="en-US" altLang="zh-CN" sz="2400" b="1" smtClean="0">
                <a:latin typeface="Times New Roman" pitchFamily="18" charset="0"/>
                <a:ea typeface="华文新魏" pitchFamily="2" charset="-122"/>
              </a:rPr>
              <a:t>(RL)</a:t>
            </a:r>
          </a:p>
          <a:p>
            <a:pPr lvl="1" eaLnBrk="1" hangingPunct="1">
              <a:lnSpc>
                <a:spcPct val="80000"/>
              </a:lnSpc>
            </a:pPr>
            <a:r>
              <a:rPr lang="zh-CN" altLang="en-US" sz="2400" b="1" smtClean="0">
                <a:latin typeface="Times New Roman" pitchFamily="18" charset="0"/>
                <a:ea typeface="华文新魏" pitchFamily="2" charset="-122"/>
              </a:rPr>
              <a:t>语句</a:t>
            </a:r>
            <a:r>
              <a:rPr lang="en-US" altLang="zh-CN" sz="2400" b="1" smtClean="0">
                <a:latin typeface="Times New Roman" pitchFamily="18" charset="0"/>
                <a:ea typeface="华文新魏" pitchFamily="2" charset="-122"/>
              </a:rPr>
              <a:t>(Sentence)：</a:t>
            </a:r>
            <a:r>
              <a:rPr lang="zh-CN" altLang="en-US" sz="2400" b="1" smtClean="0">
                <a:latin typeface="Times New Roman" pitchFamily="18" charset="0"/>
                <a:ea typeface="华文新魏" pitchFamily="2" charset="-122"/>
              </a:rPr>
              <a:t>满足</a:t>
            </a:r>
            <a:r>
              <a:rPr lang="zh-CN" altLang="en-US" sz="2400" b="1" smtClean="0">
                <a:solidFill>
                  <a:schemeClr val="hlink"/>
                </a:solidFill>
                <a:latin typeface="Times New Roman" pitchFamily="18" charset="0"/>
                <a:ea typeface="华文新魏" pitchFamily="2" charset="-122"/>
              </a:rPr>
              <a:t>语法规则</a:t>
            </a:r>
            <a:r>
              <a:rPr lang="zh-CN" altLang="en-US" sz="2400" b="1" smtClean="0">
                <a:latin typeface="Times New Roman" pitchFamily="18" charset="0"/>
                <a:ea typeface="华文新魏" pitchFamily="2" charset="-122"/>
              </a:rPr>
              <a:t>的单词序列</a:t>
            </a:r>
            <a:endParaRPr lang="en-US" altLang="zh-CN" sz="2400" b="1" smtClean="0">
              <a:latin typeface="Times New Roman" pitchFamily="18" charset="0"/>
              <a:ea typeface="华文新魏" pitchFamily="2" charset="-122"/>
            </a:endParaRPr>
          </a:p>
          <a:p>
            <a:pPr lvl="1" eaLnBrk="1" hangingPunct="1">
              <a:lnSpc>
                <a:spcPct val="80000"/>
              </a:lnSpc>
            </a:pPr>
            <a:r>
              <a:rPr lang="zh-CN" altLang="en-US" sz="2400" b="1" smtClean="0">
                <a:latin typeface="Times New Roman" pitchFamily="18" charset="0"/>
                <a:ea typeface="华文新魏" pitchFamily="2" charset="-122"/>
              </a:rPr>
              <a:t>程序</a:t>
            </a:r>
            <a:r>
              <a:rPr lang="en-US" altLang="zh-CN" sz="2400" b="1" smtClean="0">
                <a:latin typeface="Times New Roman" pitchFamily="18" charset="0"/>
                <a:ea typeface="华文新魏" pitchFamily="2" charset="-122"/>
              </a:rPr>
              <a:t>(Program)：</a:t>
            </a:r>
            <a:endParaRPr lang="zh-CN" altLang="en-US" sz="2400" b="1" smtClean="0">
              <a:latin typeface="Times New Roman" pitchFamily="18" charset="0"/>
              <a:ea typeface="华文新魏" pitchFamily="2" charset="-122"/>
            </a:endParaRPr>
          </a:p>
          <a:p>
            <a:pPr lvl="1" eaLnBrk="1" hangingPunct="1">
              <a:lnSpc>
                <a:spcPct val="80000"/>
              </a:lnSpc>
            </a:pPr>
            <a:r>
              <a:rPr lang="zh-CN" altLang="en-US" sz="2400" b="1" smtClean="0">
                <a:latin typeface="Times New Roman" pitchFamily="18" charset="0"/>
                <a:ea typeface="华文新魏" pitchFamily="2" charset="-122"/>
              </a:rPr>
              <a:t>程序设计语言：</a:t>
            </a:r>
          </a:p>
          <a:p>
            <a:pPr eaLnBrk="1" hangingPunct="1">
              <a:lnSpc>
                <a:spcPct val="80000"/>
              </a:lnSpc>
            </a:pPr>
            <a:r>
              <a:rPr lang="zh-CN" altLang="en-US" sz="2800" b="1" smtClean="0">
                <a:latin typeface="Times New Roman" pitchFamily="18" charset="0"/>
                <a:ea typeface="华文新魏" pitchFamily="2" charset="-122"/>
              </a:rPr>
              <a:t>例</a:t>
            </a:r>
          </a:p>
          <a:p>
            <a:pPr lvl="1" eaLnBrk="1" hangingPunct="1">
              <a:lnSpc>
                <a:spcPct val="80000"/>
              </a:lnSpc>
            </a:pPr>
            <a:r>
              <a:rPr lang="zh-CN" altLang="en-US" sz="2400" b="1" smtClean="0">
                <a:latin typeface="Times New Roman" pitchFamily="18" charset="0"/>
                <a:ea typeface="华文新魏" pitchFamily="2" charset="-122"/>
              </a:rPr>
              <a:t>变量=表达式</a:t>
            </a:r>
          </a:p>
          <a:p>
            <a:pPr lvl="1" eaLnBrk="1" hangingPunct="1">
              <a:lnSpc>
                <a:spcPct val="80000"/>
              </a:lnSpc>
            </a:pPr>
            <a:r>
              <a:rPr lang="en-US" altLang="zh-CN" sz="2400" b="1" smtClean="0">
                <a:latin typeface="Times New Roman" pitchFamily="18" charset="0"/>
                <a:ea typeface="华文新魏" pitchFamily="2" charset="-122"/>
              </a:rPr>
              <a:t>if </a:t>
            </a:r>
            <a:r>
              <a:rPr lang="zh-CN" altLang="en-US" sz="2400" b="1" smtClean="0">
                <a:latin typeface="Times New Roman" pitchFamily="18" charset="0"/>
                <a:ea typeface="华文新魏" pitchFamily="2" charset="-122"/>
              </a:rPr>
              <a:t>条件 </a:t>
            </a:r>
            <a:r>
              <a:rPr lang="en-US" altLang="zh-CN" sz="2400" b="1" smtClean="0">
                <a:latin typeface="Times New Roman" pitchFamily="18" charset="0"/>
                <a:ea typeface="华文新魏" pitchFamily="2" charset="-122"/>
              </a:rPr>
              <a:t>then </a:t>
            </a:r>
            <a:r>
              <a:rPr lang="zh-CN" altLang="en-US" sz="2400" b="1" smtClean="0">
                <a:latin typeface="Times New Roman" pitchFamily="18" charset="0"/>
                <a:ea typeface="华文新魏" pitchFamily="2" charset="-122"/>
              </a:rPr>
              <a:t>语句</a:t>
            </a:r>
          </a:p>
          <a:p>
            <a:pPr lvl="1" eaLnBrk="1" hangingPunct="1">
              <a:lnSpc>
                <a:spcPct val="80000"/>
              </a:lnSpc>
            </a:pPr>
            <a:r>
              <a:rPr lang="en-US" altLang="zh-CN" sz="2400" b="1" smtClean="0">
                <a:latin typeface="Times New Roman" pitchFamily="18" charset="0"/>
                <a:ea typeface="华文新魏" pitchFamily="2" charset="-122"/>
              </a:rPr>
              <a:t>while</a:t>
            </a:r>
            <a:r>
              <a:rPr lang="zh-CN" altLang="en-US" sz="2400" b="1" smtClean="0">
                <a:latin typeface="Times New Roman" pitchFamily="18" charset="0"/>
                <a:ea typeface="华文新魏" pitchFamily="2" charset="-122"/>
              </a:rPr>
              <a:t>条件 </a:t>
            </a:r>
            <a:r>
              <a:rPr lang="en-US" altLang="zh-CN" sz="2400" b="1" smtClean="0">
                <a:latin typeface="Times New Roman" pitchFamily="18" charset="0"/>
                <a:ea typeface="华文新魏" pitchFamily="2" charset="-122"/>
              </a:rPr>
              <a:t>do </a:t>
            </a:r>
            <a:r>
              <a:rPr lang="zh-CN" altLang="en-US" sz="2400" b="1" smtClean="0">
                <a:latin typeface="Times New Roman" pitchFamily="18" charset="0"/>
                <a:ea typeface="华文新魏" pitchFamily="2" charset="-122"/>
              </a:rPr>
              <a:t>语句</a:t>
            </a:r>
          </a:p>
          <a:p>
            <a:pPr lvl="1" eaLnBrk="1" hangingPunct="1">
              <a:lnSpc>
                <a:spcPct val="80000"/>
              </a:lnSpc>
            </a:pPr>
            <a:r>
              <a:rPr lang="en-US" altLang="zh-CN" sz="2400" b="1" smtClean="0">
                <a:latin typeface="Times New Roman" pitchFamily="18" charset="0"/>
                <a:ea typeface="华文新魏" pitchFamily="2" charset="-122"/>
              </a:rPr>
              <a:t>call </a:t>
            </a:r>
            <a:r>
              <a:rPr lang="zh-CN" altLang="en-US" sz="2400" b="1" smtClean="0">
                <a:latin typeface="Times New Roman" pitchFamily="18" charset="0"/>
                <a:ea typeface="华文新魏" pitchFamily="2" charset="-122"/>
              </a:rPr>
              <a:t>过程名</a:t>
            </a:r>
            <a:r>
              <a:rPr lang="en-US" altLang="zh-CN" sz="2400" b="1" smtClean="0">
                <a:latin typeface="Times New Roman" pitchFamily="18" charset="0"/>
                <a:ea typeface="华文新魏" pitchFamily="2" charset="-122"/>
              </a:rPr>
              <a:t>(</a:t>
            </a:r>
            <a:r>
              <a:rPr lang="zh-CN" altLang="en-US" sz="2400" b="1" smtClean="0">
                <a:latin typeface="Times New Roman" pitchFamily="18" charset="0"/>
                <a:ea typeface="华文新魏" pitchFamily="2" charset="-122"/>
              </a:rPr>
              <a:t>参数表</a:t>
            </a:r>
            <a:r>
              <a:rPr lang="en-US" altLang="zh-CN" sz="2400" b="1" smtClean="0">
                <a:latin typeface="Times New Roman" pitchFamily="18" charset="0"/>
                <a:ea typeface="华文新魏" pitchFamily="2" charset="-122"/>
              </a:rPr>
              <a:t>)</a:t>
            </a:r>
          </a:p>
        </p:txBody>
      </p:sp>
      <p:sp>
        <p:nvSpPr>
          <p:cNvPr id="531463" name="Rectangle 7"/>
          <p:cNvSpPr>
            <a:spLocks noChangeArrowheads="1"/>
          </p:cNvSpPr>
          <p:nvPr/>
        </p:nvSpPr>
        <p:spPr bwMode="auto">
          <a:xfrm>
            <a:off x="3563938" y="3619500"/>
            <a:ext cx="3600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latin typeface="Arial" charset="0"/>
                <a:ea typeface="华文新魏" pitchFamily="2" charset="-122"/>
              </a:rPr>
              <a:t>满足</a:t>
            </a:r>
            <a:r>
              <a:rPr lang="zh-CN" altLang="en-US" sz="2400" b="1">
                <a:solidFill>
                  <a:schemeClr val="hlink"/>
                </a:solidFill>
                <a:latin typeface="Arial" charset="0"/>
                <a:ea typeface="华文新魏" pitchFamily="2" charset="-122"/>
              </a:rPr>
              <a:t>语法规则</a:t>
            </a:r>
            <a:r>
              <a:rPr lang="zh-CN" altLang="en-US" sz="2400" b="1">
                <a:latin typeface="Arial" charset="0"/>
                <a:ea typeface="华文新魏" pitchFamily="2" charset="-122"/>
              </a:rPr>
              <a:t>的语句序列</a:t>
            </a:r>
          </a:p>
        </p:txBody>
      </p:sp>
      <p:sp>
        <p:nvSpPr>
          <p:cNvPr id="531464" name="Rectangle 8"/>
          <p:cNvSpPr>
            <a:spLocks noChangeArrowheads="1"/>
          </p:cNvSpPr>
          <p:nvPr/>
        </p:nvSpPr>
        <p:spPr bwMode="auto">
          <a:xfrm>
            <a:off x="3419475" y="3979863"/>
            <a:ext cx="5329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ea typeface="华文新魏" pitchFamily="2" charset="-122"/>
              </a:rPr>
              <a:t>组成程序的所有语句的集合</a:t>
            </a:r>
            <a:r>
              <a:rPr lang="en-US" altLang="zh-CN" sz="2400" b="1"/>
              <a:t>(CFL)</a:t>
            </a:r>
          </a:p>
        </p:txBody>
      </p:sp>
      <p:sp>
        <p:nvSpPr>
          <p:cNvPr id="2" name="Rectangle 8"/>
          <p:cNvSpPr>
            <a:spLocks noChangeArrowheads="1"/>
          </p:cNvSpPr>
          <p:nvPr/>
        </p:nvSpPr>
        <p:spPr bwMode="auto">
          <a:xfrm>
            <a:off x="3563938" y="2466975"/>
            <a:ext cx="5580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ea typeface="华文新魏" pitchFamily="2" charset="-122"/>
              </a:rPr>
              <a:t>：语言中可出现的所有字符</a:t>
            </a:r>
            <a:r>
              <a:rPr lang="en-US" altLang="zh-CN" sz="2400" b="1">
                <a:ea typeface="华文新魏" pitchFamily="2" charset="-122"/>
              </a:rPr>
              <a:t>-</a:t>
            </a:r>
            <a:r>
              <a:rPr lang="zh-CN" altLang="en-US" sz="2400" b="1">
                <a:ea typeface="华文新魏" pitchFamily="2" charset="-122"/>
              </a:rPr>
              <a:t>基本字符集</a:t>
            </a:r>
            <a:endParaRPr lang="zh-CN" altLang="en-US" sz="2400" b="1"/>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3331" name="Group 19"/>
          <p:cNvGrpSpPr>
            <a:grpSpLocks/>
          </p:cNvGrpSpPr>
          <p:nvPr/>
        </p:nvGrpSpPr>
        <p:grpSpPr bwMode="auto">
          <a:xfrm>
            <a:off x="6588125" y="4437063"/>
            <a:ext cx="2540000" cy="2232025"/>
            <a:chOff x="3833" y="2659"/>
            <a:chExt cx="1600" cy="1406"/>
          </a:xfrm>
        </p:grpSpPr>
        <p:pic>
          <p:nvPicPr>
            <p:cNvPr id="13325" name="Picture 13" descr="Niklaus_Wirt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3" y="2659"/>
              <a:ext cx="1600" cy="1224"/>
            </a:xfrm>
            <a:prstGeom prst="rect">
              <a:avLst/>
            </a:prstGeom>
            <a:noFill/>
            <a:extLst>
              <a:ext uri="{909E8E84-426E-40DD-AFC4-6F175D3DCCD1}">
                <a14:hiddenFill xmlns:a14="http://schemas.microsoft.com/office/drawing/2010/main">
                  <a:solidFill>
                    <a:srgbClr val="FFFFFF"/>
                  </a:solidFill>
                </a14:hiddenFill>
              </a:ext>
            </a:extLst>
          </p:spPr>
        </p:pic>
        <p:sp>
          <p:nvSpPr>
            <p:cNvPr id="13330" name="Rectangle 18"/>
            <p:cNvSpPr>
              <a:spLocks noChangeArrowheads="1"/>
            </p:cNvSpPr>
            <p:nvPr/>
          </p:nvSpPr>
          <p:spPr bwMode="auto">
            <a:xfrm>
              <a:off x="4150" y="3834"/>
              <a:ext cx="10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Niklaus Wirth</a:t>
              </a:r>
              <a:endParaRPr lang="zh-CN" altLang="en-US" b="1"/>
            </a:p>
          </p:txBody>
        </p:sp>
      </p:grpSp>
      <p:sp>
        <p:nvSpPr>
          <p:cNvPr id="13314"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0997468E-AACD-49DB-88F8-429D230D4DE0}" type="datetime1">
              <a:rPr lang="zh-CN" altLang="en-US"/>
              <a:pPr/>
              <a:t>2017/2/24</a:t>
            </a:fld>
            <a:endParaRPr lang="en-US" altLang="zh-CN"/>
          </a:p>
        </p:txBody>
      </p:sp>
      <p:sp>
        <p:nvSpPr>
          <p:cNvPr id="1331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3C855F7-241B-43C4-81B6-AF107CEDF3F5}" type="slidenum">
              <a:rPr lang="zh-CN" altLang="en-US"/>
              <a:pPr/>
              <a:t>8</a:t>
            </a:fld>
            <a:endParaRPr lang="en-US" altLang="zh-CN"/>
          </a:p>
        </p:txBody>
      </p:sp>
      <p:sp>
        <p:nvSpPr>
          <p:cNvPr id="13316" name="Rectangle 2"/>
          <p:cNvSpPr>
            <a:spLocks noGrp="1" noRot="1" noChangeArrowheads="1"/>
          </p:cNvSpPr>
          <p:nvPr>
            <p:ph type="title"/>
          </p:nvPr>
        </p:nvSpPr>
        <p:spPr>
          <a:xfrm>
            <a:off x="828675" y="885825"/>
            <a:ext cx="4121150" cy="854075"/>
          </a:xfrm>
          <a:noFill/>
        </p:spPr>
        <p:txBody>
          <a:bodyPr lIns="92075" tIns="46038" rIns="92075" bIns="46038"/>
          <a:lstStyle/>
          <a:p>
            <a:pPr eaLnBrk="1" hangingPunct="1"/>
            <a:r>
              <a:rPr lang="zh-CN" altLang="en-US" sz="4000" b="1" smtClean="0">
                <a:latin typeface="Times New Roman" pitchFamily="18" charset="0"/>
                <a:ea typeface="华文新魏" pitchFamily="2" charset="-122"/>
              </a:rPr>
              <a:t>2.1 语言概述</a:t>
            </a:r>
            <a:endParaRPr lang="zh-CN" altLang="en-US" b="1" smtClean="0">
              <a:latin typeface="Times New Roman" pitchFamily="18" charset="0"/>
              <a:ea typeface="华文新魏" pitchFamily="2" charset="-122"/>
            </a:endParaRPr>
          </a:p>
        </p:txBody>
      </p:sp>
      <p:sp>
        <p:nvSpPr>
          <p:cNvPr id="532483" name="Rectangle 3"/>
          <p:cNvSpPr>
            <a:spLocks noGrp="1" noRot="1" noChangeArrowheads="1"/>
          </p:cNvSpPr>
          <p:nvPr>
            <p:ph type="body" idx="1"/>
          </p:nvPr>
        </p:nvSpPr>
        <p:spPr>
          <a:xfrm>
            <a:off x="827088" y="1916113"/>
            <a:ext cx="7850187" cy="4419600"/>
          </a:xfrm>
          <a:noFill/>
        </p:spPr>
        <p:txBody>
          <a:bodyPr lIns="92075" tIns="46038" rIns="92075" bIns="46038"/>
          <a:lstStyle/>
          <a:p>
            <a:pPr eaLnBrk="1" hangingPunct="1"/>
            <a:r>
              <a:rPr lang="zh-CN" altLang="en-US" b="1" smtClean="0">
                <a:latin typeface="Times New Roman" pitchFamily="18" charset="0"/>
                <a:ea typeface="华文新魏" pitchFamily="2" charset="-122"/>
              </a:rPr>
              <a:t>描述形式——文法</a:t>
            </a:r>
          </a:p>
          <a:p>
            <a:pPr lvl="1" eaLnBrk="1" hangingPunct="1"/>
            <a:r>
              <a:rPr lang="zh-CN" altLang="en-US" sz="3200" b="1" smtClean="0">
                <a:latin typeface="Times New Roman" pitchFamily="18" charset="0"/>
                <a:ea typeface="华文新魏" pitchFamily="2" charset="-122"/>
              </a:rPr>
              <a:t>语法——语句</a:t>
            </a:r>
          </a:p>
          <a:p>
            <a:pPr lvl="2" eaLnBrk="1" hangingPunct="1"/>
            <a:r>
              <a:rPr lang="zh-CN" altLang="en-US" sz="3200" b="1" smtClean="0">
                <a:latin typeface="Times New Roman" pitchFamily="18" charset="0"/>
                <a:ea typeface="华文新魏" pitchFamily="2" charset="-122"/>
              </a:rPr>
              <a:t>语句的组成规则</a:t>
            </a:r>
          </a:p>
          <a:p>
            <a:pPr lvl="2" eaLnBrk="1" hangingPunct="1"/>
            <a:r>
              <a:rPr lang="zh-CN" altLang="en-US" sz="3200" b="1" smtClean="0">
                <a:latin typeface="Times New Roman" pitchFamily="18" charset="0"/>
                <a:ea typeface="华文新魏" pitchFamily="2" charset="-122"/>
              </a:rPr>
              <a:t>描述方法：</a:t>
            </a:r>
            <a:r>
              <a:rPr lang="en-US" altLang="zh-CN" sz="3200" b="1" smtClean="0">
                <a:latin typeface="Times New Roman" pitchFamily="18" charset="0"/>
                <a:ea typeface="华文新魏" pitchFamily="2" charset="-122"/>
              </a:rPr>
              <a:t>BNF</a:t>
            </a:r>
            <a:r>
              <a:rPr lang="zh-CN" altLang="en-US" sz="3200" b="1" smtClean="0">
                <a:latin typeface="Times New Roman" pitchFamily="18" charset="0"/>
                <a:ea typeface="华文新魏" pitchFamily="2" charset="-122"/>
              </a:rPr>
              <a:t>范式、语法</a:t>
            </a:r>
            <a:r>
              <a:rPr lang="en-US" altLang="zh-CN" sz="3200" b="1" smtClean="0">
                <a:latin typeface="Times New Roman" pitchFamily="18" charset="0"/>
                <a:ea typeface="华文新魏" pitchFamily="2" charset="-122"/>
              </a:rPr>
              <a:t>(</a:t>
            </a:r>
            <a:r>
              <a:rPr lang="zh-CN" altLang="en-US" sz="3200" b="1" smtClean="0">
                <a:latin typeface="Times New Roman" pitchFamily="18" charset="0"/>
                <a:ea typeface="华文新魏" pitchFamily="2" charset="-122"/>
              </a:rPr>
              <a:t>描述</a:t>
            </a:r>
            <a:r>
              <a:rPr lang="en-US" altLang="zh-CN" sz="3200" b="1" smtClean="0">
                <a:latin typeface="Times New Roman" pitchFamily="18" charset="0"/>
                <a:ea typeface="华文新魏" pitchFamily="2" charset="-122"/>
              </a:rPr>
              <a:t>)</a:t>
            </a:r>
            <a:r>
              <a:rPr lang="zh-CN" altLang="en-US" sz="3200" b="1" smtClean="0">
                <a:latin typeface="Times New Roman" pitchFamily="18" charset="0"/>
                <a:ea typeface="华文新魏" pitchFamily="2" charset="-122"/>
              </a:rPr>
              <a:t>图</a:t>
            </a:r>
          </a:p>
          <a:p>
            <a:pPr lvl="1" eaLnBrk="1" hangingPunct="1"/>
            <a:r>
              <a:rPr lang="zh-CN" altLang="en-US" sz="3200" b="1" smtClean="0">
                <a:latin typeface="Times New Roman" pitchFamily="18" charset="0"/>
                <a:ea typeface="华文新魏" pitchFamily="2" charset="-122"/>
              </a:rPr>
              <a:t>词法——单词</a:t>
            </a:r>
          </a:p>
          <a:p>
            <a:pPr lvl="2" eaLnBrk="1" hangingPunct="1"/>
            <a:r>
              <a:rPr lang="zh-CN" altLang="en-US" sz="3200" b="1" smtClean="0">
                <a:latin typeface="Times New Roman" pitchFamily="18" charset="0"/>
                <a:ea typeface="华文新魏" pitchFamily="2" charset="-122"/>
              </a:rPr>
              <a:t>单词的组成规则</a:t>
            </a:r>
          </a:p>
          <a:p>
            <a:pPr lvl="2" eaLnBrk="1" hangingPunct="1"/>
            <a:r>
              <a:rPr lang="zh-CN" altLang="en-US" sz="3200" b="1" smtClean="0">
                <a:latin typeface="Times New Roman" pitchFamily="18" charset="0"/>
                <a:ea typeface="华文新魏" pitchFamily="2" charset="-122"/>
              </a:rPr>
              <a:t>描述方法</a:t>
            </a:r>
            <a:r>
              <a:rPr lang="en-US" altLang="zh-CN" sz="3200" b="1" smtClean="0">
                <a:latin typeface="Times New Roman" pitchFamily="18" charset="0"/>
                <a:ea typeface="华文新魏" pitchFamily="2" charset="-122"/>
              </a:rPr>
              <a:t>:BNF</a:t>
            </a:r>
            <a:r>
              <a:rPr lang="zh-CN" altLang="en-US" sz="3200" b="1" smtClean="0">
                <a:latin typeface="Times New Roman" pitchFamily="18" charset="0"/>
                <a:ea typeface="华文新魏" pitchFamily="2" charset="-122"/>
              </a:rPr>
              <a:t>范式、正规式</a:t>
            </a:r>
          </a:p>
        </p:txBody>
      </p:sp>
      <p:grpSp>
        <p:nvGrpSpPr>
          <p:cNvPr id="13327" name="Group 15"/>
          <p:cNvGrpSpPr>
            <a:grpSpLocks/>
          </p:cNvGrpSpPr>
          <p:nvPr/>
        </p:nvGrpSpPr>
        <p:grpSpPr bwMode="auto">
          <a:xfrm>
            <a:off x="5148263" y="44450"/>
            <a:ext cx="2047875" cy="2736850"/>
            <a:chOff x="2975" y="164"/>
            <a:chExt cx="1290" cy="1724"/>
          </a:xfrm>
        </p:grpSpPr>
        <p:pic>
          <p:nvPicPr>
            <p:cNvPr id="13320" name="Picture 8" descr="Backu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5" y="164"/>
              <a:ext cx="1290" cy="1542"/>
            </a:xfrm>
            <a:prstGeom prst="rect">
              <a:avLst/>
            </a:prstGeom>
            <a:noFill/>
            <a:extLst>
              <a:ext uri="{909E8E84-426E-40DD-AFC4-6F175D3DCCD1}">
                <a14:hiddenFill xmlns:a14="http://schemas.microsoft.com/office/drawing/2010/main">
                  <a:solidFill>
                    <a:srgbClr val="FFFFFF"/>
                  </a:solidFill>
                </a14:hiddenFill>
              </a:ext>
            </a:extLst>
          </p:spPr>
        </p:pic>
        <p:sp>
          <p:nvSpPr>
            <p:cNvPr id="13326" name="Rectangle 14"/>
            <p:cNvSpPr>
              <a:spLocks noChangeArrowheads="1"/>
            </p:cNvSpPr>
            <p:nvPr/>
          </p:nvSpPr>
          <p:spPr bwMode="auto">
            <a:xfrm>
              <a:off x="3110" y="1657"/>
              <a:ext cx="9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John Backus</a:t>
              </a:r>
              <a:endParaRPr lang="zh-CN" altLang="en-US" b="1"/>
            </a:p>
          </p:txBody>
        </p:sp>
      </p:grpSp>
      <p:grpSp>
        <p:nvGrpSpPr>
          <p:cNvPr id="13329" name="Group 17"/>
          <p:cNvGrpSpPr>
            <a:grpSpLocks/>
          </p:cNvGrpSpPr>
          <p:nvPr/>
        </p:nvGrpSpPr>
        <p:grpSpPr bwMode="auto">
          <a:xfrm>
            <a:off x="0" y="3933825"/>
            <a:ext cx="1836738" cy="2736850"/>
            <a:chOff x="4241" y="164"/>
            <a:chExt cx="1157" cy="1724"/>
          </a:xfrm>
        </p:grpSpPr>
        <p:pic>
          <p:nvPicPr>
            <p:cNvPr id="13324" name="Picture 12" descr="Peternau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1" y="164"/>
              <a:ext cx="1157" cy="1542"/>
            </a:xfrm>
            <a:prstGeom prst="rect">
              <a:avLst/>
            </a:prstGeom>
            <a:noFill/>
            <a:extLst>
              <a:ext uri="{909E8E84-426E-40DD-AFC4-6F175D3DCCD1}">
                <a14:hiddenFill xmlns:a14="http://schemas.microsoft.com/office/drawing/2010/main">
                  <a:solidFill>
                    <a:srgbClr val="FFFFFF"/>
                  </a:solidFill>
                </a14:hiddenFill>
              </a:ext>
            </a:extLst>
          </p:spPr>
        </p:pic>
        <p:sp>
          <p:nvSpPr>
            <p:cNvPr id="13328" name="Rectangle 16"/>
            <p:cNvSpPr>
              <a:spLocks noChangeArrowheads="1"/>
            </p:cNvSpPr>
            <p:nvPr/>
          </p:nvSpPr>
          <p:spPr bwMode="auto">
            <a:xfrm>
              <a:off x="4377" y="1657"/>
              <a:ext cx="8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Peter Naur</a:t>
              </a:r>
              <a:endParaRPr lang="zh-CN" altLang="en-US" b="1"/>
            </a:p>
          </p:txBody>
        </p:sp>
      </p:grpSp>
      <p:grpSp>
        <p:nvGrpSpPr>
          <p:cNvPr id="13335" name="Group 23"/>
          <p:cNvGrpSpPr>
            <a:grpSpLocks/>
          </p:cNvGrpSpPr>
          <p:nvPr/>
        </p:nvGrpSpPr>
        <p:grpSpPr bwMode="auto">
          <a:xfrm>
            <a:off x="7164388" y="0"/>
            <a:ext cx="1747837" cy="2776538"/>
            <a:chOff x="113" y="2115"/>
            <a:chExt cx="1113" cy="1725"/>
          </a:xfrm>
        </p:grpSpPr>
        <p:pic>
          <p:nvPicPr>
            <p:cNvPr id="13333" name="Picture 21" descr="ch1_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 y="2115"/>
              <a:ext cx="1080" cy="1554"/>
            </a:xfrm>
            <a:prstGeom prst="rect">
              <a:avLst/>
            </a:prstGeom>
            <a:noFill/>
            <a:extLst>
              <a:ext uri="{909E8E84-426E-40DD-AFC4-6F175D3DCCD1}">
                <a14:hiddenFill xmlns:a14="http://schemas.microsoft.com/office/drawing/2010/main">
                  <a:solidFill>
                    <a:srgbClr val="FFFFFF"/>
                  </a:solidFill>
                </a14:hiddenFill>
              </a:ext>
            </a:extLst>
          </p:spPr>
        </p:pic>
        <p:sp>
          <p:nvSpPr>
            <p:cNvPr id="13334" name="Rectangle 22"/>
            <p:cNvSpPr>
              <a:spLocks noChangeArrowheads="1"/>
            </p:cNvSpPr>
            <p:nvPr/>
          </p:nvSpPr>
          <p:spPr bwMode="auto">
            <a:xfrm>
              <a:off x="158" y="3612"/>
              <a:ext cx="1068"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Cuthbert Hurd</a:t>
              </a:r>
              <a:endParaRPr lang="zh-CN" altLang="en-US" b="1"/>
            </a:p>
          </p:txBody>
        </p:sp>
      </p:gr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6D17D517-3116-42BA-90EB-431088E36330}" type="datetime1">
              <a:rPr lang="zh-CN" altLang="en-US"/>
              <a:pPr/>
              <a:t>2017/2/24</a:t>
            </a:fld>
            <a:endParaRPr lang="en-US" altLang="zh-CN"/>
          </a:p>
        </p:txBody>
      </p:sp>
      <p:sp>
        <p:nvSpPr>
          <p:cNvPr id="1433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145CAE0-BEA1-4DF8-BDD0-8C193B4162FD}" type="slidenum">
              <a:rPr lang="zh-CN" altLang="en-US"/>
              <a:pPr/>
              <a:t>9</a:t>
            </a:fld>
            <a:endParaRPr lang="en-US" altLang="zh-CN"/>
          </a:p>
        </p:txBody>
      </p:sp>
      <p:sp>
        <p:nvSpPr>
          <p:cNvPr id="14340" name="Rectangle 2"/>
          <p:cNvSpPr>
            <a:spLocks noGrp="1" noRot="1" noChangeArrowheads="1"/>
          </p:cNvSpPr>
          <p:nvPr>
            <p:ph type="title"/>
          </p:nvPr>
        </p:nvSpPr>
        <p:spPr>
          <a:xfrm>
            <a:off x="914400" y="476250"/>
            <a:ext cx="4487863" cy="838200"/>
          </a:xfrm>
        </p:spPr>
        <p:txBody>
          <a:bodyPr/>
          <a:lstStyle/>
          <a:p>
            <a:pPr eaLnBrk="1" hangingPunct="1"/>
            <a:r>
              <a:rPr lang="zh-CN" altLang="en-US" b="1" smtClean="0">
                <a:latin typeface="Times New Roman" pitchFamily="18" charset="0"/>
                <a:ea typeface="华文新魏" pitchFamily="2" charset="-122"/>
              </a:rPr>
              <a:t>2.2 基本定义</a:t>
            </a:r>
          </a:p>
        </p:txBody>
      </p:sp>
      <p:sp>
        <p:nvSpPr>
          <p:cNvPr id="14341" name="Rectangle 3"/>
          <p:cNvSpPr>
            <a:spLocks noGrp="1" noRot="1" noChangeArrowheads="1"/>
          </p:cNvSpPr>
          <p:nvPr>
            <p:ph type="body" idx="1"/>
          </p:nvPr>
        </p:nvSpPr>
        <p:spPr>
          <a:xfrm>
            <a:off x="684213" y="1484313"/>
            <a:ext cx="8007350" cy="5113337"/>
          </a:xfrm>
        </p:spPr>
        <p:txBody>
          <a:bodyPr/>
          <a:lstStyle/>
          <a:p>
            <a:pPr eaLnBrk="1" hangingPunct="1">
              <a:buFont typeface="Wingdings" pitchFamily="2" charset="2"/>
              <a:buNone/>
            </a:pPr>
            <a:r>
              <a:rPr lang="zh-CN" altLang="en-US" b="1" smtClean="0">
                <a:latin typeface="Times New Roman" pitchFamily="18" charset="0"/>
                <a:ea typeface="华文新魏" pitchFamily="2" charset="-122"/>
              </a:rPr>
              <a:t>定义</a:t>
            </a:r>
            <a:r>
              <a:rPr lang="en-US" altLang="zh-CN" b="1" smtClean="0">
                <a:latin typeface="Times New Roman" pitchFamily="18" charset="0"/>
                <a:ea typeface="华文新魏" pitchFamily="2" charset="-122"/>
              </a:rPr>
              <a:t>1</a:t>
            </a:r>
            <a:r>
              <a:rPr lang="en-US" altLang="zh-CN" b="1" smtClean="0">
                <a:solidFill>
                  <a:schemeClr val="hlink"/>
                </a:solidFill>
                <a:latin typeface="Times New Roman" pitchFamily="18" charset="0"/>
                <a:ea typeface="华文新魏" pitchFamily="2" charset="-122"/>
              </a:rPr>
              <a:t>   </a:t>
            </a:r>
            <a:r>
              <a:rPr lang="zh-CN" altLang="en-US" b="1" smtClean="0">
                <a:solidFill>
                  <a:schemeClr val="hlink"/>
                </a:solidFill>
                <a:latin typeface="Times New Roman" pitchFamily="18" charset="0"/>
                <a:ea typeface="华文新魏" pitchFamily="2" charset="-122"/>
              </a:rPr>
              <a:t>字母表</a:t>
            </a:r>
            <a:r>
              <a:rPr lang="en-US" altLang="zh-CN" b="1" smtClean="0">
                <a:latin typeface="Times New Roman" pitchFamily="18" charset="0"/>
                <a:ea typeface="华文新魏" pitchFamily="2" charset="-122"/>
              </a:rPr>
              <a:t>(Alphabet) ∑</a:t>
            </a:r>
            <a:r>
              <a:rPr lang="zh-CN" altLang="en-US" b="1" smtClean="0">
                <a:latin typeface="Times New Roman" pitchFamily="18" charset="0"/>
                <a:ea typeface="华文新魏" pitchFamily="2" charset="-122"/>
              </a:rPr>
              <a:t>是一个</a:t>
            </a:r>
            <a:r>
              <a:rPr lang="zh-CN" altLang="en-US" b="1" smtClean="0">
                <a:solidFill>
                  <a:srgbClr val="FF3300"/>
                </a:solidFill>
                <a:latin typeface="Times New Roman" pitchFamily="18" charset="0"/>
                <a:ea typeface="华文新魏" pitchFamily="2" charset="-122"/>
              </a:rPr>
              <a:t>非空有穷集合</a:t>
            </a:r>
            <a:r>
              <a:rPr lang="zh-CN" altLang="en-US" b="1" smtClean="0">
                <a:latin typeface="Times New Roman" pitchFamily="18" charset="0"/>
                <a:ea typeface="华文新魏" pitchFamily="2" charset="-122"/>
              </a:rPr>
              <a:t>，字母表中的元素称为该字母表的一个字母</a:t>
            </a:r>
            <a:r>
              <a:rPr lang="en-US" altLang="zh-CN" b="1" smtClean="0">
                <a:latin typeface="Times New Roman" pitchFamily="18" charset="0"/>
                <a:ea typeface="华文新魏" pitchFamily="2" charset="-122"/>
              </a:rPr>
              <a:t>(Letter)，</a:t>
            </a:r>
            <a:r>
              <a:rPr lang="zh-CN" altLang="en-US" b="1" smtClean="0">
                <a:latin typeface="Times New Roman" pitchFamily="18" charset="0"/>
                <a:ea typeface="华文新魏" pitchFamily="2" charset="-122"/>
              </a:rPr>
              <a:t>也叫</a:t>
            </a:r>
          </a:p>
          <a:p>
            <a:pPr eaLnBrk="1" hangingPunct="1">
              <a:buFont typeface="Wingdings" pitchFamily="2" charset="2"/>
              <a:buNone/>
            </a:pPr>
            <a:r>
              <a:rPr lang="en-US" altLang="zh-CN" b="1" smtClean="0">
                <a:latin typeface="Times New Roman" pitchFamily="18" charset="0"/>
                <a:ea typeface="华文新魏" pitchFamily="2" charset="-122"/>
              </a:rPr>
              <a:t>    </a:t>
            </a:r>
            <a:r>
              <a:rPr lang="zh-CN" altLang="en-US" b="1" smtClean="0">
                <a:latin typeface="Times New Roman" pitchFamily="18" charset="0"/>
                <a:ea typeface="华文新魏" pitchFamily="2" charset="-122"/>
              </a:rPr>
              <a:t>有时候习惯称为符号。</a:t>
            </a:r>
          </a:p>
          <a:p>
            <a:pPr algn="just" eaLnBrk="1" hangingPunct="1"/>
            <a:r>
              <a:rPr lang="zh-CN" altLang="en-US" b="1" smtClean="0">
                <a:latin typeface="Times New Roman" pitchFamily="18" charset="0"/>
                <a:ea typeface="华文新魏" pitchFamily="2" charset="-122"/>
              </a:rPr>
              <a:t>例  以下是不同的字母表</a:t>
            </a:r>
          </a:p>
          <a:p>
            <a:pPr algn="just" eaLnBrk="1" hangingPunct="1">
              <a:buFont typeface="Wingdings" pitchFamily="2" charset="2"/>
              <a:buNone/>
            </a:pPr>
            <a:r>
              <a:rPr lang="zh-CN" altLang="en-US" b="1" smtClean="0">
                <a:latin typeface="Times New Roman" pitchFamily="18" charset="0"/>
                <a:ea typeface="仿宋_GB2312" pitchFamily="49" charset="-122"/>
              </a:rPr>
              <a:t>   </a:t>
            </a:r>
            <a:r>
              <a:rPr lang="en-US" altLang="zh-CN" b="1" smtClean="0">
                <a:latin typeface="Times New Roman" pitchFamily="18" charset="0"/>
                <a:ea typeface="仿宋_GB2312" pitchFamily="49" charset="-122"/>
              </a:rPr>
              <a:t>(1)</a:t>
            </a:r>
            <a:r>
              <a:rPr lang="en-US" altLang="zh-CN" b="1" smtClean="0">
                <a:latin typeface="Times New Roman" pitchFamily="18" charset="0"/>
              </a:rPr>
              <a:t> </a:t>
            </a:r>
            <a:r>
              <a:rPr lang="en-US" altLang="zh-CN" b="1" smtClean="0">
                <a:latin typeface="Times New Roman" pitchFamily="18" charset="0"/>
                <a:ea typeface="华文新魏" pitchFamily="2" charset="-122"/>
              </a:rPr>
              <a:t>{a，b，c，d}</a:t>
            </a:r>
          </a:p>
          <a:p>
            <a:pPr algn="just" eaLnBrk="1" hangingPunct="1">
              <a:buFont typeface="Wingdings" pitchFamily="2" charset="2"/>
              <a:buNone/>
            </a:pPr>
            <a:r>
              <a:rPr lang="en-US" altLang="zh-CN" b="1" smtClean="0">
                <a:latin typeface="Times New Roman" pitchFamily="18" charset="0"/>
                <a:ea typeface="华文新魏" pitchFamily="2" charset="-122"/>
              </a:rPr>
              <a:t>	</a:t>
            </a:r>
            <a:r>
              <a:rPr lang="en-US" altLang="zh-CN" b="1" smtClean="0">
                <a:latin typeface="Times New Roman" pitchFamily="18" charset="0"/>
                <a:ea typeface="仿宋_GB2312" pitchFamily="49" charset="-122"/>
              </a:rPr>
              <a:t>(2)</a:t>
            </a:r>
            <a:r>
              <a:rPr lang="zh-CN" altLang="en-US" b="1" smtClean="0">
                <a:latin typeface="Times New Roman" pitchFamily="18" charset="0"/>
                <a:ea typeface="仿宋_GB2312" pitchFamily="49" charset="-122"/>
              </a:rPr>
              <a:t> </a:t>
            </a:r>
            <a:r>
              <a:rPr lang="en-US" altLang="zh-CN" b="1" smtClean="0">
                <a:latin typeface="Times New Roman" pitchFamily="18" charset="0"/>
                <a:ea typeface="华文新魏" pitchFamily="2" charset="-122"/>
              </a:rPr>
              <a:t>{ a，b，c，……，z}</a:t>
            </a:r>
          </a:p>
          <a:p>
            <a:pPr algn="just" eaLnBrk="1" hangingPunct="1">
              <a:buFont typeface="Wingdings" pitchFamily="2" charset="2"/>
              <a:buNone/>
            </a:pPr>
            <a:r>
              <a:rPr lang="en-US" altLang="zh-CN" b="1" smtClean="0">
                <a:latin typeface="Times New Roman" pitchFamily="18" charset="0"/>
                <a:ea typeface="华文新魏" pitchFamily="2" charset="-122"/>
              </a:rPr>
              <a:t>	</a:t>
            </a:r>
            <a:r>
              <a:rPr lang="en-US" altLang="zh-CN" b="1" smtClean="0">
                <a:latin typeface="Times New Roman" pitchFamily="18" charset="0"/>
                <a:ea typeface="仿宋_GB2312" pitchFamily="49" charset="-122"/>
              </a:rPr>
              <a:t>(3)</a:t>
            </a:r>
            <a:r>
              <a:rPr lang="zh-CN" altLang="en-US" b="1" smtClean="0">
                <a:latin typeface="Times New Roman" pitchFamily="18" charset="0"/>
                <a:ea typeface="华文新魏" pitchFamily="2" charset="-122"/>
              </a:rPr>
              <a:t> </a:t>
            </a:r>
            <a:r>
              <a:rPr lang="en-US" altLang="zh-CN" b="1" smtClean="0">
                <a:latin typeface="Times New Roman" pitchFamily="18" charset="0"/>
                <a:ea typeface="华文新魏" pitchFamily="2" charset="-122"/>
              </a:rPr>
              <a:t>{0，1}</a:t>
            </a:r>
          </a:p>
          <a:p>
            <a:pPr algn="just" eaLnBrk="1" hangingPunct="1"/>
            <a:r>
              <a:rPr lang="zh-CN" altLang="en-US" b="1" smtClean="0">
                <a:solidFill>
                  <a:schemeClr val="hlink"/>
                </a:solidFill>
                <a:latin typeface="Times New Roman" pitchFamily="18" charset="0"/>
                <a:ea typeface="华文新魏" pitchFamily="2" charset="-122"/>
              </a:rPr>
              <a:t>相当于高级语言的基本字符集</a:t>
            </a:r>
            <a:endParaRPr lang="en-US" altLang="zh-CN" b="1" smtClean="0">
              <a:solidFill>
                <a:schemeClr val="hlink"/>
              </a:solidFill>
              <a:latin typeface="Times New Roman" pitchFamily="18" charset="0"/>
              <a:ea typeface="华文新魏" pitchFamily="2" charset="-122"/>
            </a:endParaRPr>
          </a:p>
        </p:txBody>
      </p:sp>
      <p:sp>
        <p:nvSpPr>
          <p:cNvPr id="14344" name="Rectangle 8"/>
          <p:cNvSpPr>
            <a:spLocks noChangeArrowheads="1"/>
          </p:cNvSpPr>
          <p:nvPr/>
        </p:nvSpPr>
        <p:spPr bwMode="auto">
          <a:xfrm>
            <a:off x="4775200" y="2463800"/>
            <a:ext cx="35417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a:ea typeface="华文新魏" pitchFamily="2" charset="-122"/>
              </a:rPr>
              <a:t>字符</a:t>
            </a:r>
            <a:r>
              <a:rPr lang="en-US" altLang="zh-CN" sz="3200" b="1">
                <a:ea typeface="华文新魏" pitchFamily="2" charset="-122"/>
              </a:rPr>
              <a:t>(Character)</a:t>
            </a:r>
            <a:r>
              <a:rPr lang="zh-CN" altLang="en-US" sz="3200" b="1">
                <a:ea typeface="华文新魏" pitchFamily="2" charset="-122"/>
              </a:rPr>
              <a: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5A68A015-70BB-4DCC-AFE4-7EDF32235532}" type="datetime1">
              <a:rPr lang="zh-CN" altLang="en-US"/>
              <a:pPr/>
              <a:t>2017/2/24</a:t>
            </a:fld>
            <a:endParaRPr lang="en-US" altLang="zh-CN"/>
          </a:p>
        </p:txBody>
      </p:sp>
      <p:sp>
        <p:nvSpPr>
          <p:cNvPr id="1536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71F97CF-AF7E-4E4B-8D55-3CD0962F7185}" type="slidenum">
              <a:rPr lang="zh-CN" altLang="en-US"/>
              <a:pPr/>
              <a:t>10</a:t>
            </a:fld>
            <a:endParaRPr lang="en-US" altLang="zh-CN"/>
          </a:p>
        </p:txBody>
      </p:sp>
      <p:sp>
        <p:nvSpPr>
          <p:cNvPr id="15364" name="Rectangle 2"/>
          <p:cNvSpPr>
            <a:spLocks noGrp="1" noRot="1" noChangeArrowheads="1"/>
          </p:cNvSpPr>
          <p:nvPr>
            <p:ph type="title"/>
          </p:nvPr>
        </p:nvSpPr>
        <p:spPr>
          <a:xfrm>
            <a:off x="914400" y="838200"/>
            <a:ext cx="4487863" cy="838200"/>
          </a:xfrm>
        </p:spPr>
        <p:txBody>
          <a:bodyPr/>
          <a:lstStyle/>
          <a:p>
            <a:pPr eaLnBrk="1" hangingPunct="1"/>
            <a:r>
              <a:rPr lang="zh-CN" altLang="en-US" b="1" smtClean="0">
                <a:latin typeface="Times New Roman" pitchFamily="18" charset="0"/>
                <a:ea typeface="华文新魏" pitchFamily="2" charset="-122"/>
              </a:rPr>
              <a:t>2.2 基本定义</a:t>
            </a:r>
          </a:p>
        </p:txBody>
      </p:sp>
      <p:sp>
        <p:nvSpPr>
          <p:cNvPr id="435203" name="Rectangle 3"/>
          <p:cNvSpPr>
            <a:spLocks noGrp="1" noRot="1" noChangeArrowheads="1"/>
          </p:cNvSpPr>
          <p:nvPr>
            <p:ph type="body" idx="1"/>
          </p:nvPr>
        </p:nvSpPr>
        <p:spPr>
          <a:xfrm>
            <a:off x="395288" y="1989138"/>
            <a:ext cx="8067675" cy="4191000"/>
          </a:xfrm>
        </p:spPr>
        <p:txBody>
          <a:bodyPr/>
          <a:lstStyle/>
          <a:p>
            <a:pPr marL="0" indent="0" eaLnBrk="1" hangingPunct="1">
              <a:buFont typeface="Wingdings" pitchFamily="2" charset="2"/>
              <a:buNone/>
            </a:pPr>
            <a:r>
              <a:rPr lang="zh-CN" altLang="en-US" b="1" smtClean="0">
                <a:latin typeface="Times New Roman" pitchFamily="18" charset="0"/>
                <a:ea typeface="华文新魏" pitchFamily="2" charset="-122"/>
              </a:rPr>
              <a:t>定义</a:t>
            </a:r>
            <a:r>
              <a:rPr lang="en-US" altLang="zh-CN" b="1" smtClean="0">
                <a:latin typeface="Times New Roman" pitchFamily="18" charset="0"/>
                <a:ea typeface="华文新魏" pitchFamily="2" charset="-122"/>
              </a:rPr>
              <a:t>2   </a:t>
            </a:r>
            <a:r>
              <a:rPr lang="zh-CN" altLang="en-US" b="1" smtClean="0">
                <a:latin typeface="Times New Roman" pitchFamily="18" charset="0"/>
                <a:ea typeface="华文新魏" pitchFamily="2" charset="-122"/>
              </a:rPr>
              <a:t>字母表∑上</a:t>
            </a:r>
            <a:r>
              <a:rPr lang="zh-CN" altLang="en-US" b="1" smtClean="0">
                <a:solidFill>
                  <a:schemeClr val="hlink"/>
                </a:solidFill>
                <a:latin typeface="Times New Roman" pitchFamily="18" charset="0"/>
                <a:ea typeface="华文新魏" pitchFamily="2" charset="-122"/>
              </a:rPr>
              <a:t>字符串</a:t>
            </a:r>
            <a:r>
              <a:rPr lang="en-US" altLang="zh-CN" b="1" smtClean="0">
                <a:latin typeface="Times New Roman" pitchFamily="18" charset="0"/>
                <a:ea typeface="华文新魏" pitchFamily="2" charset="-122"/>
              </a:rPr>
              <a:t>(String)</a:t>
            </a:r>
            <a:endParaRPr lang="zh-CN" altLang="en-US" b="1" smtClean="0">
              <a:latin typeface="Times New Roman" pitchFamily="18" charset="0"/>
              <a:ea typeface="华文新魏" pitchFamily="2" charset="-122"/>
            </a:endParaRPr>
          </a:p>
          <a:p>
            <a:pPr marL="0" indent="0" eaLnBrk="1" hangingPunct="1">
              <a:buFont typeface="Wingdings" pitchFamily="2" charset="2"/>
              <a:buNone/>
            </a:pPr>
            <a:r>
              <a:rPr lang="zh-CN" altLang="en-US"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(1) ε</a:t>
            </a:r>
            <a:r>
              <a:rPr lang="zh-CN" altLang="en-US" sz="2800" b="1" smtClean="0">
                <a:latin typeface="Times New Roman" pitchFamily="18" charset="0"/>
                <a:ea typeface="华文新魏" pitchFamily="2" charset="-122"/>
              </a:rPr>
              <a:t>是∑上的一个字符串</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叫做空串</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a:t>
            </a:r>
          </a:p>
          <a:p>
            <a:pPr marL="762000" lvl="1" indent="-282575" eaLnBrk="1" hangingPunct="1">
              <a:spcBef>
                <a:spcPct val="0"/>
              </a:spcBef>
              <a:buClrTx/>
              <a:buSzTx/>
              <a:buFontTx/>
              <a:buNone/>
            </a:pPr>
            <a:r>
              <a:rPr lang="en-US" altLang="zh-CN" b="1" smtClean="0">
                <a:latin typeface="Times New Roman" pitchFamily="18" charset="0"/>
                <a:ea typeface="华文新魏" pitchFamily="2" charset="-122"/>
              </a:rPr>
              <a:t>(2) </a:t>
            </a:r>
            <a:r>
              <a:rPr lang="zh-CN" altLang="en-US" b="1" smtClean="0">
                <a:latin typeface="Times New Roman" pitchFamily="18" charset="0"/>
                <a:ea typeface="华文新魏" pitchFamily="2" charset="-122"/>
              </a:rPr>
              <a:t>若</a:t>
            </a:r>
            <a:r>
              <a:rPr lang="en-US" altLang="zh-CN" b="1" smtClean="0">
                <a:latin typeface="Times New Roman" pitchFamily="18" charset="0"/>
                <a:ea typeface="华文新魏" pitchFamily="2" charset="-122"/>
              </a:rPr>
              <a:t>x</a:t>
            </a:r>
            <a:r>
              <a:rPr lang="zh-CN" altLang="en-US" b="1" smtClean="0">
                <a:latin typeface="Times New Roman" pitchFamily="18" charset="0"/>
                <a:ea typeface="华文新魏" pitchFamily="2" charset="-122"/>
              </a:rPr>
              <a:t>是∑上的字符串，而</a:t>
            </a:r>
            <a:r>
              <a:rPr lang="en-US" altLang="zh-CN" b="1" smtClean="0">
                <a:latin typeface="Times New Roman" pitchFamily="18" charset="0"/>
                <a:ea typeface="华文新魏" pitchFamily="2" charset="-122"/>
              </a:rPr>
              <a:t>a</a:t>
            </a:r>
            <a:r>
              <a:rPr lang="zh-CN" altLang="en-US" b="1" smtClean="0">
                <a:latin typeface="Times New Roman" pitchFamily="18" charset="0"/>
                <a:ea typeface="华文新魏" pitchFamily="2" charset="-122"/>
              </a:rPr>
              <a:t>是∑的元素,</a:t>
            </a:r>
          </a:p>
          <a:p>
            <a:pPr marL="762000" lvl="1" indent="-282575" eaLnBrk="1" hangingPunct="1">
              <a:spcBef>
                <a:spcPct val="0"/>
              </a:spcBef>
              <a:buClrTx/>
              <a:buSzTx/>
              <a:buFontTx/>
              <a:buNone/>
            </a:pPr>
            <a:r>
              <a:rPr lang="zh-CN" altLang="en-US" b="1" smtClean="0">
                <a:latin typeface="Times New Roman" pitchFamily="18" charset="0"/>
                <a:ea typeface="华文新魏" pitchFamily="2" charset="-122"/>
              </a:rPr>
              <a:t>    则</a:t>
            </a:r>
            <a:r>
              <a:rPr lang="en-US" altLang="zh-CN" b="1" smtClean="0">
                <a:latin typeface="Times New Roman" pitchFamily="18" charset="0"/>
                <a:ea typeface="华文新魏" pitchFamily="2" charset="-122"/>
              </a:rPr>
              <a:t>xa</a:t>
            </a:r>
            <a:r>
              <a:rPr lang="zh-CN" altLang="en-US" b="1" smtClean="0">
                <a:latin typeface="Times New Roman" pitchFamily="18" charset="0"/>
                <a:ea typeface="华文新魏" pitchFamily="2" charset="-122"/>
              </a:rPr>
              <a:t>是∑上的字符串；</a:t>
            </a:r>
          </a:p>
          <a:p>
            <a:pPr marL="762000" lvl="1" indent="-282575" eaLnBrk="1" hangingPunct="1">
              <a:spcBef>
                <a:spcPct val="0"/>
              </a:spcBef>
              <a:buClrTx/>
              <a:buSzTx/>
              <a:buFontTx/>
              <a:buNone/>
            </a:pPr>
            <a:r>
              <a:rPr lang="en-US" altLang="zh-CN" b="1" smtClean="0">
                <a:latin typeface="Times New Roman" pitchFamily="18" charset="0"/>
                <a:ea typeface="华文新魏" pitchFamily="2" charset="-122"/>
              </a:rPr>
              <a:t>(3) y</a:t>
            </a:r>
            <a:r>
              <a:rPr lang="zh-CN" altLang="en-US" b="1" smtClean="0">
                <a:latin typeface="Times New Roman" pitchFamily="18" charset="0"/>
                <a:ea typeface="华文新魏" pitchFamily="2" charset="-122"/>
              </a:rPr>
              <a:t>是∑上的字符串,当且仅当它由</a:t>
            </a:r>
            <a:r>
              <a:rPr lang="en-US" altLang="zh-CN" b="1" smtClean="0">
                <a:latin typeface="Times New Roman" pitchFamily="18" charset="0"/>
                <a:ea typeface="华文新魏" pitchFamily="2" charset="-122"/>
              </a:rPr>
              <a:t>(1)</a:t>
            </a:r>
            <a:r>
              <a:rPr lang="zh-CN" altLang="en-US" b="1" smtClean="0">
                <a:latin typeface="Times New Roman" pitchFamily="18" charset="0"/>
                <a:ea typeface="华文新魏" pitchFamily="2" charset="-122"/>
              </a:rPr>
              <a:t>和</a:t>
            </a:r>
            <a:r>
              <a:rPr lang="en-US" altLang="zh-CN" b="1" smtClean="0">
                <a:latin typeface="Times New Roman" pitchFamily="18" charset="0"/>
                <a:ea typeface="华文新魏" pitchFamily="2" charset="-122"/>
              </a:rPr>
              <a:t>(2)</a:t>
            </a:r>
            <a:r>
              <a:rPr lang="zh-CN" altLang="en-US" b="1" smtClean="0">
                <a:latin typeface="Times New Roman" pitchFamily="18" charset="0"/>
                <a:ea typeface="华文新魏" pitchFamily="2" charset="-122"/>
              </a:rPr>
              <a:t>导出</a:t>
            </a:r>
            <a:endParaRPr lang="zh-CN" altLang="en-US" sz="3200" b="1" smtClean="0">
              <a:latin typeface="Times New Roman" pitchFamily="18" charset="0"/>
              <a:ea typeface="华文新魏" pitchFamily="2" charset="-122"/>
            </a:endParaRPr>
          </a:p>
          <a:p>
            <a:pPr marL="0" indent="0" eaLnBrk="1" hangingPunct="1"/>
            <a:r>
              <a:rPr lang="zh-CN" altLang="en-US" b="1" smtClean="0">
                <a:latin typeface="Times New Roman" pitchFamily="18" charset="0"/>
                <a:ea typeface="华文新魏" pitchFamily="2" charset="-122"/>
              </a:rPr>
              <a:t>由字母表中的字符所组成的的任何有穷序列被称之为该字母表上的字符串</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也称作</a:t>
            </a:r>
            <a:endParaRPr lang="en-US" altLang="zh-CN" b="1" smtClean="0">
              <a:latin typeface="Times New Roman" pitchFamily="18" charset="0"/>
              <a:ea typeface="华文新魏" pitchFamily="2" charset="-122"/>
            </a:endParaRPr>
          </a:p>
        </p:txBody>
      </p:sp>
      <p:sp>
        <p:nvSpPr>
          <p:cNvPr id="435204" name="Text Box 4"/>
          <p:cNvSpPr txBox="1">
            <a:spLocks noChangeArrowheads="1"/>
          </p:cNvSpPr>
          <p:nvPr/>
        </p:nvSpPr>
        <p:spPr bwMode="auto">
          <a:xfrm>
            <a:off x="5148263" y="333375"/>
            <a:ext cx="3887787" cy="17399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spcBef>
                <a:spcPct val="50000"/>
              </a:spcBef>
            </a:pPr>
            <a:r>
              <a:rPr lang="zh-CN" altLang="en-US" sz="3600" b="1">
                <a:solidFill>
                  <a:schemeClr val="bg1"/>
                </a:solidFill>
                <a:ea typeface="华文新魏" pitchFamily="2" charset="-122"/>
              </a:rPr>
              <a:t>递归是一个强有力的工具，特别是对无穷对象的描述</a:t>
            </a:r>
          </a:p>
        </p:txBody>
      </p:sp>
      <p:sp>
        <p:nvSpPr>
          <p:cNvPr id="15368" name="Rectangle 8"/>
          <p:cNvSpPr>
            <a:spLocks noChangeArrowheads="1"/>
          </p:cNvSpPr>
          <p:nvPr/>
        </p:nvSpPr>
        <p:spPr bwMode="auto">
          <a:xfrm>
            <a:off x="539750" y="5373688"/>
            <a:ext cx="22828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ea typeface="华文新魏" pitchFamily="2" charset="-122"/>
              </a:rPr>
              <a:t>“字”</a:t>
            </a:r>
            <a:r>
              <a:rPr lang="en-US" altLang="zh-CN" sz="3200" b="1">
                <a:ea typeface="华文新魏" pitchFamily="2" charset="-122"/>
              </a:rPr>
              <a:t>(Word)</a:t>
            </a:r>
            <a:endParaRPr lang="zh-CN" altLang="en-US" sz="3200" b="1">
              <a:ea typeface="华文新魏" pitchFamily="2"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8" name="日期占位符 3"/>
          <p:cNvSpPr txBox="1">
            <a:spLocks noGrp="1"/>
          </p:cNvSpPr>
          <p:nvPr/>
        </p:nvSpPr>
        <p:spPr bwMode="auto">
          <a:xfrm>
            <a:off x="323850" y="6381750"/>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35D8CC4-C196-4297-9D1D-E1398896CFE9}" type="datetime1">
              <a:rPr lang="zh-CN" altLang="en-US" sz="1400"/>
              <a:pPr eaLnBrk="1" hangingPunct="1"/>
              <a:t>2017/2/24</a:t>
            </a:fld>
            <a:endParaRPr lang="en-US" altLang="zh-CN" sz="1400"/>
          </a:p>
        </p:txBody>
      </p:sp>
      <p:sp>
        <p:nvSpPr>
          <p:cNvPr id="111619" name="灯片编号占位符 5"/>
          <p:cNvSpPr txBox="1">
            <a:spLocks noGrp="1"/>
          </p:cNvSpPr>
          <p:nvPr/>
        </p:nvSpPr>
        <p:spPr bwMode="auto">
          <a:xfrm>
            <a:off x="6553200" y="6245225"/>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fld id="{4B46BA57-903E-4ED6-A90B-0915C27A78BB}" type="slidenum">
              <a:rPr lang="zh-CN" altLang="en-US" sz="1400"/>
              <a:pPr algn="r" eaLnBrk="1" hangingPunct="1"/>
              <a:t>11</a:t>
            </a:fld>
            <a:endParaRPr lang="en-US" altLang="zh-CN" sz="1400"/>
          </a:p>
        </p:txBody>
      </p:sp>
      <p:sp>
        <p:nvSpPr>
          <p:cNvPr id="111620" name="Rectangle 2"/>
          <p:cNvSpPr>
            <a:spLocks noGrp="1" noRot="1" noChangeArrowheads="1"/>
          </p:cNvSpPr>
          <p:nvPr>
            <p:ph type="title" idx="4294967295"/>
          </p:nvPr>
        </p:nvSpPr>
        <p:spPr>
          <a:xfrm>
            <a:off x="838200" y="763588"/>
            <a:ext cx="4572000" cy="835025"/>
          </a:xfrm>
        </p:spPr>
        <p:txBody>
          <a:bodyPr/>
          <a:lstStyle/>
          <a:p>
            <a:pPr eaLnBrk="1" hangingPunct="1"/>
            <a:r>
              <a:rPr lang="zh-CN" altLang="en-US" b="1" smtClean="0">
                <a:latin typeface="Times New Roman" pitchFamily="18" charset="0"/>
                <a:ea typeface="华文新魏" pitchFamily="2" charset="-122"/>
              </a:rPr>
              <a:t>2.2 基本定义</a:t>
            </a:r>
          </a:p>
        </p:txBody>
      </p:sp>
      <p:sp>
        <p:nvSpPr>
          <p:cNvPr id="436227" name="Rectangle 3"/>
          <p:cNvSpPr>
            <a:spLocks noGrp="1" noRot="1" noChangeArrowheads="1"/>
          </p:cNvSpPr>
          <p:nvPr>
            <p:ph type="body" idx="4294967295"/>
          </p:nvPr>
        </p:nvSpPr>
        <p:spPr>
          <a:xfrm>
            <a:off x="395288" y="1916113"/>
            <a:ext cx="8153400" cy="4419600"/>
          </a:xfrm>
        </p:spPr>
        <p:txBody>
          <a:bodyPr/>
          <a:lstStyle/>
          <a:p>
            <a:pPr algn="just" eaLnBrk="1" hangingPunct="1">
              <a:spcBef>
                <a:spcPct val="50000"/>
              </a:spcBef>
              <a:buFont typeface="Wingdings" pitchFamily="2" charset="2"/>
              <a:buNone/>
            </a:pPr>
            <a:r>
              <a:rPr lang="zh-CN" altLang="en-US" b="1" smtClean="0">
                <a:latin typeface="Times New Roman" pitchFamily="18" charset="0"/>
                <a:ea typeface="华文新魏" pitchFamily="2" charset="-122"/>
              </a:rPr>
              <a:t>定义</a:t>
            </a:r>
            <a:r>
              <a:rPr lang="en-US" altLang="zh-CN" b="1" smtClean="0">
                <a:latin typeface="Times New Roman" pitchFamily="18" charset="0"/>
                <a:ea typeface="华文新魏" pitchFamily="2" charset="-122"/>
              </a:rPr>
              <a:t>3 </a:t>
            </a:r>
            <a:r>
              <a:rPr lang="zh-CN" altLang="en-US" b="1" smtClean="0">
                <a:latin typeface="Times New Roman" pitchFamily="18" charset="0"/>
                <a:ea typeface="华文新魏" pitchFamily="2" charset="-122"/>
              </a:rPr>
              <a:t>设∑</a:t>
            </a:r>
            <a:r>
              <a:rPr lang="zh-CN" altLang="en-US" b="1" baseline="-30000" smtClean="0">
                <a:latin typeface="Times New Roman" pitchFamily="18" charset="0"/>
                <a:ea typeface="华文新魏" pitchFamily="2" charset="-122"/>
              </a:rPr>
              <a:t>1</a:t>
            </a:r>
            <a:r>
              <a:rPr lang="zh-CN" altLang="en-US" b="1" smtClean="0">
                <a:latin typeface="Times New Roman" pitchFamily="18" charset="0"/>
                <a:ea typeface="华文新魏" pitchFamily="2" charset="-122"/>
              </a:rPr>
              <a:t>、∑</a:t>
            </a:r>
            <a:r>
              <a:rPr lang="zh-CN" altLang="en-US" b="1" baseline="-30000" smtClean="0">
                <a:latin typeface="Times New Roman" pitchFamily="18" charset="0"/>
                <a:ea typeface="华文新魏" pitchFamily="2" charset="-122"/>
              </a:rPr>
              <a:t>2</a:t>
            </a:r>
            <a:r>
              <a:rPr lang="zh-CN" altLang="en-US" b="1" smtClean="0">
                <a:latin typeface="Times New Roman" pitchFamily="18" charset="0"/>
                <a:ea typeface="华文新魏" pitchFamily="2" charset="-122"/>
              </a:rPr>
              <a:t>是两个字母表，∑</a:t>
            </a:r>
            <a:r>
              <a:rPr lang="zh-CN" altLang="en-US" b="1" baseline="-30000" smtClean="0">
                <a:latin typeface="Times New Roman" pitchFamily="18" charset="0"/>
                <a:ea typeface="华文新魏" pitchFamily="2" charset="-122"/>
              </a:rPr>
              <a:t>1</a:t>
            </a:r>
            <a:r>
              <a:rPr lang="zh-CN" altLang="en-US" b="1" smtClean="0">
                <a:latin typeface="Times New Roman" pitchFamily="18" charset="0"/>
                <a:ea typeface="华文新魏" pitchFamily="2" charset="-122"/>
              </a:rPr>
              <a:t>与∑</a:t>
            </a:r>
            <a:r>
              <a:rPr lang="zh-CN" altLang="en-US" b="1" baseline="-30000" smtClean="0">
                <a:latin typeface="Times New Roman" pitchFamily="18" charset="0"/>
                <a:ea typeface="华文新魏" pitchFamily="2" charset="-122"/>
              </a:rPr>
              <a:t>2</a:t>
            </a:r>
            <a:r>
              <a:rPr lang="zh-CN" altLang="en-US" b="1" smtClean="0">
                <a:latin typeface="Times New Roman" pitchFamily="18" charset="0"/>
                <a:ea typeface="华文新魏" pitchFamily="2" charset="-122"/>
              </a:rPr>
              <a:t> 的</a:t>
            </a:r>
            <a:r>
              <a:rPr lang="zh-CN" altLang="en-US" b="1" smtClean="0">
                <a:solidFill>
                  <a:schemeClr val="hlink"/>
                </a:solidFill>
                <a:latin typeface="Times New Roman" pitchFamily="18" charset="0"/>
                <a:ea typeface="华文新魏" pitchFamily="2" charset="-122"/>
              </a:rPr>
              <a:t>乘积</a:t>
            </a:r>
            <a:r>
              <a:rPr lang="en-US" altLang="zh-CN" b="1" smtClean="0">
                <a:latin typeface="Times New Roman" pitchFamily="18" charset="0"/>
                <a:ea typeface="华文新魏" pitchFamily="2" charset="-122"/>
              </a:rPr>
              <a:t>(Product)∑</a:t>
            </a:r>
            <a:r>
              <a:rPr lang="en-US" altLang="zh-CN" b="1" baseline="-30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a:t>
            </a:r>
            <a:r>
              <a:rPr lang="en-US" altLang="zh-CN" b="1" baseline="-30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={ab|a∈∑</a:t>
            </a:r>
            <a:r>
              <a:rPr lang="en-US" altLang="zh-CN" b="1" baseline="-30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，b∈∑</a:t>
            </a:r>
            <a:r>
              <a:rPr lang="en-US" altLang="zh-CN" b="1" baseline="-30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 </a:t>
            </a:r>
          </a:p>
          <a:p>
            <a:pPr algn="just" eaLnBrk="1" hangingPunct="1">
              <a:spcBef>
                <a:spcPct val="50000"/>
              </a:spcBef>
            </a:pPr>
            <a:r>
              <a:rPr lang="zh-CN" altLang="en-US" b="1" smtClean="0">
                <a:latin typeface="Times New Roman" pitchFamily="18" charset="0"/>
                <a:ea typeface="华文新魏" pitchFamily="2" charset="-122"/>
              </a:rPr>
              <a:t>例:∑</a:t>
            </a:r>
            <a:r>
              <a:rPr lang="zh-CN" altLang="en-US" b="1" baseline="-30000" smtClean="0">
                <a:latin typeface="Times New Roman" pitchFamily="18" charset="0"/>
                <a:ea typeface="华文新魏" pitchFamily="2" charset="-122"/>
              </a:rPr>
              <a:t>1</a:t>
            </a:r>
            <a:r>
              <a:rPr lang="zh-CN" altLang="en-US" b="1" smtClean="0">
                <a:latin typeface="Times New Roman" pitchFamily="18" charset="0"/>
                <a:ea typeface="华文新魏" pitchFamily="2" charset="-122"/>
              </a:rPr>
              <a:t>={0,1}, ∑</a:t>
            </a:r>
            <a:r>
              <a:rPr lang="zh-CN" altLang="en-US" b="1" baseline="-30000" smtClean="0">
                <a:latin typeface="Times New Roman" pitchFamily="18" charset="0"/>
                <a:ea typeface="华文新魏" pitchFamily="2" charset="-122"/>
              </a:rPr>
              <a:t>2</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a,b},</a:t>
            </a:r>
          </a:p>
          <a:p>
            <a:pPr algn="just" eaLnBrk="1" hangingPunct="1">
              <a:spcBef>
                <a:spcPct val="10000"/>
              </a:spcBef>
              <a:buFont typeface="Wingdings" pitchFamily="2" charset="2"/>
              <a:buNone/>
            </a:pPr>
            <a:r>
              <a:rPr lang="en-US" altLang="zh-CN" b="1" smtClean="0">
                <a:latin typeface="Times New Roman" pitchFamily="18" charset="0"/>
                <a:ea typeface="华文新魏" pitchFamily="2" charset="-122"/>
              </a:rPr>
              <a:t>			∑</a:t>
            </a:r>
            <a:r>
              <a:rPr lang="en-US" altLang="zh-CN" b="1" baseline="-30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a:t>
            </a:r>
            <a:r>
              <a:rPr lang="en-US" altLang="zh-CN" b="1" baseline="-30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 ={0a,0b,1a,1b}</a:t>
            </a:r>
          </a:p>
          <a:p>
            <a:pPr algn="just" eaLnBrk="1" hangingPunct="1">
              <a:spcBef>
                <a:spcPct val="40000"/>
              </a:spcBef>
              <a:buFont typeface="Wingdings" pitchFamily="2" charset="2"/>
              <a:buNone/>
            </a:pPr>
            <a:r>
              <a:rPr lang="zh-CN" altLang="en-US" b="1" smtClean="0">
                <a:latin typeface="Times New Roman" pitchFamily="18" charset="0"/>
                <a:ea typeface="华文新魏" pitchFamily="2" charset="-122"/>
              </a:rPr>
              <a:t>定义</a:t>
            </a:r>
            <a:r>
              <a:rPr lang="en-US" altLang="zh-CN" b="1" smtClean="0">
                <a:latin typeface="Times New Roman" pitchFamily="18" charset="0"/>
                <a:ea typeface="华文新魏" pitchFamily="2" charset="-122"/>
              </a:rPr>
              <a:t>4  </a:t>
            </a:r>
            <a:r>
              <a:rPr lang="zh-CN" altLang="en-US" b="1" smtClean="0">
                <a:latin typeface="Times New Roman" pitchFamily="18" charset="0"/>
                <a:ea typeface="华文新魏" pitchFamily="2" charset="-122"/>
              </a:rPr>
              <a:t>∑的</a:t>
            </a:r>
            <a:r>
              <a:rPr lang="zh-CN" altLang="en-US" b="1" smtClean="0">
                <a:solidFill>
                  <a:srgbClr val="FF3300"/>
                </a:solidFill>
                <a:latin typeface="Times New Roman" pitchFamily="18" charset="0"/>
                <a:ea typeface="华文新魏" pitchFamily="2" charset="-122"/>
              </a:rPr>
              <a:t>幂</a:t>
            </a:r>
            <a:r>
              <a:rPr lang="en-US" altLang="zh-CN" b="1" smtClean="0">
                <a:latin typeface="Times New Roman" pitchFamily="18" charset="0"/>
                <a:ea typeface="华文新魏" pitchFamily="2" charset="-122"/>
              </a:rPr>
              <a:t>(power)</a:t>
            </a:r>
          </a:p>
          <a:p>
            <a:pPr lvl="1" algn="just" eaLnBrk="1" hangingPunct="1">
              <a:spcBef>
                <a:spcPct val="40000"/>
              </a:spcBef>
            </a:pPr>
            <a:r>
              <a:rPr lang="en-US" altLang="zh-CN" b="1" smtClean="0">
                <a:latin typeface="Times New Roman" pitchFamily="18" charset="0"/>
                <a:ea typeface="华文新魏" pitchFamily="2" charset="-122"/>
              </a:rPr>
              <a:t>∑</a:t>
            </a:r>
            <a:r>
              <a:rPr lang="en-US" altLang="zh-CN" b="1" baseline="30000" smtClean="0">
                <a:latin typeface="Times New Roman" pitchFamily="18" charset="0"/>
                <a:ea typeface="华文新魏" pitchFamily="2" charset="-122"/>
              </a:rPr>
              <a:t>0</a:t>
            </a:r>
            <a:r>
              <a:rPr lang="en-US" altLang="zh-CN" b="1" smtClean="0">
                <a:latin typeface="Times New Roman" pitchFamily="18" charset="0"/>
                <a:ea typeface="华文新魏" pitchFamily="2" charset="-122"/>
              </a:rPr>
              <a:t>={</a:t>
            </a:r>
            <a:r>
              <a:rPr lang="en-US" altLang="zh-CN" sz="2400" b="1" smtClean="0">
                <a:latin typeface="Times New Roman" pitchFamily="18" charset="0"/>
                <a:ea typeface="华文新魏" pitchFamily="2" charset="-122"/>
              </a:rPr>
              <a:t>ε</a:t>
            </a:r>
            <a:r>
              <a:rPr lang="en-US" altLang="zh-CN" b="1" smtClean="0">
                <a:latin typeface="Times New Roman" pitchFamily="18" charset="0"/>
                <a:ea typeface="华文新魏" pitchFamily="2" charset="-122"/>
              </a:rPr>
              <a:t>}</a:t>
            </a:r>
          </a:p>
          <a:p>
            <a:pPr lvl="1" algn="just" eaLnBrk="1" hangingPunct="1">
              <a:spcBef>
                <a:spcPct val="40000"/>
              </a:spcBef>
            </a:pPr>
            <a:r>
              <a:rPr lang="en-US" altLang="zh-CN" b="1" smtClean="0">
                <a:latin typeface="Times New Roman" pitchFamily="18" charset="0"/>
                <a:ea typeface="华文新魏" pitchFamily="2" charset="-122"/>
              </a:rPr>
              <a:t>∑</a:t>
            </a:r>
            <a:r>
              <a:rPr lang="en-US" altLang="zh-CN" b="1" baseline="30000" smtClean="0">
                <a:latin typeface="Times New Roman" pitchFamily="18" charset="0"/>
                <a:ea typeface="华文新魏" pitchFamily="2" charset="-122"/>
              </a:rPr>
              <a:t>n</a:t>
            </a:r>
            <a:r>
              <a:rPr lang="en-US" altLang="zh-CN" b="1" smtClean="0">
                <a:latin typeface="Times New Roman" pitchFamily="18" charset="0"/>
                <a:ea typeface="华文新魏" pitchFamily="2" charset="-122"/>
              </a:rPr>
              <a:t>=∑</a:t>
            </a:r>
            <a:r>
              <a:rPr lang="en-US" altLang="zh-CN" b="1" baseline="30000" smtClean="0">
                <a:latin typeface="Times New Roman" pitchFamily="18" charset="0"/>
                <a:ea typeface="华文新魏" pitchFamily="2" charset="-122"/>
              </a:rPr>
              <a:t>n-1</a:t>
            </a:r>
            <a:r>
              <a:rPr lang="en-US" altLang="zh-CN" b="1" smtClean="0">
                <a:latin typeface="Times New Roman" pitchFamily="18" charset="0"/>
                <a:ea typeface="华文新魏" pitchFamily="2" charset="-122"/>
              </a:rPr>
              <a: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E8D8531-C080-41B7-89FE-0929FD6E2E0F}" type="datetime1">
              <a:rPr lang="zh-CN" altLang="en-US"/>
              <a:pPr/>
              <a:t>2017/2/24</a:t>
            </a:fld>
            <a:endParaRPr lang="en-US" altLang="zh-CN"/>
          </a:p>
        </p:txBody>
      </p:sp>
      <p:sp>
        <p:nvSpPr>
          <p:cNvPr id="1638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5946F5B-4BCE-4D8F-A4CB-9FEE2F1EA450}" type="slidenum">
              <a:rPr lang="zh-CN" altLang="en-US"/>
              <a:pPr/>
              <a:t>12</a:t>
            </a:fld>
            <a:endParaRPr lang="en-US" altLang="zh-CN"/>
          </a:p>
        </p:txBody>
      </p:sp>
      <p:sp>
        <p:nvSpPr>
          <p:cNvPr id="16388" name="Rectangle 2"/>
          <p:cNvSpPr>
            <a:spLocks noGrp="1" noRot="1" noChangeArrowheads="1"/>
          </p:cNvSpPr>
          <p:nvPr>
            <p:ph type="title"/>
          </p:nvPr>
        </p:nvSpPr>
        <p:spPr>
          <a:xfrm>
            <a:off x="838200" y="763588"/>
            <a:ext cx="4572000" cy="835025"/>
          </a:xfrm>
        </p:spPr>
        <p:txBody>
          <a:bodyPr/>
          <a:lstStyle/>
          <a:p>
            <a:pPr eaLnBrk="1" hangingPunct="1"/>
            <a:r>
              <a:rPr lang="zh-CN" altLang="en-US" b="1" smtClean="0">
                <a:latin typeface="Times New Roman" pitchFamily="18" charset="0"/>
                <a:ea typeface="华文新魏" pitchFamily="2" charset="-122"/>
              </a:rPr>
              <a:t>2.2 基本定义</a:t>
            </a:r>
          </a:p>
        </p:txBody>
      </p:sp>
      <p:sp>
        <p:nvSpPr>
          <p:cNvPr id="436227" name="Rectangle 3"/>
          <p:cNvSpPr>
            <a:spLocks noGrp="1" noRot="1" noChangeArrowheads="1"/>
          </p:cNvSpPr>
          <p:nvPr>
            <p:ph type="body" idx="1"/>
          </p:nvPr>
        </p:nvSpPr>
        <p:spPr>
          <a:xfrm>
            <a:off x="395288" y="1916113"/>
            <a:ext cx="8153400" cy="4419600"/>
          </a:xfrm>
        </p:spPr>
        <p:txBody>
          <a:bodyPr/>
          <a:lstStyle/>
          <a:p>
            <a:pPr algn="just" eaLnBrk="1" hangingPunct="1">
              <a:spcBef>
                <a:spcPct val="40000"/>
              </a:spcBef>
              <a:buFont typeface="Wingdings" pitchFamily="2" charset="2"/>
              <a:buNone/>
            </a:pPr>
            <a:r>
              <a:rPr lang="zh-CN" altLang="en-US" b="1" smtClean="0">
                <a:latin typeface="Times New Roman" pitchFamily="18" charset="0"/>
                <a:ea typeface="华文新魏" pitchFamily="2" charset="-122"/>
              </a:rPr>
              <a:t>定义</a:t>
            </a:r>
            <a:r>
              <a:rPr lang="en-US" altLang="zh-CN" b="1" smtClean="0">
                <a:latin typeface="Times New Roman" pitchFamily="18" charset="0"/>
                <a:ea typeface="华文新魏" pitchFamily="2" charset="-122"/>
              </a:rPr>
              <a:t>5  </a:t>
            </a:r>
            <a:r>
              <a:rPr lang="zh-CN" altLang="en-US" b="1" smtClean="0">
                <a:latin typeface="Times New Roman" pitchFamily="18" charset="0"/>
                <a:ea typeface="华文新魏" pitchFamily="2" charset="-122"/>
              </a:rPr>
              <a:t>∑的</a:t>
            </a:r>
            <a:r>
              <a:rPr lang="zh-CN" altLang="en-US" b="1" smtClean="0">
                <a:solidFill>
                  <a:schemeClr val="hlink"/>
                </a:solidFill>
                <a:latin typeface="Times New Roman" pitchFamily="18" charset="0"/>
                <a:ea typeface="华文新魏" pitchFamily="2" charset="-122"/>
              </a:rPr>
              <a:t>正闭包</a:t>
            </a:r>
            <a:r>
              <a:rPr lang="en-US" altLang="zh-CN" b="1" smtClean="0">
                <a:latin typeface="Times New Roman" pitchFamily="18" charset="0"/>
                <a:ea typeface="华文新魏" pitchFamily="2" charset="-122"/>
              </a:rPr>
              <a:t>(Positive Closure)：</a:t>
            </a:r>
          </a:p>
          <a:p>
            <a:pPr lvl="1" algn="just" eaLnBrk="1" hangingPunct="1">
              <a:spcBef>
                <a:spcPct val="40000"/>
              </a:spcBef>
            </a:pPr>
            <a:r>
              <a:rPr lang="en-US" altLang="zh-CN" b="1" smtClean="0">
                <a:latin typeface="Times New Roman" pitchFamily="18" charset="0"/>
                <a:ea typeface="华文新魏" pitchFamily="2" charset="-122"/>
              </a:rPr>
              <a:t>∑</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={x | x</a:t>
            </a:r>
            <a:r>
              <a:rPr lang="zh-CN" altLang="en-US" b="1" smtClean="0">
                <a:latin typeface="Times New Roman" pitchFamily="18" charset="0"/>
                <a:ea typeface="华文新魏" pitchFamily="2" charset="-122"/>
              </a:rPr>
              <a:t>是∑上的非空字符串</a:t>
            </a:r>
            <a:r>
              <a:rPr lang="en-US" altLang="zh-CN" b="1" smtClean="0">
                <a:latin typeface="Times New Roman" pitchFamily="18" charset="0"/>
                <a:ea typeface="华文新魏" pitchFamily="2" charset="-122"/>
              </a:rPr>
              <a:t>}</a:t>
            </a:r>
          </a:p>
          <a:p>
            <a:pPr lvl="1" algn="just" eaLnBrk="1" hangingPunct="1">
              <a:spcBef>
                <a:spcPct val="40000"/>
              </a:spcBef>
            </a:pPr>
            <a:r>
              <a:rPr lang="en-US" altLang="zh-CN" b="1" smtClean="0">
                <a:latin typeface="Times New Roman" pitchFamily="18" charset="0"/>
                <a:ea typeface="华文新魏" pitchFamily="2" charset="-122"/>
              </a:rPr>
              <a:t>∑</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 ∪∑</a:t>
            </a:r>
            <a:r>
              <a:rPr lang="en-US" altLang="zh-CN" b="1" baseline="30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a:t>
            </a:r>
            <a:r>
              <a:rPr lang="en-US" altLang="zh-CN" b="1" baseline="30000" smtClean="0">
                <a:latin typeface="Times New Roman" pitchFamily="18" charset="0"/>
                <a:ea typeface="华文新魏" pitchFamily="2" charset="-122"/>
              </a:rPr>
              <a:t>3</a:t>
            </a:r>
            <a:r>
              <a:rPr lang="en-US" altLang="zh-CN" b="1" smtClean="0">
                <a:latin typeface="Times New Roman" pitchFamily="18" charset="0"/>
                <a:ea typeface="华文新魏" pitchFamily="2" charset="-122"/>
              </a:rPr>
              <a:t>∪∑</a:t>
            </a:r>
            <a:r>
              <a:rPr lang="en-US" altLang="zh-CN" b="1" baseline="30000" smtClean="0">
                <a:latin typeface="Times New Roman" pitchFamily="18" charset="0"/>
                <a:ea typeface="华文新魏" pitchFamily="2" charset="-122"/>
              </a:rPr>
              <a:t>4</a:t>
            </a:r>
            <a:r>
              <a:rPr lang="en-US" altLang="zh-CN" b="1" smtClean="0">
                <a:latin typeface="Times New Roman" pitchFamily="18" charset="0"/>
                <a:ea typeface="华文新魏" pitchFamily="2" charset="-122"/>
              </a:rPr>
              <a:t>∪……</a:t>
            </a:r>
          </a:p>
          <a:p>
            <a:pPr algn="just" eaLnBrk="1" hangingPunct="1">
              <a:spcBef>
                <a:spcPct val="40000"/>
              </a:spcBef>
            </a:pP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的</a:t>
            </a:r>
            <a:r>
              <a:rPr lang="zh-CN" altLang="en-US" b="1" smtClean="0">
                <a:solidFill>
                  <a:schemeClr val="hlink"/>
                </a:solidFill>
                <a:latin typeface="Times New Roman" pitchFamily="18" charset="0"/>
                <a:ea typeface="华文新魏" pitchFamily="2" charset="-122"/>
              </a:rPr>
              <a:t>克林闭包</a:t>
            </a:r>
            <a:r>
              <a:rPr lang="en-US" altLang="zh-CN" b="1" smtClean="0">
                <a:latin typeface="Times New Roman" pitchFamily="18" charset="0"/>
                <a:ea typeface="华文新魏" pitchFamily="2" charset="-122"/>
              </a:rPr>
              <a:t>(Kleene Closure)：</a:t>
            </a:r>
          </a:p>
          <a:p>
            <a:pPr lvl="1" algn="just" eaLnBrk="1" hangingPunct="1">
              <a:spcBef>
                <a:spcPct val="40000"/>
              </a:spcBef>
            </a:pPr>
            <a:r>
              <a:rPr lang="en-US" altLang="zh-CN" b="1" smtClean="0">
                <a:latin typeface="Times New Roman" pitchFamily="18" charset="0"/>
                <a:ea typeface="华文新魏" pitchFamily="2" charset="-122"/>
              </a:rPr>
              <a:t>∑</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a:t>
            </a:r>
            <a:r>
              <a:rPr lang="en-US" altLang="zh-CN" sz="2400" b="1" smtClean="0">
                <a:latin typeface="Times New Roman" pitchFamily="18" charset="0"/>
                <a:ea typeface="华文新魏" pitchFamily="2" charset="-122"/>
              </a:rPr>
              <a:t>ε</a:t>
            </a:r>
            <a:r>
              <a:rPr lang="en-US" altLang="zh-CN" b="1" smtClean="0">
                <a:latin typeface="Times New Roman" pitchFamily="18" charset="0"/>
                <a:ea typeface="华文新魏" pitchFamily="2" charset="-122"/>
              </a:rPr>
              <a:t>}∪∑</a:t>
            </a:r>
            <a:r>
              <a:rPr lang="en-US" altLang="zh-CN" b="1" baseline="30000" smtClean="0">
                <a:latin typeface="Times New Roman" pitchFamily="18" charset="0"/>
                <a:ea typeface="华文新魏" pitchFamily="2" charset="-122"/>
              </a:rPr>
              <a:t>+</a:t>
            </a:r>
          </a:p>
          <a:p>
            <a:pPr lvl="1" algn="just" eaLnBrk="1" hangingPunct="1">
              <a:spcBef>
                <a:spcPct val="40000"/>
              </a:spcBef>
            </a:pPr>
            <a:r>
              <a:rPr lang="en-US" altLang="zh-CN" b="1" smtClean="0">
                <a:latin typeface="Times New Roman" pitchFamily="18" charset="0"/>
                <a:ea typeface="华文新魏" pitchFamily="2" charset="-122"/>
              </a:rPr>
              <a:t>     =∑</a:t>
            </a:r>
            <a:r>
              <a:rPr lang="en-US" altLang="zh-CN" b="1" baseline="30000" smtClean="0">
                <a:latin typeface="Times New Roman" pitchFamily="18" charset="0"/>
                <a:ea typeface="华文新魏" pitchFamily="2" charset="-122"/>
              </a:rPr>
              <a:t>0</a:t>
            </a:r>
            <a:r>
              <a:rPr lang="en-US" altLang="zh-CN" b="1" smtClean="0">
                <a:latin typeface="Times New Roman" pitchFamily="18" charset="0"/>
                <a:ea typeface="华文新魏" pitchFamily="2" charset="-122"/>
              </a:rPr>
              <a:t>∪∑∪∑</a:t>
            </a:r>
            <a:r>
              <a:rPr lang="en-US" altLang="zh-CN" b="1" baseline="30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a:t>
            </a:r>
            <a:r>
              <a:rPr lang="en-US" altLang="zh-CN" b="1" baseline="30000" smtClean="0">
                <a:latin typeface="Times New Roman" pitchFamily="18" charset="0"/>
                <a:ea typeface="华文新魏" pitchFamily="2" charset="-122"/>
              </a:rPr>
              <a:t>3</a:t>
            </a:r>
            <a:r>
              <a:rPr lang="en-US" altLang="zh-CN" b="1" smtClean="0">
                <a:latin typeface="Times New Roman" pitchFamily="18" charset="0"/>
                <a:ea typeface="华文新魏" pitchFamily="2" charset="-122"/>
              </a:rPr>
              <a:t>∪……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9E2D1E5-670F-48EA-86E1-FAC857CF780D}" type="datetime1">
              <a:rPr lang="zh-CN" altLang="en-US"/>
              <a:pPr/>
              <a:t>2017/2/24</a:t>
            </a:fld>
            <a:endParaRPr lang="en-US" altLang="zh-CN"/>
          </a:p>
        </p:txBody>
      </p:sp>
      <p:sp>
        <p:nvSpPr>
          <p:cNvPr id="1741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AE41A2B-3D96-497A-A99C-241674E60DE9}" type="slidenum">
              <a:rPr lang="zh-CN" altLang="en-US"/>
              <a:pPr/>
              <a:t>13</a:t>
            </a:fld>
            <a:endParaRPr lang="en-US" altLang="zh-CN"/>
          </a:p>
        </p:txBody>
      </p:sp>
      <p:sp>
        <p:nvSpPr>
          <p:cNvPr id="17412" name="Rectangle 2"/>
          <p:cNvSpPr>
            <a:spLocks noGrp="1" noRot="1" noChangeArrowheads="1"/>
          </p:cNvSpPr>
          <p:nvPr>
            <p:ph type="title"/>
          </p:nvPr>
        </p:nvSpPr>
        <p:spPr>
          <a:xfrm>
            <a:off x="609600" y="838200"/>
            <a:ext cx="4953000" cy="838200"/>
          </a:xfrm>
        </p:spPr>
        <p:txBody>
          <a:bodyPr/>
          <a:lstStyle/>
          <a:p>
            <a:pPr eaLnBrk="1" hangingPunct="1"/>
            <a:r>
              <a:rPr lang="zh-CN" altLang="en-US" b="1" smtClean="0">
                <a:latin typeface="Times New Roman" pitchFamily="18" charset="0"/>
                <a:ea typeface="华文新魏" pitchFamily="2" charset="-122"/>
              </a:rPr>
              <a:t>2.2 基本定义</a:t>
            </a:r>
          </a:p>
        </p:txBody>
      </p:sp>
      <p:sp>
        <p:nvSpPr>
          <p:cNvPr id="437251" name="Rectangle 3"/>
          <p:cNvSpPr>
            <a:spLocks noGrp="1" noRot="1" noChangeArrowheads="1"/>
          </p:cNvSpPr>
          <p:nvPr>
            <p:ph type="body" idx="1"/>
          </p:nvPr>
        </p:nvSpPr>
        <p:spPr>
          <a:xfrm>
            <a:off x="755650" y="1989138"/>
            <a:ext cx="8208963" cy="4114800"/>
          </a:xfrm>
        </p:spPr>
        <p:txBody>
          <a:bodyPr/>
          <a:lstStyle/>
          <a:p>
            <a:pPr marL="0" indent="0" eaLnBrk="1" hangingPunct="1"/>
            <a:r>
              <a:rPr lang="zh-CN" altLang="en-US" sz="3600" b="1" smtClean="0">
                <a:latin typeface="Times New Roman" pitchFamily="18" charset="0"/>
                <a:ea typeface="华文新魏" pitchFamily="2" charset="-122"/>
              </a:rPr>
              <a:t>例  设</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 </a:t>
            </a:r>
            <a:r>
              <a:rPr lang="zh-CN" altLang="en-US" sz="3600" b="1" smtClean="0">
                <a:latin typeface="Times New Roman" pitchFamily="18" charset="0"/>
                <a:ea typeface="华文新魏" pitchFamily="2" charset="-122"/>
              </a:rPr>
              <a:t>{0,1}</a:t>
            </a:r>
            <a:endParaRPr lang="en-US" altLang="zh-CN" sz="3600" b="1" smtClean="0">
              <a:latin typeface="Times New Roman" pitchFamily="18" charset="0"/>
              <a:ea typeface="华文新魏" pitchFamily="2" charset="-122"/>
            </a:endParaRPr>
          </a:p>
          <a:p>
            <a:pPr marL="0" indent="0" eaLnBrk="1" hangingPunct="1">
              <a:buFont typeface="Wingdings" pitchFamily="2" charset="2"/>
              <a:buNone/>
            </a:pPr>
            <a:r>
              <a:rPr lang="zh-CN" altLang="en-US" sz="3600" b="1" smtClean="0">
                <a:latin typeface="Times New Roman" pitchFamily="18" charset="0"/>
                <a:ea typeface="华文新魏" pitchFamily="2" charset="-122"/>
              </a:rPr>
              <a:t>{0,1}</a:t>
            </a:r>
            <a:r>
              <a:rPr lang="zh-CN" altLang="en-US" sz="3600" b="1" baseline="30000" smtClean="0">
                <a:latin typeface="Times New Roman" pitchFamily="18" charset="0"/>
                <a:ea typeface="华文新魏" pitchFamily="2" charset="-122"/>
              </a:rPr>
              <a:t>+</a:t>
            </a:r>
            <a:r>
              <a:rPr lang="zh-CN" altLang="en-US" sz="3600" b="1" smtClean="0">
                <a:latin typeface="Times New Roman" pitchFamily="18" charset="0"/>
                <a:ea typeface="华文新魏" pitchFamily="2" charset="-122"/>
              </a:rPr>
              <a:t>={0，1，00，01，11，000，001，010，011，100，……} </a:t>
            </a:r>
          </a:p>
          <a:p>
            <a:pPr marL="0" indent="0" eaLnBrk="1" hangingPunct="1">
              <a:spcBef>
                <a:spcPct val="60000"/>
              </a:spcBef>
              <a:buFont typeface="Wingdings" pitchFamily="2" charset="2"/>
              <a:buNone/>
            </a:pPr>
            <a:r>
              <a:rPr lang="zh-CN" altLang="en-US" sz="3600" b="1" smtClean="0">
                <a:latin typeface="Times New Roman" pitchFamily="18" charset="0"/>
                <a:ea typeface="华文新魏" pitchFamily="2" charset="-122"/>
              </a:rPr>
              <a:t>{0,1}</a:t>
            </a:r>
            <a:r>
              <a:rPr lang="zh-CN" altLang="en-US" sz="3600" b="1" baseline="30000" smtClean="0">
                <a:latin typeface="Times New Roman" pitchFamily="18" charset="0"/>
                <a:ea typeface="华文新魏" pitchFamily="2" charset="-122"/>
              </a:rPr>
              <a:t>*</a:t>
            </a:r>
            <a:r>
              <a:rPr lang="zh-CN" altLang="en-US" sz="3600" b="1" smtClean="0">
                <a:latin typeface="Times New Roman" pitchFamily="18" charset="0"/>
                <a:ea typeface="华文新魏" pitchFamily="2" charset="-122"/>
              </a:rPr>
              <a:t>={</a:t>
            </a:r>
            <a:r>
              <a:rPr lang="en-US" altLang="zh-CN" sz="3600" b="1" smtClean="0">
                <a:solidFill>
                  <a:schemeClr val="hlink"/>
                </a:solidFill>
                <a:latin typeface="Times New Roman" pitchFamily="18" charset="0"/>
                <a:ea typeface="华文新魏" pitchFamily="2" charset="-122"/>
              </a:rPr>
              <a:t>ε</a:t>
            </a:r>
            <a:r>
              <a:rPr lang="en-US" altLang="zh-CN" sz="3600" b="1" smtClean="0">
                <a:latin typeface="Times New Roman" pitchFamily="18" charset="0"/>
                <a:ea typeface="华文新魏" pitchFamily="2" charset="-122"/>
              </a:rPr>
              <a:t>，0，1，00，01，11，000，001，010，011，100，…}</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1F894EB-A5D3-4B81-9FFC-ACB32F41DB32}" type="datetime1">
              <a:rPr lang="zh-CN" altLang="en-US"/>
              <a:pPr/>
              <a:t>2017/2/24</a:t>
            </a:fld>
            <a:endParaRPr lang="en-US" altLang="zh-CN"/>
          </a:p>
        </p:txBody>
      </p:sp>
      <p:sp>
        <p:nvSpPr>
          <p:cNvPr id="1843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4111C97-E79B-4BCC-961A-9631225C0BD9}" type="slidenum">
              <a:rPr lang="zh-CN" altLang="en-US"/>
              <a:pPr/>
              <a:t>14</a:t>
            </a:fld>
            <a:endParaRPr lang="en-US" altLang="zh-CN"/>
          </a:p>
        </p:txBody>
      </p:sp>
      <p:sp>
        <p:nvSpPr>
          <p:cNvPr id="18436" name="Rectangle 2"/>
          <p:cNvSpPr>
            <a:spLocks noGrp="1" noRot="1" noChangeArrowheads="1"/>
          </p:cNvSpPr>
          <p:nvPr>
            <p:ph type="title"/>
          </p:nvPr>
        </p:nvSpPr>
        <p:spPr>
          <a:xfrm>
            <a:off x="301625" y="1096963"/>
            <a:ext cx="4249738" cy="655637"/>
          </a:xfrm>
        </p:spPr>
        <p:txBody>
          <a:bodyPr/>
          <a:lstStyle/>
          <a:p>
            <a:pPr eaLnBrk="1" hangingPunct="1"/>
            <a:r>
              <a:rPr lang="zh-CN" altLang="en-US" b="1" smtClean="0">
                <a:latin typeface="Times New Roman" pitchFamily="18" charset="0"/>
                <a:ea typeface="华文新魏" pitchFamily="2" charset="-122"/>
              </a:rPr>
              <a:t>2.2 基本定义</a:t>
            </a:r>
          </a:p>
        </p:txBody>
      </p:sp>
      <p:sp>
        <p:nvSpPr>
          <p:cNvPr id="438275" name="Rectangle 3"/>
          <p:cNvSpPr>
            <a:spLocks noGrp="1" noRot="1" noChangeArrowheads="1"/>
          </p:cNvSpPr>
          <p:nvPr>
            <p:ph type="body" idx="1"/>
          </p:nvPr>
        </p:nvSpPr>
        <p:spPr>
          <a:xfrm>
            <a:off x="762000" y="2017713"/>
            <a:ext cx="7772400" cy="4114800"/>
          </a:xfrm>
        </p:spPr>
        <p:txBody>
          <a:bodyPr/>
          <a:lstStyle/>
          <a:p>
            <a:pPr marL="261938" indent="-261938" eaLnBrk="1" hangingPunct="1">
              <a:lnSpc>
                <a:spcPct val="90000"/>
              </a:lnSpc>
            </a:pPr>
            <a:r>
              <a:rPr lang="zh-CN" altLang="en-US" b="1" smtClean="0">
                <a:latin typeface="Times New Roman" pitchFamily="18" charset="0"/>
                <a:ea typeface="华文新魏" pitchFamily="2" charset="-122"/>
              </a:rPr>
              <a:t>例 设</a:t>
            </a:r>
            <a:r>
              <a:rPr lang="zh-CN" altLang="en-US" sz="2800"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 </a:t>
            </a:r>
            <a:r>
              <a:rPr lang="en-US" altLang="zh-CN" b="1" smtClean="0">
                <a:latin typeface="Times New Roman" pitchFamily="18" charset="0"/>
                <a:ea typeface="华文新魏" pitchFamily="2" charset="-122"/>
              </a:rPr>
              <a:t>= </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a，b，c，d}</a:t>
            </a:r>
          </a:p>
          <a:p>
            <a:pPr marL="261938" indent="-261938" eaLnBrk="1" hangingPunct="1">
              <a:lnSpc>
                <a:spcPct val="90000"/>
              </a:lnSpc>
              <a:buFont typeface="Wingdings" pitchFamily="2" charset="2"/>
              <a:buNone/>
            </a:pP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a，b，c，d}</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={a，b，c，d，aa，ab，ac，ad，ba，bb，bc，bd，……，aaa，aab，aac，aad，aba，abb，abc……}</a:t>
            </a:r>
          </a:p>
          <a:p>
            <a:pPr marL="261938" indent="-261938" eaLnBrk="1" hangingPunct="1">
              <a:lnSpc>
                <a:spcPct val="90000"/>
              </a:lnSpc>
              <a:spcBef>
                <a:spcPct val="80000"/>
              </a:spcBef>
              <a:buFont typeface="Wingdings" pitchFamily="2" charset="2"/>
              <a:buNone/>
            </a:pPr>
            <a:r>
              <a:rPr lang="en-US" altLang="zh-CN" b="1" smtClean="0">
                <a:latin typeface="Times New Roman" pitchFamily="18" charset="0"/>
                <a:ea typeface="华文新魏" pitchFamily="2" charset="-122"/>
              </a:rPr>
              <a:t>{a，b，c，d}</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a:t>
            </a:r>
            <a:r>
              <a:rPr lang="en-US" altLang="zh-CN" b="1" smtClean="0">
                <a:solidFill>
                  <a:schemeClr val="hlink"/>
                </a:solidFill>
                <a:latin typeface="Times New Roman" pitchFamily="18" charset="0"/>
                <a:ea typeface="华文新魏" pitchFamily="2" charset="-122"/>
              </a:rPr>
              <a:t>ε</a:t>
            </a:r>
            <a:r>
              <a:rPr lang="en-US" altLang="zh-CN" b="1" smtClean="0">
                <a:latin typeface="Times New Roman" pitchFamily="18" charset="0"/>
                <a:ea typeface="华文新魏" pitchFamily="2" charset="-122"/>
              </a:rPr>
              <a:t>，a，b，c，d，aa，ab，ac，ad，ba，bb，bc，bd，…，aaa，aab，aac，aad，aba，abb，abc，…}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0396611-2711-446E-A5D3-469832D03001}" type="datetime1">
              <a:rPr lang="zh-CN" altLang="en-US"/>
              <a:pPr/>
              <a:t>2017/2/24</a:t>
            </a:fld>
            <a:endParaRPr lang="en-US" altLang="zh-CN"/>
          </a:p>
        </p:txBody>
      </p:sp>
      <p:sp>
        <p:nvSpPr>
          <p:cNvPr id="2048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F4E6858A-72A2-4BC3-B055-9AD191D56D9F}" type="slidenum">
              <a:rPr lang="zh-CN" altLang="en-US"/>
              <a:pPr/>
              <a:t>15</a:t>
            </a:fld>
            <a:endParaRPr lang="en-US" altLang="zh-CN"/>
          </a:p>
        </p:txBody>
      </p:sp>
      <p:sp>
        <p:nvSpPr>
          <p:cNvPr id="20484" name="Rectangle 2"/>
          <p:cNvSpPr>
            <a:spLocks noGrp="1" noRot="1" noChangeArrowheads="1"/>
          </p:cNvSpPr>
          <p:nvPr>
            <p:ph type="title"/>
          </p:nvPr>
        </p:nvSpPr>
        <p:spPr>
          <a:xfrm>
            <a:off x="460375" y="620713"/>
            <a:ext cx="4425950" cy="1071562"/>
          </a:xfrm>
        </p:spPr>
        <p:txBody>
          <a:bodyPr/>
          <a:lstStyle/>
          <a:p>
            <a:pPr eaLnBrk="1" hangingPunct="1"/>
            <a:r>
              <a:rPr lang="zh-CN" altLang="en-US" b="1" smtClean="0">
                <a:latin typeface="Times New Roman" pitchFamily="18" charset="0"/>
                <a:ea typeface="华文新魏" pitchFamily="2" charset="-122"/>
              </a:rPr>
              <a:t>2.2 基本定义</a:t>
            </a:r>
          </a:p>
        </p:txBody>
      </p:sp>
      <p:sp>
        <p:nvSpPr>
          <p:cNvPr id="440323" name="Rectangle 3"/>
          <p:cNvSpPr>
            <a:spLocks noGrp="1" noRot="1" noChangeArrowheads="1"/>
          </p:cNvSpPr>
          <p:nvPr>
            <p:ph type="body" idx="1"/>
          </p:nvPr>
        </p:nvSpPr>
        <p:spPr>
          <a:xfrm>
            <a:off x="900113" y="1905000"/>
            <a:ext cx="8015287" cy="4572000"/>
          </a:xfrm>
        </p:spPr>
        <p:txBody>
          <a:bodyPr/>
          <a:lstStyle/>
          <a:p>
            <a:pPr marL="0" indent="0" eaLnBrk="1" hangingPunct="1">
              <a:buFont typeface="Wingdings" pitchFamily="2" charset="2"/>
              <a:buNone/>
            </a:pPr>
            <a:r>
              <a:rPr lang="zh-CN" altLang="en-US" b="1" smtClean="0">
                <a:latin typeface="Times New Roman" pitchFamily="18" charset="0"/>
                <a:ea typeface="华文新魏" pitchFamily="2" charset="-122"/>
              </a:rPr>
              <a:t>定义</a:t>
            </a:r>
            <a:r>
              <a:rPr lang="en-US" altLang="zh-CN" b="1" smtClean="0">
                <a:latin typeface="Times New Roman" pitchFamily="18" charset="0"/>
                <a:ea typeface="华文新魏" pitchFamily="2" charset="-122"/>
              </a:rPr>
              <a:t>6   </a:t>
            </a:r>
            <a:r>
              <a:rPr lang="zh-CN" altLang="en-US" b="1" smtClean="0">
                <a:latin typeface="Times New Roman" pitchFamily="18" charset="0"/>
                <a:ea typeface="华文新魏" pitchFamily="2" charset="-122"/>
              </a:rPr>
              <a:t>设∑是一个字母表，</a:t>
            </a:r>
            <a:r>
              <a:rPr lang="zh-CN" altLang="en-US" b="1" smtClean="0">
                <a:latin typeface="Times New Roman" pitchFamily="18" charset="0"/>
                <a:ea typeface="华文新魏" pitchFamily="2" charset="-122"/>
                <a:sym typeface="Symbol" pitchFamily="18" charset="2"/>
              </a:rPr>
              <a:t></a:t>
            </a:r>
            <a:r>
              <a:rPr lang="en-US" altLang="zh-CN" b="1" smtClean="0">
                <a:latin typeface="Times New Roman" pitchFamily="18" charset="0"/>
                <a:ea typeface="华文新魏" pitchFamily="2" charset="-122"/>
              </a:rPr>
              <a:t>L </a:t>
            </a:r>
            <a:r>
              <a:rPr lang="en-US" altLang="zh-CN" b="1" smtClean="0">
                <a:latin typeface="Times New Roman" pitchFamily="18" charset="0"/>
                <a:ea typeface="华文新魏" pitchFamily="2" charset="-122"/>
                <a:sym typeface="Symbol" pitchFamily="18" charset="2"/>
              </a:rPr>
              <a:t></a:t>
            </a:r>
            <a:r>
              <a:rPr lang="en-US" altLang="zh-CN" b="1" smtClean="0">
                <a:latin typeface="Times New Roman" pitchFamily="18" charset="0"/>
                <a:ea typeface="华文新魏" pitchFamily="2" charset="-122"/>
              </a:rPr>
              <a:t> ∑</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，L</a:t>
            </a:r>
            <a:r>
              <a:rPr lang="zh-CN" altLang="en-US" b="1" smtClean="0">
                <a:latin typeface="Times New Roman" pitchFamily="18" charset="0"/>
                <a:ea typeface="华文新魏" pitchFamily="2" charset="-122"/>
              </a:rPr>
              <a:t>称为字母表∑上的一个</a:t>
            </a:r>
            <a:r>
              <a:rPr lang="zh-CN" altLang="en-US" b="1" smtClean="0">
                <a:solidFill>
                  <a:schemeClr val="hlink"/>
                </a:solidFill>
                <a:latin typeface="Times New Roman" pitchFamily="18" charset="0"/>
                <a:ea typeface="华文新魏" pitchFamily="2" charset="-122"/>
              </a:rPr>
              <a:t>语言</a:t>
            </a:r>
            <a:r>
              <a:rPr lang="en-US" altLang="zh-CN" b="1" smtClean="0">
                <a:latin typeface="Times New Roman" pitchFamily="18" charset="0"/>
                <a:ea typeface="华文新魏" pitchFamily="2" charset="-122"/>
              </a:rPr>
              <a:t>(Language )，</a:t>
            </a:r>
            <a:r>
              <a:rPr lang="en-US" altLang="zh-CN" b="1" smtClean="0">
                <a:latin typeface="Times New Roman" pitchFamily="18" charset="0"/>
                <a:ea typeface="华文新魏" pitchFamily="2" charset="-122"/>
                <a:sym typeface="Symbol" pitchFamily="18" charset="2"/>
              </a:rPr>
              <a:t></a:t>
            </a:r>
            <a:r>
              <a:rPr lang="en-US" altLang="zh-CN" b="1" smtClean="0">
                <a:latin typeface="Times New Roman" pitchFamily="18" charset="0"/>
                <a:ea typeface="华文新魏" pitchFamily="2" charset="-122"/>
              </a:rPr>
              <a:t>x∈L，x</a:t>
            </a:r>
            <a:r>
              <a:rPr lang="zh-CN" altLang="en-US" b="1" smtClean="0">
                <a:latin typeface="Times New Roman" pitchFamily="18" charset="0"/>
                <a:ea typeface="华文新魏" pitchFamily="2" charset="-122"/>
              </a:rPr>
              <a:t>叫做</a:t>
            </a:r>
            <a:r>
              <a:rPr lang="en-US" altLang="zh-CN" b="1" smtClean="0">
                <a:latin typeface="Times New Roman" pitchFamily="18" charset="0"/>
                <a:ea typeface="华文新魏" pitchFamily="2" charset="-122"/>
              </a:rPr>
              <a:t>L</a:t>
            </a:r>
            <a:r>
              <a:rPr lang="zh-CN" altLang="en-US" b="1" smtClean="0">
                <a:latin typeface="Times New Roman" pitchFamily="18" charset="0"/>
                <a:ea typeface="华文新魏" pitchFamily="2" charset="-122"/>
              </a:rPr>
              <a:t>的一个</a:t>
            </a:r>
            <a:r>
              <a:rPr lang="zh-CN" altLang="en-US" b="1" smtClean="0">
                <a:solidFill>
                  <a:schemeClr val="hlink"/>
                </a:solidFill>
                <a:latin typeface="Times New Roman" pitchFamily="18" charset="0"/>
                <a:ea typeface="华文新魏" pitchFamily="2" charset="-122"/>
              </a:rPr>
              <a:t>句子</a:t>
            </a:r>
            <a:r>
              <a:rPr lang="zh-CN" altLang="en-US" sz="2800" b="1" smtClean="0">
                <a:latin typeface="Times New Roman" pitchFamily="18" charset="0"/>
                <a:ea typeface="华文新魏" pitchFamily="2" charset="-122"/>
              </a:rPr>
              <a:t>。</a:t>
            </a:r>
          </a:p>
          <a:p>
            <a:pPr marL="0" indent="0" eaLnBrk="1" hangingPunct="1">
              <a:spcBef>
                <a:spcPct val="100000"/>
              </a:spcBef>
            </a:pPr>
            <a:r>
              <a:rPr lang="zh-CN" altLang="en-US" sz="2800" b="1" smtClean="0">
                <a:latin typeface="Times New Roman" pitchFamily="18" charset="0"/>
                <a:ea typeface="华文新魏" pitchFamily="2" charset="-122"/>
              </a:rPr>
              <a:t>例：  ∑</a:t>
            </a:r>
            <a:r>
              <a:rPr lang="en-US" altLang="zh-CN" sz="2800" b="1" smtClean="0">
                <a:latin typeface="Times New Roman" pitchFamily="18" charset="0"/>
                <a:ea typeface="华文新魏" pitchFamily="2" charset="-122"/>
              </a:rPr>
              <a:t>={0</a:t>
            </a:r>
            <a:r>
              <a:rPr lang="zh-CN" altLang="en-US" sz="2800" b="1" smtClean="0">
                <a:latin typeface="Times New Roman" pitchFamily="18" charset="0"/>
                <a:ea typeface="华文新魏" pitchFamily="2" charset="-122"/>
              </a:rPr>
              <a:t>，1}上的语言</a:t>
            </a:r>
          </a:p>
          <a:p>
            <a:pPr marL="0" indent="0" eaLnBrk="1" hangingPunct="1">
              <a:buFont typeface="Wingdings" pitchFamily="2" charset="2"/>
              <a:buNone/>
            </a:pPr>
            <a:r>
              <a:rPr lang="zh-CN" altLang="en-US" sz="2800" b="1" smtClean="0">
                <a:latin typeface="Times New Roman" pitchFamily="18" charset="0"/>
                <a:ea typeface="华文新魏" pitchFamily="2" charset="-122"/>
              </a:rPr>
              <a:t>{0，1}；{00，11}；{0，1，00，11}</a:t>
            </a:r>
          </a:p>
          <a:p>
            <a:pPr marL="0" indent="0" eaLnBrk="1" hangingPunct="1">
              <a:buFont typeface="Wingdings" pitchFamily="2" charset="2"/>
              <a:buNone/>
            </a:pPr>
            <a:r>
              <a:rPr lang="zh-CN" altLang="en-US" sz="2800" b="1" smtClean="0">
                <a:latin typeface="Times New Roman" pitchFamily="18" charset="0"/>
                <a:ea typeface="华文新魏" pitchFamily="2" charset="-122"/>
              </a:rPr>
              <a:t>{00，11，01，10}</a:t>
            </a:r>
          </a:p>
          <a:p>
            <a:pPr marL="0" indent="0" eaLnBrk="1" hangingPunct="1">
              <a:buFont typeface="Wingdings" pitchFamily="2" charset="2"/>
              <a:buNone/>
            </a:pPr>
            <a:r>
              <a:rPr lang="zh-CN" altLang="en-US" sz="2800" b="1" smtClean="0">
                <a:latin typeface="Times New Roman" pitchFamily="18" charset="0"/>
                <a:ea typeface="华文新魏" pitchFamily="2" charset="-122"/>
              </a:rPr>
              <a:t>{00，11}</a:t>
            </a:r>
            <a:r>
              <a:rPr lang="zh-CN" altLang="en-US" sz="2800" b="1" baseline="30000" smtClean="0">
                <a:latin typeface="Times New Roman" pitchFamily="18" charset="0"/>
                <a:ea typeface="华文新魏" pitchFamily="2" charset="-122"/>
              </a:rPr>
              <a:t>* </a:t>
            </a:r>
            <a:r>
              <a:rPr lang="zh-CN" altLang="en-US" sz="2800" b="1" smtClean="0">
                <a:latin typeface="Times New Roman" pitchFamily="18" charset="0"/>
                <a:ea typeface="华文新魏" pitchFamily="2" charset="-122"/>
              </a:rPr>
              <a:t>；{01，10}</a:t>
            </a:r>
            <a:r>
              <a:rPr lang="zh-CN" altLang="en-US" sz="2800" b="1" baseline="30000" smtClean="0">
                <a:latin typeface="Times New Roman" pitchFamily="18" charset="0"/>
                <a:ea typeface="华文新魏" pitchFamily="2" charset="-122"/>
              </a:rPr>
              <a:t>*</a:t>
            </a:r>
          </a:p>
          <a:p>
            <a:pPr marL="0" indent="0" eaLnBrk="1" hangingPunct="1">
              <a:buFont typeface="Wingdings" pitchFamily="2" charset="2"/>
              <a:buNone/>
            </a:pPr>
            <a:r>
              <a:rPr lang="zh-CN" altLang="en-US" sz="2800" b="1" smtClean="0">
                <a:latin typeface="Times New Roman" pitchFamily="18" charset="0"/>
                <a:ea typeface="华文新魏" pitchFamily="2" charset="-122"/>
              </a:rPr>
              <a:t>{00，11，01，10}</a:t>
            </a:r>
            <a:r>
              <a:rPr lang="zh-CN" altLang="en-US" sz="2800" b="1" baseline="30000" smtClean="0">
                <a:latin typeface="Times New Roman" pitchFamily="18" charset="0"/>
                <a:ea typeface="华文新魏" pitchFamily="2" charset="-122"/>
              </a:rPr>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917E8F3-D93E-4FEA-8E61-6B9D12EB2FBB}" type="datetime1">
              <a:rPr lang="zh-CN" altLang="en-US"/>
              <a:pPr/>
              <a:t>2017/2/24</a:t>
            </a:fld>
            <a:endParaRPr lang="en-US" altLang="zh-CN"/>
          </a:p>
        </p:txBody>
      </p:sp>
      <p:sp>
        <p:nvSpPr>
          <p:cNvPr id="2150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45A34B8-7E86-4373-8F2F-7D14AA20C09A}" type="slidenum">
              <a:rPr lang="zh-CN" altLang="en-US"/>
              <a:pPr/>
              <a:t>16</a:t>
            </a:fld>
            <a:endParaRPr lang="en-US" altLang="zh-CN"/>
          </a:p>
        </p:txBody>
      </p:sp>
      <p:sp>
        <p:nvSpPr>
          <p:cNvPr id="21508" name="Rectangle 2"/>
          <p:cNvSpPr>
            <a:spLocks noGrp="1" noRot="1" noChangeArrowheads="1"/>
          </p:cNvSpPr>
          <p:nvPr>
            <p:ph type="title"/>
          </p:nvPr>
        </p:nvSpPr>
        <p:spPr>
          <a:xfrm>
            <a:off x="914400" y="838200"/>
            <a:ext cx="7473950" cy="838200"/>
          </a:xfrm>
        </p:spPr>
        <p:txBody>
          <a:bodyPr/>
          <a:lstStyle/>
          <a:p>
            <a:pPr eaLnBrk="1" hangingPunct="1"/>
            <a:r>
              <a:rPr lang="zh-CN" altLang="en-US" b="1" smtClean="0">
                <a:latin typeface="Times New Roman" pitchFamily="18" charset="0"/>
                <a:ea typeface="华文新魏" pitchFamily="2" charset="-122"/>
              </a:rPr>
              <a:t>2.2 基本定义</a:t>
            </a:r>
          </a:p>
        </p:txBody>
      </p:sp>
      <p:sp>
        <p:nvSpPr>
          <p:cNvPr id="21509" name="Rectangle 3"/>
          <p:cNvSpPr>
            <a:spLocks noGrp="1" noRot="1" noChangeArrowheads="1"/>
          </p:cNvSpPr>
          <p:nvPr>
            <p:ph type="body" idx="1"/>
          </p:nvPr>
        </p:nvSpPr>
        <p:spPr>
          <a:xfrm>
            <a:off x="685800" y="1981200"/>
            <a:ext cx="7924800" cy="4400550"/>
          </a:xfrm>
        </p:spPr>
        <p:txBody>
          <a:bodyPr/>
          <a:lstStyle/>
          <a:p>
            <a:pPr eaLnBrk="1" hangingPunct="1">
              <a:lnSpc>
                <a:spcPct val="80000"/>
              </a:lnSpc>
              <a:spcBef>
                <a:spcPct val="50000"/>
              </a:spcBef>
              <a:buClrTx/>
              <a:buSzTx/>
              <a:buFontTx/>
              <a:buNone/>
            </a:pPr>
            <a:r>
              <a:rPr kumimoji="1" lang="zh-CN" altLang="en-US" sz="2800" b="1" smtClean="0">
                <a:latin typeface="Times New Roman" pitchFamily="18" charset="0"/>
                <a:ea typeface="华文新魏" pitchFamily="2" charset="-122"/>
              </a:rPr>
              <a:t>设</a:t>
            </a:r>
            <a:r>
              <a:rPr lang="en-US" altLang="zh-CN" sz="2800" b="1" smtClean="0">
                <a:latin typeface="Times New Roman" pitchFamily="18" charset="0"/>
                <a:ea typeface="华文新魏" pitchFamily="2" charset="-122"/>
              </a:rPr>
              <a:t>s</a:t>
            </a:r>
            <a:r>
              <a:rPr kumimoji="1" lang="zh-CN" altLang="en-US" sz="2800" b="1" smtClean="0">
                <a:latin typeface="Times New Roman" pitchFamily="18" charset="0"/>
                <a:ea typeface="华文新魏" pitchFamily="2" charset="-122"/>
              </a:rPr>
              <a:t>是</a:t>
            </a:r>
            <a:r>
              <a:rPr lang="zh-CN" altLang="en-US" sz="2800" b="1" smtClean="0">
                <a:latin typeface="Times New Roman" pitchFamily="18" charset="0"/>
                <a:ea typeface="华文新魏" pitchFamily="2" charset="-122"/>
              </a:rPr>
              <a:t>字符串：01290273</a:t>
            </a:r>
          </a:p>
          <a:p>
            <a:pPr eaLnBrk="1" hangingPunct="1">
              <a:lnSpc>
                <a:spcPct val="80000"/>
              </a:lnSpc>
              <a:spcBef>
                <a:spcPct val="50000"/>
              </a:spcBef>
              <a:buClrTx/>
              <a:buSzTx/>
              <a:buFontTx/>
              <a:buNone/>
            </a:pPr>
            <a:r>
              <a:rPr lang="zh-CN" altLang="en-US" sz="2800" b="1" smtClean="0">
                <a:solidFill>
                  <a:schemeClr val="hlink"/>
                </a:solidFill>
                <a:latin typeface="Times New Roman" pitchFamily="18" charset="0"/>
                <a:ea typeface="华文新魏" pitchFamily="2" charset="-122"/>
              </a:rPr>
              <a:t>前缀</a:t>
            </a:r>
            <a:r>
              <a:rPr lang="zh-CN" altLang="en-US" sz="2800" b="1" smtClean="0">
                <a:latin typeface="Times New Roman" pitchFamily="18" charset="0"/>
                <a:ea typeface="华文新魏" pitchFamily="2" charset="-122"/>
              </a:rPr>
              <a:t>：移走</a:t>
            </a:r>
            <a:r>
              <a:rPr lang="en-US" altLang="zh-CN" sz="2800" b="1" smtClean="0">
                <a:latin typeface="Times New Roman" pitchFamily="18" charset="0"/>
                <a:ea typeface="华文新魏" pitchFamily="2" charset="-122"/>
              </a:rPr>
              <a:t>s</a:t>
            </a:r>
            <a:r>
              <a:rPr lang="zh-CN" altLang="en-US" sz="2800" b="1" smtClean="0">
                <a:latin typeface="Times New Roman" pitchFamily="18" charset="0"/>
                <a:ea typeface="华文新魏" pitchFamily="2" charset="-122"/>
              </a:rPr>
              <a:t>的尾部的若干</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含零</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个字符</a:t>
            </a:r>
          </a:p>
          <a:p>
            <a:pPr eaLnBrk="1" hangingPunct="1">
              <a:lnSpc>
                <a:spcPct val="80000"/>
              </a:lnSpc>
              <a:spcBef>
                <a:spcPct val="50000"/>
              </a:spcBef>
              <a:buClrTx/>
              <a:buSzTx/>
              <a:buFontTx/>
              <a:buNone/>
            </a:pPr>
            <a:r>
              <a:rPr lang="zh-CN" altLang="en-US" sz="2800" b="1" smtClean="0">
                <a:solidFill>
                  <a:schemeClr val="hlink"/>
                </a:solidFill>
                <a:latin typeface="Times New Roman" pitchFamily="18" charset="0"/>
                <a:ea typeface="华文新魏" pitchFamily="2" charset="-122"/>
              </a:rPr>
              <a:t>后缀</a:t>
            </a:r>
            <a:r>
              <a:rPr lang="zh-CN" altLang="en-US" sz="2800" b="1" smtClean="0">
                <a:latin typeface="Times New Roman" pitchFamily="18" charset="0"/>
                <a:ea typeface="华文新魏" pitchFamily="2" charset="-122"/>
              </a:rPr>
              <a:t>：删去</a:t>
            </a:r>
            <a:r>
              <a:rPr lang="en-US" altLang="zh-CN" sz="2800" b="1" smtClean="0">
                <a:latin typeface="Times New Roman" pitchFamily="18" charset="0"/>
                <a:ea typeface="华文新魏" pitchFamily="2" charset="-122"/>
              </a:rPr>
              <a:t>s</a:t>
            </a:r>
            <a:r>
              <a:rPr lang="zh-CN" altLang="en-US" sz="2800" b="1" smtClean="0">
                <a:latin typeface="Times New Roman" pitchFamily="18" charset="0"/>
                <a:ea typeface="华文新魏" pitchFamily="2" charset="-122"/>
              </a:rPr>
              <a:t>的头部的若干</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含零</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个字符</a:t>
            </a:r>
          </a:p>
          <a:p>
            <a:pPr eaLnBrk="1" hangingPunct="1">
              <a:lnSpc>
                <a:spcPct val="80000"/>
              </a:lnSpc>
              <a:spcBef>
                <a:spcPct val="50000"/>
              </a:spcBef>
              <a:buClrTx/>
              <a:buSzTx/>
              <a:buFontTx/>
              <a:buNone/>
            </a:pPr>
            <a:r>
              <a:rPr lang="zh-CN" altLang="en-US" sz="2800" b="1" smtClean="0">
                <a:solidFill>
                  <a:schemeClr val="hlink"/>
                </a:solidFill>
                <a:latin typeface="Times New Roman" pitchFamily="18" charset="0"/>
                <a:ea typeface="华文新魏" pitchFamily="2" charset="-122"/>
              </a:rPr>
              <a:t>子串</a:t>
            </a:r>
            <a:r>
              <a:rPr lang="zh-CN" altLang="en-US" sz="2800" b="1" smtClean="0">
                <a:latin typeface="Times New Roman" pitchFamily="18" charset="0"/>
                <a:ea typeface="华文新魏" pitchFamily="2" charset="-122"/>
              </a:rPr>
              <a:t>：从</a:t>
            </a:r>
            <a:r>
              <a:rPr lang="en-US" altLang="zh-CN" sz="2800" b="1" smtClean="0">
                <a:latin typeface="Times New Roman" pitchFamily="18" charset="0"/>
                <a:ea typeface="华文新魏" pitchFamily="2" charset="-122"/>
              </a:rPr>
              <a:t>s</a:t>
            </a:r>
            <a:r>
              <a:rPr lang="zh-CN" altLang="en-US" sz="2800" b="1" smtClean="0">
                <a:latin typeface="Times New Roman" pitchFamily="18" charset="0"/>
                <a:ea typeface="华文新魏" pitchFamily="2" charset="-122"/>
              </a:rPr>
              <a:t>中删去一个前缀和一个后缀</a:t>
            </a:r>
            <a:endParaRPr lang="zh-CN" altLang="zh-CN" sz="2800" b="1" smtClean="0">
              <a:latin typeface="Times New Roman" pitchFamily="18" charset="0"/>
              <a:ea typeface="华文新魏" pitchFamily="2" charset="-122"/>
            </a:endParaRPr>
          </a:p>
          <a:p>
            <a:pPr eaLnBrk="1" hangingPunct="1">
              <a:lnSpc>
                <a:spcPct val="80000"/>
              </a:lnSpc>
              <a:spcBef>
                <a:spcPct val="50000"/>
              </a:spcBef>
              <a:buClrTx/>
              <a:buSzTx/>
              <a:buFontTx/>
              <a:buNone/>
            </a:pPr>
            <a:r>
              <a:rPr lang="zh-CN" altLang="en-US" sz="2800" b="1" i="1" smtClean="0">
                <a:solidFill>
                  <a:schemeClr val="hlink"/>
                </a:solidFill>
                <a:latin typeface="Times New Roman" pitchFamily="18" charset="0"/>
                <a:ea typeface="华文新魏" pitchFamily="2" charset="-122"/>
              </a:rPr>
              <a:t>子序列</a:t>
            </a:r>
            <a:r>
              <a:rPr lang="zh-CN" altLang="en-US" sz="2800" b="1" i="1" smtClean="0">
                <a:latin typeface="Times New Roman" pitchFamily="18" charset="0"/>
                <a:ea typeface="华文新魏" pitchFamily="2" charset="-122"/>
              </a:rPr>
              <a:t>: 从</a:t>
            </a:r>
            <a:r>
              <a:rPr lang="en-US" altLang="zh-CN" sz="2800" b="1" i="1" smtClean="0">
                <a:latin typeface="Times New Roman" pitchFamily="18" charset="0"/>
                <a:ea typeface="华文新魏" pitchFamily="2" charset="-122"/>
              </a:rPr>
              <a:t>s</a:t>
            </a:r>
            <a:r>
              <a:rPr lang="zh-CN" altLang="en-US" sz="2800" b="1" i="1" smtClean="0">
                <a:latin typeface="Times New Roman" pitchFamily="18" charset="0"/>
                <a:ea typeface="华文新魏" pitchFamily="2" charset="-122"/>
              </a:rPr>
              <a:t>中删去零个或多于零个字符</a:t>
            </a:r>
            <a:r>
              <a:rPr lang="en-US" altLang="zh-CN" sz="2800" b="1" i="1" smtClean="0">
                <a:latin typeface="Times New Roman" pitchFamily="18" charset="0"/>
                <a:ea typeface="华文新魏" pitchFamily="2" charset="-122"/>
              </a:rPr>
              <a:t>(</a:t>
            </a:r>
            <a:r>
              <a:rPr lang="zh-CN" altLang="en-US" sz="2800" b="1" i="1" smtClean="0">
                <a:latin typeface="Times New Roman" pitchFamily="18" charset="0"/>
                <a:ea typeface="华文新魏" pitchFamily="2" charset="-122"/>
              </a:rPr>
              <a:t>这些字符不要求是连续的</a:t>
            </a:r>
            <a:r>
              <a:rPr lang="en-US" altLang="zh-CN" sz="2800" b="1" i="1" smtClean="0">
                <a:latin typeface="Times New Roman" pitchFamily="18" charset="0"/>
                <a:ea typeface="华文新魏" pitchFamily="2" charset="-122"/>
              </a:rPr>
              <a:t>)</a:t>
            </a:r>
          </a:p>
          <a:p>
            <a:pPr eaLnBrk="1" hangingPunct="1">
              <a:lnSpc>
                <a:spcPct val="80000"/>
              </a:lnSpc>
              <a:spcBef>
                <a:spcPct val="50000"/>
              </a:spcBef>
              <a:buClrTx/>
              <a:buSzTx/>
              <a:buFontTx/>
              <a:buNone/>
            </a:pPr>
            <a:r>
              <a:rPr lang="zh-CN" altLang="en-US" sz="2800" b="1" smtClean="0">
                <a:solidFill>
                  <a:schemeClr val="hlink"/>
                </a:solidFill>
                <a:latin typeface="Times New Roman" pitchFamily="18" charset="0"/>
                <a:ea typeface="华文新魏" pitchFamily="2" charset="-122"/>
              </a:rPr>
              <a:t>长度</a:t>
            </a:r>
            <a:r>
              <a:rPr lang="zh-CN" altLang="en-US" sz="2800" b="1" smtClean="0">
                <a:latin typeface="Times New Roman" pitchFamily="18" charset="0"/>
                <a:ea typeface="华文新魏" pitchFamily="2" charset="-122"/>
              </a:rPr>
              <a:t>：是该字符串中的字符</a:t>
            </a:r>
            <a:r>
              <a:rPr lang="zh-CN" altLang="en-US" sz="2800" b="1" smtClean="0">
                <a:solidFill>
                  <a:srgbClr val="CD1C09"/>
                </a:solidFill>
                <a:latin typeface="Times New Roman" pitchFamily="18" charset="0"/>
                <a:ea typeface="华文新魏" pitchFamily="2" charset="-122"/>
              </a:rPr>
              <a:t>出现</a:t>
            </a:r>
            <a:r>
              <a:rPr lang="zh-CN" altLang="en-US" sz="2800" b="1" smtClean="0">
                <a:latin typeface="Times New Roman" pitchFamily="18" charset="0"/>
                <a:ea typeface="华文新魏" pitchFamily="2" charset="-122"/>
              </a:rPr>
              <a:t>的个数。</a:t>
            </a:r>
            <a:endParaRPr lang="en-US" altLang="zh-CN" sz="2800" b="1" smtClean="0">
              <a:latin typeface="Times New Roman" pitchFamily="18" charset="0"/>
              <a:ea typeface="华文新魏" pitchFamily="2" charset="-122"/>
            </a:endParaRPr>
          </a:p>
          <a:p>
            <a:pPr eaLnBrk="1" hangingPunct="1">
              <a:lnSpc>
                <a:spcPct val="80000"/>
              </a:lnSpc>
              <a:spcBef>
                <a:spcPct val="50000"/>
              </a:spcBef>
              <a:buClrTx/>
              <a:buSzTx/>
              <a:buFontTx/>
              <a:buNone/>
            </a:pPr>
            <a:r>
              <a:rPr lang="en-US" altLang="zh-CN" sz="2800" b="1" smtClean="0">
                <a:latin typeface="Times New Roman" pitchFamily="18" charset="0"/>
                <a:ea typeface="华文新魏" pitchFamily="2" charset="-122"/>
              </a:rPr>
              <a:t>		</a:t>
            </a:r>
            <a:r>
              <a:rPr lang="zh-CN" altLang="en-US" sz="2800" b="1" smtClean="0">
                <a:latin typeface="Times New Roman" pitchFamily="18" charset="0"/>
                <a:ea typeface="华文新魏" pitchFamily="2" charset="-122"/>
              </a:rPr>
              <a:t>例如|</a:t>
            </a:r>
            <a:r>
              <a:rPr lang="en-US" altLang="zh-CN" sz="2800" b="1" smtClean="0">
                <a:latin typeface="Times New Roman" pitchFamily="18" charset="0"/>
                <a:ea typeface="华文新魏" pitchFamily="2" charset="-122"/>
              </a:rPr>
              <a:t>aab|=3, |</a:t>
            </a:r>
            <a:r>
              <a:rPr lang="zh-CN" altLang="en-US" sz="2800" b="1" smtClean="0">
                <a:latin typeface="Times New Roman" pitchFamily="18" charset="0"/>
                <a:ea typeface="华文新魏" pitchFamily="2" charset="-122"/>
              </a:rPr>
              <a:t> 01290273 </a:t>
            </a:r>
            <a:r>
              <a:rPr lang="en-US" altLang="zh-CN" sz="2800" b="1" smtClean="0">
                <a:latin typeface="Times New Roman" pitchFamily="18" charset="0"/>
                <a:ea typeface="华文新魏" pitchFamily="2" charset="-122"/>
              </a:rPr>
              <a:t>|=8, |ε|=0</a:t>
            </a:r>
            <a:endParaRPr lang="zh-CN" altLang="en-US" sz="2800" b="1" smtClean="0">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97688E9-8512-447B-A5E3-5D83C8AE6068}" type="datetime1">
              <a:rPr lang="zh-CN" altLang="en-US"/>
              <a:pPr/>
              <a:t>2017/2/24</a:t>
            </a:fld>
            <a:endParaRPr lang="en-US" altLang="zh-CN"/>
          </a:p>
        </p:txBody>
      </p:sp>
      <p:sp>
        <p:nvSpPr>
          <p:cNvPr id="2253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F0947378-96ED-426D-9A79-876610D89DC1}" type="slidenum">
              <a:rPr lang="zh-CN" altLang="en-US"/>
              <a:pPr/>
              <a:t>17</a:t>
            </a:fld>
            <a:endParaRPr lang="en-US" altLang="zh-CN"/>
          </a:p>
        </p:txBody>
      </p:sp>
      <p:sp>
        <p:nvSpPr>
          <p:cNvPr id="22532" name="Rectangle 2"/>
          <p:cNvSpPr>
            <a:spLocks noGrp="1" noRot="1" noChangeArrowheads="1"/>
          </p:cNvSpPr>
          <p:nvPr>
            <p:ph type="title"/>
          </p:nvPr>
        </p:nvSpPr>
        <p:spPr>
          <a:xfrm>
            <a:off x="914400" y="838200"/>
            <a:ext cx="4487863" cy="838200"/>
          </a:xfrm>
        </p:spPr>
        <p:txBody>
          <a:bodyPr/>
          <a:lstStyle/>
          <a:p>
            <a:pPr eaLnBrk="1" hangingPunct="1"/>
            <a:r>
              <a:rPr lang="zh-CN" altLang="en-US" b="1" smtClean="0">
                <a:solidFill>
                  <a:srgbClr val="000099"/>
                </a:solidFill>
                <a:latin typeface="Times New Roman" pitchFamily="18" charset="0"/>
                <a:ea typeface="华文新魏" pitchFamily="2" charset="-122"/>
              </a:rPr>
              <a:t>2.2 基本定义</a:t>
            </a:r>
          </a:p>
        </p:txBody>
      </p:sp>
      <p:sp>
        <p:nvSpPr>
          <p:cNvPr id="442371" name="Rectangle 3"/>
          <p:cNvSpPr>
            <a:spLocks noGrp="1" noRot="1" noChangeArrowheads="1"/>
          </p:cNvSpPr>
          <p:nvPr>
            <p:ph type="body" idx="1"/>
          </p:nvPr>
        </p:nvSpPr>
        <p:spPr>
          <a:xfrm>
            <a:off x="539750" y="1981200"/>
            <a:ext cx="8223250" cy="4616450"/>
          </a:xfrm>
        </p:spPr>
        <p:txBody>
          <a:bodyPr/>
          <a:lstStyle/>
          <a:p>
            <a:pPr eaLnBrk="1" hangingPunct="1">
              <a:lnSpc>
                <a:spcPct val="90000"/>
              </a:lnSpc>
              <a:spcBef>
                <a:spcPct val="50000"/>
              </a:spcBef>
              <a:buClrTx/>
              <a:buSzTx/>
              <a:buFont typeface="Wingdings" pitchFamily="2" charset="2"/>
              <a:buNone/>
            </a:pPr>
            <a:r>
              <a:rPr lang="zh-CN" altLang="en-US" sz="2800" b="1" smtClean="0">
                <a:latin typeface="Times New Roman" pitchFamily="18" charset="0"/>
                <a:ea typeface="华文新魏" pitchFamily="2" charset="-122"/>
              </a:rPr>
              <a:t>定义 </a:t>
            </a:r>
            <a:r>
              <a:rPr lang="en-US" altLang="zh-CN" sz="2800" b="1" smtClean="0">
                <a:latin typeface="Times New Roman" pitchFamily="18" charset="0"/>
                <a:ea typeface="华文新魏" pitchFamily="2" charset="-122"/>
              </a:rPr>
              <a:t>7  </a:t>
            </a:r>
            <a:r>
              <a:rPr kumimoji="1" lang="zh-CN" altLang="en-US" sz="2800" b="1" smtClean="0">
                <a:latin typeface="Times New Roman" pitchFamily="18" charset="0"/>
                <a:ea typeface="华文新魏" pitchFamily="2" charset="-122"/>
              </a:rPr>
              <a:t>字符串</a:t>
            </a:r>
            <a:r>
              <a:rPr kumimoji="1" lang="en-US" altLang="zh-CN" sz="2800" b="1" smtClean="0">
                <a:latin typeface="Times New Roman" pitchFamily="18" charset="0"/>
                <a:ea typeface="华文新魏" pitchFamily="2" charset="-122"/>
              </a:rPr>
              <a:t>x</a:t>
            </a:r>
            <a:r>
              <a:rPr kumimoji="1" lang="zh-CN" altLang="en-US" sz="2800" b="1" smtClean="0">
                <a:latin typeface="Times New Roman" pitchFamily="18" charset="0"/>
                <a:ea typeface="华文新魏" pitchFamily="2" charset="-122"/>
              </a:rPr>
              <a:t>和</a:t>
            </a:r>
            <a:r>
              <a:rPr kumimoji="1" lang="en-US" altLang="zh-CN" sz="2800" b="1" smtClean="0">
                <a:latin typeface="Times New Roman" pitchFamily="18" charset="0"/>
                <a:ea typeface="华文新魏" pitchFamily="2" charset="-122"/>
              </a:rPr>
              <a:t>y</a:t>
            </a:r>
            <a:r>
              <a:rPr kumimoji="1" lang="zh-CN" altLang="en-US" sz="2800" b="1" smtClean="0">
                <a:latin typeface="Times New Roman" pitchFamily="18" charset="0"/>
                <a:ea typeface="华文新魏" pitchFamily="2" charset="-122"/>
              </a:rPr>
              <a:t>的</a:t>
            </a:r>
            <a:r>
              <a:rPr kumimoji="1" lang="zh-CN" altLang="en-US" sz="2800" b="1" smtClean="0">
                <a:solidFill>
                  <a:schemeClr val="hlink"/>
                </a:solidFill>
                <a:latin typeface="Times New Roman" pitchFamily="18" charset="0"/>
                <a:ea typeface="华文新魏" pitchFamily="2" charset="-122"/>
              </a:rPr>
              <a:t>连接</a:t>
            </a:r>
            <a:r>
              <a:rPr kumimoji="1" lang="en-US" altLang="zh-CN" sz="2000" b="1" smtClean="0">
                <a:solidFill>
                  <a:schemeClr val="hlink"/>
                </a:solidFill>
                <a:latin typeface="Times New Roman" pitchFamily="18" charset="0"/>
                <a:ea typeface="华文新魏" pitchFamily="2" charset="-122"/>
              </a:rPr>
              <a:t>(Concatenation )</a:t>
            </a:r>
            <a:r>
              <a:rPr kumimoji="1" lang="en-US" altLang="zh-CN" sz="2800" b="1" smtClean="0">
                <a:latin typeface="Times New Roman" pitchFamily="18" charset="0"/>
                <a:ea typeface="华文新魏" pitchFamily="2" charset="-122"/>
              </a:rPr>
              <a:t>xy</a:t>
            </a:r>
            <a:r>
              <a:rPr kumimoji="1" lang="zh-CN" altLang="en-US" sz="2800" b="1" smtClean="0">
                <a:latin typeface="Times New Roman" pitchFamily="18" charset="0"/>
                <a:ea typeface="华文新魏" pitchFamily="2" charset="-122"/>
              </a:rPr>
              <a:t>是把</a:t>
            </a:r>
            <a:r>
              <a:rPr kumimoji="1" lang="en-US" altLang="zh-CN" sz="2800" b="1" smtClean="0">
                <a:latin typeface="Times New Roman" pitchFamily="18" charset="0"/>
                <a:ea typeface="华文新魏" pitchFamily="2" charset="-122"/>
              </a:rPr>
              <a:t>y</a:t>
            </a:r>
            <a:r>
              <a:rPr kumimoji="1" lang="zh-CN" altLang="en-US" sz="2800" b="1" smtClean="0">
                <a:latin typeface="Times New Roman" pitchFamily="18" charset="0"/>
                <a:ea typeface="华文新魏" pitchFamily="2" charset="-122"/>
              </a:rPr>
              <a:t>的字符逐一写在</a:t>
            </a:r>
            <a:r>
              <a:rPr kumimoji="1" lang="en-US" altLang="zh-CN" sz="2800" b="1" smtClean="0">
                <a:latin typeface="Times New Roman" pitchFamily="18" charset="0"/>
                <a:ea typeface="华文新魏" pitchFamily="2" charset="-122"/>
              </a:rPr>
              <a:t>x</a:t>
            </a:r>
            <a:r>
              <a:rPr kumimoji="1" lang="zh-CN" altLang="en-US" sz="2800" b="1" smtClean="0">
                <a:latin typeface="Times New Roman" pitchFamily="18" charset="0"/>
                <a:ea typeface="华文新魏" pitchFamily="2" charset="-122"/>
              </a:rPr>
              <a:t>的字符之后得到的字符串</a:t>
            </a:r>
          </a:p>
          <a:p>
            <a:pPr eaLnBrk="1" hangingPunct="1">
              <a:lnSpc>
                <a:spcPct val="90000"/>
              </a:lnSpc>
              <a:spcBef>
                <a:spcPct val="50000"/>
              </a:spcBef>
              <a:buClrTx/>
              <a:buSzTx/>
              <a:buFontTx/>
              <a:buNone/>
            </a:pPr>
            <a:r>
              <a:rPr kumimoji="1" lang="zh-CN" altLang="en-US" sz="2800" b="1" smtClean="0">
                <a:latin typeface="Times New Roman" pitchFamily="18" charset="0"/>
                <a:ea typeface="华文新魏" pitchFamily="2" charset="-122"/>
              </a:rPr>
              <a:t>	例如，</a:t>
            </a:r>
            <a:r>
              <a:rPr kumimoji="1" lang="en-US" altLang="zh-CN" sz="2800" b="1" smtClean="0">
                <a:latin typeface="Times New Roman" pitchFamily="18" charset="0"/>
                <a:ea typeface="华文新魏" pitchFamily="2" charset="-122"/>
              </a:rPr>
              <a:t>x=ba</a:t>
            </a:r>
            <a:r>
              <a:rPr kumimoji="1" lang="zh-CN" altLang="en-US" sz="2800" b="1" smtClean="0">
                <a:latin typeface="Times New Roman" pitchFamily="18" charset="0"/>
                <a:ea typeface="华文新魏" pitchFamily="2" charset="-122"/>
              </a:rPr>
              <a:t>，</a:t>
            </a:r>
            <a:r>
              <a:rPr kumimoji="1" lang="en-US" altLang="zh-CN" sz="2800" b="1" smtClean="0">
                <a:latin typeface="Times New Roman" pitchFamily="18" charset="0"/>
                <a:ea typeface="华文新魏" pitchFamily="2" charset="-122"/>
              </a:rPr>
              <a:t>y=nana</a:t>
            </a:r>
            <a:r>
              <a:rPr kumimoji="1" lang="zh-CN" altLang="en-US" sz="2800" b="1" smtClean="0">
                <a:latin typeface="Times New Roman" pitchFamily="18" charset="0"/>
                <a:ea typeface="华文新魏" pitchFamily="2" charset="-122"/>
              </a:rPr>
              <a:t>，</a:t>
            </a:r>
            <a:r>
              <a:rPr kumimoji="1" lang="en-US" altLang="zh-CN" sz="2800" b="1" smtClean="0">
                <a:latin typeface="Times New Roman" pitchFamily="18" charset="0"/>
                <a:ea typeface="华文新魏" pitchFamily="2" charset="-122"/>
              </a:rPr>
              <a:t>xy=banana</a:t>
            </a:r>
          </a:p>
          <a:p>
            <a:pPr eaLnBrk="1" hangingPunct="1">
              <a:lnSpc>
                <a:spcPct val="90000"/>
              </a:lnSpc>
              <a:spcBef>
                <a:spcPct val="50000"/>
              </a:spcBef>
              <a:buClrTx/>
              <a:buSzTx/>
              <a:buFont typeface="Wingdings" pitchFamily="2" charset="2"/>
              <a:buNone/>
            </a:pPr>
            <a:r>
              <a:rPr lang="zh-CN" altLang="en-US" sz="2800" b="1" smtClean="0">
                <a:latin typeface="Times New Roman" pitchFamily="18" charset="0"/>
                <a:ea typeface="华文新魏" pitchFamily="2" charset="-122"/>
              </a:rPr>
              <a:t>定义 </a:t>
            </a:r>
            <a:r>
              <a:rPr lang="en-US" altLang="zh-CN" sz="2800" b="1" smtClean="0">
                <a:latin typeface="Times New Roman" pitchFamily="18" charset="0"/>
                <a:ea typeface="华文新魏" pitchFamily="2" charset="-122"/>
              </a:rPr>
              <a:t>8 </a:t>
            </a:r>
            <a:r>
              <a:rPr kumimoji="1" lang="zh-CN" altLang="en-US" sz="2800" b="1" smtClean="0">
                <a:latin typeface="Times New Roman" pitchFamily="18" charset="0"/>
                <a:ea typeface="华文新魏" pitchFamily="2" charset="-122"/>
              </a:rPr>
              <a:t> 字符串</a:t>
            </a:r>
            <a:r>
              <a:rPr kumimoji="1" lang="en-US" altLang="zh-CN" sz="2800" b="1" smtClean="0">
                <a:latin typeface="Times New Roman" pitchFamily="18" charset="0"/>
                <a:ea typeface="华文新魏" pitchFamily="2" charset="-122"/>
              </a:rPr>
              <a:t>x</a:t>
            </a:r>
            <a:r>
              <a:rPr kumimoji="1" lang="zh-CN" altLang="en-US" sz="2800" b="1" smtClean="0">
                <a:latin typeface="Times New Roman" pitchFamily="18" charset="0"/>
                <a:ea typeface="华文新魏" pitchFamily="2" charset="-122"/>
              </a:rPr>
              <a:t>的</a:t>
            </a:r>
            <a:r>
              <a:rPr kumimoji="1" lang="en-US" altLang="zh-CN" sz="2800" b="1" smtClean="0">
                <a:latin typeface="Times New Roman" pitchFamily="18" charset="0"/>
                <a:ea typeface="华文新魏" pitchFamily="2" charset="-122"/>
              </a:rPr>
              <a:t>n</a:t>
            </a:r>
            <a:r>
              <a:rPr kumimoji="1" lang="zh-CN" altLang="en-US" sz="2800" b="1" smtClean="0">
                <a:latin typeface="Times New Roman" pitchFamily="18" charset="0"/>
                <a:ea typeface="华文新魏" pitchFamily="2" charset="-122"/>
              </a:rPr>
              <a:t>次</a:t>
            </a:r>
            <a:r>
              <a:rPr kumimoji="1" lang="zh-CN" altLang="zh-CN" sz="2800" b="1" smtClean="0">
                <a:solidFill>
                  <a:schemeClr val="hlink"/>
                </a:solidFill>
                <a:latin typeface="Times New Roman" pitchFamily="18" charset="0"/>
                <a:ea typeface="华文新魏" pitchFamily="2" charset="-122"/>
              </a:rPr>
              <a:t>幂</a:t>
            </a:r>
            <a:r>
              <a:rPr kumimoji="1" lang="en-US" altLang="zh-CN" sz="2800" b="1" smtClean="0">
                <a:solidFill>
                  <a:schemeClr val="hlink"/>
                </a:solidFill>
                <a:latin typeface="Times New Roman" pitchFamily="18" charset="0"/>
                <a:ea typeface="华文新魏" pitchFamily="2" charset="-122"/>
              </a:rPr>
              <a:t>(power)</a:t>
            </a:r>
            <a:r>
              <a:rPr kumimoji="1" lang="zh-CN" altLang="zh-CN" sz="2800" b="1" smtClean="0">
                <a:latin typeface="Times New Roman" pitchFamily="18" charset="0"/>
                <a:ea typeface="华文新魏" pitchFamily="2" charset="-122"/>
              </a:rPr>
              <a:t>为</a:t>
            </a:r>
            <a:endParaRPr kumimoji="1" lang="zh-CN" altLang="en-US" sz="2800" b="1" smtClean="0">
              <a:latin typeface="Times New Roman" pitchFamily="18" charset="0"/>
              <a:ea typeface="华文新魏" pitchFamily="2" charset="-122"/>
            </a:endParaRPr>
          </a:p>
          <a:p>
            <a:pPr eaLnBrk="1" hangingPunct="1">
              <a:lnSpc>
                <a:spcPct val="90000"/>
              </a:lnSpc>
              <a:spcBef>
                <a:spcPct val="50000"/>
              </a:spcBef>
              <a:buClrTx/>
              <a:buSzTx/>
              <a:buFontTx/>
              <a:buNone/>
            </a:pPr>
            <a:r>
              <a:rPr kumimoji="1" lang="en-US" altLang="zh-CN" sz="2800" b="1" smtClean="0">
                <a:latin typeface="Times New Roman" pitchFamily="18" charset="0"/>
                <a:ea typeface="华文新魏" pitchFamily="2" charset="-122"/>
              </a:rPr>
              <a:t>	 </a:t>
            </a:r>
            <a:r>
              <a:rPr kumimoji="1" lang="zh-CN" altLang="zh-CN" sz="2800" b="1" smtClean="0">
                <a:latin typeface="Times New Roman" pitchFamily="18" charset="0"/>
                <a:ea typeface="华文新魏" pitchFamily="2" charset="-122"/>
              </a:rPr>
              <a:t>x</a:t>
            </a:r>
            <a:r>
              <a:rPr kumimoji="1" lang="zh-CN" altLang="zh-CN" sz="2800" b="1" baseline="30000" smtClean="0">
                <a:latin typeface="Times New Roman" pitchFamily="18" charset="0"/>
                <a:ea typeface="华文新魏" pitchFamily="2" charset="-122"/>
              </a:rPr>
              <a:t>0</a:t>
            </a:r>
            <a:r>
              <a:rPr kumimoji="1" lang="zh-CN" altLang="zh-CN" sz="2800" b="1" smtClean="0">
                <a:latin typeface="Times New Roman" pitchFamily="18" charset="0"/>
                <a:ea typeface="华文新魏" pitchFamily="2" charset="-122"/>
              </a:rPr>
              <a:t>=</a:t>
            </a:r>
            <a:r>
              <a:rPr kumimoji="1" lang="zh-CN" altLang="zh-CN" sz="2800" b="1" smtClean="0">
                <a:latin typeface="Times New Roman" pitchFamily="18" charset="0"/>
                <a:ea typeface="华文新魏" pitchFamily="2" charset="-122"/>
                <a:sym typeface="Symbol" pitchFamily="18" charset="2"/>
              </a:rPr>
              <a:t></a:t>
            </a:r>
            <a:r>
              <a:rPr kumimoji="1" lang="zh-CN" altLang="zh-CN" sz="2800" b="1" smtClean="0">
                <a:latin typeface="Times New Roman" pitchFamily="18" charset="0"/>
                <a:ea typeface="华文新魏" pitchFamily="2" charset="-122"/>
              </a:rPr>
              <a:t>，</a:t>
            </a:r>
            <a:endParaRPr kumimoji="1" lang="zh-CN" altLang="en-US" sz="2800" b="1" smtClean="0">
              <a:latin typeface="Times New Roman" pitchFamily="18" charset="0"/>
              <a:ea typeface="华文新魏" pitchFamily="2" charset="-122"/>
            </a:endParaRPr>
          </a:p>
          <a:p>
            <a:pPr eaLnBrk="1" hangingPunct="1">
              <a:lnSpc>
                <a:spcPct val="90000"/>
              </a:lnSpc>
              <a:spcBef>
                <a:spcPct val="50000"/>
              </a:spcBef>
              <a:buClrTx/>
              <a:buSzTx/>
              <a:buFontTx/>
              <a:buNone/>
            </a:pPr>
            <a:r>
              <a:rPr kumimoji="1" lang="zh-CN" altLang="en-US" sz="2800" b="1" smtClean="0">
                <a:latin typeface="Times New Roman" pitchFamily="18" charset="0"/>
                <a:ea typeface="华文新魏" pitchFamily="2" charset="-122"/>
              </a:rPr>
              <a:t>	</a:t>
            </a:r>
            <a:r>
              <a:rPr kumimoji="1" lang="zh-CN" altLang="zh-CN" sz="2800" b="1" smtClean="0">
                <a:latin typeface="Times New Roman" pitchFamily="18" charset="0"/>
                <a:ea typeface="华文新魏" pitchFamily="2" charset="-122"/>
              </a:rPr>
              <a:t> </a:t>
            </a:r>
            <a:r>
              <a:rPr kumimoji="1" lang="en-US" altLang="zh-CN" sz="2800" b="1" smtClean="0">
                <a:latin typeface="Times New Roman" pitchFamily="18" charset="0"/>
                <a:ea typeface="华文新魏" pitchFamily="2" charset="-122"/>
              </a:rPr>
              <a:t>x</a:t>
            </a:r>
            <a:r>
              <a:rPr kumimoji="1" lang="en-US" altLang="zh-CN" sz="2800" b="1" baseline="30000" smtClean="0">
                <a:latin typeface="Times New Roman" pitchFamily="18" charset="0"/>
                <a:ea typeface="华文新魏" pitchFamily="2" charset="-122"/>
              </a:rPr>
              <a:t>n</a:t>
            </a:r>
            <a:r>
              <a:rPr kumimoji="1" lang="en-US" altLang="zh-CN" sz="2800" b="1" smtClean="0">
                <a:latin typeface="Times New Roman" pitchFamily="18" charset="0"/>
                <a:ea typeface="华文新魏" pitchFamily="2" charset="-122"/>
              </a:rPr>
              <a:t>=x</a:t>
            </a:r>
            <a:r>
              <a:rPr kumimoji="1" lang="en-US" altLang="zh-CN" sz="2800" b="1" baseline="30000" smtClean="0">
                <a:latin typeface="Times New Roman" pitchFamily="18" charset="0"/>
                <a:ea typeface="华文新魏" pitchFamily="2" charset="-122"/>
              </a:rPr>
              <a:t>n-1</a:t>
            </a:r>
            <a:r>
              <a:rPr kumimoji="1" lang="en-US" altLang="zh-CN" sz="2800" b="1" smtClean="0">
                <a:latin typeface="Times New Roman" pitchFamily="18" charset="0"/>
                <a:ea typeface="华文新魏" pitchFamily="2" charset="-122"/>
              </a:rPr>
              <a:t>x</a:t>
            </a:r>
            <a:r>
              <a:rPr kumimoji="1" lang="zh-CN" altLang="en-US" sz="2800" b="1" smtClean="0">
                <a:latin typeface="Times New Roman" pitchFamily="18" charset="0"/>
                <a:ea typeface="华文新魏" pitchFamily="2" charset="-122"/>
              </a:rPr>
              <a:t>，</a:t>
            </a:r>
            <a:r>
              <a:rPr kumimoji="1" lang="en-US" altLang="zh-CN" sz="2800" b="1" smtClean="0">
                <a:latin typeface="Times New Roman" pitchFamily="18" charset="0"/>
                <a:ea typeface="华文新魏" pitchFamily="2" charset="-122"/>
              </a:rPr>
              <a:t>n&gt;0</a:t>
            </a:r>
            <a:r>
              <a:rPr kumimoji="1" lang="zh-CN" altLang="en-US" sz="2800" b="1" smtClean="0">
                <a:latin typeface="Times New Roman" pitchFamily="18" charset="0"/>
                <a:ea typeface="华文新魏" pitchFamily="2" charset="-122"/>
              </a:rPr>
              <a:t>。</a:t>
            </a:r>
          </a:p>
          <a:p>
            <a:pPr eaLnBrk="1" hangingPunct="1">
              <a:lnSpc>
                <a:spcPct val="90000"/>
              </a:lnSpc>
              <a:spcBef>
                <a:spcPct val="50000"/>
              </a:spcBef>
              <a:buClrTx/>
              <a:buSzTx/>
              <a:buFontTx/>
              <a:buNone/>
            </a:pPr>
            <a:r>
              <a:rPr kumimoji="1" lang="zh-CN" altLang="en-US" sz="2800" b="1" smtClean="0">
                <a:latin typeface="Times New Roman" pitchFamily="18" charset="0"/>
                <a:ea typeface="华文新魏" pitchFamily="2" charset="-122"/>
              </a:rPr>
              <a:t>例如，令</a:t>
            </a:r>
            <a:r>
              <a:rPr kumimoji="1" lang="en-US" altLang="zh-CN" sz="2800" b="1" smtClean="0">
                <a:latin typeface="Times New Roman" pitchFamily="18" charset="0"/>
                <a:ea typeface="华文新魏" pitchFamily="2" charset="-122"/>
              </a:rPr>
              <a:t>x=ba, </a:t>
            </a:r>
          </a:p>
          <a:p>
            <a:pPr eaLnBrk="1" hangingPunct="1">
              <a:lnSpc>
                <a:spcPct val="90000"/>
              </a:lnSpc>
              <a:spcBef>
                <a:spcPct val="50000"/>
              </a:spcBef>
              <a:buClrTx/>
              <a:buSzTx/>
              <a:buFontTx/>
              <a:buNone/>
            </a:pPr>
            <a:r>
              <a:rPr kumimoji="1" lang="en-US" altLang="zh-CN" sz="2800" b="1" smtClean="0">
                <a:latin typeface="Times New Roman" pitchFamily="18" charset="0"/>
                <a:ea typeface="华文新魏" pitchFamily="2" charset="-122"/>
              </a:rPr>
              <a:t>            x</a:t>
            </a:r>
            <a:r>
              <a:rPr kumimoji="1" lang="en-US" altLang="zh-CN" sz="2800" b="1" baseline="30000" smtClean="0">
                <a:latin typeface="Times New Roman" pitchFamily="18" charset="0"/>
                <a:ea typeface="华文新魏" pitchFamily="2" charset="-122"/>
              </a:rPr>
              <a:t>1</a:t>
            </a:r>
            <a:r>
              <a:rPr kumimoji="1" lang="en-US" altLang="zh-CN" sz="2800" b="1" smtClean="0">
                <a:latin typeface="Times New Roman" pitchFamily="18" charset="0"/>
                <a:ea typeface="华文新魏" pitchFamily="2" charset="-122"/>
              </a:rPr>
              <a:t>= ba</a:t>
            </a:r>
            <a:r>
              <a:rPr kumimoji="1" lang="zh-CN" altLang="en-US" sz="2800" b="1" smtClean="0">
                <a:latin typeface="Times New Roman" pitchFamily="18" charset="0"/>
                <a:ea typeface="华文新魏" pitchFamily="2" charset="-122"/>
              </a:rPr>
              <a:t>，</a:t>
            </a:r>
            <a:r>
              <a:rPr kumimoji="1" lang="en-US" altLang="zh-CN" sz="2800" b="1" smtClean="0">
                <a:latin typeface="Times New Roman" pitchFamily="18" charset="0"/>
                <a:ea typeface="华文新魏" pitchFamily="2" charset="-122"/>
              </a:rPr>
              <a:t>x</a:t>
            </a:r>
            <a:r>
              <a:rPr kumimoji="1" lang="en-US" altLang="zh-CN" sz="2800" b="1" baseline="30000" smtClean="0">
                <a:latin typeface="Times New Roman" pitchFamily="18" charset="0"/>
                <a:ea typeface="华文新魏" pitchFamily="2" charset="-122"/>
              </a:rPr>
              <a:t>2</a:t>
            </a:r>
            <a:r>
              <a:rPr kumimoji="1" lang="en-US" altLang="zh-CN" sz="2800" b="1" smtClean="0">
                <a:latin typeface="Times New Roman" pitchFamily="18" charset="0"/>
                <a:ea typeface="华文新魏" pitchFamily="2" charset="-122"/>
              </a:rPr>
              <a:t>=baba</a:t>
            </a:r>
            <a:r>
              <a:rPr kumimoji="1" lang="zh-CN" altLang="en-US" sz="2800" b="1" smtClean="0">
                <a:latin typeface="Times New Roman" pitchFamily="18" charset="0"/>
                <a:ea typeface="华文新魏" pitchFamily="2" charset="-122"/>
              </a:rPr>
              <a:t>， </a:t>
            </a:r>
            <a:r>
              <a:rPr kumimoji="1" lang="en-US" altLang="zh-CN" sz="2800" b="1" smtClean="0">
                <a:latin typeface="Times New Roman" pitchFamily="18" charset="0"/>
                <a:ea typeface="华文新魏" pitchFamily="2" charset="-122"/>
              </a:rPr>
              <a:t>x</a:t>
            </a:r>
            <a:r>
              <a:rPr kumimoji="1" lang="en-US" altLang="zh-CN" sz="2800" b="1" baseline="30000" smtClean="0">
                <a:latin typeface="Times New Roman" pitchFamily="18" charset="0"/>
                <a:ea typeface="华文新魏" pitchFamily="2" charset="-122"/>
              </a:rPr>
              <a:t>3</a:t>
            </a:r>
            <a:r>
              <a:rPr kumimoji="1" lang="en-US" altLang="zh-CN" sz="2800" b="1" smtClean="0">
                <a:latin typeface="Times New Roman" pitchFamily="18" charset="0"/>
                <a:ea typeface="华文新魏" pitchFamily="2" charset="-122"/>
              </a:rPr>
              <a:t>=bababa</a:t>
            </a:r>
            <a:r>
              <a:rPr kumimoji="1" lang="zh-CN" altLang="en-US" sz="2800" b="1" smtClean="0">
                <a:latin typeface="Times New Roman" pitchFamily="18" charset="0"/>
                <a:ea typeface="华文新魏" pitchFamily="2" charset="-122"/>
              </a:rPr>
              <a:t>，</a:t>
            </a:r>
            <a:r>
              <a:rPr kumimoji="1" lang="en-US" altLang="zh-CN" sz="2800" b="1" smtClean="0">
                <a:latin typeface="Times New Roman" pitchFamily="18" charset="0"/>
                <a:ea typeface="华文新魏" pitchFamily="2" charset="-122"/>
              </a:rPr>
              <a: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0B4AC5DF-DB8C-44CF-AD78-2DFDE510E5E7}" type="datetime1">
              <a:rPr lang="zh-CN" altLang="en-US"/>
              <a:pPr/>
              <a:t>2017/2/24</a:t>
            </a:fld>
            <a:endParaRPr lang="en-US" altLang="zh-CN"/>
          </a:p>
        </p:txBody>
      </p:sp>
      <p:sp>
        <p:nvSpPr>
          <p:cNvPr id="2355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375DB84-071C-4175-81F3-AC33ABBB02A8}" type="slidenum">
              <a:rPr lang="zh-CN" altLang="en-US"/>
              <a:pPr/>
              <a:t>18</a:t>
            </a:fld>
            <a:endParaRPr lang="en-US" altLang="zh-CN"/>
          </a:p>
        </p:txBody>
      </p:sp>
      <p:sp>
        <p:nvSpPr>
          <p:cNvPr id="443394" name="Rectangle 2"/>
          <p:cNvSpPr>
            <a:spLocks noGrp="1" noRot="1" noChangeArrowheads="1"/>
          </p:cNvSpPr>
          <p:nvPr>
            <p:ph type="title"/>
          </p:nvPr>
        </p:nvSpPr>
        <p:spPr>
          <a:xfrm>
            <a:off x="301625" y="977900"/>
            <a:ext cx="4835525" cy="774700"/>
          </a:xfrm>
          <a:noFill/>
        </p:spPr>
        <p:txBody>
          <a:bodyPr lIns="92075" tIns="46038" rIns="92075" bIns="46038"/>
          <a:lstStyle/>
          <a:p>
            <a:pPr eaLnBrk="1" hangingPunct="1"/>
            <a:r>
              <a:rPr lang="zh-CN" altLang="en-US" b="1" smtClean="0">
                <a:solidFill>
                  <a:srgbClr val="000099"/>
                </a:solidFill>
                <a:latin typeface="Times New Roman" pitchFamily="18" charset="0"/>
                <a:ea typeface="华文新魏" pitchFamily="2" charset="-122"/>
              </a:rPr>
              <a:t>2.3 文法的定义</a:t>
            </a:r>
          </a:p>
        </p:txBody>
      </p:sp>
      <p:sp>
        <p:nvSpPr>
          <p:cNvPr id="23557" name="Rectangle 3"/>
          <p:cNvSpPr>
            <a:spLocks noGrp="1" noRot="1" noChangeArrowheads="1"/>
          </p:cNvSpPr>
          <p:nvPr>
            <p:ph type="body" idx="1"/>
          </p:nvPr>
        </p:nvSpPr>
        <p:spPr>
          <a:xfrm>
            <a:off x="1476375" y="2062163"/>
            <a:ext cx="6480175" cy="1871662"/>
          </a:xfrm>
          <a:noFill/>
        </p:spPr>
        <p:txBody>
          <a:bodyPr lIns="92075" tIns="46038" rIns="92075" bIns="46038"/>
          <a:lstStyle/>
          <a:p>
            <a:pPr algn="ctr" eaLnBrk="1" hangingPunct="1">
              <a:lnSpc>
                <a:spcPct val="90000"/>
              </a:lnSpc>
              <a:buFont typeface="Wingdings" pitchFamily="2" charset="2"/>
              <a:buNone/>
            </a:pPr>
            <a:r>
              <a:rPr lang="zh-CN" altLang="en-US" sz="6000" b="1" smtClean="0">
                <a:latin typeface="Times New Roman" pitchFamily="18" charset="0"/>
                <a:ea typeface="华文新魏" pitchFamily="2" charset="-122"/>
              </a:rPr>
              <a:t>如何实现语言的形式化描述？</a:t>
            </a:r>
          </a:p>
        </p:txBody>
      </p:sp>
      <p:sp>
        <p:nvSpPr>
          <p:cNvPr id="23559" name="Rectangle 7"/>
          <p:cNvSpPr>
            <a:spLocks noChangeArrowheads="1"/>
          </p:cNvSpPr>
          <p:nvPr/>
        </p:nvSpPr>
        <p:spPr bwMode="auto">
          <a:xfrm>
            <a:off x="395288" y="4149725"/>
            <a:ext cx="8347075"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6600" b="1">
                <a:latin typeface="Arial" charset="0"/>
                <a:ea typeface="华文新魏" pitchFamily="2" charset="-122"/>
              </a:rPr>
              <a:t>瞄准语言的</a:t>
            </a:r>
            <a:r>
              <a:rPr lang="zh-CN" altLang="en-US" sz="6600" b="1">
                <a:solidFill>
                  <a:schemeClr val="hlink"/>
                </a:solidFill>
                <a:latin typeface="Arial" charset="0"/>
                <a:ea typeface="华文新魏" pitchFamily="2" charset="-122"/>
              </a:rPr>
              <a:t>结构</a:t>
            </a:r>
            <a:r>
              <a:rPr lang="zh-CN" altLang="en-US" sz="6600" b="1">
                <a:latin typeface="Arial" charset="0"/>
                <a:ea typeface="华文新魏" pitchFamily="2" charset="-122"/>
              </a:rPr>
              <a:t>，用</a:t>
            </a:r>
            <a:r>
              <a:rPr lang="zh-CN" altLang="en-US" sz="6600" b="1">
                <a:solidFill>
                  <a:schemeClr val="hlink"/>
                </a:solidFill>
                <a:latin typeface="Arial" charset="0"/>
                <a:ea typeface="华文新魏" pitchFamily="2" charset="-122"/>
              </a:rPr>
              <a:t>组成规则</a:t>
            </a:r>
            <a:r>
              <a:rPr lang="zh-CN" altLang="en-US" sz="6600" b="1">
                <a:latin typeface="Arial" charset="0"/>
                <a:ea typeface="华文新魏" pitchFamily="2" charset="-122"/>
              </a:rPr>
              <a:t>进行描述</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AA59339-45D2-4913-A991-791E629E6FB6}" type="datetime1">
              <a:rPr lang="zh-CN" altLang="en-US"/>
              <a:pPr/>
              <a:t>2017/2/24</a:t>
            </a:fld>
            <a:endParaRPr lang="en-US" altLang="zh-CN"/>
          </a:p>
        </p:txBody>
      </p:sp>
      <p:sp>
        <p:nvSpPr>
          <p:cNvPr id="2457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9C8A2CC-A045-426F-AACE-3CE0506D54B7}" type="slidenum">
              <a:rPr lang="zh-CN" altLang="en-US"/>
              <a:pPr/>
              <a:t>19</a:t>
            </a:fld>
            <a:endParaRPr lang="en-US" altLang="zh-CN"/>
          </a:p>
        </p:txBody>
      </p:sp>
      <p:sp>
        <p:nvSpPr>
          <p:cNvPr id="24580" name="Rectangle 2"/>
          <p:cNvSpPr>
            <a:spLocks noGrp="1" noRot="1" noChangeArrowheads="1"/>
          </p:cNvSpPr>
          <p:nvPr>
            <p:ph type="title"/>
          </p:nvPr>
        </p:nvSpPr>
        <p:spPr>
          <a:xfrm>
            <a:off x="841375" y="609600"/>
            <a:ext cx="7799388" cy="722313"/>
          </a:xfrm>
        </p:spPr>
        <p:txBody>
          <a:bodyPr/>
          <a:lstStyle/>
          <a:p>
            <a:pPr eaLnBrk="1" hangingPunct="1"/>
            <a:r>
              <a:rPr lang="zh-CN" altLang="en-US" b="1" smtClean="0">
                <a:solidFill>
                  <a:srgbClr val="000099"/>
                </a:solidFill>
                <a:latin typeface="Times New Roman" pitchFamily="18" charset="0"/>
                <a:ea typeface="华文新魏" pitchFamily="2" charset="-122"/>
              </a:rPr>
              <a:t>考虑一个句子</a:t>
            </a:r>
            <a:r>
              <a:rPr lang="zh-CN" altLang="en-US" sz="2800" b="1" smtClean="0">
                <a:solidFill>
                  <a:srgbClr val="000099"/>
                </a:solidFill>
                <a:latin typeface="Times New Roman" pitchFamily="18" charset="0"/>
                <a:ea typeface="华文新魏" pitchFamily="2" charset="-122"/>
              </a:rPr>
              <a:t>——文法要素的提取</a:t>
            </a:r>
          </a:p>
        </p:txBody>
      </p:sp>
      <p:sp>
        <p:nvSpPr>
          <p:cNvPr id="24581" name="Text Box 3"/>
          <p:cNvSpPr txBox="1">
            <a:spLocks noChangeArrowheads="1"/>
          </p:cNvSpPr>
          <p:nvPr/>
        </p:nvSpPr>
        <p:spPr bwMode="auto">
          <a:xfrm flipH="1">
            <a:off x="539750" y="1412875"/>
            <a:ext cx="79946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zh-CN" altLang="en-US" sz="3200" b="1" dirty="0">
                <a:latin typeface="华文新魏" pitchFamily="2" charset="-122"/>
                <a:ea typeface="华文新魏" pitchFamily="2" charset="-122"/>
              </a:rPr>
              <a:t>分析</a:t>
            </a:r>
            <a:r>
              <a:rPr kumimoji="1" lang="zh-CN" altLang="en-US" sz="3200" b="1" dirty="0">
                <a:latin typeface="宋体" pitchFamily="2" charset="-122"/>
              </a:rPr>
              <a:t>：</a:t>
            </a:r>
            <a:r>
              <a:rPr kumimoji="1" lang="en-US" altLang="en-US" sz="3200" b="1" dirty="0">
                <a:latin typeface="Times New Roman" pitchFamily="18" charset="0"/>
              </a:rPr>
              <a:t>The  gray  wolf  will  eat  the  goat</a:t>
            </a:r>
            <a:endParaRPr kumimoji="1" lang="en-US" altLang="zh-CN" sz="3200" b="1" dirty="0">
              <a:latin typeface="Times New Roman" pitchFamily="18" charset="0"/>
            </a:endParaRPr>
          </a:p>
        </p:txBody>
      </p:sp>
      <p:grpSp>
        <p:nvGrpSpPr>
          <p:cNvPr id="2" name="Group 4"/>
          <p:cNvGrpSpPr>
            <a:grpSpLocks/>
          </p:cNvGrpSpPr>
          <p:nvPr/>
        </p:nvGrpSpPr>
        <p:grpSpPr bwMode="auto">
          <a:xfrm>
            <a:off x="2362200" y="2057400"/>
            <a:ext cx="3581400" cy="838200"/>
            <a:chOff x="1488" y="1296"/>
            <a:chExt cx="2256" cy="528"/>
          </a:xfrm>
        </p:grpSpPr>
        <p:sp>
          <p:nvSpPr>
            <p:cNvPr id="24623" name="Text Box 5"/>
            <p:cNvSpPr txBox="1">
              <a:spLocks noChangeArrowheads="1"/>
            </p:cNvSpPr>
            <p:nvPr/>
          </p:nvSpPr>
          <p:spPr bwMode="auto">
            <a:xfrm>
              <a:off x="2115" y="1296"/>
              <a:ext cx="945"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en-US" altLang="zh-CN" sz="2400" b="1">
                  <a:latin typeface="Times New Roman" pitchFamily="18" charset="0"/>
                  <a:ea typeface="华文新魏" pitchFamily="2" charset="-122"/>
                </a:rPr>
                <a:t>&lt;</a:t>
              </a:r>
              <a:r>
                <a:rPr kumimoji="1" lang="zh-CN" altLang="en-US" sz="2400" b="1">
                  <a:latin typeface="Times New Roman" pitchFamily="18" charset="0"/>
                  <a:ea typeface="华文新魏" pitchFamily="2" charset="-122"/>
                </a:rPr>
                <a:t>句子</a:t>
              </a:r>
              <a:r>
                <a:rPr kumimoji="1" lang="en-US" altLang="zh-CN" sz="2400" b="1">
                  <a:latin typeface="Times New Roman" pitchFamily="18" charset="0"/>
                  <a:ea typeface="华文新魏" pitchFamily="2" charset="-122"/>
                </a:rPr>
                <a:t>&gt;</a:t>
              </a:r>
              <a:endParaRPr kumimoji="1" lang="en-US" altLang="zh-CN" sz="2400" b="1">
                <a:solidFill>
                  <a:schemeClr val="bg2"/>
                </a:solidFill>
                <a:latin typeface="Times New Roman" pitchFamily="18" charset="0"/>
                <a:ea typeface="华文新魏" pitchFamily="2" charset="-122"/>
              </a:endParaRPr>
            </a:p>
          </p:txBody>
        </p:sp>
        <p:sp>
          <p:nvSpPr>
            <p:cNvPr id="24624" name="Line 6"/>
            <p:cNvSpPr>
              <a:spLocks noChangeShapeType="1"/>
            </p:cNvSpPr>
            <p:nvPr/>
          </p:nvSpPr>
          <p:spPr bwMode="auto">
            <a:xfrm flipH="1">
              <a:off x="1488" y="1632"/>
              <a:ext cx="864"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25" name="Line 7"/>
            <p:cNvSpPr>
              <a:spLocks noChangeShapeType="1"/>
            </p:cNvSpPr>
            <p:nvPr/>
          </p:nvSpPr>
          <p:spPr bwMode="auto">
            <a:xfrm>
              <a:off x="2832" y="1632"/>
              <a:ext cx="912"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8"/>
          <p:cNvGrpSpPr>
            <a:grpSpLocks/>
          </p:cNvGrpSpPr>
          <p:nvPr/>
        </p:nvGrpSpPr>
        <p:grpSpPr bwMode="auto">
          <a:xfrm>
            <a:off x="914400" y="2900363"/>
            <a:ext cx="2819400" cy="909637"/>
            <a:chOff x="576" y="1827"/>
            <a:chExt cx="1776" cy="573"/>
          </a:xfrm>
        </p:grpSpPr>
        <p:sp>
          <p:nvSpPr>
            <p:cNvPr id="24619" name="Text Box 9"/>
            <p:cNvSpPr txBox="1">
              <a:spLocks noChangeArrowheads="1"/>
            </p:cNvSpPr>
            <p:nvPr/>
          </p:nvSpPr>
          <p:spPr bwMode="auto">
            <a:xfrm>
              <a:off x="960" y="1827"/>
              <a:ext cx="1008"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en-US" altLang="zh-CN" sz="2400" b="1">
                  <a:latin typeface="Times New Roman" pitchFamily="18" charset="0"/>
                  <a:ea typeface="华文新魏" pitchFamily="2" charset="-122"/>
                </a:rPr>
                <a:t>&lt;</a:t>
              </a:r>
              <a:r>
                <a:rPr kumimoji="1" lang="zh-CN" altLang="en-US" sz="2400" b="1">
                  <a:latin typeface="Times New Roman" pitchFamily="18" charset="0"/>
                  <a:ea typeface="华文新魏" pitchFamily="2" charset="-122"/>
                </a:rPr>
                <a:t>主语</a:t>
              </a:r>
              <a:r>
                <a:rPr kumimoji="1" lang="en-US" altLang="zh-CN" sz="2400" b="1">
                  <a:latin typeface="Times New Roman" pitchFamily="18" charset="0"/>
                  <a:ea typeface="华文新魏" pitchFamily="2" charset="-122"/>
                </a:rPr>
                <a:t>&gt;</a:t>
              </a:r>
              <a:endParaRPr kumimoji="1" lang="en-US" altLang="zh-CN" sz="2400" b="1">
                <a:solidFill>
                  <a:schemeClr val="bg2"/>
                </a:solidFill>
                <a:latin typeface="Times New Roman" pitchFamily="18" charset="0"/>
                <a:ea typeface="华文新魏" pitchFamily="2" charset="-122"/>
              </a:endParaRPr>
            </a:p>
          </p:txBody>
        </p:sp>
        <p:sp>
          <p:nvSpPr>
            <p:cNvPr id="24620" name="Line 10"/>
            <p:cNvSpPr>
              <a:spLocks noChangeShapeType="1"/>
            </p:cNvSpPr>
            <p:nvPr/>
          </p:nvSpPr>
          <p:spPr bwMode="auto">
            <a:xfrm flipH="1">
              <a:off x="576" y="2160"/>
              <a:ext cx="624"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21" name="Line 11"/>
            <p:cNvSpPr>
              <a:spLocks noChangeShapeType="1"/>
            </p:cNvSpPr>
            <p:nvPr/>
          </p:nvSpPr>
          <p:spPr bwMode="auto">
            <a:xfrm>
              <a:off x="1488" y="2160"/>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22" name="Line 12"/>
            <p:cNvSpPr>
              <a:spLocks noChangeShapeType="1"/>
            </p:cNvSpPr>
            <p:nvPr/>
          </p:nvSpPr>
          <p:spPr bwMode="auto">
            <a:xfrm>
              <a:off x="1728" y="2160"/>
              <a:ext cx="624"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13"/>
          <p:cNvGrpSpPr>
            <a:grpSpLocks/>
          </p:cNvGrpSpPr>
          <p:nvPr/>
        </p:nvGrpSpPr>
        <p:grpSpPr bwMode="auto">
          <a:xfrm>
            <a:off x="5181600" y="2895600"/>
            <a:ext cx="2286000" cy="990600"/>
            <a:chOff x="3264" y="1824"/>
            <a:chExt cx="1440" cy="624"/>
          </a:xfrm>
        </p:grpSpPr>
        <p:sp>
          <p:nvSpPr>
            <p:cNvPr id="24616" name="Text Box 14"/>
            <p:cNvSpPr txBox="1">
              <a:spLocks noChangeArrowheads="1"/>
            </p:cNvSpPr>
            <p:nvPr/>
          </p:nvSpPr>
          <p:spPr bwMode="auto">
            <a:xfrm>
              <a:off x="3264" y="1824"/>
              <a:ext cx="1008"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en-US" altLang="zh-CN" sz="2400" b="1">
                  <a:latin typeface="Times New Roman" pitchFamily="18" charset="0"/>
                  <a:ea typeface="华文新魏" pitchFamily="2" charset="-122"/>
                </a:rPr>
                <a:t>&lt;</a:t>
              </a:r>
              <a:r>
                <a:rPr kumimoji="1" lang="zh-CN" altLang="en-US" sz="2400" b="1">
                  <a:latin typeface="Times New Roman" pitchFamily="18" charset="0"/>
                  <a:ea typeface="华文新魏" pitchFamily="2" charset="-122"/>
                </a:rPr>
                <a:t>谓语</a:t>
              </a:r>
              <a:r>
                <a:rPr kumimoji="1" lang="en-US" altLang="zh-CN" sz="2400" b="1">
                  <a:latin typeface="Times New Roman" pitchFamily="18" charset="0"/>
                  <a:ea typeface="华文新魏" pitchFamily="2" charset="-122"/>
                </a:rPr>
                <a:t>&gt;</a:t>
              </a:r>
              <a:endParaRPr kumimoji="1" lang="en-US" altLang="zh-CN" sz="2400" b="1">
                <a:solidFill>
                  <a:schemeClr val="bg2"/>
                </a:solidFill>
                <a:latin typeface="Times New Roman" pitchFamily="18" charset="0"/>
                <a:ea typeface="华文新魏" pitchFamily="2" charset="-122"/>
              </a:endParaRPr>
            </a:p>
          </p:txBody>
        </p:sp>
        <p:sp>
          <p:nvSpPr>
            <p:cNvPr id="24617" name="Line 15"/>
            <p:cNvSpPr>
              <a:spLocks noChangeShapeType="1"/>
            </p:cNvSpPr>
            <p:nvPr/>
          </p:nvSpPr>
          <p:spPr bwMode="auto">
            <a:xfrm flipH="1">
              <a:off x="3482" y="2160"/>
              <a:ext cx="166" cy="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18" name="Line 16"/>
            <p:cNvSpPr>
              <a:spLocks noChangeShapeType="1"/>
            </p:cNvSpPr>
            <p:nvPr/>
          </p:nvSpPr>
          <p:spPr bwMode="auto">
            <a:xfrm>
              <a:off x="3936" y="2160"/>
              <a:ext cx="768" cy="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 name="Group 17"/>
          <p:cNvGrpSpPr>
            <a:grpSpLocks/>
          </p:cNvGrpSpPr>
          <p:nvPr/>
        </p:nvGrpSpPr>
        <p:grpSpPr bwMode="auto">
          <a:xfrm>
            <a:off x="4495800" y="3886200"/>
            <a:ext cx="1828800" cy="1017588"/>
            <a:chOff x="2832" y="2448"/>
            <a:chExt cx="1152" cy="641"/>
          </a:xfrm>
        </p:grpSpPr>
        <p:sp>
          <p:nvSpPr>
            <p:cNvPr id="24613" name="Text Box 18"/>
            <p:cNvSpPr txBox="1">
              <a:spLocks noChangeArrowheads="1"/>
            </p:cNvSpPr>
            <p:nvPr/>
          </p:nvSpPr>
          <p:spPr bwMode="auto">
            <a:xfrm>
              <a:off x="3120" y="2448"/>
              <a:ext cx="864" cy="2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en-US" altLang="zh-CN" sz="2200" b="1">
                  <a:latin typeface="Times New Roman" pitchFamily="18" charset="0"/>
                  <a:ea typeface="华文新魏" pitchFamily="2" charset="-122"/>
                </a:rPr>
                <a:t>&lt;</a:t>
              </a:r>
              <a:r>
                <a:rPr kumimoji="1" lang="zh-CN" altLang="en-US" sz="2200" b="1">
                  <a:latin typeface="Times New Roman" pitchFamily="18" charset="0"/>
                  <a:ea typeface="华文新魏" pitchFamily="2" charset="-122"/>
                </a:rPr>
                <a:t>动词</a:t>
              </a:r>
              <a:r>
                <a:rPr kumimoji="1" lang="en-US" altLang="zh-CN" sz="2200" b="1">
                  <a:latin typeface="Times New Roman" pitchFamily="18" charset="0"/>
                  <a:ea typeface="华文新魏" pitchFamily="2" charset="-122"/>
                </a:rPr>
                <a:t>&gt;</a:t>
              </a:r>
              <a:endParaRPr kumimoji="1" lang="en-US" altLang="zh-CN" sz="2200" b="1">
                <a:solidFill>
                  <a:schemeClr val="bg2"/>
                </a:solidFill>
                <a:latin typeface="Times New Roman" pitchFamily="18" charset="0"/>
                <a:ea typeface="华文新魏" pitchFamily="2" charset="-122"/>
              </a:endParaRPr>
            </a:p>
          </p:txBody>
        </p:sp>
        <p:sp>
          <p:nvSpPr>
            <p:cNvPr id="24614" name="Line 19"/>
            <p:cNvSpPr>
              <a:spLocks noChangeShapeType="1"/>
            </p:cNvSpPr>
            <p:nvPr/>
          </p:nvSpPr>
          <p:spPr bwMode="auto">
            <a:xfrm flipH="1">
              <a:off x="2832" y="2784"/>
              <a:ext cx="528" cy="30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15" name="Line 20"/>
            <p:cNvSpPr>
              <a:spLocks noChangeShapeType="1"/>
            </p:cNvSpPr>
            <p:nvPr/>
          </p:nvSpPr>
          <p:spPr bwMode="auto">
            <a:xfrm>
              <a:off x="3696" y="2784"/>
              <a:ext cx="144" cy="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21"/>
          <p:cNvGrpSpPr>
            <a:grpSpLocks/>
          </p:cNvGrpSpPr>
          <p:nvPr/>
        </p:nvGrpSpPr>
        <p:grpSpPr bwMode="auto">
          <a:xfrm>
            <a:off x="6400800" y="3890963"/>
            <a:ext cx="2057400" cy="985837"/>
            <a:chOff x="4032" y="2451"/>
            <a:chExt cx="1296" cy="621"/>
          </a:xfrm>
        </p:grpSpPr>
        <p:sp>
          <p:nvSpPr>
            <p:cNvPr id="24610" name="Text Box 22"/>
            <p:cNvSpPr txBox="1">
              <a:spLocks noChangeArrowheads="1"/>
            </p:cNvSpPr>
            <p:nvPr/>
          </p:nvSpPr>
          <p:spPr bwMode="auto">
            <a:xfrm>
              <a:off x="4032" y="2451"/>
              <a:ext cx="129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en-US" altLang="zh-CN" sz="2400" b="1">
                  <a:latin typeface="Times New Roman" pitchFamily="18" charset="0"/>
                  <a:ea typeface="华文新魏" pitchFamily="2" charset="-122"/>
                </a:rPr>
                <a:t>&lt;</a:t>
              </a:r>
              <a:r>
                <a:rPr kumimoji="1" lang="zh-CN" altLang="en-US" sz="2400" b="1">
                  <a:latin typeface="Times New Roman" pitchFamily="18" charset="0"/>
                  <a:ea typeface="华文新魏" pitchFamily="2" charset="-122"/>
                </a:rPr>
                <a:t>直接宾语</a:t>
              </a:r>
              <a:r>
                <a:rPr kumimoji="1" lang="en-US" altLang="zh-CN" sz="2400" b="1">
                  <a:latin typeface="Times New Roman" pitchFamily="18" charset="0"/>
                  <a:ea typeface="华文新魏" pitchFamily="2" charset="-122"/>
                </a:rPr>
                <a:t>&gt;</a:t>
              </a:r>
              <a:endParaRPr kumimoji="1" lang="en-US" altLang="zh-CN" sz="2400" b="1">
                <a:solidFill>
                  <a:schemeClr val="bg2"/>
                </a:solidFill>
                <a:latin typeface="Times New Roman" pitchFamily="18" charset="0"/>
                <a:ea typeface="华文新魏" pitchFamily="2" charset="-122"/>
              </a:endParaRPr>
            </a:p>
          </p:txBody>
        </p:sp>
        <p:sp>
          <p:nvSpPr>
            <p:cNvPr id="24611" name="Line 23"/>
            <p:cNvSpPr>
              <a:spLocks noChangeShapeType="1"/>
            </p:cNvSpPr>
            <p:nvPr/>
          </p:nvSpPr>
          <p:spPr bwMode="auto">
            <a:xfrm>
              <a:off x="4464" y="2784"/>
              <a:ext cx="0" cy="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12" name="Line 24"/>
            <p:cNvSpPr>
              <a:spLocks noChangeShapeType="1"/>
            </p:cNvSpPr>
            <p:nvPr/>
          </p:nvSpPr>
          <p:spPr bwMode="auto">
            <a:xfrm>
              <a:off x="4848" y="2784"/>
              <a:ext cx="432" cy="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4587" name="Text Box 25"/>
          <p:cNvSpPr txBox="1">
            <a:spLocks noChangeArrowheads="1"/>
          </p:cNvSpPr>
          <p:nvPr/>
        </p:nvSpPr>
        <p:spPr bwMode="auto">
          <a:xfrm>
            <a:off x="250825" y="5888038"/>
            <a:ext cx="88931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en-US" sz="3200" b="1">
                <a:latin typeface="Times New Roman" pitchFamily="18" charset="0"/>
              </a:rPr>
              <a:t>The      </a:t>
            </a:r>
            <a:r>
              <a:rPr kumimoji="1" lang="en-US" altLang="zh-CN" sz="3200" b="1">
                <a:latin typeface="Times New Roman" pitchFamily="18" charset="0"/>
              </a:rPr>
              <a:t> </a:t>
            </a:r>
            <a:r>
              <a:rPr kumimoji="1" lang="en-US" altLang="en-US" sz="3200" b="1">
                <a:latin typeface="Times New Roman" pitchFamily="18" charset="0"/>
              </a:rPr>
              <a:t>gray       wolf   will         eat      the     goat</a:t>
            </a:r>
            <a:endParaRPr kumimoji="1" lang="en-US" altLang="zh-CN" sz="3200" b="1">
              <a:latin typeface="Times New Roman" pitchFamily="18" charset="0"/>
            </a:endParaRPr>
          </a:p>
        </p:txBody>
      </p:sp>
      <p:grpSp>
        <p:nvGrpSpPr>
          <p:cNvPr id="7" name="Group 26"/>
          <p:cNvGrpSpPr>
            <a:grpSpLocks/>
          </p:cNvGrpSpPr>
          <p:nvPr/>
        </p:nvGrpSpPr>
        <p:grpSpPr bwMode="auto">
          <a:xfrm>
            <a:off x="1524000" y="3810000"/>
            <a:ext cx="1676400" cy="2209800"/>
            <a:chOff x="960" y="2400"/>
            <a:chExt cx="1056" cy="1392"/>
          </a:xfrm>
        </p:grpSpPr>
        <p:sp>
          <p:nvSpPr>
            <p:cNvPr id="24608" name="Text Box 27"/>
            <p:cNvSpPr txBox="1">
              <a:spLocks noChangeArrowheads="1"/>
            </p:cNvSpPr>
            <p:nvPr/>
          </p:nvSpPr>
          <p:spPr bwMode="auto">
            <a:xfrm>
              <a:off x="960" y="2400"/>
              <a:ext cx="1056" cy="2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en-US" altLang="zh-CN" sz="2200" b="1">
                  <a:latin typeface="Times New Roman" pitchFamily="18" charset="0"/>
                  <a:ea typeface="华文新魏" pitchFamily="2" charset="-122"/>
                </a:rPr>
                <a:t>&lt;</a:t>
              </a:r>
              <a:r>
                <a:rPr kumimoji="1" lang="zh-CN" altLang="en-US" sz="2200" b="1">
                  <a:latin typeface="Times New Roman" pitchFamily="18" charset="0"/>
                  <a:ea typeface="华文新魏" pitchFamily="2" charset="-122"/>
                </a:rPr>
                <a:t>形容词</a:t>
              </a:r>
              <a:r>
                <a:rPr kumimoji="1" lang="en-US" altLang="zh-CN" sz="2200" b="1">
                  <a:latin typeface="Times New Roman" pitchFamily="18" charset="0"/>
                  <a:ea typeface="华文新魏" pitchFamily="2" charset="-122"/>
                </a:rPr>
                <a:t>&gt;</a:t>
              </a:r>
            </a:p>
          </p:txBody>
        </p:sp>
        <p:sp>
          <p:nvSpPr>
            <p:cNvPr id="24609" name="Line 28"/>
            <p:cNvSpPr>
              <a:spLocks noChangeShapeType="1"/>
            </p:cNvSpPr>
            <p:nvPr/>
          </p:nvSpPr>
          <p:spPr bwMode="auto">
            <a:xfrm>
              <a:off x="1488" y="2736"/>
              <a:ext cx="0"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 name="Group 29"/>
          <p:cNvGrpSpPr>
            <a:grpSpLocks/>
          </p:cNvGrpSpPr>
          <p:nvPr/>
        </p:nvGrpSpPr>
        <p:grpSpPr bwMode="auto">
          <a:xfrm>
            <a:off x="3276600" y="3810000"/>
            <a:ext cx="1371600" cy="2057400"/>
            <a:chOff x="2064" y="2400"/>
            <a:chExt cx="864" cy="1296"/>
          </a:xfrm>
        </p:grpSpPr>
        <p:sp>
          <p:nvSpPr>
            <p:cNvPr id="24606" name="Text Box 30"/>
            <p:cNvSpPr txBox="1">
              <a:spLocks noChangeArrowheads="1"/>
            </p:cNvSpPr>
            <p:nvPr/>
          </p:nvSpPr>
          <p:spPr bwMode="auto">
            <a:xfrm flipH="1">
              <a:off x="2064" y="2400"/>
              <a:ext cx="864" cy="2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en-US" altLang="zh-CN" sz="2200" b="1">
                  <a:latin typeface="Times New Roman" pitchFamily="18" charset="0"/>
                  <a:ea typeface="华文新魏" pitchFamily="2" charset="-122"/>
                </a:rPr>
                <a:t>&lt;</a:t>
              </a:r>
              <a:r>
                <a:rPr kumimoji="1" lang="zh-CN" altLang="en-US" sz="2200" b="1">
                  <a:latin typeface="Times New Roman" pitchFamily="18" charset="0"/>
                  <a:ea typeface="华文新魏" pitchFamily="2" charset="-122"/>
                </a:rPr>
                <a:t>名词</a:t>
              </a:r>
              <a:r>
                <a:rPr kumimoji="1" lang="en-US" altLang="zh-CN" sz="2200" b="1">
                  <a:latin typeface="Times New Roman" pitchFamily="18" charset="0"/>
                  <a:ea typeface="华文新魏" pitchFamily="2" charset="-122"/>
                </a:rPr>
                <a:t>&gt;</a:t>
              </a:r>
              <a:endParaRPr kumimoji="1" lang="en-US" altLang="zh-CN" sz="2200" b="1">
                <a:solidFill>
                  <a:schemeClr val="bg2"/>
                </a:solidFill>
                <a:latin typeface="Times New Roman" pitchFamily="18" charset="0"/>
                <a:ea typeface="华文新魏" pitchFamily="2" charset="-122"/>
              </a:endParaRPr>
            </a:p>
          </p:txBody>
        </p:sp>
        <p:sp>
          <p:nvSpPr>
            <p:cNvPr id="24607" name="Line 31"/>
            <p:cNvSpPr>
              <a:spLocks noChangeShapeType="1"/>
            </p:cNvSpPr>
            <p:nvPr/>
          </p:nvSpPr>
          <p:spPr bwMode="auto">
            <a:xfrm>
              <a:off x="2352" y="2736"/>
              <a:ext cx="0" cy="9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 name="Group 32"/>
          <p:cNvGrpSpPr>
            <a:grpSpLocks/>
          </p:cNvGrpSpPr>
          <p:nvPr/>
        </p:nvGrpSpPr>
        <p:grpSpPr bwMode="auto">
          <a:xfrm>
            <a:off x="3851275" y="4876800"/>
            <a:ext cx="1371600" cy="990600"/>
            <a:chOff x="2426" y="3072"/>
            <a:chExt cx="864" cy="624"/>
          </a:xfrm>
        </p:grpSpPr>
        <p:sp>
          <p:nvSpPr>
            <p:cNvPr id="24604" name="Text Box 33"/>
            <p:cNvSpPr txBox="1">
              <a:spLocks noChangeArrowheads="1"/>
            </p:cNvSpPr>
            <p:nvPr/>
          </p:nvSpPr>
          <p:spPr bwMode="auto">
            <a:xfrm flipH="1">
              <a:off x="2426" y="3072"/>
              <a:ext cx="86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en-US" altLang="zh-CN" b="1">
                  <a:latin typeface="Tahoma" pitchFamily="34" charset="0"/>
                  <a:ea typeface="华文新魏" pitchFamily="2" charset="-122"/>
                </a:rPr>
                <a:t>&lt;</a:t>
              </a:r>
              <a:r>
                <a:rPr kumimoji="1" lang="zh-CN" altLang="en-US" sz="2400" b="1">
                  <a:latin typeface="Times New Roman" pitchFamily="18" charset="0"/>
                  <a:ea typeface="华文新魏" pitchFamily="2" charset="-122"/>
                </a:rPr>
                <a:t>助动</a:t>
              </a:r>
              <a:r>
                <a:rPr kumimoji="1" lang="en-US" altLang="zh-CN" b="1">
                  <a:latin typeface="Tahoma" pitchFamily="34" charset="0"/>
                  <a:ea typeface="华文新魏" pitchFamily="2" charset="-122"/>
                </a:rPr>
                <a:t>&gt;</a:t>
              </a:r>
            </a:p>
          </p:txBody>
        </p:sp>
        <p:sp>
          <p:nvSpPr>
            <p:cNvPr id="24605" name="Line 34"/>
            <p:cNvSpPr>
              <a:spLocks noChangeShapeType="1"/>
            </p:cNvSpPr>
            <p:nvPr/>
          </p:nvSpPr>
          <p:spPr bwMode="auto">
            <a:xfrm>
              <a:off x="2928" y="3408"/>
              <a:ext cx="0" cy="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 name="Group 35"/>
          <p:cNvGrpSpPr>
            <a:grpSpLocks/>
          </p:cNvGrpSpPr>
          <p:nvPr/>
        </p:nvGrpSpPr>
        <p:grpSpPr bwMode="auto">
          <a:xfrm>
            <a:off x="5292725" y="4876800"/>
            <a:ext cx="1295400" cy="1066800"/>
            <a:chOff x="3379" y="3072"/>
            <a:chExt cx="726" cy="672"/>
          </a:xfrm>
        </p:grpSpPr>
        <p:sp>
          <p:nvSpPr>
            <p:cNvPr id="24602" name="Text Box 36"/>
            <p:cNvSpPr txBox="1">
              <a:spLocks noChangeArrowheads="1"/>
            </p:cNvSpPr>
            <p:nvPr/>
          </p:nvSpPr>
          <p:spPr bwMode="auto">
            <a:xfrm>
              <a:off x="3379" y="3072"/>
              <a:ext cx="72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en-US" altLang="zh-CN" b="1">
                  <a:latin typeface="Tahoma" pitchFamily="34" charset="0"/>
                  <a:ea typeface="华文新魏" pitchFamily="2" charset="-122"/>
                </a:rPr>
                <a:t>&lt;</a:t>
              </a:r>
              <a:r>
                <a:rPr kumimoji="1" lang="zh-CN" altLang="en-US" sz="2400" b="1">
                  <a:latin typeface="Times New Roman" pitchFamily="18" charset="0"/>
                  <a:ea typeface="华文新魏" pitchFamily="2" charset="-122"/>
                </a:rPr>
                <a:t>动原</a:t>
              </a:r>
              <a:r>
                <a:rPr kumimoji="1" lang="en-US" altLang="zh-CN" b="1">
                  <a:latin typeface="Tahoma" pitchFamily="34" charset="0"/>
                  <a:ea typeface="华文新魏" pitchFamily="2" charset="-122"/>
                </a:rPr>
                <a:t>&gt;</a:t>
              </a:r>
            </a:p>
          </p:txBody>
        </p:sp>
        <p:sp>
          <p:nvSpPr>
            <p:cNvPr id="24603" name="Line 37"/>
            <p:cNvSpPr>
              <a:spLocks noChangeShapeType="1"/>
            </p:cNvSpPr>
            <p:nvPr/>
          </p:nvSpPr>
          <p:spPr bwMode="auto">
            <a:xfrm>
              <a:off x="3840" y="3408"/>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 name="Group 38"/>
          <p:cNvGrpSpPr>
            <a:grpSpLocks/>
          </p:cNvGrpSpPr>
          <p:nvPr/>
        </p:nvGrpSpPr>
        <p:grpSpPr bwMode="auto">
          <a:xfrm>
            <a:off x="6588125" y="4876800"/>
            <a:ext cx="1260475" cy="990600"/>
            <a:chOff x="4150" y="3072"/>
            <a:chExt cx="794" cy="624"/>
          </a:xfrm>
        </p:grpSpPr>
        <p:sp>
          <p:nvSpPr>
            <p:cNvPr id="24600" name="Text Box 39"/>
            <p:cNvSpPr txBox="1">
              <a:spLocks noChangeArrowheads="1"/>
            </p:cNvSpPr>
            <p:nvPr/>
          </p:nvSpPr>
          <p:spPr bwMode="auto">
            <a:xfrm flipH="1">
              <a:off x="4150" y="3072"/>
              <a:ext cx="79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en-US" altLang="zh-CN" b="1">
                  <a:latin typeface="Tahoma" pitchFamily="34" charset="0"/>
                  <a:ea typeface="华文新魏" pitchFamily="2" charset="-122"/>
                </a:rPr>
                <a:t>&lt;</a:t>
              </a:r>
              <a:r>
                <a:rPr kumimoji="1" lang="zh-CN" altLang="en-US" sz="2400" b="1">
                  <a:latin typeface="Times New Roman" pitchFamily="18" charset="0"/>
                  <a:ea typeface="华文新魏" pitchFamily="2" charset="-122"/>
                </a:rPr>
                <a:t>冠词</a:t>
              </a:r>
              <a:r>
                <a:rPr kumimoji="1" lang="en-US" altLang="zh-CN" b="1">
                  <a:latin typeface="Tahoma" pitchFamily="34" charset="0"/>
                  <a:ea typeface="华文新魏" pitchFamily="2" charset="-122"/>
                </a:rPr>
                <a:t>&gt;</a:t>
              </a:r>
            </a:p>
          </p:txBody>
        </p:sp>
        <p:sp>
          <p:nvSpPr>
            <p:cNvPr id="24601" name="Line 40"/>
            <p:cNvSpPr>
              <a:spLocks noChangeShapeType="1"/>
            </p:cNvSpPr>
            <p:nvPr/>
          </p:nvSpPr>
          <p:spPr bwMode="auto">
            <a:xfrm>
              <a:off x="4512" y="3408"/>
              <a:ext cx="0" cy="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 name="Group 41"/>
          <p:cNvGrpSpPr>
            <a:grpSpLocks/>
          </p:cNvGrpSpPr>
          <p:nvPr/>
        </p:nvGrpSpPr>
        <p:grpSpPr bwMode="auto">
          <a:xfrm>
            <a:off x="7885113" y="4868863"/>
            <a:ext cx="1258887" cy="1074737"/>
            <a:chOff x="4992" y="3072"/>
            <a:chExt cx="720" cy="672"/>
          </a:xfrm>
        </p:grpSpPr>
        <p:sp>
          <p:nvSpPr>
            <p:cNvPr id="24598" name="Text Box 42"/>
            <p:cNvSpPr txBox="1">
              <a:spLocks noChangeArrowheads="1"/>
            </p:cNvSpPr>
            <p:nvPr/>
          </p:nvSpPr>
          <p:spPr bwMode="auto">
            <a:xfrm>
              <a:off x="4992" y="3072"/>
              <a:ext cx="720" cy="2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en-US" altLang="zh-CN" b="1">
                  <a:latin typeface="Tahoma" pitchFamily="34" charset="0"/>
                  <a:ea typeface="华文新魏" pitchFamily="2" charset="-122"/>
                </a:rPr>
                <a:t>&lt;</a:t>
              </a:r>
              <a:r>
                <a:rPr kumimoji="1" lang="zh-CN" altLang="en-US" sz="2400" b="1">
                  <a:latin typeface="Times New Roman" pitchFamily="18" charset="0"/>
                  <a:ea typeface="华文新魏" pitchFamily="2" charset="-122"/>
                </a:rPr>
                <a:t>名词</a:t>
              </a:r>
              <a:r>
                <a:rPr kumimoji="1" lang="en-US" altLang="zh-CN" sz="2400" b="1">
                  <a:latin typeface="Times New Roman" pitchFamily="18" charset="0"/>
                  <a:ea typeface="华文新魏" pitchFamily="2" charset="-122"/>
                </a:rPr>
                <a:t>&gt;</a:t>
              </a:r>
              <a:endParaRPr kumimoji="1" lang="en-US" altLang="zh-CN" b="1">
                <a:latin typeface="Tahoma" pitchFamily="34" charset="0"/>
                <a:ea typeface="华文新魏" pitchFamily="2" charset="-122"/>
              </a:endParaRPr>
            </a:p>
          </p:txBody>
        </p:sp>
        <p:sp>
          <p:nvSpPr>
            <p:cNvPr id="24599" name="Line 43"/>
            <p:cNvSpPr>
              <a:spLocks noChangeShapeType="1"/>
            </p:cNvSpPr>
            <p:nvPr/>
          </p:nvSpPr>
          <p:spPr bwMode="auto">
            <a:xfrm>
              <a:off x="5328" y="3408"/>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 name="Group 44"/>
          <p:cNvGrpSpPr>
            <a:grpSpLocks/>
          </p:cNvGrpSpPr>
          <p:nvPr/>
        </p:nvGrpSpPr>
        <p:grpSpPr bwMode="auto">
          <a:xfrm>
            <a:off x="76200" y="3810000"/>
            <a:ext cx="1371600" cy="2133600"/>
            <a:chOff x="48" y="2400"/>
            <a:chExt cx="864" cy="1344"/>
          </a:xfrm>
        </p:grpSpPr>
        <p:sp>
          <p:nvSpPr>
            <p:cNvPr id="24596" name="Line 45"/>
            <p:cNvSpPr>
              <a:spLocks noChangeShapeType="1"/>
            </p:cNvSpPr>
            <p:nvPr/>
          </p:nvSpPr>
          <p:spPr bwMode="auto">
            <a:xfrm>
              <a:off x="576" y="2736"/>
              <a:ext cx="0" cy="10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7" name="Text Box 46"/>
            <p:cNvSpPr txBox="1">
              <a:spLocks noChangeArrowheads="1"/>
            </p:cNvSpPr>
            <p:nvPr/>
          </p:nvSpPr>
          <p:spPr bwMode="auto">
            <a:xfrm>
              <a:off x="48" y="2400"/>
              <a:ext cx="864" cy="2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en-US" altLang="zh-CN" sz="2200" b="1">
                  <a:latin typeface="Times New Roman" pitchFamily="18" charset="0"/>
                  <a:ea typeface="华文新魏" pitchFamily="2" charset="-122"/>
                </a:rPr>
                <a:t>&lt;</a:t>
              </a:r>
              <a:r>
                <a:rPr kumimoji="1" lang="zh-CN" altLang="en-US" sz="2200" b="1">
                  <a:latin typeface="Times New Roman" pitchFamily="18" charset="0"/>
                  <a:ea typeface="华文新魏" pitchFamily="2" charset="-122"/>
                </a:rPr>
                <a:t>冠词</a:t>
              </a:r>
              <a:r>
                <a:rPr kumimoji="1" lang="en-US" altLang="zh-CN" sz="2200" b="1">
                  <a:latin typeface="Times New Roman" pitchFamily="18" charset="0"/>
                  <a:ea typeface="华文新魏" pitchFamily="2" charset="-122"/>
                </a:rPr>
                <a:t>&gt;</a:t>
              </a:r>
              <a:endParaRPr kumimoji="1" lang="en-US" altLang="zh-CN" sz="2200" b="1">
                <a:solidFill>
                  <a:schemeClr val="bg2"/>
                </a:solidFill>
                <a:latin typeface="Times New Roman" pitchFamily="18" charset="0"/>
                <a:ea typeface="华文新魏" pitchFamily="2" charset="-122"/>
              </a:endParaRPr>
            </a:p>
          </p:txBody>
        </p:sp>
      </p:grpSp>
      <p:sp>
        <p:nvSpPr>
          <p:cNvPr id="24595" name="Rectangle 47"/>
          <p:cNvSpPr>
            <a:spLocks noChangeArrowheads="1"/>
          </p:cNvSpPr>
          <p:nvPr/>
        </p:nvSpPr>
        <p:spPr bwMode="auto">
          <a:xfrm>
            <a:off x="6372225" y="2133600"/>
            <a:ext cx="2470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kumimoji="1" lang="zh-CN" altLang="en-US" b="1">
                <a:solidFill>
                  <a:srgbClr val="CCCC00"/>
                </a:solidFill>
                <a:latin typeface="Tahoma" pitchFamily="34" charset="0"/>
                <a:ea typeface="华文新魏" pitchFamily="2" charset="-122"/>
              </a:rPr>
              <a:t>提取规则，写在黑板上</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86AF25A7-5273-49D9-937A-512BA555914C}" type="datetime1">
              <a:rPr lang="zh-CN" altLang="en-US"/>
              <a:pPr/>
              <a:t>2017/2/24</a:t>
            </a:fld>
            <a:endParaRPr lang="en-US" altLang="zh-CN"/>
          </a:p>
        </p:txBody>
      </p:sp>
      <p:sp>
        <p:nvSpPr>
          <p:cNvPr id="2560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24CC6C6-E6B6-4863-99E9-8180DFACEE74}" type="slidenum">
              <a:rPr lang="zh-CN" altLang="en-US"/>
              <a:pPr/>
              <a:t>20</a:t>
            </a:fld>
            <a:endParaRPr lang="en-US" altLang="zh-CN"/>
          </a:p>
        </p:txBody>
      </p:sp>
      <p:sp>
        <p:nvSpPr>
          <p:cNvPr id="507906" name="Rectangle 2"/>
          <p:cNvSpPr>
            <a:spLocks noGrp="1" noRot="1" noChangeArrowheads="1"/>
          </p:cNvSpPr>
          <p:nvPr>
            <p:ph type="body" idx="1"/>
          </p:nvPr>
        </p:nvSpPr>
        <p:spPr>
          <a:xfrm>
            <a:off x="323850" y="1997075"/>
            <a:ext cx="5029200" cy="3902075"/>
          </a:xfrm>
        </p:spPr>
        <p:txBody>
          <a:bodyPr/>
          <a:lstStyle/>
          <a:p>
            <a:pPr eaLnBrk="1" hangingPunct="1">
              <a:lnSpc>
                <a:spcPct val="80000"/>
              </a:lnSpc>
              <a:spcBef>
                <a:spcPct val="0"/>
              </a:spcBef>
              <a:spcAft>
                <a:spcPct val="100000"/>
              </a:spcAft>
              <a:buClrTx/>
              <a:buSzTx/>
              <a:buFontTx/>
              <a:buNone/>
            </a:pPr>
            <a:r>
              <a:rPr kumimoji="1" lang="zh-CN" altLang="en-US" sz="2400" b="1" smtClean="0">
                <a:solidFill>
                  <a:srgbClr val="990099"/>
                </a:solidFill>
                <a:latin typeface="Times New Roman" pitchFamily="18" charset="0"/>
                <a:ea typeface="华文新魏" pitchFamily="2" charset="-122"/>
                <a:sym typeface="Symbol" pitchFamily="18" charset="2"/>
              </a:rPr>
              <a:t>句子</a:t>
            </a:r>
            <a:r>
              <a:rPr kumimoji="1" lang="zh-CN" altLang="en-US" sz="2400" b="1" smtClean="0">
                <a:latin typeface="Times New Roman" pitchFamily="18" charset="0"/>
                <a:ea typeface="华文新魏" pitchFamily="2" charset="-122"/>
                <a:sym typeface="Symbol" pitchFamily="18" charset="2"/>
              </a:rPr>
              <a:t> </a:t>
            </a:r>
            <a:r>
              <a:rPr kumimoji="1" lang="en-US" altLang="zh-CN" sz="2400" b="1" smtClean="0">
                <a:latin typeface="Times New Roman" pitchFamily="18" charset="0"/>
                <a:ea typeface="华文新魏" pitchFamily="2" charset="-122"/>
              </a:rPr>
              <a:t>→</a:t>
            </a:r>
            <a:r>
              <a:rPr kumimoji="1" lang="zh-CN" altLang="en-US" sz="2400" b="1" smtClean="0">
                <a:latin typeface="Times New Roman" pitchFamily="18" charset="0"/>
                <a:ea typeface="华文新魏" pitchFamily="2" charset="-122"/>
                <a:sym typeface="Symbol" pitchFamily="18" charset="2"/>
              </a:rPr>
              <a:t> 主语 </a:t>
            </a:r>
            <a:r>
              <a:rPr kumimoji="1" lang="zh-CN" altLang="zh-CN" sz="2400" b="1" smtClean="0">
                <a:latin typeface="Times New Roman" pitchFamily="18" charset="0"/>
                <a:ea typeface="华文新魏" pitchFamily="2" charset="-122"/>
                <a:sym typeface="Symbol" pitchFamily="18" charset="2"/>
              </a:rPr>
              <a:t>谓语</a:t>
            </a:r>
            <a:r>
              <a:rPr kumimoji="1" lang="zh-CN" altLang="en-US" sz="2400" b="1" smtClean="0">
                <a:latin typeface="Times New Roman" pitchFamily="18" charset="0"/>
                <a:ea typeface="华文新魏" pitchFamily="2" charset="-122"/>
                <a:sym typeface="Symbol" pitchFamily="18" charset="2"/>
              </a:rPr>
              <a:t></a:t>
            </a:r>
          </a:p>
          <a:p>
            <a:pPr eaLnBrk="1" hangingPunct="1">
              <a:lnSpc>
                <a:spcPct val="80000"/>
              </a:lnSpc>
              <a:spcBef>
                <a:spcPct val="0"/>
              </a:spcBef>
              <a:spcAft>
                <a:spcPct val="100000"/>
              </a:spcAft>
              <a:buClrTx/>
              <a:buSzTx/>
              <a:buFontTx/>
              <a:buNone/>
            </a:pPr>
            <a:r>
              <a:rPr kumimoji="1" lang="zh-CN" altLang="en-US" sz="2400" b="1" smtClean="0">
                <a:latin typeface="Times New Roman" pitchFamily="18" charset="0"/>
                <a:ea typeface="华文新魏" pitchFamily="2" charset="-122"/>
                <a:sym typeface="Symbol" pitchFamily="18" charset="2"/>
              </a:rPr>
              <a:t>主语 </a:t>
            </a:r>
            <a:r>
              <a:rPr kumimoji="1" lang="en-US" altLang="zh-CN" sz="2400" b="1" smtClean="0">
                <a:latin typeface="Times New Roman" pitchFamily="18" charset="0"/>
                <a:ea typeface="华文新魏" pitchFamily="2" charset="-122"/>
              </a:rPr>
              <a:t>→</a:t>
            </a:r>
            <a:r>
              <a:rPr kumimoji="1" lang="zh-CN" altLang="en-US" sz="2400" b="1" smtClean="0">
                <a:latin typeface="Times New Roman" pitchFamily="18" charset="0"/>
                <a:ea typeface="华文新魏" pitchFamily="2" charset="-122"/>
                <a:sym typeface="Symbol" pitchFamily="18" charset="2"/>
              </a:rPr>
              <a:t> 冠词 </a:t>
            </a:r>
            <a:r>
              <a:rPr kumimoji="1" lang="zh-CN" altLang="zh-CN" sz="2400" b="1" smtClean="0">
                <a:latin typeface="Times New Roman" pitchFamily="18" charset="0"/>
                <a:ea typeface="华文新魏" pitchFamily="2" charset="-122"/>
                <a:sym typeface="Symbol" pitchFamily="18" charset="2"/>
              </a:rPr>
              <a:t>形容词</a:t>
            </a:r>
            <a:r>
              <a:rPr kumimoji="1" lang="zh-CN" altLang="en-US" sz="2400" b="1" smtClean="0">
                <a:latin typeface="Times New Roman" pitchFamily="18" charset="0"/>
                <a:ea typeface="华文新魏" pitchFamily="2" charset="-122"/>
                <a:sym typeface="Symbol" pitchFamily="18" charset="2"/>
              </a:rPr>
              <a:t> 名词</a:t>
            </a:r>
            <a:endParaRPr kumimoji="1" lang="en-US" altLang="zh-CN" sz="2400" b="1" smtClean="0">
              <a:latin typeface="Times New Roman" pitchFamily="18" charset="0"/>
              <a:ea typeface="华文新魏" pitchFamily="2" charset="-122"/>
              <a:sym typeface="Symbol" pitchFamily="18" charset="2"/>
            </a:endParaRPr>
          </a:p>
          <a:p>
            <a:pPr eaLnBrk="1" hangingPunct="1">
              <a:lnSpc>
                <a:spcPct val="80000"/>
              </a:lnSpc>
              <a:spcBef>
                <a:spcPct val="0"/>
              </a:spcBef>
              <a:spcAft>
                <a:spcPct val="100000"/>
              </a:spcAft>
              <a:buClrTx/>
              <a:buSzTx/>
              <a:buFontTx/>
              <a:buNone/>
            </a:pPr>
            <a:r>
              <a:rPr kumimoji="1" lang="zh-CN" altLang="en-US" sz="2400" b="1" smtClean="0">
                <a:latin typeface="Times New Roman" pitchFamily="18" charset="0"/>
                <a:ea typeface="华文新魏" pitchFamily="2" charset="-122"/>
                <a:sym typeface="Symbol" pitchFamily="18" charset="2"/>
              </a:rPr>
              <a:t></a:t>
            </a:r>
            <a:r>
              <a:rPr kumimoji="1" lang="zh-CN" altLang="zh-CN" sz="2400" b="1" smtClean="0">
                <a:latin typeface="Times New Roman" pitchFamily="18" charset="0"/>
                <a:ea typeface="华文新魏" pitchFamily="2" charset="-122"/>
                <a:sym typeface="Symbol" pitchFamily="18" charset="2"/>
              </a:rPr>
              <a:t> 谓语</a:t>
            </a:r>
            <a:r>
              <a:rPr kumimoji="1" lang="zh-CN" altLang="en-US" sz="2400" b="1" smtClean="0">
                <a:latin typeface="Times New Roman" pitchFamily="18" charset="0"/>
                <a:ea typeface="华文新魏" pitchFamily="2" charset="-122"/>
                <a:sym typeface="Symbol" pitchFamily="18" charset="2"/>
              </a:rPr>
              <a:t> </a:t>
            </a:r>
            <a:r>
              <a:rPr kumimoji="1" lang="en-US" altLang="zh-CN" sz="2400" b="1" smtClean="0">
                <a:latin typeface="Times New Roman" pitchFamily="18" charset="0"/>
                <a:ea typeface="华文新魏" pitchFamily="2" charset="-122"/>
              </a:rPr>
              <a:t>→</a:t>
            </a:r>
            <a:r>
              <a:rPr kumimoji="1" lang="zh-CN" altLang="en-US" sz="2400" b="1" smtClean="0">
                <a:latin typeface="Times New Roman" pitchFamily="18" charset="0"/>
                <a:ea typeface="华文新魏" pitchFamily="2" charset="-122"/>
                <a:sym typeface="Symbol" pitchFamily="18" charset="2"/>
              </a:rPr>
              <a:t> </a:t>
            </a:r>
            <a:r>
              <a:rPr kumimoji="1" lang="zh-CN" altLang="zh-CN" sz="2400" b="1" smtClean="0">
                <a:latin typeface="Times New Roman" pitchFamily="18" charset="0"/>
                <a:ea typeface="华文新魏" pitchFamily="2" charset="-122"/>
                <a:sym typeface="Symbol" pitchFamily="18" charset="2"/>
              </a:rPr>
              <a:t> </a:t>
            </a:r>
            <a:r>
              <a:rPr kumimoji="1" lang="zh-CN" altLang="en-US" sz="2400" b="1" smtClean="0">
                <a:latin typeface="Times New Roman" pitchFamily="18" charset="0"/>
                <a:ea typeface="华文新魏" pitchFamily="2" charset="-122"/>
                <a:sym typeface="Symbol" pitchFamily="18" charset="2"/>
              </a:rPr>
              <a:t>动词 直接宾语</a:t>
            </a:r>
          </a:p>
          <a:p>
            <a:pPr eaLnBrk="1" hangingPunct="1">
              <a:lnSpc>
                <a:spcPct val="80000"/>
              </a:lnSpc>
              <a:spcBef>
                <a:spcPct val="0"/>
              </a:spcBef>
              <a:spcAft>
                <a:spcPct val="100000"/>
              </a:spcAft>
              <a:buClrTx/>
              <a:buSzTx/>
              <a:buFontTx/>
              <a:buNone/>
            </a:pPr>
            <a:r>
              <a:rPr kumimoji="1" lang="zh-CN" altLang="en-US" sz="2400" b="1" smtClean="0">
                <a:latin typeface="Times New Roman" pitchFamily="18" charset="0"/>
                <a:ea typeface="华文新魏" pitchFamily="2" charset="-122"/>
                <a:sym typeface="Symbol" pitchFamily="18" charset="2"/>
              </a:rPr>
              <a:t></a:t>
            </a:r>
            <a:r>
              <a:rPr kumimoji="1" lang="zh-CN" altLang="zh-CN" sz="2400" b="1" smtClean="0">
                <a:latin typeface="Times New Roman" pitchFamily="18" charset="0"/>
                <a:ea typeface="华文新魏" pitchFamily="2" charset="-122"/>
                <a:sym typeface="Symbol" pitchFamily="18" charset="2"/>
              </a:rPr>
              <a:t> </a:t>
            </a:r>
            <a:r>
              <a:rPr kumimoji="1" lang="zh-CN" altLang="en-US" sz="2400" b="1" smtClean="0">
                <a:latin typeface="Times New Roman" pitchFamily="18" charset="0"/>
                <a:ea typeface="华文新魏" pitchFamily="2" charset="-122"/>
                <a:sym typeface="Symbol" pitchFamily="18" charset="2"/>
              </a:rPr>
              <a:t>动词 </a:t>
            </a:r>
            <a:r>
              <a:rPr kumimoji="1" lang="en-US" altLang="zh-CN" sz="2400" b="1" smtClean="0">
                <a:latin typeface="Times New Roman" pitchFamily="18" charset="0"/>
                <a:ea typeface="华文新魏" pitchFamily="2" charset="-122"/>
              </a:rPr>
              <a:t>→</a:t>
            </a:r>
            <a:r>
              <a:rPr kumimoji="1" lang="zh-CN" altLang="en-US" sz="2400" b="1" smtClean="0">
                <a:latin typeface="Times New Roman" pitchFamily="18" charset="0"/>
                <a:ea typeface="华文新魏" pitchFamily="2" charset="-122"/>
                <a:sym typeface="Symbol" pitchFamily="18" charset="2"/>
              </a:rPr>
              <a:t> 助动词 动词原</a:t>
            </a:r>
            <a:r>
              <a:rPr kumimoji="1" lang="zh-CN" altLang="zh-CN" sz="2400" b="1" smtClean="0">
                <a:latin typeface="Times New Roman" pitchFamily="18" charset="0"/>
                <a:ea typeface="华文新魏" pitchFamily="2" charset="-122"/>
                <a:sym typeface="Symbol" pitchFamily="18" charset="2"/>
              </a:rPr>
              <a:t>形</a:t>
            </a:r>
            <a:r>
              <a:rPr kumimoji="1" lang="zh-CN" altLang="en-US" sz="2400" b="1" smtClean="0">
                <a:latin typeface="Times New Roman" pitchFamily="18" charset="0"/>
                <a:ea typeface="华文新魏" pitchFamily="2" charset="-122"/>
                <a:sym typeface="Symbol" pitchFamily="18" charset="2"/>
              </a:rPr>
              <a:t></a:t>
            </a:r>
          </a:p>
          <a:p>
            <a:pPr eaLnBrk="1" hangingPunct="1">
              <a:lnSpc>
                <a:spcPct val="80000"/>
              </a:lnSpc>
              <a:spcBef>
                <a:spcPct val="0"/>
              </a:spcBef>
              <a:spcAft>
                <a:spcPct val="100000"/>
              </a:spcAft>
              <a:buClrTx/>
              <a:buSzTx/>
              <a:buFontTx/>
              <a:buNone/>
            </a:pPr>
            <a:r>
              <a:rPr kumimoji="1" lang="zh-CN" altLang="en-US" sz="2400" b="1" smtClean="0">
                <a:latin typeface="Times New Roman" pitchFamily="18" charset="0"/>
                <a:ea typeface="华文新魏" pitchFamily="2" charset="-122"/>
                <a:sym typeface="Symbol" pitchFamily="18" charset="2"/>
              </a:rPr>
              <a:t>直接宾语 </a:t>
            </a:r>
            <a:r>
              <a:rPr kumimoji="1" lang="en-US" altLang="zh-CN" sz="2400" b="1" smtClean="0">
                <a:latin typeface="Times New Roman" pitchFamily="18" charset="0"/>
                <a:ea typeface="华文新魏" pitchFamily="2" charset="-122"/>
              </a:rPr>
              <a:t>→</a:t>
            </a:r>
            <a:r>
              <a:rPr kumimoji="1" lang="zh-CN" altLang="en-US" sz="2400" b="1" smtClean="0">
                <a:latin typeface="Times New Roman" pitchFamily="18" charset="0"/>
                <a:ea typeface="华文新魏" pitchFamily="2" charset="-122"/>
                <a:sym typeface="Symbol" pitchFamily="18" charset="2"/>
              </a:rPr>
              <a:t> </a:t>
            </a:r>
            <a:r>
              <a:rPr kumimoji="1" lang="zh-CN" altLang="zh-CN" sz="2400" b="1" smtClean="0">
                <a:latin typeface="Times New Roman" pitchFamily="18" charset="0"/>
                <a:ea typeface="华文新魏" pitchFamily="2" charset="-122"/>
                <a:sym typeface="Symbol" pitchFamily="18" charset="2"/>
              </a:rPr>
              <a:t> </a:t>
            </a:r>
            <a:r>
              <a:rPr kumimoji="1" lang="zh-CN" altLang="en-US" sz="2400" b="1" smtClean="0">
                <a:latin typeface="Times New Roman" pitchFamily="18" charset="0"/>
                <a:ea typeface="华文新魏" pitchFamily="2" charset="-122"/>
                <a:sym typeface="Symbol" pitchFamily="18" charset="2"/>
              </a:rPr>
              <a:t>冠词 名词</a:t>
            </a:r>
          </a:p>
        </p:txBody>
      </p:sp>
      <p:sp>
        <p:nvSpPr>
          <p:cNvPr id="25605" name="Text Box 3"/>
          <p:cNvSpPr txBox="1">
            <a:spLocks noChangeArrowheads="1"/>
          </p:cNvSpPr>
          <p:nvPr/>
        </p:nvSpPr>
        <p:spPr bwMode="auto">
          <a:xfrm>
            <a:off x="1042988" y="908050"/>
            <a:ext cx="7162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zh-CN" altLang="en-US" sz="3600" b="1">
                <a:solidFill>
                  <a:srgbClr val="000099"/>
                </a:solidFill>
                <a:latin typeface="华文新魏" pitchFamily="2" charset="-122"/>
                <a:ea typeface="华文新魏" pitchFamily="2" charset="-122"/>
              </a:rPr>
              <a:t>产生句子的规则</a:t>
            </a:r>
            <a:r>
              <a:rPr kumimoji="1" lang="zh-CN" altLang="en-US" sz="3200" b="1">
                <a:solidFill>
                  <a:srgbClr val="000099"/>
                </a:solidFill>
                <a:latin typeface="Times New Roman" pitchFamily="18" charset="0"/>
                <a:ea typeface="华文新魏" pitchFamily="2" charset="-122"/>
              </a:rPr>
              <a:t>——</a:t>
            </a:r>
            <a:r>
              <a:rPr kumimoji="1" lang="zh-CN" altLang="en-US" sz="2400" b="1">
                <a:solidFill>
                  <a:srgbClr val="000099"/>
                </a:solidFill>
                <a:latin typeface="华文新魏" pitchFamily="2" charset="-122"/>
                <a:ea typeface="华文新魏" pitchFamily="2" charset="-122"/>
              </a:rPr>
              <a:t>从产生语言的角度</a:t>
            </a:r>
            <a:endParaRPr kumimoji="1" lang="en-US" altLang="zh-CN" sz="3200" b="1">
              <a:solidFill>
                <a:srgbClr val="000099"/>
              </a:solidFill>
              <a:latin typeface="Times New Roman" pitchFamily="18" charset="0"/>
              <a:ea typeface="GulimChe" pitchFamily="49" charset="-127"/>
            </a:endParaRPr>
          </a:p>
        </p:txBody>
      </p:sp>
      <p:sp>
        <p:nvSpPr>
          <p:cNvPr id="507908" name="Rectangle 4"/>
          <p:cNvSpPr>
            <a:spLocks noChangeArrowheads="1"/>
          </p:cNvSpPr>
          <p:nvPr/>
        </p:nvSpPr>
        <p:spPr bwMode="auto">
          <a:xfrm>
            <a:off x="5508625" y="1773238"/>
            <a:ext cx="2895600" cy="394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kumimoji="1" lang="zh-CN" altLang="en-US" sz="2400" b="1">
                <a:latin typeface="华文新魏" pitchFamily="2" charset="-122"/>
                <a:ea typeface="华文新魏" pitchFamily="2" charset="-122"/>
                <a:sym typeface="Symbol" pitchFamily="18" charset="2"/>
              </a:rPr>
              <a:t>冠词 </a:t>
            </a:r>
            <a:r>
              <a:rPr kumimoji="1" lang="en-US" altLang="zh-CN" sz="2800" b="1">
                <a:latin typeface="华文新魏" pitchFamily="2" charset="-122"/>
                <a:ea typeface="华文新魏" pitchFamily="2" charset="-122"/>
              </a:rPr>
              <a:t>→</a:t>
            </a:r>
            <a:r>
              <a:rPr kumimoji="1" lang="zh-CN" altLang="en-US" sz="2400" b="1">
                <a:solidFill>
                  <a:srgbClr val="3333FF"/>
                </a:solidFill>
                <a:latin typeface="华文新魏" pitchFamily="2" charset="-122"/>
                <a:ea typeface="华文新魏" pitchFamily="2" charset="-122"/>
                <a:sym typeface="Symbol" pitchFamily="18" charset="2"/>
              </a:rPr>
              <a:t> </a:t>
            </a:r>
            <a:r>
              <a:rPr kumimoji="1" lang="en-US" altLang="zh-CN" sz="2400" b="1">
                <a:solidFill>
                  <a:srgbClr val="3333FF"/>
                </a:solidFill>
                <a:latin typeface="华文新魏" pitchFamily="2" charset="-122"/>
                <a:ea typeface="华文新魏" pitchFamily="2" charset="-122"/>
                <a:sym typeface="Symbol" pitchFamily="18" charset="2"/>
              </a:rPr>
              <a:t>the</a:t>
            </a:r>
            <a:r>
              <a:rPr kumimoji="1" lang="en-US" altLang="zh-CN" sz="2400" b="1">
                <a:latin typeface="华文新魏" pitchFamily="2" charset="-122"/>
                <a:ea typeface="华文新魏" pitchFamily="2" charset="-122"/>
                <a:sym typeface="Symbol" pitchFamily="18" charset="2"/>
              </a:rPr>
              <a:t> </a:t>
            </a:r>
          </a:p>
          <a:p>
            <a:pPr eaLnBrk="1" hangingPunct="1">
              <a:lnSpc>
                <a:spcPct val="150000"/>
              </a:lnSpc>
            </a:pPr>
            <a:r>
              <a:rPr kumimoji="1" lang="en-US" altLang="zh-CN" sz="2400" b="1">
                <a:latin typeface="华文新魏" pitchFamily="2" charset="-122"/>
                <a:ea typeface="华文新魏" pitchFamily="2" charset="-122"/>
                <a:sym typeface="Symbol" pitchFamily="18" charset="2"/>
              </a:rPr>
              <a:t></a:t>
            </a:r>
            <a:r>
              <a:rPr kumimoji="1" lang="zh-CN" altLang="zh-CN" sz="2400" b="1">
                <a:latin typeface="华文新魏" pitchFamily="2" charset="-122"/>
                <a:ea typeface="华文新魏" pitchFamily="2" charset="-122"/>
                <a:sym typeface="Symbol" pitchFamily="18" charset="2"/>
              </a:rPr>
              <a:t>形容词</a:t>
            </a:r>
            <a:r>
              <a:rPr kumimoji="1" lang="zh-CN" altLang="en-US" sz="2400" b="1">
                <a:latin typeface="华文新魏" pitchFamily="2" charset="-122"/>
                <a:ea typeface="华文新魏" pitchFamily="2" charset="-122"/>
                <a:sym typeface="Symbol" pitchFamily="18" charset="2"/>
              </a:rPr>
              <a:t> </a:t>
            </a:r>
            <a:r>
              <a:rPr kumimoji="1" lang="en-US" altLang="zh-CN" sz="2800" b="1">
                <a:latin typeface="华文新魏" pitchFamily="2" charset="-122"/>
                <a:ea typeface="华文新魏" pitchFamily="2" charset="-122"/>
              </a:rPr>
              <a:t>→</a:t>
            </a:r>
            <a:r>
              <a:rPr kumimoji="1" lang="zh-CN" altLang="en-US" sz="2400" b="1">
                <a:latin typeface="华文新魏" pitchFamily="2" charset="-122"/>
                <a:ea typeface="华文新魏" pitchFamily="2" charset="-122"/>
                <a:sym typeface="Symbol" pitchFamily="18" charset="2"/>
              </a:rPr>
              <a:t> </a:t>
            </a:r>
            <a:r>
              <a:rPr kumimoji="1" lang="en-US" altLang="zh-CN" sz="2400" b="1">
                <a:solidFill>
                  <a:srgbClr val="3333FF"/>
                </a:solidFill>
                <a:latin typeface="华文新魏" pitchFamily="2" charset="-122"/>
                <a:ea typeface="华文新魏" pitchFamily="2" charset="-122"/>
                <a:sym typeface="Symbol" pitchFamily="18" charset="2"/>
              </a:rPr>
              <a:t>gray</a:t>
            </a:r>
            <a:r>
              <a:rPr kumimoji="1" lang="zh-CN" altLang="en-US" sz="2400" b="1">
                <a:latin typeface="华文新魏" pitchFamily="2" charset="-122"/>
                <a:ea typeface="华文新魏" pitchFamily="2" charset="-122"/>
                <a:sym typeface="Symbol" pitchFamily="18" charset="2"/>
              </a:rPr>
              <a:t> </a:t>
            </a:r>
          </a:p>
          <a:p>
            <a:pPr eaLnBrk="1" hangingPunct="1">
              <a:lnSpc>
                <a:spcPct val="150000"/>
              </a:lnSpc>
            </a:pPr>
            <a:r>
              <a:rPr kumimoji="1" lang="en-US" altLang="zh-CN" sz="2400" b="1">
                <a:latin typeface="华文新魏" pitchFamily="2" charset="-122"/>
                <a:ea typeface="华文新魏" pitchFamily="2" charset="-122"/>
                <a:sym typeface="Symbol" pitchFamily="18" charset="2"/>
              </a:rPr>
              <a:t></a:t>
            </a:r>
            <a:r>
              <a:rPr kumimoji="1" lang="zh-CN" altLang="zh-CN" sz="2400" b="1">
                <a:latin typeface="华文新魏" pitchFamily="2" charset="-122"/>
                <a:ea typeface="华文新魏" pitchFamily="2" charset="-122"/>
                <a:sym typeface="Symbol" pitchFamily="18" charset="2"/>
              </a:rPr>
              <a:t>名词</a:t>
            </a:r>
            <a:r>
              <a:rPr kumimoji="1" lang="zh-CN" altLang="en-US" sz="2400" b="1">
                <a:latin typeface="华文新魏" pitchFamily="2" charset="-122"/>
                <a:ea typeface="华文新魏" pitchFamily="2" charset="-122"/>
                <a:sym typeface="Symbol" pitchFamily="18" charset="2"/>
              </a:rPr>
              <a:t> </a:t>
            </a:r>
            <a:r>
              <a:rPr kumimoji="1" lang="en-US" altLang="zh-CN" sz="2800" b="1">
                <a:latin typeface="华文新魏" pitchFamily="2" charset="-122"/>
                <a:ea typeface="华文新魏" pitchFamily="2" charset="-122"/>
              </a:rPr>
              <a:t>→</a:t>
            </a:r>
            <a:r>
              <a:rPr kumimoji="1" lang="zh-CN" altLang="en-US" sz="2400" b="1">
                <a:latin typeface="华文新魏" pitchFamily="2" charset="-122"/>
                <a:ea typeface="华文新魏" pitchFamily="2" charset="-122"/>
                <a:sym typeface="Symbol" pitchFamily="18" charset="2"/>
              </a:rPr>
              <a:t> </a:t>
            </a:r>
            <a:r>
              <a:rPr kumimoji="1" lang="en-US" altLang="zh-CN" sz="2400" b="1">
                <a:solidFill>
                  <a:srgbClr val="3333FF"/>
                </a:solidFill>
                <a:latin typeface="华文新魏" pitchFamily="2" charset="-122"/>
                <a:ea typeface="华文新魏" pitchFamily="2" charset="-122"/>
                <a:sym typeface="Symbol" pitchFamily="18" charset="2"/>
              </a:rPr>
              <a:t>goat</a:t>
            </a:r>
          </a:p>
          <a:p>
            <a:pPr eaLnBrk="1" hangingPunct="1">
              <a:lnSpc>
                <a:spcPct val="150000"/>
              </a:lnSpc>
            </a:pPr>
            <a:r>
              <a:rPr kumimoji="1" lang="zh-CN" altLang="en-US" sz="2400" b="1">
                <a:latin typeface="华文新魏" pitchFamily="2" charset="-122"/>
                <a:ea typeface="华文新魏" pitchFamily="2" charset="-122"/>
                <a:sym typeface="Symbol" pitchFamily="18" charset="2"/>
              </a:rPr>
              <a:t>助动词 </a:t>
            </a:r>
            <a:r>
              <a:rPr kumimoji="1" lang="en-US" altLang="zh-CN" sz="2800" b="1">
                <a:latin typeface="华文新魏" pitchFamily="2" charset="-122"/>
                <a:ea typeface="华文新魏" pitchFamily="2" charset="-122"/>
              </a:rPr>
              <a:t>→</a:t>
            </a:r>
            <a:r>
              <a:rPr kumimoji="1" lang="zh-CN" altLang="en-US" sz="2400" b="1">
                <a:latin typeface="华文新魏" pitchFamily="2" charset="-122"/>
                <a:ea typeface="华文新魏" pitchFamily="2" charset="-122"/>
                <a:sym typeface="Symbol" pitchFamily="18" charset="2"/>
              </a:rPr>
              <a:t> </a:t>
            </a:r>
            <a:r>
              <a:rPr kumimoji="1" lang="en-US" altLang="zh-CN" sz="2400" b="1">
                <a:solidFill>
                  <a:srgbClr val="3333FF"/>
                </a:solidFill>
                <a:latin typeface="华文新魏" pitchFamily="2" charset="-122"/>
                <a:ea typeface="华文新魏" pitchFamily="2" charset="-122"/>
                <a:sym typeface="Symbol" pitchFamily="18" charset="2"/>
              </a:rPr>
              <a:t>will </a:t>
            </a:r>
          </a:p>
          <a:p>
            <a:pPr eaLnBrk="1" hangingPunct="1">
              <a:lnSpc>
                <a:spcPct val="150000"/>
              </a:lnSpc>
            </a:pPr>
            <a:r>
              <a:rPr kumimoji="1" lang="en-US" altLang="zh-CN" sz="2400" b="1">
                <a:latin typeface="华文新魏" pitchFamily="2" charset="-122"/>
                <a:ea typeface="华文新魏" pitchFamily="2" charset="-122"/>
                <a:sym typeface="Symbol" pitchFamily="18" charset="2"/>
              </a:rPr>
              <a:t></a:t>
            </a:r>
            <a:r>
              <a:rPr kumimoji="1" lang="zh-CN" altLang="en-US" sz="2400" b="1">
                <a:latin typeface="华文新魏" pitchFamily="2" charset="-122"/>
                <a:ea typeface="华文新魏" pitchFamily="2" charset="-122"/>
                <a:sym typeface="Symbol" pitchFamily="18" charset="2"/>
              </a:rPr>
              <a:t>动词原</a:t>
            </a:r>
            <a:r>
              <a:rPr kumimoji="1" lang="zh-CN" altLang="zh-CN" sz="2400" b="1">
                <a:latin typeface="华文新魏" pitchFamily="2" charset="-122"/>
                <a:ea typeface="华文新魏" pitchFamily="2" charset="-122"/>
                <a:sym typeface="Symbol" pitchFamily="18" charset="2"/>
              </a:rPr>
              <a:t>形</a:t>
            </a:r>
            <a:r>
              <a:rPr kumimoji="1" lang="zh-CN" altLang="en-US" sz="2400" b="1">
                <a:latin typeface="华文新魏" pitchFamily="2" charset="-122"/>
                <a:ea typeface="华文新魏" pitchFamily="2" charset="-122"/>
                <a:sym typeface="Symbol" pitchFamily="18" charset="2"/>
              </a:rPr>
              <a:t> </a:t>
            </a:r>
            <a:r>
              <a:rPr kumimoji="1" lang="en-US" altLang="zh-CN" sz="2800" b="1">
                <a:latin typeface="华文新魏" pitchFamily="2" charset="-122"/>
                <a:ea typeface="华文新魏" pitchFamily="2" charset="-122"/>
              </a:rPr>
              <a:t>→</a:t>
            </a:r>
            <a:r>
              <a:rPr kumimoji="1" lang="zh-CN" altLang="en-US" sz="2400" b="1">
                <a:solidFill>
                  <a:srgbClr val="3333FF"/>
                </a:solidFill>
                <a:latin typeface="华文新魏" pitchFamily="2" charset="-122"/>
                <a:ea typeface="华文新魏" pitchFamily="2" charset="-122"/>
                <a:sym typeface="Symbol" pitchFamily="18" charset="2"/>
              </a:rPr>
              <a:t> </a:t>
            </a:r>
            <a:r>
              <a:rPr kumimoji="1" lang="en-US" altLang="zh-CN" sz="2400" b="1">
                <a:solidFill>
                  <a:srgbClr val="3333FF"/>
                </a:solidFill>
                <a:latin typeface="华文新魏" pitchFamily="2" charset="-122"/>
                <a:ea typeface="华文新魏" pitchFamily="2" charset="-122"/>
                <a:sym typeface="Symbol" pitchFamily="18" charset="2"/>
              </a:rPr>
              <a:t>eat </a:t>
            </a:r>
          </a:p>
          <a:p>
            <a:pPr eaLnBrk="1" hangingPunct="1">
              <a:lnSpc>
                <a:spcPct val="150000"/>
              </a:lnSpc>
            </a:pPr>
            <a:r>
              <a:rPr kumimoji="1" lang="zh-CN" altLang="en-US" sz="2400" b="1">
                <a:latin typeface="华文新魏" pitchFamily="2" charset="-122"/>
                <a:ea typeface="华文新魏" pitchFamily="2" charset="-122"/>
                <a:sym typeface="Symbol" pitchFamily="18" charset="2"/>
              </a:rPr>
              <a:t>名词 </a:t>
            </a:r>
            <a:r>
              <a:rPr kumimoji="1" lang="en-US" altLang="zh-CN" sz="2800" b="1">
                <a:latin typeface="华文新魏" pitchFamily="2" charset="-122"/>
                <a:ea typeface="华文新魏" pitchFamily="2" charset="-122"/>
              </a:rPr>
              <a:t>→</a:t>
            </a:r>
            <a:r>
              <a:rPr kumimoji="1" lang="zh-CN" altLang="en-US" sz="2400" b="1">
                <a:latin typeface="华文新魏" pitchFamily="2" charset="-122"/>
                <a:ea typeface="华文新魏" pitchFamily="2" charset="-122"/>
                <a:sym typeface="Symbol" pitchFamily="18" charset="2"/>
              </a:rPr>
              <a:t> </a:t>
            </a:r>
            <a:r>
              <a:rPr kumimoji="1" lang="en-US" altLang="zh-CN" sz="2400" b="1">
                <a:solidFill>
                  <a:srgbClr val="3333FF"/>
                </a:solidFill>
                <a:latin typeface="华文新魏" pitchFamily="2" charset="-122"/>
                <a:ea typeface="华文新魏" pitchFamily="2" charset="-122"/>
                <a:sym typeface="Symbol" pitchFamily="18" charset="2"/>
              </a:rPr>
              <a:t>wolf</a:t>
            </a:r>
          </a:p>
        </p:txBody>
      </p:sp>
      <p:sp>
        <p:nvSpPr>
          <p:cNvPr id="507909" name="Text Box 5"/>
          <p:cNvSpPr txBox="1">
            <a:spLocks noChangeArrowheads="1"/>
          </p:cNvSpPr>
          <p:nvPr/>
        </p:nvSpPr>
        <p:spPr bwMode="auto">
          <a:xfrm>
            <a:off x="1403350" y="5300663"/>
            <a:ext cx="1728788" cy="57943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en-US" altLang="zh-CN" sz="3200" b="1">
                <a:solidFill>
                  <a:schemeClr val="bg1"/>
                </a:solidFill>
                <a:latin typeface="Times New Roman" pitchFamily="18" charset="0"/>
              </a:rPr>
              <a:t>Product</a:t>
            </a:r>
          </a:p>
        </p:txBody>
      </p:sp>
      <p:grpSp>
        <p:nvGrpSpPr>
          <p:cNvPr id="2" name="Group 6"/>
          <p:cNvGrpSpPr>
            <a:grpSpLocks/>
          </p:cNvGrpSpPr>
          <p:nvPr/>
        </p:nvGrpSpPr>
        <p:grpSpPr bwMode="auto">
          <a:xfrm>
            <a:off x="6732588" y="2205038"/>
            <a:ext cx="2159000" cy="4476750"/>
            <a:chOff x="4241" y="1389"/>
            <a:chExt cx="1360" cy="2820"/>
          </a:xfrm>
        </p:grpSpPr>
        <p:sp>
          <p:nvSpPr>
            <p:cNvPr id="25618" name="Text Box 7"/>
            <p:cNvSpPr txBox="1">
              <a:spLocks noChangeArrowheads="1"/>
            </p:cNvSpPr>
            <p:nvPr/>
          </p:nvSpPr>
          <p:spPr bwMode="auto">
            <a:xfrm>
              <a:off x="4241" y="3838"/>
              <a:ext cx="1360" cy="371"/>
            </a:xfrm>
            <a:prstGeom prst="rect">
              <a:avLst/>
            </a:prstGeom>
            <a:solidFill>
              <a:schemeClr val="tx1"/>
            </a:solidFill>
            <a:ln w="9525">
              <a:solidFill>
                <a:srgbClr val="3333FF"/>
              </a:solidFill>
              <a:miter lim="800000"/>
              <a:headEnd/>
              <a:tailEnd/>
            </a:ln>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en-US" altLang="zh-CN" sz="3200" b="1">
                  <a:solidFill>
                    <a:schemeClr val="bg1"/>
                  </a:solidFill>
                  <a:latin typeface="Times New Roman" pitchFamily="18" charset="0"/>
                </a:rPr>
                <a:t>Terminal</a:t>
              </a:r>
            </a:p>
          </p:txBody>
        </p:sp>
        <p:sp>
          <p:nvSpPr>
            <p:cNvPr id="25619" name="AutoShape 8"/>
            <p:cNvSpPr>
              <a:spLocks/>
            </p:cNvSpPr>
            <p:nvPr/>
          </p:nvSpPr>
          <p:spPr bwMode="auto">
            <a:xfrm>
              <a:off x="5057" y="1389"/>
              <a:ext cx="136" cy="2041"/>
            </a:xfrm>
            <a:prstGeom prst="rightBrace">
              <a:avLst>
                <a:gd name="adj1" fmla="val 125061"/>
                <a:gd name="adj2" fmla="val 50000"/>
              </a:avLst>
            </a:prstGeom>
            <a:noFill/>
            <a:ln w="38100">
              <a:solidFill>
                <a:srgbClr val="3333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charset="0"/>
              </a:endParaRPr>
            </a:p>
          </p:txBody>
        </p:sp>
        <p:sp>
          <p:nvSpPr>
            <p:cNvPr id="25620" name="Freeform 9"/>
            <p:cNvSpPr>
              <a:spLocks/>
            </p:cNvSpPr>
            <p:nvPr/>
          </p:nvSpPr>
          <p:spPr bwMode="auto">
            <a:xfrm>
              <a:off x="4785" y="2432"/>
              <a:ext cx="794" cy="1542"/>
            </a:xfrm>
            <a:custGeom>
              <a:avLst/>
              <a:gdLst>
                <a:gd name="T0" fmla="*/ 0 w 794"/>
                <a:gd name="T1" fmla="*/ 1542 h 1542"/>
                <a:gd name="T2" fmla="*/ 726 w 794"/>
                <a:gd name="T3" fmla="*/ 817 h 1542"/>
                <a:gd name="T4" fmla="*/ 408 w 794"/>
                <a:gd name="T5" fmla="*/ 0 h 1542"/>
                <a:gd name="T6" fmla="*/ 0 60000 65536"/>
                <a:gd name="T7" fmla="*/ 0 60000 65536"/>
                <a:gd name="T8" fmla="*/ 0 60000 65536"/>
                <a:gd name="T9" fmla="*/ 0 w 794"/>
                <a:gd name="T10" fmla="*/ 0 h 1542"/>
                <a:gd name="T11" fmla="*/ 794 w 794"/>
                <a:gd name="T12" fmla="*/ 1542 h 1542"/>
              </a:gdLst>
              <a:ahLst/>
              <a:cxnLst>
                <a:cxn ang="T6">
                  <a:pos x="T0" y="T1"/>
                </a:cxn>
                <a:cxn ang="T7">
                  <a:pos x="T2" y="T3"/>
                </a:cxn>
                <a:cxn ang="T8">
                  <a:pos x="T4" y="T5"/>
                </a:cxn>
              </a:cxnLst>
              <a:rect l="T9" t="T10" r="T11" b="T12"/>
              <a:pathLst>
                <a:path w="794" h="1542">
                  <a:moveTo>
                    <a:pt x="0" y="1542"/>
                  </a:moveTo>
                  <a:cubicBezTo>
                    <a:pt x="329" y="1308"/>
                    <a:pt x="658" y="1074"/>
                    <a:pt x="726" y="817"/>
                  </a:cubicBezTo>
                  <a:cubicBezTo>
                    <a:pt x="794" y="560"/>
                    <a:pt x="601" y="280"/>
                    <a:pt x="408" y="0"/>
                  </a:cubicBezTo>
                </a:path>
              </a:pathLst>
            </a:custGeom>
            <a:noFill/>
            <a:ln w="38100" cap="flat" cmpd="sng">
              <a:solidFill>
                <a:srgbClr val="3333FF"/>
              </a:solidFill>
              <a:prstDash val="dash"/>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 name="Group 20"/>
          <p:cNvGrpSpPr>
            <a:grpSpLocks/>
          </p:cNvGrpSpPr>
          <p:nvPr/>
        </p:nvGrpSpPr>
        <p:grpSpPr bwMode="auto">
          <a:xfrm>
            <a:off x="0" y="2163763"/>
            <a:ext cx="5975350" cy="4694237"/>
            <a:chOff x="0" y="1363"/>
            <a:chExt cx="3764" cy="2957"/>
          </a:xfrm>
        </p:grpSpPr>
        <p:sp>
          <p:nvSpPr>
            <p:cNvPr id="25613" name="Text Box 11"/>
            <p:cNvSpPr txBox="1">
              <a:spLocks noChangeArrowheads="1"/>
            </p:cNvSpPr>
            <p:nvPr/>
          </p:nvSpPr>
          <p:spPr bwMode="auto">
            <a:xfrm>
              <a:off x="2404" y="3949"/>
              <a:ext cx="1360" cy="371"/>
            </a:xfrm>
            <a:prstGeom prst="rect">
              <a:avLst/>
            </a:prstGeom>
            <a:solidFill>
              <a:schemeClr val="tx1"/>
            </a:solidFill>
            <a:ln w="9525">
              <a:solidFill>
                <a:schemeClr val="hlink"/>
              </a:solidFill>
              <a:miter lim="800000"/>
              <a:headEnd/>
              <a:tailEnd/>
            </a:ln>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en-US" altLang="zh-CN" sz="3200" b="1">
                  <a:solidFill>
                    <a:schemeClr val="bg1"/>
                  </a:solidFill>
                  <a:latin typeface="Times New Roman" pitchFamily="18" charset="0"/>
                </a:rPr>
                <a:t>Variable</a:t>
              </a:r>
            </a:p>
          </p:txBody>
        </p:sp>
        <p:sp>
          <p:nvSpPr>
            <p:cNvPr id="25614" name="AutoShape 12"/>
            <p:cNvSpPr>
              <a:spLocks/>
            </p:cNvSpPr>
            <p:nvPr/>
          </p:nvSpPr>
          <p:spPr bwMode="auto">
            <a:xfrm>
              <a:off x="3312" y="1499"/>
              <a:ext cx="136" cy="1996"/>
            </a:xfrm>
            <a:prstGeom prst="leftBrace">
              <a:avLst>
                <a:gd name="adj1" fmla="val 122304"/>
                <a:gd name="adj2" fmla="val 50000"/>
              </a:avLst>
            </a:prstGeom>
            <a:noFill/>
            <a:ln w="38100">
              <a:solidFill>
                <a:schemeClr val="tx1"/>
              </a:solidFill>
              <a:prstDash val="lgDash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charset="0"/>
              </a:endParaRPr>
            </a:p>
          </p:txBody>
        </p:sp>
        <p:sp>
          <p:nvSpPr>
            <p:cNvPr id="25615" name="Freeform 13"/>
            <p:cNvSpPr>
              <a:spLocks/>
            </p:cNvSpPr>
            <p:nvPr/>
          </p:nvSpPr>
          <p:spPr bwMode="auto">
            <a:xfrm>
              <a:off x="2934" y="2497"/>
              <a:ext cx="378" cy="1497"/>
            </a:xfrm>
            <a:custGeom>
              <a:avLst/>
              <a:gdLst>
                <a:gd name="T0" fmla="*/ 15 w 378"/>
                <a:gd name="T1" fmla="*/ 1497 h 1497"/>
                <a:gd name="T2" fmla="*/ 60 w 378"/>
                <a:gd name="T3" fmla="*/ 862 h 1497"/>
                <a:gd name="T4" fmla="*/ 378 w 378"/>
                <a:gd name="T5" fmla="*/ 0 h 1497"/>
                <a:gd name="T6" fmla="*/ 0 60000 65536"/>
                <a:gd name="T7" fmla="*/ 0 60000 65536"/>
                <a:gd name="T8" fmla="*/ 0 60000 65536"/>
                <a:gd name="T9" fmla="*/ 0 w 378"/>
                <a:gd name="T10" fmla="*/ 0 h 1497"/>
                <a:gd name="T11" fmla="*/ 378 w 378"/>
                <a:gd name="T12" fmla="*/ 1497 h 1497"/>
              </a:gdLst>
              <a:ahLst/>
              <a:cxnLst>
                <a:cxn ang="T6">
                  <a:pos x="T0" y="T1"/>
                </a:cxn>
                <a:cxn ang="T7">
                  <a:pos x="T2" y="T3"/>
                </a:cxn>
                <a:cxn ang="T8">
                  <a:pos x="T4" y="T5"/>
                </a:cxn>
              </a:cxnLst>
              <a:rect l="T9" t="T10" r="T11" b="T12"/>
              <a:pathLst>
                <a:path w="378" h="1497">
                  <a:moveTo>
                    <a:pt x="15" y="1497"/>
                  </a:moveTo>
                  <a:cubicBezTo>
                    <a:pt x="7" y="1304"/>
                    <a:pt x="0" y="1112"/>
                    <a:pt x="60" y="862"/>
                  </a:cubicBezTo>
                  <a:cubicBezTo>
                    <a:pt x="120" y="612"/>
                    <a:pt x="249" y="306"/>
                    <a:pt x="378" y="0"/>
                  </a:cubicBezTo>
                </a:path>
              </a:pathLst>
            </a:custGeom>
            <a:noFill/>
            <a:ln w="38100" cap="flat" cmpd="sng">
              <a:solidFill>
                <a:schemeClr val="hlink"/>
              </a:solidFill>
              <a:prstDash val="lgDashDot"/>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16" name="AutoShape 14"/>
            <p:cNvSpPr>
              <a:spLocks/>
            </p:cNvSpPr>
            <p:nvPr/>
          </p:nvSpPr>
          <p:spPr bwMode="auto">
            <a:xfrm>
              <a:off x="91" y="1363"/>
              <a:ext cx="158" cy="1704"/>
            </a:xfrm>
            <a:prstGeom prst="leftBrace">
              <a:avLst>
                <a:gd name="adj1" fmla="val 89873"/>
                <a:gd name="adj2" fmla="val 50000"/>
              </a:avLst>
            </a:prstGeom>
            <a:noFill/>
            <a:ln w="38100">
              <a:solidFill>
                <a:schemeClr val="tx1"/>
              </a:solidFill>
              <a:prstDash val="lgDash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charset="0"/>
              </a:endParaRPr>
            </a:p>
          </p:txBody>
        </p:sp>
        <p:sp>
          <p:nvSpPr>
            <p:cNvPr id="25617" name="Freeform 15"/>
            <p:cNvSpPr>
              <a:spLocks/>
            </p:cNvSpPr>
            <p:nvPr/>
          </p:nvSpPr>
          <p:spPr bwMode="auto">
            <a:xfrm>
              <a:off x="0" y="2251"/>
              <a:ext cx="2767" cy="1970"/>
            </a:xfrm>
            <a:custGeom>
              <a:avLst/>
              <a:gdLst>
                <a:gd name="T0" fmla="*/ 75 w 2933"/>
                <a:gd name="T1" fmla="*/ 0 h 1542"/>
                <a:gd name="T2" fmla="*/ 30 w 2933"/>
                <a:gd name="T3" fmla="*/ 907 h 1542"/>
                <a:gd name="T4" fmla="*/ 257 w 2933"/>
                <a:gd name="T5" fmla="*/ 1361 h 1542"/>
                <a:gd name="T6" fmla="*/ 1300 w 2933"/>
                <a:gd name="T7" fmla="*/ 1451 h 1542"/>
                <a:gd name="T8" fmla="*/ 2933 w 2933"/>
                <a:gd name="T9" fmla="*/ 1542 h 1542"/>
                <a:gd name="T10" fmla="*/ 0 60000 65536"/>
                <a:gd name="T11" fmla="*/ 0 60000 65536"/>
                <a:gd name="T12" fmla="*/ 0 60000 65536"/>
                <a:gd name="T13" fmla="*/ 0 60000 65536"/>
                <a:gd name="T14" fmla="*/ 0 60000 65536"/>
                <a:gd name="T15" fmla="*/ 0 w 2933"/>
                <a:gd name="T16" fmla="*/ 0 h 1542"/>
                <a:gd name="T17" fmla="*/ 2933 w 2933"/>
                <a:gd name="T18" fmla="*/ 1542 h 1542"/>
              </a:gdLst>
              <a:ahLst/>
              <a:cxnLst>
                <a:cxn ang="T10">
                  <a:pos x="T0" y="T1"/>
                </a:cxn>
                <a:cxn ang="T11">
                  <a:pos x="T2" y="T3"/>
                </a:cxn>
                <a:cxn ang="T12">
                  <a:pos x="T4" y="T5"/>
                </a:cxn>
                <a:cxn ang="T13">
                  <a:pos x="T6" y="T7"/>
                </a:cxn>
                <a:cxn ang="T14">
                  <a:pos x="T8" y="T9"/>
                </a:cxn>
              </a:cxnLst>
              <a:rect l="T15" t="T16" r="T17" b="T18"/>
              <a:pathLst>
                <a:path w="2933" h="1542">
                  <a:moveTo>
                    <a:pt x="75" y="0"/>
                  </a:moveTo>
                  <a:cubicBezTo>
                    <a:pt x="37" y="340"/>
                    <a:pt x="0" y="680"/>
                    <a:pt x="30" y="907"/>
                  </a:cubicBezTo>
                  <a:cubicBezTo>
                    <a:pt x="60" y="1134"/>
                    <a:pt x="45" y="1270"/>
                    <a:pt x="257" y="1361"/>
                  </a:cubicBezTo>
                  <a:cubicBezTo>
                    <a:pt x="469" y="1452"/>
                    <a:pt x="854" y="1421"/>
                    <a:pt x="1300" y="1451"/>
                  </a:cubicBezTo>
                  <a:cubicBezTo>
                    <a:pt x="1746" y="1481"/>
                    <a:pt x="2339" y="1511"/>
                    <a:pt x="2933" y="1542"/>
                  </a:cubicBezTo>
                </a:path>
              </a:pathLst>
            </a:custGeom>
            <a:noFill/>
            <a:ln w="38100" cap="flat" cmpd="sng">
              <a:solidFill>
                <a:schemeClr val="hlink"/>
              </a:solidFill>
              <a:prstDash val="lgDashDot"/>
              <a:round/>
              <a:headEnd type="arrow"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4" name="Group 16"/>
          <p:cNvGrpSpPr>
            <a:grpSpLocks/>
          </p:cNvGrpSpPr>
          <p:nvPr/>
        </p:nvGrpSpPr>
        <p:grpSpPr bwMode="auto">
          <a:xfrm>
            <a:off x="250825" y="115888"/>
            <a:ext cx="2952750" cy="1944687"/>
            <a:chOff x="158" y="73"/>
            <a:chExt cx="1860" cy="1089"/>
          </a:xfrm>
        </p:grpSpPr>
        <p:sp>
          <p:nvSpPr>
            <p:cNvPr id="25611" name="Text Box 17"/>
            <p:cNvSpPr txBox="1">
              <a:spLocks noChangeArrowheads="1"/>
            </p:cNvSpPr>
            <p:nvPr/>
          </p:nvSpPr>
          <p:spPr bwMode="auto">
            <a:xfrm>
              <a:off x="158" y="73"/>
              <a:ext cx="1860" cy="330"/>
            </a:xfrm>
            <a:prstGeom prst="rect">
              <a:avLst/>
            </a:prstGeom>
            <a:solidFill>
              <a:schemeClr val="tx1"/>
            </a:solidFill>
            <a:ln w="9525">
              <a:solidFill>
                <a:srgbClr val="990099"/>
              </a:solidFill>
              <a:miter lim="800000"/>
              <a:headEnd/>
              <a:tailEnd/>
            </a:ln>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en-US" altLang="zh-CN" sz="3200" b="1">
                  <a:solidFill>
                    <a:schemeClr val="bg1"/>
                  </a:solidFill>
                  <a:latin typeface="Times New Roman" pitchFamily="18" charset="0"/>
                </a:rPr>
                <a:t>Start Symbol</a:t>
              </a:r>
            </a:p>
          </p:txBody>
        </p:sp>
        <p:sp>
          <p:nvSpPr>
            <p:cNvPr id="25612" name="Freeform 18"/>
            <p:cNvSpPr>
              <a:spLocks/>
            </p:cNvSpPr>
            <p:nvPr/>
          </p:nvSpPr>
          <p:spPr bwMode="auto">
            <a:xfrm>
              <a:off x="476" y="346"/>
              <a:ext cx="363" cy="816"/>
            </a:xfrm>
            <a:custGeom>
              <a:avLst/>
              <a:gdLst>
                <a:gd name="T0" fmla="*/ 363 w 363"/>
                <a:gd name="T1" fmla="*/ 0 h 816"/>
                <a:gd name="T2" fmla="*/ 45 w 363"/>
                <a:gd name="T3" fmla="*/ 226 h 816"/>
                <a:gd name="T4" fmla="*/ 91 w 363"/>
                <a:gd name="T5" fmla="*/ 816 h 816"/>
                <a:gd name="T6" fmla="*/ 0 60000 65536"/>
                <a:gd name="T7" fmla="*/ 0 60000 65536"/>
                <a:gd name="T8" fmla="*/ 0 60000 65536"/>
                <a:gd name="T9" fmla="*/ 0 w 363"/>
                <a:gd name="T10" fmla="*/ 0 h 816"/>
                <a:gd name="T11" fmla="*/ 363 w 363"/>
                <a:gd name="T12" fmla="*/ 816 h 816"/>
              </a:gdLst>
              <a:ahLst/>
              <a:cxnLst>
                <a:cxn ang="T6">
                  <a:pos x="T0" y="T1"/>
                </a:cxn>
                <a:cxn ang="T7">
                  <a:pos x="T2" y="T3"/>
                </a:cxn>
                <a:cxn ang="T8">
                  <a:pos x="T4" y="T5"/>
                </a:cxn>
              </a:cxnLst>
              <a:rect l="T9" t="T10" r="T11" b="T12"/>
              <a:pathLst>
                <a:path w="363" h="816">
                  <a:moveTo>
                    <a:pt x="363" y="0"/>
                  </a:moveTo>
                  <a:cubicBezTo>
                    <a:pt x="226" y="45"/>
                    <a:pt x="90" y="90"/>
                    <a:pt x="45" y="226"/>
                  </a:cubicBezTo>
                  <a:cubicBezTo>
                    <a:pt x="0" y="362"/>
                    <a:pt x="45" y="589"/>
                    <a:pt x="91" y="816"/>
                  </a:cubicBezTo>
                </a:path>
              </a:pathLst>
            </a:custGeom>
            <a:noFill/>
            <a:ln w="38100" cap="flat" cmpd="sng">
              <a:solidFill>
                <a:srgbClr val="990099"/>
              </a:solidFill>
              <a:prstDash val="lgDashDotDot"/>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20E4677-9A7A-4DB4-B6C4-F88C7D05D9F4}" type="datetime1">
              <a:rPr lang="zh-CN" altLang="en-US"/>
              <a:pPr/>
              <a:t>2017/2/24</a:t>
            </a:fld>
            <a:endParaRPr lang="en-US" altLang="zh-CN"/>
          </a:p>
        </p:txBody>
      </p:sp>
      <p:sp>
        <p:nvSpPr>
          <p:cNvPr id="2662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BEEE628-934D-4973-854E-94AFD60FBEA5}" type="slidenum">
              <a:rPr lang="zh-CN" altLang="en-US"/>
              <a:pPr/>
              <a:t>21</a:t>
            </a:fld>
            <a:endParaRPr lang="en-US" altLang="zh-CN"/>
          </a:p>
        </p:txBody>
      </p:sp>
      <p:sp>
        <p:nvSpPr>
          <p:cNvPr id="446466" name="Rectangle 2"/>
          <p:cNvSpPr>
            <a:spLocks noGrp="1" noRot="1" noChangeArrowheads="1"/>
          </p:cNvSpPr>
          <p:nvPr>
            <p:ph type="body" idx="1"/>
          </p:nvPr>
        </p:nvSpPr>
        <p:spPr>
          <a:xfrm>
            <a:off x="323850" y="1989138"/>
            <a:ext cx="8610600" cy="3816350"/>
          </a:xfrm>
        </p:spPr>
        <p:txBody>
          <a:bodyPr/>
          <a:lstStyle/>
          <a:p>
            <a:pPr eaLnBrk="1" hangingPunct="1">
              <a:spcBef>
                <a:spcPct val="50000"/>
              </a:spcBef>
              <a:buClrTx/>
              <a:buSzTx/>
              <a:buFontTx/>
              <a:buNone/>
            </a:pPr>
            <a:r>
              <a:rPr kumimoji="1" lang="zh-CN" altLang="en-US" b="1" smtClean="0">
                <a:latin typeface="Times New Roman" pitchFamily="18" charset="0"/>
                <a:ea typeface="华文新魏" pitchFamily="2" charset="-122"/>
              </a:rPr>
              <a:t>非终结符</a:t>
            </a:r>
            <a:r>
              <a:rPr kumimoji="1" lang="en-US" altLang="zh-CN" b="1" smtClean="0">
                <a:latin typeface="Times New Roman" pitchFamily="18" charset="0"/>
                <a:ea typeface="华文新魏" pitchFamily="2" charset="-122"/>
              </a:rPr>
              <a:t>(</a:t>
            </a:r>
            <a:r>
              <a:rPr kumimoji="1" lang="zh-CN" altLang="en-US" b="1" smtClean="0">
                <a:latin typeface="Times New Roman" pitchFamily="18" charset="0"/>
                <a:ea typeface="华文新魏" pitchFamily="2" charset="-122"/>
              </a:rPr>
              <a:t>号</a:t>
            </a:r>
            <a:r>
              <a:rPr kumimoji="1" lang="en-US" altLang="zh-CN" b="1" smtClean="0">
                <a:latin typeface="Times New Roman" pitchFamily="18" charset="0"/>
                <a:ea typeface="华文新魏" pitchFamily="2" charset="-122"/>
              </a:rPr>
              <a:t>)</a:t>
            </a:r>
            <a:r>
              <a:rPr kumimoji="1" lang="zh-CN" altLang="en-US" b="1" smtClean="0">
                <a:latin typeface="Times New Roman" pitchFamily="18" charset="0"/>
                <a:ea typeface="华文新魏" pitchFamily="2" charset="-122"/>
              </a:rPr>
              <a:t>集</a:t>
            </a:r>
            <a:r>
              <a:rPr kumimoji="1" lang="en-US" altLang="zh-CN" b="1" smtClean="0">
                <a:solidFill>
                  <a:schemeClr val="hlink"/>
                </a:solidFill>
                <a:latin typeface="Times New Roman" pitchFamily="18" charset="0"/>
                <a:ea typeface="华文新魏" pitchFamily="2" charset="-122"/>
              </a:rPr>
              <a:t>V</a:t>
            </a:r>
            <a:r>
              <a:rPr kumimoji="1" lang="en-US" altLang="zh-CN" b="1" baseline="-25000" smtClean="0">
                <a:solidFill>
                  <a:schemeClr val="hlink"/>
                </a:solidFill>
                <a:latin typeface="Times New Roman" pitchFamily="18" charset="0"/>
                <a:ea typeface="华文新魏" pitchFamily="2" charset="-122"/>
              </a:rPr>
              <a:t> </a:t>
            </a:r>
            <a:r>
              <a:rPr kumimoji="1" lang="en-US" altLang="zh-CN" b="1" smtClean="0">
                <a:latin typeface="Times New Roman" pitchFamily="18" charset="0"/>
                <a:ea typeface="华文新魏" pitchFamily="2" charset="-122"/>
              </a:rPr>
              <a:t>= { </a:t>
            </a:r>
            <a:r>
              <a:rPr kumimoji="1" lang="en-US" altLang="zh-CN" sz="2800" b="1" smtClean="0">
                <a:latin typeface="Times New Roman" pitchFamily="18" charset="0"/>
                <a:ea typeface="华文新魏" pitchFamily="2" charset="-122"/>
                <a:sym typeface="Symbol" pitchFamily="18" charset="2"/>
              </a:rPr>
              <a:t></a:t>
            </a:r>
            <a:r>
              <a:rPr kumimoji="1" lang="zh-CN" altLang="en-US" sz="2800" b="1" smtClean="0">
                <a:latin typeface="Times New Roman" pitchFamily="18" charset="0"/>
                <a:ea typeface="华文新魏" pitchFamily="2" charset="-122"/>
                <a:sym typeface="Symbol" pitchFamily="18" charset="2"/>
              </a:rPr>
              <a:t>句子，主语，</a:t>
            </a:r>
            <a:r>
              <a:rPr kumimoji="1" lang="zh-CN" altLang="zh-CN" sz="2800" b="1" smtClean="0">
                <a:latin typeface="Times New Roman" pitchFamily="18" charset="0"/>
                <a:ea typeface="华文新魏" pitchFamily="2" charset="-122"/>
                <a:sym typeface="Symbol" pitchFamily="18" charset="2"/>
              </a:rPr>
              <a:t>谓语</a:t>
            </a:r>
            <a:r>
              <a:rPr kumimoji="1" lang="zh-CN" altLang="en-US" sz="2800" b="1" smtClean="0">
                <a:latin typeface="Times New Roman" pitchFamily="18" charset="0"/>
                <a:ea typeface="华文新魏" pitchFamily="2" charset="-122"/>
                <a:sym typeface="Symbol" pitchFamily="18" charset="2"/>
              </a:rPr>
              <a:t>，冠词，</a:t>
            </a:r>
            <a:r>
              <a:rPr kumimoji="1" lang="zh-CN" altLang="zh-CN" sz="2800" b="1" smtClean="0">
                <a:latin typeface="Times New Roman" pitchFamily="18" charset="0"/>
                <a:ea typeface="华文新魏" pitchFamily="2" charset="-122"/>
                <a:sym typeface="Symbol" pitchFamily="18" charset="2"/>
              </a:rPr>
              <a:t>形容词</a:t>
            </a:r>
            <a:r>
              <a:rPr kumimoji="1" lang="zh-CN" altLang="en-US" sz="2800" b="1" smtClean="0">
                <a:latin typeface="Times New Roman" pitchFamily="18" charset="0"/>
                <a:ea typeface="华文新魏" pitchFamily="2" charset="-122"/>
                <a:sym typeface="Symbol" pitchFamily="18" charset="2"/>
              </a:rPr>
              <a:t>，名词 ，</a:t>
            </a:r>
            <a:r>
              <a:rPr kumimoji="1" lang="zh-CN" altLang="zh-CN" sz="2800" b="1" smtClean="0">
                <a:latin typeface="Times New Roman" pitchFamily="18" charset="0"/>
                <a:ea typeface="华文新魏" pitchFamily="2" charset="-122"/>
                <a:sym typeface="Symbol" pitchFamily="18" charset="2"/>
              </a:rPr>
              <a:t> </a:t>
            </a:r>
            <a:r>
              <a:rPr kumimoji="1" lang="zh-CN" altLang="en-US" sz="2800" b="1" smtClean="0">
                <a:latin typeface="Times New Roman" pitchFamily="18" charset="0"/>
                <a:ea typeface="华文新魏" pitchFamily="2" charset="-122"/>
                <a:sym typeface="Symbol" pitchFamily="18" charset="2"/>
              </a:rPr>
              <a:t>动词 ，直接宾语 ，助动词 ，动词原</a:t>
            </a:r>
            <a:r>
              <a:rPr kumimoji="1" lang="zh-CN" altLang="zh-CN" sz="2800" b="1" smtClean="0">
                <a:latin typeface="Times New Roman" pitchFamily="18" charset="0"/>
                <a:ea typeface="华文新魏" pitchFamily="2" charset="-122"/>
                <a:sym typeface="Symbol" pitchFamily="18" charset="2"/>
              </a:rPr>
              <a:t>形</a:t>
            </a:r>
            <a:r>
              <a:rPr kumimoji="1" lang="zh-CN" altLang="en-US" sz="2800" b="1" smtClean="0">
                <a:latin typeface="Times New Roman" pitchFamily="18" charset="0"/>
                <a:ea typeface="华文新魏" pitchFamily="2" charset="-122"/>
                <a:sym typeface="Symbol" pitchFamily="18" charset="2"/>
              </a:rPr>
              <a:t></a:t>
            </a:r>
            <a:r>
              <a:rPr kumimoji="1" lang="zh-CN" altLang="en-US" b="1" smtClean="0">
                <a:latin typeface="Times New Roman" pitchFamily="18" charset="0"/>
                <a:ea typeface="华文新魏" pitchFamily="2" charset="-122"/>
                <a:sym typeface="Symbol" pitchFamily="18" charset="2"/>
              </a:rPr>
              <a:t> }</a:t>
            </a:r>
          </a:p>
          <a:p>
            <a:pPr eaLnBrk="1" hangingPunct="1">
              <a:spcBef>
                <a:spcPct val="50000"/>
              </a:spcBef>
              <a:buClrTx/>
              <a:buSzTx/>
              <a:buFontTx/>
              <a:buNone/>
            </a:pPr>
            <a:r>
              <a:rPr kumimoji="1" lang="zh-CN" altLang="en-US" b="1" smtClean="0">
                <a:latin typeface="Times New Roman" pitchFamily="18" charset="0"/>
                <a:ea typeface="华文新魏" pitchFamily="2" charset="-122"/>
              </a:rPr>
              <a:t>终结符</a:t>
            </a:r>
            <a:r>
              <a:rPr kumimoji="1" lang="en-US" altLang="zh-CN" b="1" smtClean="0">
                <a:latin typeface="Times New Roman" pitchFamily="18" charset="0"/>
                <a:ea typeface="华文新魏" pitchFamily="2" charset="-122"/>
              </a:rPr>
              <a:t>(</a:t>
            </a:r>
            <a:r>
              <a:rPr kumimoji="1" lang="zh-CN" altLang="en-US" b="1" smtClean="0">
                <a:latin typeface="Times New Roman" pitchFamily="18" charset="0"/>
                <a:ea typeface="华文新魏" pitchFamily="2" charset="-122"/>
              </a:rPr>
              <a:t>号</a:t>
            </a:r>
            <a:r>
              <a:rPr kumimoji="1" lang="en-US" altLang="zh-CN" b="1" smtClean="0">
                <a:latin typeface="Times New Roman" pitchFamily="18" charset="0"/>
                <a:ea typeface="华文新魏" pitchFamily="2" charset="-122"/>
              </a:rPr>
              <a:t>)</a:t>
            </a:r>
            <a:r>
              <a:rPr kumimoji="1" lang="zh-CN" altLang="en-US" b="1" smtClean="0">
                <a:latin typeface="Times New Roman" pitchFamily="18" charset="0"/>
                <a:ea typeface="华文新魏" pitchFamily="2" charset="-122"/>
              </a:rPr>
              <a:t>集</a:t>
            </a:r>
            <a:r>
              <a:rPr kumimoji="1" lang="en-US" altLang="zh-CN" b="1" smtClean="0">
                <a:solidFill>
                  <a:schemeClr val="hlink"/>
                </a:solidFill>
                <a:latin typeface="Times New Roman" pitchFamily="18" charset="0"/>
                <a:ea typeface="华文新魏" pitchFamily="2" charset="-122"/>
              </a:rPr>
              <a:t>T</a:t>
            </a:r>
            <a:r>
              <a:rPr kumimoji="1" lang="en-US" altLang="zh-CN" b="1" baseline="-25000" smtClean="0">
                <a:solidFill>
                  <a:schemeClr val="hlink"/>
                </a:solidFill>
                <a:latin typeface="Times New Roman" pitchFamily="18" charset="0"/>
                <a:ea typeface="华文新魏" pitchFamily="2" charset="-122"/>
              </a:rPr>
              <a:t> </a:t>
            </a:r>
            <a:r>
              <a:rPr kumimoji="1" lang="en-US" altLang="zh-CN" b="1" smtClean="0">
                <a:latin typeface="Times New Roman" pitchFamily="18" charset="0"/>
                <a:ea typeface="华文新魏" pitchFamily="2" charset="-122"/>
              </a:rPr>
              <a:t>= {the</a:t>
            </a:r>
            <a:r>
              <a:rPr kumimoji="1" lang="en-US" altLang="zh-CN" b="1" smtClean="0">
                <a:latin typeface="Times New Roman" pitchFamily="18" charset="0"/>
                <a:ea typeface="华文新魏" pitchFamily="2" charset="-122"/>
                <a:sym typeface="Symbol" pitchFamily="18" charset="2"/>
              </a:rPr>
              <a:t>, gray, wolf, will, eat,  goat}</a:t>
            </a:r>
          </a:p>
          <a:p>
            <a:pPr eaLnBrk="1" hangingPunct="1">
              <a:spcBef>
                <a:spcPct val="50000"/>
              </a:spcBef>
              <a:buClrTx/>
              <a:buSzTx/>
              <a:buFontTx/>
              <a:buNone/>
            </a:pPr>
            <a:r>
              <a:rPr kumimoji="1" lang="zh-CN" altLang="en-US" b="1" smtClean="0">
                <a:latin typeface="Times New Roman" pitchFamily="18" charset="0"/>
                <a:ea typeface="华文新魏" pitchFamily="2" charset="-122"/>
              </a:rPr>
              <a:t>语法规则集</a:t>
            </a:r>
            <a:r>
              <a:rPr kumimoji="1" lang="en-US" altLang="zh-CN" b="1" smtClean="0">
                <a:solidFill>
                  <a:schemeClr val="hlink"/>
                </a:solidFill>
                <a:latin typeface="Times New Roman" pitchFamily="18" charset="0"/>
                <a:ea typeface="华文新魏" pitchFamily="2" charset="-122"/>
              </a:rPr>
              <a:t>P </a:t>
            </a:r>
            <a:r>
              <a:rPr kumimoji="1" lang="en-US" altLang="zh-CN" b="1" smtClean="0">
                <a:latin typeface="Times New Roman" pitchFamily="18" charset="0"/>
                <a:ea typeface="华文新魏" pitchFamily="2" charset="-122"/>
              </a:rPr>
              <a:t>= {</a:t>
            </a:r>
            <a:r>
              <a:rPr kumimoji="1" lang="zh-CN" altLang="en-US" sz="2800" b="1" smtClean="0">
                <a:latin typeface="Times New Roman" pitchFamily="18" charset="0"/>
                <a:ea typeface="华文新魏" pitchFamily="2" charset="-122"/>
                <a:sym typeface="Symbol" pitchFamily="18" charset="2"/>
              </a:rPr>
              <a:t>句子 </a:t>
            </a:r>
            <a:r>
              <a:rPr kumimoji="1" lang="en-US" altLang="zh-CN" sz="2800" b="1" smtClean="0">
                <a:latin typeface="Times New Roman" pitchFamily="18" charset="0"/>
                <a:ea typeface="华文新魏" pitchFamily="2" charset="-122"/>
              </a:rPr>
              <a:t>→</a:t>
            </a:r>
            <a:r>
              <a:rPr kumimoji="1" lang="zh-CN" altLang="zh-CN" sz="2800" b="1" smtClean="0">
                <a:latin typeface="Times New Roman" pitchFamily="18" charset="0"/>
                <a:ea typeface="华文新魏" pitchFamily="2" charset="-122"/>
                <a:sym typeface="Symbol" pitchFamily="18" charset="2"/>
              </a:rPr>
              <a:t> </a:t>
            </a:r>
            <a:r>
              <a:rPr kumimoji="1" lang="zh-CN" altLang="en-US" sz="2800" b="1" smtClean="0">
                <a:latin typeface="Times New Roman" pitchFamily="18" charset="0"/>
                <a:ea typeface="华文新魏" pitchFamily="2" charset="-122"/>
                <a:sym typeface="Symbol" pitchFamily="18" charset="2"/>
              </a:rPr>
              <a:t>主语</a:t>
            </a:r>
            <a:r>
              <a:rPr kumimoji="1" lang="zh-CN" altLang="zh-CN" sz="2800" b="1" smtClean="0">
                <a:latin typeface="Times New Roman" pitchFamily="18" charset="0"/>
                <a:ea typeface="华文新魏" pitchFamily="2" charset="-122"/>
                <a:sym typeface="Symbol" pitchFamily="18" charset="2"/>
              </a:rPr>
              <a:t>谓语</a:t>
            </a:r>
            <a:r>
              <a:rPr kumimoji="1" lang="zh-CN" altLang="en-US" sz="2800" b="1" smtClean="0">
                <a:latin typeface="Times New Roman" pitchFamily="18" charset="0"/>
                <a:ea typeface="华文新魏" pitchFamily="2" charset="-122"/>
                <a:sym typeface="Symbol" pitchFamily="18" charset="2"/>
              </a:rPr>
              <a:t> ，……</a:t>
            </a:r>
            <a:r>
              <a:rPr kumimoji="1" lang="zh-CN" altLang="en-US" b="1" smtClean="0">
                <a:latin typeface="Times New Roman" pitchFamily="18" charset="0"/>
                <a:ea typeface="华文新魏" pitchFamily="2" charset="-122"/>
                <a:sym typeface="Symbol" pitchFamily="18" charset="2"/>
              </a:rPr>
              <a:t>} </a:t>
            </a:r>
            <a:endParaRPr kumimoji="1" lang="zh-CN" altLang="zh-CN" b="1" smtClean="0">
              <a:latin typeface="Times New Roman" pitchFamily="18" charset="0"/>
              <a:ea typeface="华文新魏" pitchFamily="2" charset="-122"/>
              <a:sym typeface="Symbol" pitchFamily="18" charset="2"/>
            </a:endParaRPr>
          </a:p>
          <a:p>
            <a:pPr eaLnBrk="1" hangingPunct="1">
              <a:spcBef>
                <a:spcPct val="50000"/>
              </a:spcBef>
              <a:buClrTx/>
              <a:buSzTx/>
              <a:buFontTx/>
              <a:buNone/>
            </a:pPr>
            <a:r>
              <a:rPr kumimoji="1" lang="zh-CN" altLang="en-US" b="1" smtClean="0">
                <a:latin typeface="Times New Roman" pitchFamily="18" charset="0"/>
                <a:ea typeface="华文新魏" pitchFamily="2" charset="-122"/>
              </a:rPr>
              <a:t>开始符号</a:t>
            </a:r>
            <a:r>
              <a:rPr kumimoji="1" lang="en-US" altLang="zh-CN" b="1" smtClean="0">
                <a:solidFill>
                  <a:schemeClr val="hlink"/>
                </a:solidFill>
                <a:latin typeface="Times New Roman" pitchFamily="18" charset="0"/>
                <a:ea typeface="华文新魏" pitchFamily="2" charset="-122"/>
              </a:rPr>
              <a:t>S </a:t>
            </a:r>
            <a:r>
              <a:rPr kumimoji="1" lang="en-US" altLang="zh-CN" b="1" smtClean="0">
                <a:latin typeface="Times New Roman" pitchFamily="18" charset="0"/>
                <a:ea typeface="华文新魏" pitchFamily="2" charset="-122"/>
              </a:rPr>
              <a:t>= </a:t>
            </a:r>
            <a:r>
              <a:rPr kumimoji="1" lang="en-US" altLang="zh-CN" b="1" smtClean="0">
                <a:latin typeface="Times New Roman" pitchFamily="18" charset="0"/>
                <a:ea typeface="华文新魏" pitchFamily="2" charset="-122"/>
                <a:sym typeface="Symbol" pitchFamily="18" charset="2"/>
              </a:rPr>
              <a:t></a:t>
            </a:r>
            <a:r>
              <a:rPr kumimoji="1" lang="zh-CN" altLang="en-US" b="1" smtClean="0">
                <a:latin typeface="Times New Roman" pitchFamily="18" charset="0"/>
                <a:ea typeface="华文新魏" pitchFamily="2" charset="-122"/>
                <a:sym typeface="Symbol" pitchFamily="18" charset="2"/>
              </a:rPr>
              <a:t>句子</a:t>
            </a:r>
          </a:p>
        </p:txBody>
      </p:sp>
      <p:sp>
        <p:nvSpPr>
          <p:cNvPr id="26629" name="Text Box 3"/>
          <p:cNvSpPr txBox="1">
            <a:spLocks noChangeArrowheads="1"/>
          </p:cNvSpPr>
          <p:nvPr/>
        </p:nvSpPr>
        <p:spPr bwMode="auto">
          <a:xfrm>
            <a:off x="304800" y="533400"/>
            <a:ext cx="8686800"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zh-CN" altLang="en-US" sz="3200" b="1">
                <a:solidFill>
                  <a:srgbClr val="000099"/>
                </a:solidFill>
                <a:latin typeface="Times New Roman" pitchFamily="18" charset="0"/>
                <a:ea typeface="华文新魏" pitchFamily="2" charset="-122"/>
              </a:rPr>
              <a:t>句子的语法组成</a:t>
            </a:r>
          </a:p>
          <a:p>
            <a:pPr eaLnBrk="1" hangingPunct="1">
              <a:spcBef>
                <a:spcPct val="50000"/>
              </a:spcBef>
            </a:pPr>
            <a:r>
              <a:rPr kumimoji="1" lang="zh-CN" altLang="en-US" b="1">
                <a:solidFill>
                  <a:srgbClr val="000099"/>
                </a:solidFill>
                <a:latin typeface="Times New Roman" pitchFamily="18" charset="0"/>
                <a:ea typeface="华文新魏" pitchFamily="2" charset="-122"/>
              </a:rPr>
              <a:t>		——终结符</a:t>
            </a:r>
            <a:r>
              <a:rPr kumimoji="1" lang="en-US" altLang="zh-CN" b="1">
                <a:solidFill>
                  <a:srgbClr val="000099"/>
                </a:solidFill>
                <a:latin typeface="Times New Roman" pitchFamily="18" charset="0"/>
                <a:ea typeface="华文新魏" pitchFamily="2" charset="-122"/>
              </a:rPr>
              <a:t>(</a:t>
            </a:r>
            <a:r>
              <a:rPr kumimoji="1" lang="zh-CN" altLang="en-US" b="1">
                <a:solidFill>
                  <a:srgbClr val="000099"/>
                </a:solidFill>
                <a:latin typeface="Times New Roman" pitchFamily="18" charset="0"/>
                <a:ea typeface="华文新魏" pitchFamily="2" charset="-122"/>
              </a:rPr>
              <a:t>号</a:t>
            </a:r>
            <a:r>
              <a:rPr kumimoji="1" lang="en-US" altLang="zh-CN" b="1">
                <a:solidFill>
                  <a:srgbClr val="000099"/>
                </a:solidFill>
                <a:latin typeface="Times New Roman" pitchFamily="18" charset="0"/>
                <a:ea typeface="华文新魏" pitchFamily="2" charset="-122"/>
              </a:rPr>
              <a:t>)</a:t>
            </a:r>
            <a:r>
              <a:rPr kumimoji="1" lang="zh-CN" altLang="en-US" b="1">
                <a:solidFill>
                  <a:srgbClr val="000099"/>
                </a:solidFill>
                <a:latin typeface="Times New Roman" pitchFamily="18" charset="0"/>
                <a:ea typeface="华文新魏" pitchFamily="2" charset="-122"/>
              </a:rPr>
              <a:t>集，非终结符</a:t>
            </a:r>
            <a:r>
              <a:rPr kumimoji="1" lang="en-US" altLang="zh-CN" b="1">
                <a:solidFill>
                  <a:srgbClr val="000099"/>
                </a:solidFill>
                <a:latin typeface="Times New Roman" pitchFamily="18" charset="0"/>
                <a:ea typeface="华文新魏" pitchFamily="2" charset="-122"/>
              </a:rPr>
              <a:t>(</a:t>
            </a:r>
            <a:r>
              <a:rPr kumimoji="1" lang="zh-CN" altLang="en-US" b="1">
                <a:solidFill>
                  <a:srgbClr val="000099"/>
                </a:solidFill>
                <a:latin typeface="Times New Roman" pitchFamily="18" charset="0"/>
                <a:ea typeface="华文新魏" pitchFamily="2" charset="-122"/>
              </a:rPr>
              <a:t>号</a:t>
            </a:r>
            <a:r>
              <a:rPr kumimoji="1" lang="en-US" altLang="zh-CN" b="1">
                <a:solidFill>
                  <a:srgbClr val="000099"/>
                </a:solidFill>
                <a:latin typeface="Times New Roman" pitchFamily="18" charset="0"/>
                <a:ea typeface="华文新魏" pitchFamily="2" charset="-122"/>
              </a:rPr>
              <a:t>)</a:t>
            </a:r>
            <a:r>
              <a:rPr kumimoji="1" lang="zh-CN" altLang="en-US" b="1">
                <a:solidFill>
                  <a:srgbClr val="000099"/>
                </a:solidFill>
                <a:latin typeface="Times New Roman" pitchFamily="18" charset="0"/>
                <a:ea typeface="华文新魏" pitchFamily="2" charset="-122"/>
              </a:rPr>
              <a:t>集，语法规则，开始符号</a:t>
            </a:r>
            <a:endParaRPr kumimoji="1" lang="zh-CN" altLang="en-US" b="1">
              <a:solidFill>
                <a:srgbClr val="000099"/>
              </a:solidFill>
              <a:latin typeface="Times New Roman" pitchFamily="18" charset="0"/>
              <a:ea typeface="华文新魏" pitchFamily="2" charset="-122"/>
              <a:sym typeface="Symbol" pitchFamily="18" charset="2"/>
            </a:endParaRPr>
          </a:p>
        </p:txBody>
      </p:sp>
      <p:sp>
        <p:nvSpPr>
          <p:cNvPr id="446468" name="Rectangle 4"/>
          <p:cNvSpPr>
            <a:spLocks noChangeArrowheads="1"/>
          </p:cNvSpPr>
          <p:nvPr/>
        </p:nvSpPr>
        <p:spPr bwMode="auto">
          <a:xfrm>
            <a:off x="2771775" y="5845175"/>
            <a:ext cx="3987800" cy="833438"/>
          </a:xfrm>
          <a:prstGeom prst="rect">
            <a:avLst/>
          </a:prstGeom>
          <a:solidFill>
            <a:schemeClr val="tx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tx1"/>
            </a:extrusionClr>
          </a:sp3d>
        </p:spPr>
        <p:txBody>
          <a:bodyPr wrap="none">
            <a:spAutoFit/>
            <a:flatTx/>
          </a:bodyPr>
          <a:lstStyle/>
          <a:p>
            <a:pPr eaLnBrk="1" hangingPunct="1">
              <a:spcBef>
                <a:spcPct val="50000"/>
              </a:spcBef>
            </a:pPr>
            <a:r>
              <a:rPr kumimoji="1" lang="zh-CN" altLang="en-US" sz="4800" b="1">
                <a:solidFill>
                  <a:schemeClr val="bg1"/>
                </a:solidFill>
                <a:sym typeface="Symbol" pitchFamily="18" charset="2"/>
              </a:rPr>
              <a:t>(</a:t>
            </a:r>
            <a:r>
              <a:rPr kumimoji="1" lang="en-US" altLang="zh-CN" sz="4800" b="1">
                <a:solidFill>
                  <a:schemeClr val="bg1"/>
                </a:solidFill>
                <a:sym typeface="Symbol" pitchFamily="18" charset="2"/>
              </a:rPr>
              <a:t>V</a:t>
            </a:r>
            <a:r>
              <a:rPr kumimoji="1" lang="zh-CN" altLang="en-US" sz="4800" b="1">
                <a:solidFill>
                  <a:schemeClr val="bg1"/>
                </a:solidFill>
                <a:sym typeface="Symbol" pitchFamily="18" charset="2"/>
              </a:rPr>
              <a:t>，</a:t>
            </a:r>
            <a:r>
              <a:rPr kumimoji="1" lang="en-US" altLang="zh-CN" sz="4800" b="1">
                <a:solidFill>
                  <a:schemeClr val="bg1"/>
                </a:solidFill>
                <a:sym typeface="Symbol" pitchFamily="18" charset="2"/>
              </a:rPr>
              <a:t>T</a:t>
            </a:r>
            <a:r>
              <a:rPr kumimoji="1" lang="zh-CN" altLang="en-US" sz="4800" b="1">
                <a:solidFill>
                  <a:schemeClr val="bg1"/>
                </a:solidFill>
                <a:sym typeface="Symbol" pitchFamily="18" charset="2"/>
              </a:rPr>
              <a:t>，</a:t>
            </a:r>
            <a:r>
              <a:rPr kumimoji="1" lang="en-US" altLang="zh-CN" sz="4800" b="1">
                <a:solidFill>
                  <a:schemeClr val="bg1"/>
                </a:solidFill>
                <a:sym typeface="Symbol" pitchFamily="18" charset="2"/>
              </a:rPr>
              <a:t>P</a:t>
            </a:r>
            <a:r>
              <a:rPr kumimoji="1" lang="zh-CN" altLang="en-US" sz="4800" b="1">
                <a:solidFill>
                  <a:schemeClr val="bg1"/>
                </a:solidFill>
                <a:sym typeface="Symbol" pitchFamily="18" charset="2"/>
              </a:rPr>
              <a:t>，</a:t>
            </a:r>
            <a:r>
              <a:rPr kumimoji="1" lang="en-US" altLang="zh-CN" sz="4800" b="1">
                <a:solidFill>
                  <a:schemeClr val="bg1"/>
                </a:solidFill>
                <a:sym typeface="Symbol" pitchFamily="18" charset="2"/>
              </a:rPr>
              <a:t>S)</a:t>
            </a:r>
            <a:endParaRPr kumimoji="1" lang="zh-CN" altLang="zh-CN" sz="4800" b="1">
              <a:solidFill>
                <a:schemeClr val="bg1"/>
              </a:solidFill>
              <a:sym typeface="Symbol" pitchFamily="18" charset="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58F9C260-6B23-4B79-A66C-A34B5297E60B}" type="datetime1">
              <a:rPr lang="zh-CN" altLang="en-US"/>
              <a:pPr/>
              <a:t>2017/2/24</a:t>
            </a:fld>
            <a:endParaRPr lang="en-US" altLang="zh-CN"/>
          </a:p>
        </p:txBody>
      </p:sp>
      <p:sp>
        <p:nvSpPr>
          <p:cNvPr id="2765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87C844C-B93A-4EC7-B4E5-677D4F9493D7}" type="slidenum">
              <a:rPr lang="zh-CN" altLang="en-US"/>
              <a:pPr/>
              <a:t>22</a:t>
            </a:fld>
            <a:endParaRPr lang="en-US" altLang="zh-CN"/>
          </a:p>
        </p:txBody>
      </p:sp>
      <p:sp>
        <p:nvSpPr>
          <p:cNvPr id="27652" name="Rectangle 2"/>
          <p:cNvSpPr>
            <a:spLocks noGrp="1" noRot="1" noChangeArrowheads="1"/>
          </p:cNvSpPr>
          <p:nvPr>
            <p:ph type="title"/>
          </p:nvPr>
        </p:nvSpPr>
        <p:spPr>
          <a:xfrm>
            <a:off x="914400" y="763588"/>
            <a:ext cx="5410200" cy="835025"/>
          </a:xfrm>
        </p:spPr>
        <p:txBody>
          <a:bodyPr/>
          <a:lstStyle/>
          <a:p>
            <a:pPr eaLnBrk="1" hangingPunct="1"/>
            <a:r>
              <a:rPr lang="zh-CN" altLang="en-US" b="1" smtClean="0">
                <a:solidFill>
                  <a:srgbClr val="000099"/>
                </a:solidFill>
                <a:latin typeface="Times New Roman" pitchFamily="18" charset="0"/>
                <a:ea typeface="华文新魏" pitchFamily="2" charset="-122"/>
              </a:rPr>
              <a:t>文法</a:t>
            </a:r>
            <a:r>
              <a:rPr lang="en-US" altLang="zh-CN" b="1" smtClean="0">
                <a:solidFill>
                  <a:srgbClr val="000099"/>
                </a:solidFill>
                <a:latin typeface="Times New Roman" pitchFamily="18" charset="0"/>
                <a:ea typeface="华文新魏" pitchFamily="2" charset="-122"/>
              </a:rPr>
              <a:t>G </a:t>
            </a:r>
            <a:r>
              <a:rPr lang="zh-CN" altLang="en-US" b="1" smtClean="0">
                <a:solidFill>
                  <a:srgbClr val="000099"/>
                </a:solidFill>
                <a:latin typeface="Times New Roman" pitchFamily="18" charset="0"/>
                <a:ea typeface="华文新魏" pitchFamily="2" charset="-122"/>
              </a:rPr>
              <a:t>的形式定义</a:t>
            </a:r>
          </a:p>
        </p:txBody>
      </p:sp>
      <p:sp>
        <p:nvSpPr>
          <p:cNvPr id="447491" name="Rectangle 3"/>
          <p:cNvSpPr>
            <a:spLocks noGrp="1" noRot="1" noChangeArrowheads="1"/>
          </p:cNvSpPr>
          <p:nvPr>
            <p:ph type="body" idx="1"/>
          </p:nvPr>
        </p:nvSpPr>
        <p:spPr>
          <a:xfrm>
            <a:off x="611188" y="1981200"/>
            <a:ext cx="7999412" cy="4648200"/>
          </a:xfrm>
        </p:spPr>
        <p:txBody>
          <a:bodyPr/>
          <a:lstStyle/>
          <a:p>
            <a:pPr algn="just" eaLnBrk="1" hangingPunct="1">
              <a:lnSpc>
                <a:spcPct val="120000"/>
              </a:lnSpc>
              <a:buFont typeface="Wingdings" pitchFamily="2" charset="2"/>
              <a:buNone/>
            </a:pPr>
            <a:r>
              <a:rPr lang="zh-CN" altLang="en-US" b="1" smtClean="0">
                <a:latin typeface="Times New Roman" pitchFamily="18" charset="0"/>
                <a:ea typeface="华文新魏" pitchFamily="2" charset="-122"/>
              </a:rPr>
              <a:t>文法</a:t>
            </a:r>
            <a:r>
              <a:rPr lang="en-US" altLang="zh-CN" b="1" smtClean="0">
                <a:latin typeface="Times New Roman" pitchFamily="18" charset="0"/>
                <a:ea typeface="华文新魏" pitchFamily="2" charset="-122"/>
              </a:rPr>
              <a:t>G</a:t>
            </a:r>
            <a:r>
              <a:rPr lang="zh-CN" altLang="en-US" b="1" smtClean="0">
                <a:latin typeface="Times New Roman" pitchFamily="18" charset="0"/>
                <a:ea typeface="华文新魏" pitchFamily="2" charset="-122"/>
              </a:rPr>
              <a:t>为一个四元组:</a:t>
            </a:r>
            <a:endParaRPr lang="zh-CN" altLang="en-US" sz="2800" b="1" smtClean="0">
              <a:latin typeface="Times New Roman" pitchFamily="18" charset="0"/>
              <a:ea typeface="华文新魏" pitchFamily="2" charset="-122"/>
            </a:endParaRPr>
          </a:p>
          <a:p>
            <a:pPr algn="just" eaLnBrk="1" hangingPunct="1">
              <a:lnSpc>
                <a:spcPct val="120000"/>
              </a:lnSpc>
              <a:buFont typeface="Wingdings" pitchFamily="2" charset="2"/>
              <a:buNone/>
            </a:pP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G</a:t>
            </a:r>
            <a:r>
              <a:rPr lang="zh-CN" altLang="en-US" sz="2800" b="1" smtClean="0">
                <a:latin typeface="Times New Roman" pitchFamily="18" charset="0"/>
                <a:ea typeface="华文新魏" pitchFamily="2" charset="-122"/>
              </a:rPr>
              <a:t> = </a:t>
            </a:r>
            <a:r>
              <a:rPr lang="en-US" altLang="zh-CN" sz="2800" b="1" smtClean="0">
                <a:latin typeface="Times New Roman" pitchFamily="18" charset="0"/>
                <a:ea typeface="华文新魏" pitchFamily="2" charset="-122"/>
              </a:rPr>
              <a:t>(V，T，P</a:t>
            </a:r>
            <a:r>
              <a:rPr lang="zh-CN" altLang="en-US" sz="2800" b="1" smtClean="0">
                <a:latin typeface="Times New Roman" pitchFamily="18" charset="0"/>
                <a:ea typeface="华文新魏" pitchFamily="2" charset="-122"/>
              </a:rPr>
              <a:t>，</a:t>
            </a:r>
            <a:r>
              <a:rPr lang="en-US" altLang="zh-CN" sz="2800" b="1" smtClean="0">
                <a:latin typeface="Times New Roman" pitchFamily="18" charset="0"/>
                <a:ea typeface="华文新魏" pitchFamily="2" charset="-122"/>
              </a:rPr>
              <a:t>S)</a:t>
            </a:r>
          </a:p>
          <a:p>
            <a:pPr algn="just" eaLnBrk="1" hangingPunct="1">
              <a:lnSpc>
                <a:spcPct val="120000"/>
              </a:lnSpc>
            </a:pPr>
            <a:r>
              <a:rPr lang="en-US" altLang="zh-CN" sz="2800" b="1" smtClean="0">
                <a:latin typeface="Times New Roman" pitchFamily="18" charset="0"/>
                <a:ea typeface="华文新魏" pitchFamily="2" charset="-122"/>
              </a:rPr>
              <a:t>T：</a:t>
            </a:r>
            <a:r>
              <a:rPr lang="zh-CN" altLang="en-US" sz="2800" b="1" smtClean="0">
                <a:latin typeface="Times New Roman" pitchFamily="18" charset="0"/>
                <a:ea typeface="华文新魏" pitchFamily="2" charset="-122"/>
              </a:rPr>
              <a:t>终结符</a:t>
            </a:r>
            <a:r>
              <a:rPr lang="en-US" altLang="zh-CN" sz="2800" b="1" smtClean="0">
                <a:latin typeface="Times New Roman" pitchFamily="18" charset="0"/>
                <a:ea typeface="华文新魏" pitchFamily="2" charset="-122"/>
              </a:rPr>
              <a:t>(Terminal)</a:t>
            </a:r>
            <a:r>
              <a:rPr lang="zh-CN" altLang="en-US" sz="2800" b="1" smtClean="0">
                <a:latin typeface="Times New Roman" pitchFamily="18" charset="0"/>
                <a:ea typeface="华文新魏" pitchFamily="2" charset="-122"/>
              </a:rPr>
              <a:t>集</a:t>
            </a:r>
          </a:p>
          <a:p>
            <a:pPr eaLnBrk="1" hangingPunct="1">
              <a:lnSpc>
                <a:spcPct val="120000"/>
              </a:lnSpc>
            </a:pPr>
            <a:r>
              <a:rPr lang="en-US" altLang="zh-CN" sz="2800" b="1" smtClean="0">
                <a:latin typeface="Times New Roman" pitchFamily="18" charset="0"/>
                <a:ea typeface="华文新魏" pitchFamily="2" charset="-122"/>
              </a:rPr>
              <a:t>V：</a:t>
            </a:r>
            <a:r>
              <a:rPr lang="zh-CN" altLang="en-US" sz="2800" b="1" smtClean="0">
                <a:latin typeface="Times New Roman" pitchFamily="18" charset="0"/>
                <a:ea typeface="华文新魏" pitchFamily="2" charset="-122"/>
              </a:rPr>
              <a:t>非终结符</a:t>
            </a:r>
            <a:r>
              <a:rPr lang="en-US" altLang="zh-CN" sz="2800" b="1" smtClean="0">
                <a:latin typeface="Times New Roman" pitchFamily="18" charset="0"/>
                <a:ea typeface="华文新魏" pitchFamily="2" charset="-122"/>
              </a:rPr>
              <a:t>(Variable)</a:t>
            </a:r>
            <a:r>
              <a:rPr lang="zh-CN" altLang="en-US" sz="2800" b="1" smtClean="0">
                <a:latin typeface="Times New Roman" pitchFamily="18" charset="0"/>
                <a:ea typeface="华文新魏" pitchFamily="2" charset="-122"/>
              </a:rPr>
              <a:t>集，</a:t>
            </a:r>
            <a:r>
              <a:rPr lang="en-US" altLang="zh-CN" sz="2800" b="1" smtClean="0">
                <a:latin typeface="Times New Roman" pitchFamily="18" charset="0"/>
                <a:ea typeface="华文新魏" pitchFamily="2" charset="-122"/>
              </a:rPr>
              <a:t>T∩V=Φ</a:t>
            </a:r>
          </a:p>
          <a:p>
            <a:pPr lvl="1" eaLnBrk="1" hangingPunct="1">
              <a:lnSpc>
                <a:spcPct val="130000"/>
              </a:lnSpc>
            </a:pPr>
            <a:r>
              <a:rPr lang="zh-CN" altLang="en-US" b="1" smtClean="0">
                <a:latin typeface="Times New Roman" pitchFamily="18" charset="0"/>
                <a:ea typeface="华文新魏" pitchFamily="2" charset="-122"/>
              </a:rPr>
              <a:t>语法范畴——某个语言结构</a:t>
            </a:r>
          </a:p>
          <a:p>
            <a:pPr algn="just" eaLnBrk="1" hangingPunct="1">
              <a:lnSpc>
                <a:spcPct val="120000"/>
              </a:lnSpc>
            </a:pPr>
            <a:r>
              <a:rPr lang="en-US" altLang="zh-CN" sz="2800" b="1" smtClean="0">
                <a:latin typeface="Times New Roman" pitchFamily="18" charset="0"/>
                <a:ea typeface="华文新魏" pitchFamily="2" charset="-122"/>
              </a:rPr>
              <a:t>S</a:t>
            </a:r>
            <a:r>
              <a:rPr lang="zh-CN" altLang="en-US" sz="2800" b="1" smtClean="0">
                <a:latin typeface="Times New Roman" pitchFamily="18" charset="0"/>
                <a:ea typeface="华文新魏" pitchFamily="2" charset="-122"/>
              </a:rPr>
              <a:t>：开始符号</a:t>
            </a:r>
            <a:r>
              <a:rPr lang="en-US" altLang="zh-CN" sz="2800" b="1" smtClean="0">
                <a:latin typeface="Times New Roman" pitchFamily="18" charset="0"/>
                <a:ea typeface="华文新魏" pitchFamily="2" charset="-122"/>
              </a:rPr>
              <a:t>(Start Symbol)，S∈V</a:t>
            </a:r>
          </a:p>
          <a:p>
            <a:pPr lvl="1" eaLnBrk="1" hangingPunct="1">
              <a:lnSpc>
                <a:spcPct val="120000"/>
              </a:lnSpc>
            </a:pPr>
            <a:r>
              <a:rPr lang="zh-CN" altLang="en-US" b="1" smtClean="0">
                <a:latin typeface="Times New Roman" pitchFamily="18" charset="0"/>
                <a:ea typeface="华文新魏" pitchFamily="2" charset="-122"/>
              </a:rPr>
              <a:t>至少在产生式左侧出现一次</a:t>
            </a:r>
            <a:endParaRPr lang="en-US" altLang="zh-CN" b="1" smtClean="0">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C4BC176-0ADC-4597-8F99-485E06F9BF99}" type="datetime1">
              <a:rPr lang="zh-CN" altLang="en-US"/>
              <a:pPr/>
              <a:t>2017/2/24</a:t>
            </a:fld>
            <a:endParaRPr lang="en-US" altLang="zh-CN"/>
          </a:p>
        </p:txBody>
      </p:sp>
      <p:sp>
        <p:nvSpPr>
          <p:cNvPr id="2867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72976E5-6E9C-46FF-A520-958E1B7077B0}" type="slidenum">
              <a:rPr lang="zh-CN" altLang="en-US"/>
              <a:pPr/>
              <a:t>23</a:t>
            </a:fld>
            <a:endParaRPr lang="en-US" altLang="zh-CN"/>
          </a:p>
        </p:txBody>
      </p:sp>
      <p:sp>
        <p:nvSpPr>
          <p:cNvPr id="28676" name="Rectangle 2"/>
          <p:cNvSpPr>
            <a:spLocks noGrp="1" noRot="1" noChangeArrowheads="1"/>
          </p:cNvSpPr>
          <p:nvPr>
            <p:ph type="title"/>
          </p:nvPr>
        </p:nvSpPr>
        <p:spPr>
          <a:xfrm>
            <a:off x="914400" y="763588"/>
            <a:ext cx="5324475" cy="912812"/>
          </a:xfrm>
        </p:spPr>
        <p:txBody>
          <a:bodyPr/>
          <a:lstStyle/>
          <a:p>
            <a:pPr eaLnBrk="1" hangingPunct="1"/>
            <a:r>
              <a:rPr lang="zh-CN" altLang="en-US" b="1" smtClean="0">
                <a:solidFill>
                  <a:srgbClr val="000099"/>
                </a:solidFill>
                <a:latin typeface="Times New Roman" pitchFamily="18" charset="0"/>
                <a:ea typeface="华文新魏" pitchFamily="2" charset="-122"/>
              </a:rPr>
              <a:t>文法</a:t>
            </a:r>
            <a:r>
              <a:rPr lang="en-US" altLang="zh-CN" b="1" smtClean="0">
                <a:solidFill>
                  <a:srgbClr val="000099"/>
                </a:solidFill>
                <a:latin typeface="Times New Roman" pitchFamily="18" charset="0"/>
                <a:ea typeface="华文新魏" pitchFamily="2" charset="-122"/>
              </a:rPr>
              <a:t>G </a:t>
            </a:r>
            <a:r>
              <a:rPr lang="zh-CN" altLang="en-US" b="1" smtClean="0">
                <a:solidFill>
                  <a:srgbClr val="000099"/>
                </a:solidFill>
                <a:latin typeface="Times New Roman" pitchFamily="18" charset="0"/>
                <a:ea typeface="华文新魏" pitchFamily="2" charset="-122"/>
              </a:rPr>
              <a:t>的形式定义</a:t>
            </a:r>
          </a:p>
        </p:txBody>
      </p:sp>
      <p:sp>
        <p:nvSpPr>
          <p:cNvPr id="28677" name="Rectangle 3"/>
          <p:cNvSpPr>
            <a:spLocks noGrp="1" noRot="1" noChangeArrowheads="1"/>
          </p:cNvSpPr>
          <p:nvPr>
            <p:ph type="body" idx="1"/>
          </p:nvPr>
        </p:nvSpPr>
        <p:spPr>
          <a:xfrm>
            <a:off x="395288" y="1844675"/>
            <a:ext cx="8243887" cy="4400550"/>
          </a:xfrm>
        </p:spPr>
        <p:txBody>
          <a:bodyPr/>
          <a:lstStyle/>
          <a:p>
            <a:pPr marL="0" indent="0" algn="just" eaLnBrk="1" hangingPunct="1">
              <a:lnSpc>
                <a:spcPct val="120000"/>
              </a:lnSpc>
            </a:pPr>
            <a:r>
              <a:rPr lang="en-US" altLang="zh-CN" sz="2800" b="1" smtClean="0">
                <a:latin typeface="Times New Roman" pitchFamily="18" charset="0"/>
                <a:ea typeface="华文新魏" pitchFamily="2" charset="-122"/>
              </a:rPr>
              <a:t>P</a:t>
            </a:r>
            <a:r>
              <a:rPr lang="zh-CN" altLang="en-US" sz="2800" b="1" smtClean="0">
                <a:latin typeface="Times New Roman" pitchFamily="18" charset="0"/>
                <a:ea typeface="华文新魏" pitchFamily="2" charset="-122"/>
              </a:rPr>
              <a:t>：</a:t>
            </a:r>
            <a:r>
              <a:rPr lang="zh-CN" altLang="en-US" b="1" smtClean="0">
                <a:solidFill>
                  <a:schemeClr val="hlink"/>
                </a:solidFill>
                <a:latin typeface="Times New Roman" pitchFamily="18" charset="0"/>
                <a:ea typeface="华文新魏" pitchFamily="2" charset="-122"/>
              </a:rPr>
              <a:t>产生式</a:t>
            </a:r>
            <a:r>
              <a:rPr lang="en-US" altLang="zh-CN" sz="2800" b="1" smtClean="0">
                <a:latin typeface="Times New Roman" pitchFamily="18" charset="0"/>
                <a:ea typeface="华文新魏" pitchFamily="2" charset="-122"/>
              </a:rPr>
              <a:t>(Product)</a:t>
            </a:r>
            <a:r>
              <a:rPr lang="zh-CN" altLang="en-US" sz="2800" b="1" smtClean="0">
                <a:latin typeface="Times New Roman" pitchFamily="18" charset="0"/>
                <a:ea typeface="华文新魏" pitchFamily="2" charset="-122"/>
              </a:rPr>
              <a:t>集合</a:t>
            </a:r>
          </a:p>
          <a:p>
            <a:pPr marL="0" indent="0" algn="just" eaLnBrk="1" hangingPunct="1">
              <a:lnSpc>
                <a:spcPct val="120000"/>
              </a:lnSpc>
              <a:buFont typeface="Wingdings" pitchFamily="2" charset="2"/>
              <a:buNone/>
            </a:pPr>
            <a:r>
              <a:rPr lang="en-US" altLang="zh-CN" b="1" smtClean="0">
                <a:latin typeface="Times New Roman" pitchFamily="18" charset="0"/>
                <a:ea typeface="华文新魏" pitchFamily="2" charset="-122"/>
              </a:rPr>
              <a:t>α</a:t>
            </a:r>
            <a:r>
              <a:rPr lang="en-US" altLang="zh-CN" sz="2800"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β，</a:t>
            </a:r>
            <a:r>
              <a:rPr lang="zh-CN" altLang="en-US" b="1" smtClean="0">
                <a:latin typeface="Times New Roman" pitchFamily="18" charset="0"/>
                <a:ea typeface="华文新魏" pitchFamily="2" charset="-122"/>
              </a:rPr>
              <a:t>被称为产生式</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定义式</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，读作：</a:t>
            </a:r>
            <a:r>
              <a:rPr lang="en-US" altLang="zh-CN" b="1" smtClean="0">
                <a:solidFill>
                  <a:srgbClr val="990099"/>
                </a:solidFill>
                <a:latin typeface="Times New Roman" pitchFamily="18" charset="0"/>
                <a:ea typeface="华文新魏" pitchFamily="2" charset="-122"/>
              </a:rPr>
              <a:t>α</a:t>
            </a:r>
            <a:r>
              <a:rPr lang="zh-CN" altLang="en-US" b="1" smtClean="0">
                <a:solidFill>
                  <a:srgbClr val="990099"/>
                </a:solidFill>
                <a:latin typeface="Times New Roman" pitchFamily="18" charset="0"/>
                <a:ea typeface="华文新魏" pitchFamily="2" charset="-122"/>
              </a:rPr>
              <a:t>定义为</a:t>
            </a:r>
            <a:r>
              <a:rPr lang="en-US" altLang="zh-CN" b="1" smtClean="0">
                <a:solidFill>
                  <a:srgbClr val="990099"/>
                </a:solidFill>
                <a:latin typeface="Times New Roman" pitchFamily="18" charset="0"/>
                <a:ea typeface="华文新魏" pitchFamily="2" charset="-122"/>
              </a:rPr>
              <a:t>β</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其中</a:t>
            </a:r>
            <a:r>
              <a:rPr lang="en-US" altLang="zh-CN" b="1" smtClean="0">
                <a:latin typeface="Times New Roman" pitchFamily="18" charset="0"/>
                <a:ea typeface="华文新魏" pitchFamily="2" charset="-122"/>
              </a:rPr>
              <a:t>α∈(T∪V)</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且</a:t>
            </a:r>
            <a:r>
              <a:rPr lang="en-US" altLang="zh-CN" b="1" smtClean="0">
                <a:latin typeface="Times New Roman" pitchFamily="18" charset="0"/>
                <a:ea typeface="华文新魏" pitchFamily="2" charset="-122"/>
              </a:rPr>
              <a:t>α</a:t>
            </a:r>
            <a:r>
              <a:rPr lang="zh-CN" altLang="en-US" b="1" smtClean="0">
                <a:latin typeface="Times New Roman" pitchFamily="18" charset="0"/>
                <a:ea typeface="华文新魏" pitchFamily="2" charset="-122"/>
              </a:rPr>
              <a:t>中至少有</a:t>
            </a:r>
            <a:r>
              <a:rPr lang="en-US" altLang="zh-CN" b="1" smtClean="0">
                <a:latin typeface="Times New Roman" pitchFamily="18" charset="0"/>
                <a:ea typeface="华文新魏" pitchFamily="2" charset="-122"/>
              </a:rPr>
              <a:t>V</a:t>
            </a:r>
            <a:r>
              <a:rPr lang="zh-CN" altLang="en-US" b="1" smtClean="0">
                <a:latin typeface="Times New Roman" pitchFamily="18" charset="0"/>
                <a:ea typeface="华文新魏" pitchFamily="2" charset="-122"/>
              </a:rPr>
              <a:t>中元素的一个出现。</a:t>
            </a:r>
            <a:r>
              <a:rPr lang="en-US" altLang="zh-CN" b="1" smtClean="0">
                <a:latin typeface="Times New Roman" pitchFamily="18" charset="0"/>
                <a:ea typeface="华文新魏" pitchFamily="2" charset="-122"/>
              </a:rPr>
              <a:t>β∈(T∪V)</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。α</a:t>
            </a:r>
            <a:r>
              <a:rPr lang="zh-CN" altLang="en-US" b="1" smtClean="0">
                <a:latin typeface="Times New Roman" pitchFamily="18" charset="0"/>
                <a:ea typeface="华文新魏" pitchFamily="2" charset="-122"/>
              </a:rPr>
              <a:t>称为产生式</a:t>
            </a:r>
            <a:r>
              <a:rPr lang="en-US" altLang="zh-CN" b="1" smtClean="0">
                <a:latin typeface="Times New Roman" pitchFamily="18" charset="0"/>
                <a:ea typeface="华文新魏" pitchFamily="2" charset="-122"/>
              </a:rPr>
              <a:t>α</a:t>
            </a:r>
            <a:r>
              <a:rPr lang="en-US" altLang="zh-CN" sz="2800"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β</a:t>
            </a:r>
            <a:r>
              <a:rPr lang="zh-CN" altLang="en-US" b="1" smtClean="0">
                <a:latin typeface="Times New Roman" pitchFamily="18" charset="0"/>
                <a:ea typeface="华文新魏" pitchFamily="2" charset="-122"/>
              </a:rPr>
              <a:t>的</a:t>
            </a:r>
            <a:r>
              <a:rPr lang="zh-CN" altLang="en-US" b="1" smtClean="0">
                <a:solidFill>
                  <a:schemeClr val="hlink"/>
                </a:solidFill>
                <a:latin typeface="Times New Roman" pitchFamily="18" charset="0"/>
                <a:ea typeface="华文新魏" pitchFamily="2" charset="-122"/>
              </a:rPr>
              <a:t>左部</a:t>
            </a:r>
            <a:r>
              <a:rPr lang="en-US" altLang="zh-CN" b="1" smtClean="0">
                <a:latin typeface="Times New Roman" pitchFamily="18" charset="0"/>
                <a:ea typeface="华文新魏" pitchFamily="2" charset="-122"/>
              </a:rPr>
              <a:t>(Left Part)，β</a:t>
            </a:r>
            <a:r>
              <a:rPr lang="zh-CN" altLang="en-US" b="1" smtClean="0">
                <a:latin typeface="Times New Roman" pitchFamily="18" charset="0"/>
                <a:ea typeface="华文新魏" pitchFamily="2" charset="-122"/>
              </a:rPr>
              <a:t>称为产生式</a:t>
            </a:r>
            <a:r>
              <a:rPr lang="en-US" altLang="zh-CN" b="1" smtClean="0">
                <a:latin typeface="Times New Roman" pitchFamily="18" charset="0"/>
                <a:ea typeface="华文新魏" pitchFamily="2" charset="-122"/>
              </a:rPr>
              <a:t>α</a:t>
            </a:r>
            <a:r>
              <a:rPr lang="en-US" altLang="zh-CN" sz="2800"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β</a:t>
            </a:r>
            <a:r>
              <a:rPr lang="zh-CN" altLang="en-US" b="1" smtClean="0">
                <a:latin typeface="Times New Roman" pitchFamily="18" charset="0"/>
                <a:ea typeface="华文新魏" pitchFamily="2" charset="-122"/>
              </a:rPr>
              <a:t>的</a:t>
            </a:r>
            <a:r>
              <a:rPr lang="zh-CN" altLang="en-US" b="1" smtClean="0">
                <a:solidFill>
                  <a:schemeClr val="hlink"/>
                </a:solidFill>
                <a:latin typeface="Times New Roman" pitchFamily="18" charset="0"/>
                <a:ea typeface="华文新魏" pitchFamily="2" charset="-122"/>
              </a:rPr>
              <a:t>右部</a:t>
            </a:r>
            <a:r>
              <a:rPr lang="en-US" altLang="zh-CN" b="1" smtClean="0">
                <a:latin typeface="Times New Roman" pitchFamily="18" charset="0"/>
                <a:ea typeface="华文新魏" pitchFamily="2" charset="-122"/>
              </a:rPr>
              <a:t>(Right Part)</a:t>
            </a:r>
            <a:r>
              <a:rPr lang="en-US" altLang="zh-CN" sz="2800" b="1" smtClean="0">
                <a:latin typeface="Times New Roman" pitchFamily="18" charset="0"/>
                <a:ea typeface="华文新魏" pitchFamily="2" charset="-122"/>
              </a:rPr>
              <a:t>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85863257-0A38-4079-91F4-5FDC1D7C1141}" type="datetime1">
              <a:rPr lang="zh-CN" altLang="en-US"/>
              <a:pPr/>
              <a:t>2017/2/24</a:t>
            </a:fld>
            <a:endParaRPr lang="en-US" altLang="zh-CN"/>
          </a:p>
        </p:txBody>
      </p:sp>
      <p:sp>
        <p:nvSpPr>
          <p:cNvPr id="29699" name="灯片编号占位符 5"/>
          <p:cNvSpPr>
            <a:spLocks noGrp="1"/>
          </p:cNvSpPr>
          <p:nvPr>
            <p:ph type="sldNum" sz="quarter" idx="12"/>
          </p:nvPr>
        </p:nvSpPr>
        <p:spPr>
          <a:xfrm>
            <a:off x="6588125" y="6381750"/>
            <a:ext cx="2289175"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FF97EC62-0074-46E0-8255-355352A79CD2}" type="slidenum">
              <a:rPr lang="zh-CN" altLang="en-US"/>
              <a:pPr/>
              <a:t>24</a:t>
            </a:fld>
            <a:endParaRPr lang="en-US" altLang="zh-CN"/>
          </a:p>
        </p:txBody>
      </p:sp>
      <p:sp>
        <p:nvSpPr>
          <p:cNvPr id="29700" name="Rectangle 2"/>
          <p:cNvSpPr>
            <a:spLocks noGrp="1" noRot="1" noChangeArrowheads="1"/>
          </p:cNvSpPr>
          <p:nvPr>
            <p:ph type="title"/>
          </p:nvPr>
        </p:nvSpPr>
        <p:spPr>
          <a:xfrm>
            <a:off x="323850" y="476250"/>
            <a:ext cx="8540750" cy="792163"/>
          </a:xfrm>
        </p:spPr>
        <p:txBody>
          <a:bodyPr/>
          <a:lstStyle/>
          <a:p>
            <a:pPr eaLnBrk="1" hangingPunct="1"/>
            <a:r>
              <a:rPr kumimoji="1" lang="en-US" altLang="zh-CN" b="1" smtClean="0">
                <a:solidFill>
                  <a:srgbClr val="000099"/>
                </a:solidFill>
                <a:latin typeface="Times New Roman" pitchFamily="18" charset="0"/>
                <a:ea typeface="华文新魏" pitchFamily="2" charset="-122"/>
              </a:rPr>
              <a:t>&lt;</a:t>
            </a:r>
            <a:r>
              <a:rPr kumimoji="1" lang="zh-CN" altLang="en-US" b="1" smtClean="0">
                <a:solidFill>
                  <a:srgbClr val="000099"/>
                </a:solidFill>
                <a:latin typeface="Times New Roman" pitchFamily="18" charset="0"/>
                <a:ea typeface="华文新魏" pitchFamily="2" charset="-122"/>
              </a:rPr>
              <a:t>句子</a:t>
            </a:r>
            <a:r>
              <a:rPr kumimoji="1" lang="en-US" altLang="zh-CN" b="1" smtClean="0">
                <a:solidFill>
                  <a:srgbClr val="000099"/>
                </a:solidFill>
                <a:latin typeface="Times New Roman" pitchFamily="18" charset="0"/>
                <a:ea typeface="华文新魏" pitchFamily="2" charset="-122"/>
              </a:rPr>
              <a:t>&gt;</a:t>
            </a:r>
            <a:r>
              <a:rPr kumimoji="1" lang="zh-CN" altLang="en-US" b="1" smtClean="0">
                <a:solidFill>
                  <a:srgbClr val="000099"/>
                </a:solidFill>
                <a:latin typeface="Times New Roman" pitchFamily="18" charset="0"/>
                <a:ea typeface="华文新魏" pitchFamily="2" charset="-122"/>
              </a:rPr>
              <a:t>的语法组成</a:t>
            </a:r>
            <a:endParaRPr kumimoji="1" lang="zh-CN" altLang="en-US" b="1" smtClean="0">
              <a:solidFill>
                <a:srgbClr val="000099"/>
              </a:solidFill>
              <a:latin typeface="Times New Roman" pitchFamily="18" charset="0"/>
              <a:ea typeface="华文新魏" pitchFamily="2" charset="-122"/>
              <a:sym typeface="Symbol" pitchFamily="18" charset="2"/>
            </a:endParaRPr>
          </a:p>
        </p:txBody>
      </p:sp>
      <p:sp>
        <p:nvSpPr>
          <p:cNvPr id="449539" name="Rectangle 3"/>
          <p:cNvSpPr>
            <a:spLocks noGrp="1" noRot="1" noChangeArrowheads="1"/>
          </p:cNvSpPr>
          <p:nvPr>
            <p:ph type="body" idx="1"/>
          </p:nvPr>
        </p:nvSpPr>
        <p:spPr>
          <a:xfrm>
            <a:off x="468313" y="1341438"/>
            <a:ext cx="7772400" cy="5083175"/>
          </a:xfrm>
        </p:spPr>
        <p:txBody>
          <a:bodyPr/>
          <a:lstStyle/>
          <a:p>
            <a:pPr eaLnBrk="1" hangingPunct="1">
              <a:lnSpc>
                <a:spcPct val="90000"/>
              </a:lnSpc>
            </a:pPr>
            <a:r>
              <a:rPr kumimoji="1" lang="en-US" altLang="zh-CN" sz="2800" b="1" smtClean="0">
                <a:latin typeface="Times New Roman" pitchFamily="18" charset="0"/>
                <a:ea typeface="华文新魏" pitchFamily="2" charset="-122"/>
              </a:rPr>
              <a:t>G</a:t>
            </a:r>
            <a:r>
              <a:rPr kumimoji="1" lang="en-US" altLang="zh-CN" sz="2800" b="1" baseline="-25000" smtClean="0">
                <a:solidFill>
                  <a:schemeClr val="hlink"/>
                </a:solidFill>
                <a:latin typeface="Times New Roman" pitchFamily="18" charset="0"/>
                <a:ea typeface="华文新魏" pitchFamily="2" charset="-122"/>
              </a:rPr>
              <a:t> </a:t>
            </a:r>
            <a:r>
              <a:rPr kumimoji="1" lang="en-US" altLang="zh-CN" sz="2800" b="1" smtClean="0">
                <a:latin typeface="Times New Roman" pitchFamily="18" charset="0"/>
                <a:ea typeface="华文新魏" pitchFamily="2" charset="-122"/>
              </a:rPr>
              <a:t>=( { </a:t>
            </a:r>
            <a:r>
              <a:rPr kumimoji="1" lang="en-US" altLang="zh-CN" sz="2800" b="1" smtClean="0">
                <a:latin typeface="Times New Roman" pitchFamily="18" charset="0"/>
                <a:ea typeface="华文新魏" pitchFamily="2" charset="-122"/>
                <a:sym typeface="Symbol" pitchFamily="18" charset="2"/>
              </a:rPr>
              <a:t></a:t>
            </a:r>
            <a:r>
              <a:rPr kumimoji="1" lang="zh-CN" altLang="en-US" sz="2800" b="1" smtClean="0">
                <a:latin typeface="Times New Roman" pitchFamily="18" charset="0"/>
                <a:ea typeface="华文新魏" pitchFamily="2" charset="-122"/>
                <a:sym typeface="Symbol" pitchFamily="18" charset="2"/>
              </a:rPr>
              <a:t>句子，主语，</a:t>
            </a:r>
            <a:r>
              <a:rPr kumimoji="1" lang="zh-CN" altLang="zh-CN" sz="2800" b="1" smtClean="0">
                <a:latin typeface="Times New Roman" pitchFamily="18" charset="0"/>
                <a:ea typeface="华文新魏" pitchFamily="2" charset="-122"/>
                <a:sym typeface="Symbol" pitchFamily="18" charset="2"/>
              </a:rPr>
              <a:t>谓语</a:t>
            </a:r>
            <a:r>
              <a:rPr kumimoji="1" lang="zh-CN" altLang="en-US" sz="2800" b="1" smtClean="0">
                <a:latin typeface="Times New Roman" pitchFamily="18" charset="0"/>
                <a:ea typeface="华文新魏" pitchFamily="2" charset="-122"/>
                <a:sym typeface="Symbol" pitchFamily="18" charset="2"/>
              </a:rPr>
              <a:t>，冠词，</a:t>
            </a:r>
            <a:r>
              <a:rPr kumimoji="1" lang="zh-CN" altLang="zh-CN" sz="2800" b="1" smtClean="0">
                <a:latin typeface="Times New Roman" pitchFamily="18" charset="0"/>
                <a:ea typeface="华文新魏" pitchFamily="2" charset="-122"/>
                <a:sym typeface="Symbol" pitchFamily="18" charset="2"/>
              </a:rPr>
              <a:t>形容词</a:t>
            </a:r>
            <a:r>
              <a:rPr kumimoji="1" lang="zh-CN" altLang="en-US" sz="2800" b="1" smtClean="0">
                <a:latin typeface="Times New Roman" pitchFamily="18" charset="0"/>
                <a:ea typeface="华文新魏" pitchFamily="2" charset="-122"/>
                <a:sym typeface="Symbol" pitchFamily="18" charset="2"/>
              </a:rPr>
              <a:t>，名词 ，</a:t>
            </a:r>
            <a:r>
              <a:rPr kumimoji="1" lang="zh-CN" altLang="zh-CN" sz="2800" b="1" smtClean="0">
                <a:latin typeface="Times New Roman" pitchFamily="18" charset="0"/>
                <a:ea typeface="华文新魏" pitchFamily="2" charset="-122"/>
                <a:sym typeface="Symbol" pitchFamily="18" charset="2"/>
              </a:rPr>
              <a:t> </a:t>
            </a:r>
            <a:r>
              <a:rPr kumimoji="1" lang="zh-CN" altLang="en-US" sz="2800" b="1" smtClean="0">
                <a:latin typeface="Times New Roman" pitchFamily="18" charset="0"/>
                <a:ea typeface="华文新魏" pitchFamily="2" charset="-122"/>
                <a:sym typeface="Symbol" pitchFamily="18" charset="2"/>
              </a:rPr>
              <a:t>动词 ，直接宾语 ，助动词 ，动词原</a:t>
            </a:r>
            <a:r>
              <a:rPr kumimoji="1" lang="zh-CN" altLang="zh-CN" sz="2800" b="1" smtClean="0">
                <a:latin typeface="Times New Roman" pitchFamily="18" charset="0"/>
                <a:ea typeface="华文新魏" pitchFamily="2" charset="-122"/>
                <a:sym typeface="Symbol" pitchFamily="18" charset="2"/>
              </a:rPr>
              <a:t>形</a:t>
            </a:r>
            <a:r>
              <a:rPr kumimoji="1" lang="zh-CN" altLang="en-US" sz="2800" b="1" smtClean="0">
                <a:latin typeface="Times New Roman" pitchFamily="18" charset="0"/>
                <a:ea typeface="华文新魏" pitchFamily="2" charset="-122"/>
                <a:sym typeface="Symbol" pitchFamily="18" charset="2"/>
              </a:rPr>
              <a:t> }，</a:t>
            </a:r>
            <a:r>
              <a:rPr kumimoji="1" lang="en-US" altLang="zh-CN" sz="2800" b="1" smtClean="0">
                <a:solidFill>
                  <a:srgbClr val="000099"/>
                </a:solidFill>
                <a:latin typeface="Times New Roman" pitchFamily="18" charset="0"/>
                <a:ea typeface="华文新魏" pitchFamily="2" charset="-122"/>
              </a:rPr>
              <a:t> {</a:t>
            </a:r>
            <a:r>
              <a:rPr kumimoji="1" lang="en-US" altLang="zh-CN" sz="2800" b="1" smtClean="0">
                <a:solidFill>
                  <a:srgbClr val="3333FF"/>
                </a:solidFill>
                <a:latin typeface="Times New Roman" pitchFamily="18" charset="0"/>
                <a:ea typeface="华文新魏" pitchFamily="2" charset="-122"/>
              </a:rPr>
              <a:t>the</a:t>
            </a:r>
            <a:r>
              <a:rPr kumimoji="1" lang="en-US" altLang="zh-CN" sz="2800" b="1" smtClean="0">
                <a:solidFill>
                  <a:srgbClr val="3333FF"/>
                </a:solidFill>
                <a:latin typeface="Times New Roman" pitchFamily="18" charset="0"/>
                <a:ea typeface="华文新魏" pitchFamily="2" charset="-122"/>
                <a:sym typeface="Symbol" pitchFamily="18" charset="2"/>
              </a:rPr>
              <a:t>，gray, wolf, will, eat,  goat</a:t>
            </a:r>
            <a:r>
              <a:rPr kumimoji="1" lang="en-US" altLang="zh-CN" sz="2800" b="1" smtClean="0">
                <a:solidFill>
                  <a:srgbClr val="000099"/>
                </a:solidFill>
                <a:latin typeface="Times New Roman" pitchFamily="18" charset="0"/>
                <a:ea typeface="华文新魏" pitchFamily="2" charset="-122"/>
                <a:sym typeface="Symbol" pitchFamily="18" charset="2"/>
              </a:rPr>
              <a:t>}</a:t>
            </a:r>
            <a:r>
              <a:rPr kumimoji="1" lang="zh-CN" altLang="en-US" sz="2800" b="1" smtClean="0">
                <a:latin typeface="Times New Roman" pitchFamily="18" charset="0"/>
                <a:ea typeface="华文新魏" pitchFamily="2" charset="-122"/>
                <a:sym typeface="Symbol" pitchFamily="18" charset="2"/>
              </a:rPr>
              <a:t>，</a:t>
            </a:r>
            <a:r>
              <a:rPr kumimoji="1" lang="zh-CN" altLang="en-US" sz="2800" b="1" smtClean="0">
                <a:latin typeface="Times New Roman" pitchFamily="18" charset="0"/>
                <a:ea typeface="华文新魏" pitchFamily="2" charset="-122"/>
              </a:rPr>
              <a:t> </a:t>
            </a:r>
            <a:r>
              <a:rPr kumimoji="1" lang="en-US" altLang="zh-CN" sz="2800" b="1" smtClean="0">
                <a:latin typeface="Times New Roman" pitchFamily="18" charset="0"/>
                <a:ea typeface="华文新魏" pitchFamily="2" charset="-122"/>
              </a:rPr>
              <a:t>{</a:t>
            </a:r>
            <a:r>
              <a:rPr kumimoji="1" lang="zh-CN" altLang="en-US" sz="2800" b="1" smtClean="0">
                <a:latin typeface="Times New Roman" pitchFamily="18" charset="0"/>
                <a:ea typeface="华文新魏" pitchFamily="2" charset="-122"/>
                <a:sym typeface="Symbol" pitchFamily="18" charset="2"/>
              </a:rPr>
              <a:t>句子 </a:t>
            </a:r>
            <a:r>
              <a:rPr kumimoji="1" lang="en-US" altLang="zh-CN" sz="2800" b="1" smtClean="0">
                <a:latin typeface="Times New Roman" pitchFamily="18" charset="0"/>
                <a:ea typeface="华文新魏" pitchFamily="2" charset="-122"/>
              </a:rPr>
              <a:t>→</a:t>
            </a:r>
            <a:r>
              <a:rPr kumimoji="1" lang="zh-CN" altLang="zh-CN" sz="2800" b="1" smtClean="0">
                <a:latin typeface="Times New Roman" pitchFamily="18" charset="0"/>
                <a:ea typeface="华文新魏" pitchFamily="2" charset="-122"/>
                <a:sym typeface="Symbol" pitchFamily="18" charset="2"/>
              </a:rPr>
              <a:t> </a:t>
            </a:r>
            <a:r>
              <a:rPr kumimoji="1" lang="zh-CN" altLang="en-US" sz="2800" b="1" smtClean="0">
                <a:latin typeface="Times New Roman" pitchFamily="18" charset="0"/>
                <a:ea typeface="华文新魏" pitchFamily="2" charset="-122"/>
                <a:sym typeface="Symbol" pitchFamily="18" charset="2"/>
              </a:rPr>
              <a:t>主语</a:t>
            </a:r>
            <a:r>
              <a:rPr kumimoji="1" lang="zh-CN" altLang="zh-CN" sz="2800" b="1" smtClean="0">
                <a:latin typeface="Times New Roman" pitchFamily="18" charset="0"/>
                <a:ea typeface="华文新魏" pitchFamily="2" charset="-122"/>
                <a:sym typeface="Symbol" pitchFamily="18" charset="2"/>
              </a:rPr>
              <a:t>谓语</a:t>
            </a:r>
            <a:r>
              <a:rPr kumimoji="1" lang="zh-CN" altLang="en-US" sz="2800" b="1" smtClean="0">
                <a:latin typeface="Times New Roman" pitchFamily="18" charset="0"/>
                <a:ea typeface="华文新魏" pitchFamily="2" charset="-122"/>
                <a:sym typeface="Symbol" pitchFamily="18" charset="2"/>
              </a:rPr>
              <a:t> ，主语 </a:t>
            </a:r>
            <a:r>
              <a:rPr kumimoji="1" lang="en-US" altLang="zh-CN" sz="2800" b="1" smtClean="0">
                <a:latin typeface="Times New Roman" pitchFamily="18" charset="0"/>
                <a:ea typeface="华文新魏" pitchFamily="2" charset="-122"/>
              </a:rPr>
              <a:t>→</a:t>
            </a:r>
            <a:r>
              <a:rPr kumimoji="1" lang="zh-CN" altLang="en-US" sz="2800" b="1" smtClean="0">
                <a:latin typeface="Times New Roman" pitchFamily="18" charset="0"/>
                <a:ea typeface="华文新魏" pitchFamily="2" charset="-122"/>
                <a:sym typeface="Symbol" pitchFamily="18" charset="2"/>
              </a:rPr>
              <a:t> 冠词 </a:t>
            </a:r>
            <a:r>
              <a:rPr kumimoji="1" lang="zh-CN" altLang="zh-CN" sz="2800" b="1" smtClean="0">
                <a:latin typeface="Times New Roman" pitchFamily="18" charset="0"/>
                <a:ea typeface="华文新魏" pitchFamily="2" charset="-122"/>
                <a:sym typeface="Symbol" pitchFamily="18" charset="2"/>
              </a:rPr>
              <a:t>形容词</a:t>
            </a:r>
            <a:r>
              <a:rPr kumimoji="1" lang="zh-CN" altLang="en-US" sz="2800" b="1" smtClean="0">
                <a:latin typeface="Times New Roman" pitchFamily="18" charset="0"/>
                <a:ea typeface="华文新魏" pitchFamily="2" charset="-122"/>
                <a:sym typeface="Symbol" pitchFamily="18" charset="2"/>
              </a:rPr>
              <a:t> 名词，</a:t>
            </a:r>
            <a:r>
              <a:rPr kumimoji="1" lang="zh-CN" altLang="zh-CN" sz="2800" b="1" smtClean="0">
                <a:latin typeface="Times New Roman" pitchFamily="18" charset="0"/>
                <a:ea typeface="华文新魏" pitchFamily="2" charset="-122"/>
                <a:sym typeface="Symbol" pitchFamily="18" charset="2"/>
              </a:rPr>
              <a:t> 谓语</a:t>
            </a:r>
            <a:r>
              <a:rPr kumimoji="1" lang="zh-CN" altLang="en-US" sz="2800" b="1" smtClean="0">
                <a:latin typeface="Times New Roman" pitchFamily="18" charset="0"/>
                <a:ea typeface="华文新魏" pitchFamily="2" charset="-122"/>
                <a:sym typeface="Symbol" pitchFamily="18" charset="2"/>
              </a:rPr>
              <a:t> </a:t>
            </a:r>
            <a:r>
              <a:rPr kumimoji="1" lang="en-US" altLang="zh-CN" sz="2800" b="1" smtClean="0">
                <a:latin typeface="Times New Roman" pitchFamily="18" charset="0"/>
                <a:ea typeface="华文新魏" pitchFamily="2" charset="-122"/>
              </a:rPr>
              <a:t>→</a:t>
            </a:r>
            <a:r>
              <a:rPr kumimoji="1" lang="zh-CN" altLang="en-US" sz="2800" b="1" smtClean="0">
                <a:latin typeface="Times New Roman" pitchFamily="18" charset="0"/>
                <a:ea typeface="华文新魏" pitchFamily="2" charset="-122"/>
                <a:sym typeface="Symbol" pitchFamily="18" charset="2"/>
              </a:rPr>
              <a:t> </a:t>
            </a:r>
            <a:r>
              <a:rPr kumimoji="1" lang="zh-CN" altLang="zh-CN" sz="2800" b="1" smtClean="0">
                <a:latin typeface="Times New Roman" pitchFamily="18" charset="0"/>
                <a:ea typeface="华文新魏" pitchFamily="2" charset="-122"/>
                <a:sym typeface="Symbol" pitchFamily="18" charset="2"/>
              </a:rPr>
              <a:t> </a:t>
            </a:r>
            <a:r>
              <a:rPr kumimoji="1" lang="zh-CN" altLang="en-US" sz="2800" b="1" smtClean="0">
                <a:latin typeface="Times New Roman" pitchFamily="18" charset="0"/>
                <a:ea typeface="华文新魏" pitchFamily="2" charset="-122"/>
                <a:sym typeface="Symbol" pitchFamily="18" charset="2"/>
              </a:rPr>
              <a:t>动词 直接宾语，</a:t>
            </a:r>
            <a:r>
              <a:rPr kumimoji="1" lang="zh-CN" altLang="zh-CN" sz="2800" b="1" smtClean="0">
                <a:latin typeface="Times New Roman" pitchFamily="18" charset="0"/>
                <a:ea typeface="华文新魏" pitchFamily="2" charset="-122"/>
                <a:sym typeface="Symbol" pitchFamily="18" charset="2"/>
              </a:rPr>
              <a:t> </a:t>
            </a:r>
            <a:r>
              <a:rPr kumimoji="1" lang="zh-CN" altLang="en-US" sz="2800" b="1" smtClean="0">
                <a:latin typeface="Times New Roman" pitchFamily="18" charset="0"/>
                <a:ea typeface="华文新魏" pitchFamily="2" charset="-122"/>
                <a:sym typeface="Symbol" pitchFamily="18" charset="2"/>
              </a:rPr>
              <a:t>动词 </a:t>
            </a:r>
            <a:r>
              <a:rPr kumimoji="1" lang="en-US" altLang="zh-CN" sz="2800" b="1" smtClean="0">
                <a:latin typeface="Times New Roman" pitchFamily="18" charset="0"/>
                <a:ea typeface="华文新魏" pitchFamily="2" charset="-122"/>
              </a:rPr>
              <a:t>→</a:t>
            </a:r>
            <a:r>
              <a:rPr kumimoji="1" lang="zh-CN" altLang="en-US" sz="2800" b="1" smtClean="0">
                <a:latin typeface="Times New Roman" pitchFamily="18" charset="0"/>
                <a:ea typeface="华文新魏" pitchFamily="2" charset="-122"/>
                <a:sym typeface="Symbol" pitchFamily="18" charset="2"/>
              </a:rPr>
              <a:t> 助动词 动词原</a:t>
            </a:r>
            <a:r>
              <a:rPr kumimoji="1" lang="zh-CN" altLang="zh-CN" sz="2800" b="1" smtClean="0">
                <a:latin typeface="Times New Roman" pitchFamily="18" charset="0"/>
                <a:ea typeface="华文新魏" pitchFamily="2" charset="-122"/>
                <a:sym typeface="Symbol" pitchFamily="18" charset="2"/>
              </a:rPr>
              <a:t>形</a:t>
            </a:r>
            <a:r>
              <a:rPr kumimoji="1" lang="zh-CN" altLang="en-US" sz="2800" b="1" smtClean="0">
                <a:latin typeface="Times New Roman" pitchFamily="18" charset="0"/>
                <a:ea typeface="华文新魏" pitchFamily="2" charset="-122"/>
                <a:sym typeface="Symbol" pitchFamily="18" charset="2"/>
              </a:rPr>
              <a:t>，直接宾语 </a:t>
            </a:r>
            <a:r>
              <a:rPr kumimoji="1" lang="en-US" altLang="zh-CN" sz="2800" b="1" smtClean="0">
                <a:latin typeface="Times New Roman" pitchFamily="18" charset="0"/>
                <a:ea typeface="华文新魏" pitchFamily="2" charset="-122"/>
              </a:rPr>
              <a:t>→</a:t>
            </a:r>
            <a:r>
              <a:rPr kumimoji="1" lang="zh-CN" altLang="en-US" sz="2800" b="1" smtClean="0">
                <a:latin typeface="Times New Roman" pitchFamily="18" charset="0"/>
                <a:ea typeface="华文新魏" pitchFamily="2" charset="-122"/>
                <a:sym typeface="Symbol" pitchFamily="18" charset="2"/>
              </a:rPr>
              <a:t></a:t>
            </a:r>
            <a:r>
              <a:rPr kumimoji="1" lang="zh-CN" altLang="zh-CN" sz="2800" b="1" smtClean="0">
                <a:latin typeface="Times New Roman" pitchFamily="18" charset="0"/>
                <a:ea typeface="华文新魏" pitchFamily="2" charset="-122"/>
                <a:sym typeface="Symbol" pitchFamily="18" charset="2"/>
              </a:rPr>
              <a:t> </a:t>
            </a:r>
            <a:r>
              <a:rPr kumimoji="1" lang="zh-CN" altLang="en-US" sz="2800" b="1" smtClean="0">
                <a:latin typeface="Times New Roman" pitchFamily="18" charset="0"/>
                <a:ea typeface="华文新魏" pitchFamily="2" charset="-122"/>
                <a:sym typeface="Symbol" pitchFamily="18" charset="2"/>
              </a:rPr>
              <a:t>冠词 名词，冠词 </a:t>
            </a:r>
            <a:r>
              <a:rPr kumimoji="1" lang="en-US" altLang="zh-CN" sz="2800" b="1" smtClean="0">
                <a:latin typeface="Times New Roman" pitchFamily="18" charset="0"/>
                <a:ea typeface="华文新魏" pitchFamily="2" charset="-122"/>
              </a:rPr>
              <a:t>→</a:t>
            </a:r>
            <a:r>
              <a:rPr kumimoji="1" lang="zh-CN" altLang="en-US" sz="2800" b="1" smtClean="0">
                <a:latin typeface="Times New Roman" pitchFamily="18" charset="0"/>
                <a:ea typeface="华文新魏" pitchFamily="2" charset="-122"/>
                <a:sym typeface="Symbol" pitchFamily="18" charset="2"/>
              </a:rPr>
              <a:t> </a:t>
            </a:r>
            <a:r>
              <a:rPr kumimoji="1" lang="en-US" altLang="zh-CN" sz="2800" b="1" smtClean="0">
                <a:latin typeface="Times New Roman" pitchFamily="18" charset="0"/>
                <a:ea typeface="华文新魏" pitchFamily="2" charset="-122"/>
                <a:sym typeface="Symbol" pitchFamily="18" charset="2"/>
              </a:rPr>
              <a:t>the</a:t>
            </a:r>
            <a:r>
              <a:rPr kumimoji="1" lang="zh-CN" altLang="en-US" sz="2800" b="1" smtClean="0">
                <a:latin typeface="Times New Roman" pitchFamily="18" charset="0"/>
                <a:ea typeface="华文新魏" pitchFamily="2" charset="-122"/>
                <a:sym typeface="Symbol" pitchFamily="18" charset="2"/>
              </a:rPr>
              <a:t>，</a:t>
            </a:r>
            <a:r>
              <a:rPr kumimoji="1" lang="en-US" altLang="zh-CN" sz="2800" b="1" smtClean="0">
                <a:latin typeface="Times New Roman" pitchFamily="18" charset="0"/>
                <a:ea typeface="华文新魏" pitchFamily="2" charset="-122"/>
                <a:sym typeface="Symbol" pitchFamily="18" charset="2"/>
              </a:rPr>
              <a:t></a:t>
            </a:r>
            <a:r>
              <a:rPr kumimoji="1" lang="zh-CN" altLang="zh-CN" sz="2800" b="1" smtClean="0">
                <a:latin typeface="Times New Roman" pitchFamily="18" charset="0"/>
                <a:ea typeface="华文新魏" pitchFamily="2" charset="-122"/>
                <a:sym typeface="Symbol" pitchFamily="18" charset="2"/>
              </a:rPr>
              <a:t>形容词</a:t>
            </a:r>
            <a:r>
              <a:rPr kumimoji="1" lang="zh-CN" altLang="en-US" sz="2800" b="1" smtClean="0">
                <a:latin typeface="Times New Roman" pitchFamily="18" charset="0"/>
                <a:ea typeface="华文新魏" pitchFamily="2" charset="-122"/>
                <a:sym typeface="Symbol" pitchFamily="18" charset="2"/>
              </a:rPr>
              <a:t></a:t>
            </a:r>
            <a:r>
              <a:rPr kumimoji="1" lang="en-US" altLang="zh-CN" sz="2800" b="1" smtClean="0">
                <a:latin typeface="Times New Roman" pitchFamily="18" charset="0"/>
                <a:ea typeface="华文新魏" pitchFamily="2" charset="-122"/>
              </a:rPr>
              <a:t>→ </a:t>
            </a:r>
            <a:r>
              <a:rPr kumimoji="1" lang="en-US" altLang="zh-CN" sz="2800" b="1" smtClean="0">
                <a:latin typeface="Times New Roman" pitchFamily="18" charset="0"/>
                <a:ea typeface="华文新魏" pitchFamily="2" charset="-122"/>
                <a:sym typeface="Symbol" pitchFamily="18" charset="2"/>
              </a:rPr>
              <a:t>gray</a:t>
            </a:r>
            <a:r>
              <a:rPr kumimoji="1" lang="zh-CN" altLang="en-US" sz="2800" b="1" smtClean="0">
                <a:latin typeface="Times New Roman" pitchFamily="18" charset="0"/>
                <a:ea typeface="华文新魏" pitchFamily="2" charset="-122"/>
                <a:sym typeface="Symbol" pitchFamily="18" charset="2"/>
              </a:rPr>
              <a:t>， 助动词 </a:t>
            </a:r>
            <a:r>
              <a:rPr kumimoji="1" lang="en-US" altLang="zh-CN" sz="2800" b="1" smtClean="0">
                <a:latin typeface="Times New Roman" pitchFamily="18" charset="0"/>
                <a:ea typeface="华文新魏" pitchFamily="2" charset="-122"/>
              </a:rPr>
              <a:t>→</a:t>
            </a:r>
            <a:r>
              <a:rPr kumimoji="1" lang="zh-CN" altLang="en-US" sz="2800" b="1" smtClean="0">
                <a:latin typeface="Times New Roman" pitchFamily="18" charset="0"/>
                <a:ea typeface="华文新魏" pitchFamily="2" charset="-122"/>
                <a:sym typeface="Symbol" pitchFamily="18" charset="2"/>
              </a:rPr>
              <a:t> </a:t>
            </a:r>
            <a:r>
              <a:rPr kumimoji="1" lang="en-US" altLang="zh-CN" sz="2800" b="1" smtClean="0">
                <a:latin typeface="Times New Roman" pitchFamily="18" charset="0"/>
                <a:ea typeface="华文新魏" pitchFamily="2" charset="-122"/>
                <a:sym typeface="Symbol" pitchFamily="18" charset="2"/>
              </a:rPr>
              <a:t>will </a:t>
            </a:r>
            <a:r>
              <a:rPr kumimoji="1" lang="zh-CN" altLang="en-US" sz="2800" b="1" smtClean="0">
                <a:latin typeface="Times New Roman" pitchFamily="18" charset="0"/>
                <a:ea typeface="华文新魏" pitchFamily="2" charset="-122"/>
                <a:sym typeface="Symbol" pitchFamily="18" charset="2"/>
              </a:rPr>
              <a:t>，</a:t>
            </a:r>
            <a:r>
              <a:rPr kumimoji="1" lang="en-US" altLang="zh-CN" sz="2800" b="1" smtClean="0">
                <a:latin typeface="Times New Roman" pitchFamily="18" charset="0"/>
                <a:ea typeface="华文新魏" pitchFamily="2" charset="-122"/>
                <a:sym typeface="Symbol" pitchFamily="18" charset="2"/>
              </a:rPr>
              <a:t></a:t>
            </a:r>
            <a:r>
              <a:rPr kumimoji="1" lang="zh-CN" altLang="en-US" sz="2800" b="1" smtClean="0">
                <a:latin typeface="Times New Roman" pitchFamily="18" charset="0"/>
                <a:ea typeface="华文新魏" pitchFamily="2" charset="-122"/>
                <a:sym typeface="Symbol" pitchFamily="18" charset="2"/>
              </a:rPr>
              <a:t>动词原</a:t>
            </a:r>
            <a:r>
              <a:rPr kumimoji="1" lang="zh-CN" altLang="zh-CN" sz="2800" b="1" smtClean="0">
                <a:latin typeface="Times New Roman" pitchFamily="18" charset="0"/>
                <a:ea typeface="华文新魏" pitchFamily="2" charset="-122"/>
                <a:sym typeface="Symbol" pitchFamily="18" charset="2"/>
              </a:rPr>
              <a:t>形</a:t>
            </a:r>
            <a:r>
              <a:rPr kumimoji="1" lang="zh-CN" altLang="en-US" sz="2800" b="1" smtClean="0">
                <a:latin typeface="Times New Roman" pitchFamily="18" charset="0"/>
                <a:ea typeface="华文新魏" pitchFamily="2" charset="-122"/>
                <a:sym typeface="Symbol" pitchFamily="18" charset="2"/>
              </a:rPr>
              <a:t> </a:t>
            </a:r>
            <a:r>
              <a:rPr kumimoji="1" lang="en-US" altLang="zh-CN" sz="2800" b="1" smtClean="0">
                <a:latin typeface="Times New Roman" pitchFamily="18" charset="0"/>
                <a:ea typeface="华文新魏" pitchFamily="2" charset="-122"/>
              </a:rPr>
              <a:t>→</a:t>
            </a:r>
            <a:r>
              <a:rPr kumimoji="1" lang="zh-CN" altLang="en-US" sz="2800" b="1" smtClean="0">
                <a:latin typeface="Times New Roman" pitchFamily="18" charset="0"/>
                <a:ea typeface="华文新魏" pitchFamily="2" charset="-122"/>
                <a:sym typeface="Symbol" pitchFamily="18" charset="2"/>
              </a:rPr>
              <a:t> </a:t>
            </a:r>
            <a:r>
              <a:rPr kumimoji="1" lang="en-US" altLang="zh-CN" sz="2800" b="1" smtClean="0">
                <a:latin typeface="Times New Roman" pitchFamily="18" charset="0"/>
                <a:ea typeface="华文新魏" pitchFamily="2" charset="-122"/>
                <a:sym typeface="Symbol" pitchFamily="18" charset="2"/>
              </a:rPr>
              <a:t>eat </a:t>
            </a:r>
            <a:r>
              <a:rPr kumimoji="1" lang="zh-CN" altLang="en-US" sz="2800" b="1" smtClean="0">
                <a:latin typeface="Times New Roman" pitchFamily="18" charset="0"/>
                <a:ea typeface="华文新魏" pitchFamily="2" charset="-122"/>
                <a:sym typeface="Symbol" pitchFamily="18" charset="2"/>
              </a:rPr>
              <a:t>，名词 </a:t>
            </a:r>
            <a:r>
              <a:rPr kumimoji="1" lang="en-US" altLang="zh-CN" sz="2800" b="1" smtClean="0">
                <a:latin typeface="Times New Roman" pitchFamily="18" charset="0"/>
                <a:ea typeface="华文新魏" pitchFamily="2" charset="-122"/>
              </a:rPr>
              <a:t>→ </a:t>
            </a:r>
            <a:r>
              <a:rPr kumimoji="1" lang="en-US" altLang="zh-CN" sz="2800" b="1" smtClean="0">
                <a:latin typeface="Times New Roman" pitchFamily="18" charset="0"/>
                <a:ea typeface="华文新魏" pitchFamily="2" charset="-122"/>
                <a:sym typeface="Symbol" pitchFamily="18" charset="2"/>
              </a:rPr>
              <a:t>wolf, </a:t>
            </a:r>
            <a:r>
              <a:rPr kumimoji="1" lang="zh-CN" altLang="zh-CN" sz="2800" b="1" smtClean="0">
                <a:latin typeface="Times New Roman" pitchFamily="18" charset="0"/>
                <a:ea typeface="华文新魏" pitchFamily="2" charset="-122"/>
                <a:sym typeface="Symbol" pitchFamily="18" charset="2"/>
              </a:rPr>
              <a:t>名词</a:t>
            </a:r>
            <a:r>
              <a:rPr kumimoji="1" lang="zh-CN" altLang="en-US" sz="2800" b="1" smtClean="0">
                <a:latin typeface="Times New Roman" pitchFamily="18" charset="0"/>
                <a:ea typeface="华文新魏" pitchFamily="2" charset="-122"/>
                <a:sym typeface="Symbol" pitchFamily="18" charset="2"/>
              </a:rPr>
              <a:t> </a:t>
            </a:r>
            <a:r>
              <a:rPr kumimoji="1" lang="en-US" altLang="zh-CN" sz="2800" b="1" smtClean="0">
                <a:latin typeface="Times New Roman" pitchFamily="18" charset="0"/>
                <a:ea typeface="华文新魏" pitchFamily="2" charset="-122"/>
              </a:rPr>
              <a:t>→</a:t>
            </a:r>
            <a:r>
              <a:rPr kumimoji="1" lang="zh-CN" altLang="en-US" sz="2800" b="1" smtClean="0">
                <a:latin typeface="Times New Roman" pitchFamily="18" charset="0"/>
                <a:ea typeface="华文新魏" pitchFamily="2" charset="-122"/>
                <a:sym typeface="Symbol" pitchFamily="18" charset="2"/>
              </a:rPr>
              <a:t> </a:t>
            </a:r>
            <a:r>
              <a:rPr kumimoji="1" lang="en-US" altLang="zh-CN" sz="2800" b="1" smtClean="0">
                <a:latin typeface="Times New Roman" pitchFamily="18" charset="0"/>
                <a:ea typeface="华文新魏" pitchFamily="2" charset="-122"/>
                <a:sym typeface="Symbol" pitchFamily="18" charset="2"/>
              </a:rPr>
              <a:t>goat</a:t>
            </a:r>
            <a:r>
              <a:rPr kumimoji="1" lang="zh-CN" altLang="en-US" sz="2800" b="1" smtClean="0">
                <a:latin typeface="Times New Roman" pitchFamily="18" charset="0"/>
                <a:ea typeface="华文新魏" pitchFamily="2" charset="-122"/>
                <a:sym typeface="Symbol" pitchFamily="18" charset="2"/>
              </a:rPr>
              <a:t>} </a:t>
            </a:r>
            <a:r>
              <a:rPr kumimoji="1" lang="zh-CN" altLang="zh-CN" sz="2800" b="1" smtClean="0">
                <a:latin typeface="Times New Roman" pitchFamily="18" charset="0"/>
                <a:ea typeface="华文新魏" pitchFamily="2" charset="-122"/>
                <a:sym typeface="Symbol" pitchFamily="18" charset="2"/>
              </a:rPr>
              <a:t>，</a:t>
            </a:r>
            <a:r>
              <a:rPr kumimoji="1" lang="en-US" altLang="zh-CN" sz="2800" b="1" smtClean="0">
                <a:latin typeface="Times New Roman" pitchFamily="18" charset="0"/>
                <a:ea typeface="华文新魏" pitchFamily="2" charset="-122"/>
              </a:rPr>
              <a:t> </a:t>
            </a:r>
            <a:r>
              <a:rPr kumimoji="1" lang="en-US" altLang="zh-CN" sz="2800" b="1" smtClean="0">
                <a:solidFill>
                  <a:srgbClr val="3333FF"/>
                </a:solidFill>
                <a:latin typeface="Times New Roman" pitchFamily="18" charset="0"/>
                <a:ea typeface="华文新魏" pitchFamily="2" charset="-122"/>
                <a:sym typeface="Symbol" pitchFamily="18" charset="2"/>
              </a:rPr>
              <a:t></a:t>
            </a:r>
            <a:r>
              <a:rPr kumimoji="1" lang="zh-CN" altLang="en-US" sz="2800" b="1" smtClean="0">
                <a:solidFill>
                  <a:srgbClr val="3333FF"/>
                </a:solidFill>
                <a:latin typeface="Times New Roman" pitchFamily="18" charset="0"/>
                <a:ea typeface="华文新魏" pitchFamily="2" charset="-122"/>
                <a:sym typeface="Symbol" pitchFamily="18" charset="2"/>
              </a:rPr>
              <a:t>句子</a:t>
            </a:r>
            <a:r>
              <a:rPr kumimoji="1" lang="en-US" altLang="zh-CN" sz="2800" b="1" smtClean="0">
                <a:latin typeface="Times New Roman" pitchFamily="18" charset="0"/>
                <a:ea typeface="华文新魏" pitchFamily="2" charset="-122"/>
                <a:sym typeface="Symbol" pitchFamily="18" charset="2"/>
              </a:rPr>
              <a:t>)</a:t>
            </a:r>
          </a:p>
          <a:p>
            <a:pPr eaLnBrk="1" hangingPunct="1">
              <a:lnSpc>
                <a:spcPct val="90000"/>
              </a:lnSpc>
            </a:pPr>
            <a:r>
              <a:rPr kumimoji="1" lang="zh-CN" altLang="zh-CN" sz="2800" b="1" smtClean="0">
                <a:solidFill>
                  <a:srgbClr val="990099"/>
                </a:solidFill>
                <a:latin typeface="Times New Roman" pitchFamily="18" charset="0"/>
                <a:ea typeface="华文新魏" pitchFamily="2" charset="-122"/>
                <a:sym typeface="Symbol" pitchFamily="18" charset="2"/>
              </a:rPr>
              <a:t>看起来有点乱！</a:t>
            </a:r>
            <a:endParaRPr kumimoji="1" lang="zh-CN" altLang="en-US" sz="2800" b="1" smtClean="0">
              <a:solidFill>
                <a:srgbClr val="990099"/>
              </a:solidFill>
              <a:latin typeface="Times New Roman" pitchFamily="18" charset="0"/>
              <a:ea typeface="华文新魏" pitchFamily="2" charset="-122"/>
              <a:sym typeface="Symbol" pitchFamily="18" charset="2"/>
            </a:endParaRPr>
          </a:p>
          <a:p>
            <a:pPr eaLnBrk="1" hangingPunct="1">
              <a:lnSpc>
                <a:spcPct val="90000"/>
              </a:lnSpc>
            </a:pPr>
            <a:r>
              <a:rPr kumimoji="1" lang="zh-CN" altLang="en-US" sz="2800" b="1" smtClean="0">
                <a:solidFill>
                  <a:srgbClr val="990099"/>
                </a:solidFill>
                <a:latin typeface="Times New Roman" pitchFamily="18" charset="0"/>
                <a:ea typeface="华文新魏" pitchFamily="2" charset="-122"/>
              </a:rPr>
              <a:t>只写产生式？</a:t>
            </a:r>
            <a:endParaRPr kumimoji="1" lang="zh-CN" altLang="zh-CN" sz="2800" b="1" smtClean="0">
              <a:solidFill>
                <a:srgbClr val="990099"/>
              </a:solidFill>
              <a:latin typeface="Times New Roman" pitchFamily="18" charset="0"/>
              <a:ea typeface="华文新魏" pitchFamily="2" charset="-122"/>
            </a:endParaRPr>
          </a:p>
        </p:txBody>
      </p:sp>
      <p:sp>
        <p:nvSpPr>
          <p:cNvPr id="29704" name="Line 8"/>
          <p:cNvSpPr>
            <a:spLocks noChangeShapeType="1"/>
          </p:cNvSpPr>
          <p:nvPr/>
        </p:nvSpPr>
        <p:spPr bwMode="auto">
          <a:xfrm>
            <a:off x="3779838" y="2924175"/>
            <a:ext cx="4105275"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5" name="Line 9"/>
          <p:cNvSpPr>
            <a:spLocks noChangeShapeType="1"/>
          </p:cNvSpPr>
          <p:nvPr/>
        </p:nvSpPr>
        <p:spPr bwMode="auto">
          <a:xfrm>
            <a:off x="900113" y="3284538"/>
            <a:ext cx="69850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6" name="Line 10"/>
          <p:cNvSpPr>
            <a:spLocks noChangeShapeType="1"/>
          </p:cNvSpPr>
          <p:nvPr/>
        </p:nvSpPr>
        <p:spPr bwMode="auto">
          <a:xfrm>
            <a:off x="900113" y="3643313"/>
            <a:ext cx="69850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7" name="Line 11"/>
          <p:cNvSpPr>
            <a:spLocks noChangeShapeType="1"/>
          </p:cNvSpPr>
          <p:nvPr/>
        </p:nvSpPr>
        <p:spPr bwMode="auto">
          <a:xfrm>
            <a:off x="900113" y="4075113"/>
            <a:ext cx="69850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8" name="Line 12"/>
          <p:cNvSpPr>
            <a:spLocks noChangeShapeType="1"/>
          </p:cNvSpPr>
          <p:nvPr/>
        </p:nvSpPr>
        <p:spPr bwMode="auto">
          <a:xfrm>
            <a:off x="900113" y="4508500"/>
            <a:ext cx="69850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9" name="Line 13"/>
          <p:cNvSpPr>
            <a:spLocks noChangeShapeType="1"/>
          </p:cNvSpPr>
          <p:nvPr/>
        </p:nvSpPr>
        <p:spPr bwMode="auto">
          <a:xfrm>
            <a:off x="900113" y="4867275"/>
            <a:ext cx="69850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0" name="Line 14"/>
          <p:cNvSpPr>
            <a:spLocks noChangeShapeType="1"/>
          </p:cNvSpPr>
          <p:nvPr/>
        </p:nvSpPr>
        <p:spPr bwMode="auto">
          <a:xfrm>
            <a:off x="900113" y="5300663"/>
            <a:ext cx="2376487"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9539">
                                            <p:txEl>
                                              <p:pRg st="0" end="0"/>
                                            </p:txEl>
                                          </p:spTgt>
                                        </p:tgtEl>
                                        <p:attrNameLst>
                                          <p:attrName>style.visibility</p:attrName>
                                        </p:attrNameLst>
                                      </p:cBhvr>
                                      <p:to>
                                        <p:strVal val="visible"/>
                                      </p:to>
                                    </p:set>
                                    <p:animEffect transition="in" filter="wipe(left)">
                                      <p:cBhvr>
                                        <p:cTn id="7" dur="500"/>
                                        <p:tgtEl>
                                          <p:spTgt spid="4495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9539">
                                            <p:txEl>
                                              <p:pRg st="1" end="1"/>
                                            </p:txEl>
                                          </p:spTgt>
                                        </p:tgtEl>
                                        <p:attrNameLst>
                                          <p:attrName>style.visibility</p:attrName>
                                        </p:attrNameLst>
                                      </p:cBhvr>
                                      <p:to>
                                        <p:strVal val="visible"/>
                                      </p:to>
                                    </p:set>
                                    <p:animEffect transition="in" filter="wipe(left)">
                                      <p:cBhvr>
                                        <p:cTn id="12" dur="500"/>
                                        <p:tgtEl>
                                          <p:spTgt spid="4495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704"/>
                                        </p:tgtEl>
                                        <p:attrNameLst>
                                          <p:attrName>style.visibility</p:attrName>
                                        </p:attrNameLst>
                                      </p:cBhvr>
                                      <p:to>
                                        <p:strVal val="visible"/>
                                      </p:to>
                                    </p:set>
                                    <p:animEffect transition="in" filter="wipe(left)">
                                      <p:cBhvr>
                                        <p:cTn id="17" dur="500"/>
                                        <p:tgtEl>
                                          <p:spTgt spid="29704"/>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29705"/>
                                        </p:tgtEl>
                                        <p:attrNameLst>
                                          <p:attrName>style.visibility</p:attrName>
                                        </p:attrNameLst>
                                      </p:cBhvr>
                                      <p:to>
                                        <p:strVal val="visible"/>
                                      </p:to>
                                    </p:set>
                                    <p:animEffect transition="in" filter="wipe(left)">
                                      <p:cBhvr>
                                        <p:cTn id="21" dur="500"/>
                                        <p:tgtEl>
                                          <p:spTgt spid="29705"/>
                                        </p:tgtEl>
                                      </p:cBhvr>
                                    </p:animEffect>
                                  </p:childTnLst>
                                </p:cTn>
                              </p:par>
                            </p:childTnLst>
                          </p:cTn>
                        </p:par>
                        <p:par>
                          <p:cTn id="22" fill="hold" nodeType="afterGroup">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29706"/>
                                        </p:tgtEl>
                                        <p:attrNameLst>
                                          <p:attrName>style.visibility</p:attrName>
                                        </p:attrNameLst>
                                      </p:cBhvr>
                                      <p:to>
                                        <p:strVal val="visible"/>
                                      </p:to>
                                    </p:set>
                                    <p:animEffect transition="in" filter="wipe(left)">
                                      <p:cBhvr>
                                        <p:cTn id="25" dur="500"/>
                                        <p:tgtEl>
                                          <p:spTgt spid="29706"/>
                                        </p:tgtEl>
                                      </p:cBhvr>
                                    </p:animEffect>
                                  </p:childTnLst>
                                </p:cTn>
                              </p:par>
                            </p:childTnLst>
                          </p:cTn>
                        </p:par>
                        <p:par>
                          <p:cTn id="26" fill="hold" nodeType="afterGroup">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29707"/>
                                        </p:tgtEl>
                                        <p:attrNameLst>
                                          <p:attrName>style.visibility</p:attrName>
                                        </p:attrNameLst>
                                      </p:cBhvr>
                                      <p:to>
                                        <p:strVal val="visible"/>
                                      </p:to>
                                    </p:set>
                                    <p:animEffect transition="in" filter="wipe(left)">
                                      <p:cBhvr>
                                        <p:cTn id="29" dur="500"/>
                                        <p:tgtEl>
                                          <p:spTgt spid="29707"/>
                                        </p:tgtEl>
                                      </p:cBhvr>
                                    </p:animEffect>
                                  </p:childTnLst>
                                </p:cTn>
                              </p:par>
                            </p:childTnLst>
                          </p:cTn>
                        </p:par>
                        <p:par>
                          <p:cTn id="30" fill="hold" nodeType="afterGroup">
                            <p:stCondLst>
                              <p:cond delay="2000"/>
                            </p:stCondLst>
                            <p:childTnLst>
                              <p:par>
                                <p:cTn id="31" presetID="22" presetClass="entr" presetSubtype="8" fill="hold" grpId="0" nodeType="afterEffect">
                                  <p:stCondLst>
                                    <p:cond delay="0"/>
                                  </p:stCondLst>
                                  <p:childTnLst>
                                    <p:set>
                                      <p:cBhvr>
                                        <p:cTn id="32" dur="1" fill="hold">
                                          <p:stCondLst>
                                            <p:cond delay="0"/>
                                          </p:stCondLst>
                                        </p:cTn>
                                        <p:tgtEl>
                                          <p:spTgt spid="29708"/>
                                        </p:tgtEl>
                                        <p:attrNameLst>
                                          <p:attrName>style.visibility</p:attrName>
                                        </p:attrNameLst>
                                      </p:cBhvr>
                                      <p:to>
                                        <p:strVal val="visible"/>
                                      </p:to>
                                    </p:set>
                                    <p:animEffect transition="in" filter="wipe(left)">
                                      <p:cBhvr>
                                        <p:cTn id="33" dur="500"/>
                                        <p:tgtEl>
                                          <p:spTgt spid="29708"/>
                                        </p:tgtEl>
                                      </p:cBhvr>
                                    </p:animEffect>
                                  </p:childTnLst>
                                </p:cTn>
                              </p:par>
                            </p:childTnLst>
                          </p:cTn>
                        </p:par>
                        <p:par>
                          <p:cTn id="34" fill="hold" nodeType="afterGroup">
                            <p:stCondLst>
                              <p:cond delay="2500"/>
                            </p:stCondLst>
                            <p:childTnLst>
                              <p:par>
                                <p:cTn id="35" presetID="22" presetClass="entr" presetSubtype="8" fill="hold" grpId="0" nodeType="afterEffect">
                                  <p:stCondLst>
                                    <p:cond delay="0"/>
                                  </p:stCondLst>
                                  <p:childTnLst>
                                    <p:set>
                                      <p:cBhvr>
                                        <p:cTn id="36" dur="1" fill="hold">
                                          <p:stCondLst>
                                            <p:cond delay="0"/>
                                          </p:stCondLst>
                                        </p:cTn>
                                        <p:tgtEl>
                                          <p:spTgt spid="29709"/>
                                        </p:tgtEl>
                                        <p:attrNameLst>
                                          <p:attrName>style.visibility</p:attrName>
                                        </p:attrNameLst>
                                      </p:cBhvr>
                                      <p:to>
                                        <p:strVal val="visible"/>
                                      </p:to>
                                    </p:set>
                                    <p:animEffect transition="in" filter="wipe(left)">
                                      <p:cBhvr>
                                        <p:cTn id="37" dur="500"/>
                                        <p:tgtEl>
                                          <p:spTgt spid="29709"/>
                                        </p:tgtEl>
                                      </p:cBhvr>
                                    </p:animEffect>
                                  </p:childTnLst>
                                </p:cTn>
                              </p:par>
                            </p:childTnLst>
                          </p:cTn>
                        </p:par>
                        <p:par>
                          <p:cTn id="38" fill="hold" nodeType="afterGroup">
                            <p:stCondLst>
                              <p:cond delay="3000"/>
                            </p:stCondLst>
                            <p:childTnLst>
                              <p:par>
                                <p:cTn id="39" presetID="22" presetClass="entr" presetSubtype="8" fill="hold" grpId="0" nodeType="afterEffect">
                                  <p:stCondLst>
                                    <p:cond delay="0"/>
                                  </p:stCondLst>
                                  <p:childTnLst>
                                    <p:set>
                                      <p:cBhvr>
                                        <p:cTn id="40" dur="1" fill="hold">
                                          <p:stCondLst>
                                            <p:cond delay="0"/>
                                          </p:stCondLst>
                                        </p:cTn>
                                        <p:tgtEl>
                                          <p:spTgt spid="29710"/>
                                        </p:tgtEl>
                                        <p:attrNameLst>
                                          <p:attrName>style.visibility</p:attrName>
                                        </p:attrNameLst>
                                      </p:cBhvr>
                                      <p:to>
                                        <p:strVal val="visible"/>
                                      </p:to>
                                    </p:set>
                                    <p:animEffect transition="in" filter="wipe(left)">
                                      <p:cBhvr>
                                        <p:cTn id="41" dur="500"/>
                                        <p:tgtEl>
                                          <p:spTgt spid="2971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49539">
                                            <p:txEl>
                                              <p:pRg st="2" end="2"/>
                                            </p:txEl>
                                          </p:spTgt>
                                        </p:tgtEl>
                                        <p:attrNameLst>
                                          <p:attrName>style.visibility</p:attrName>
                                        </p:attrNameLst>
                                      </p:cBhvr>
                                      <p:to>
                                        <p:strVal val="visible"/>
                                      </p:to>
                                    </p:set>
                                    <p:animEffect transition="in" filter="wipe(left)">
                                      <p:cBhvr>
                                        <p:cTn id="46" dur="500"/>
                                        <p:tgtEl>
                                          <p:spTgt spid="4495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39" grpId="0" uiExpand="1" build="p"/>
      <p:bldP spid="29704" grpId="0" animBg="1"/>
      <p:bldP spid="29705" grpId="0" animBg="1"/>
      <p:bldP spid="29706" grpId="0" animBg="1"/>
      <p:bldP spid="29707" grpId="0" animBg="1"/>
      <p:bldP spid="29708" grpId="0" animBg="1"/>
      <p:bldP spid="29709" grpId="0" animBg="1"/>
      <p:bldP spid="29710"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A1C5240-E7C7-47A5-80F2-EC6836D2257E}" type="datetime1">
              <a:rPr lang="zh-CN" altLang="en-US"/>
              <a:pPr/>
              <a:t>2017/2/24</a:t>
            </a:fld>
            <a:endParaRPr lang="en-US" altLang="zh-CN"/>
          </a:p>
        </p:txBody>
      </p:sp>
      <p:sp>
        <p:nvSpPr>
          <p:cNvPr id="3072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42D9BA4-D457-4E04-A5BA-5AEB72B6CD88}" type="slidenum">
              <a:rPr lang="zh-CN" altLang="en-US"/>
              <a:pPr/>
              <a:t>25</a:t>
            </a:fld>
            <a:endParaRPr lang="en-US" altLang="zh-CN"/>
          </a:p>
        </p:txBody>
      </p:sp>
      <p:sp>
        <p:nvSpPr>
          <p:cNvPr id="30724" name="Rectangle 2"/>
          <p:cNvSpPr>
            <a:spLocks noGrp="1" noRot="1" noChangeArrowheads="1"/>
          </p:cNvSpPr>
          <p:nvPr>
            <p:ph type="body" idx="1"/>
          </p:nvPr>
        </p:nvSpPr>
        <p:spPr>
          <a:xfrm>
            <a:off x="596900" y="2060575"/>
            <a:ext cx="5029200" cy="2881313"/>
          </a:xfrm>
        </p:spPr>
        <p:txBody>
          <a:bodyPr/>
          <a:lstStyle/>
          <a:p>
            <a:pPr eaLnBrk="1" hangingPunct="1">
              <a:lnSpc>
                <a:spcPct val="125000"/>
              </a:lnSpc>
              <a:spcBef>
                <a:spcPct val="0"/>
              </a:spcBef>
              <a:buClrTx/>
              <a:buSzTx/>
              <a:buFontTx/>
              <a:buNone/>
            </a:pPr>
            <a:r>
              <a:rPr kumimoji="1" lang="zh-CN" altLang="en-US" sz="2400" b="1" smtClean="0">
                <a:solidFill>
                  <a:schemeClr val="hlink"/>
                </a:solidFill>
                <a:latin typeface="Times New Roman" pitchFamily="18" charset="0"/>
                <a:ea typeface="华文新魏" pitchFamily="2" charset="-122"/>
                <a:sym typeface="Symbol" pitchFamily="18" charset="2"/>
              </a:rPr>
              <a:t>句子</a:t>
            </a:r>
            <a:r>
              <a:rPr kumimoji="1" lang="zh-CN" altLang="en-US" sz="2400" b="1" smtClean="0">
                <a:latin typeface="Times New Roman" pitchFamily="18" charset="0"/>
                <a:ea typeface="华文新魏" pitchFamily="2" charset="-122"/>
                <a:sym typeface="Symbol" pitchFamily="18" charset="2"/>
              </a:rPr>
              <a:t> </a:t>
            </a:r>
            <a:r>
              <a:rPr kumimoji="1" lang="en-US" altLang="zh-CN" sz="2800" b="1" smtClean="0">
                <a:latin typeface="Times New Roman" pitchFamily="18" charset="0"/>
                <a:ea typeface="华文新魏" pitchFamily="2" charset="-122"/>
              </a:rPr>
              <a:t>→</a:t>
            </a:r>
            <a:r>
              <a:rPr kumimoji="1" lang="zh-CN" altLang="en-US" sz="2400" b="1" smtClean="0">
                <a:latin typeface="Times New Roman" pitchFamily="18" charset="0"/>
                <a:ea typeface="华文新魏" pitchFamily="2" charset="-122"/>
                <a:sym typeface="Symbol" pitchFamily="18" charset="2"/>
              </a:rPr>
              <a:t> 主语 </a:t>
            </a:r>
            <a:r>
              <a:rPr kumimoji="1" lang="zh-CN" altLang="zh-CN" sz="2400" b="1" smtClean="0">
                <a:latin typeface="Times New Roman" pitchFamily="18" charset="0"/>
                <a:ea typeface="华文新魏" pitchFamily="2" charset="-122"/>
                <a:sym typeface="Symbol" pitchFamily="18" charset="2"/>
              </a:rPr>
              <a:t>谓语</a:t>
            </a:r>
            <a:r>
              <a:rPr kumimoji="1" lang="zh-CN" altLang="en-US" sz="2400" b="1" smtClean="0">
                <a:latin typeface="Times New Roman" pitchFamily="18" charset="0"/>
                <a:ea typeface="华文新魏" pitchFamily="2" charset="-122"/>
                <a:sym typeface="Symbol" pitchFamily="18" charset="2"/>
              </a:rPr>
              <a:t></a:t>
            </a:r>
          </a:p>
          <a:p>
            <a:pPr eaLnBrk="1" hangingPunct="1">
              <a:lnSpc>
                <a:spcPct val="125000"/>
              </a:lnSpc>
              <a:spcBef>
                <a:spcPct val="0"/>
              </a:spcBef>
              <a:buClrTx/>
              <a:buSzTx/>
              <a:buFontTx/>
              <a:buNone/>
            </a:pPr>
            <a:r>
              <a:rPr kumimoji="1" lang="zh-CN" altLang="en-US" sz="2400" b="1" smtClean="0">
                <a:latin typeface="Times New Roman" pitchFamily="18" charset="0"/>
                <a:ea typeface="华文新魏" pitchFamily="2" charset="-122"/>
                <a:sym typeface="Symbol" pitchFamily="18" charset="2"/>
              </a:rPr>
              <a:t>主语 </a:t>
            </a:r>
            <a:r>
              <a:rPr kumimoji="1" lang="en-US" altLang="zh-CN" sz="2800" b="1" smtClean="0">
                <a:latin typeface="Times New Roman" pitchFamily="18" charset="0"/>
                <a:ea typeface="华文新魏" pitchFamily="2" charset="-122"/>
              </a:rPr>
              <a:t>→</a:t>
            </a:r>
            <a:r>
              <a:rPr kumimoji="1" lang="zh-CN" altLang="en-US" sz="2400" b="1" smtClean="0">
                <a:latin typeface="Times New Roman" pitchFamily="18" charset="0"/>
                <a:ea typeface="华文新魏" pitchFamily="2" charset="-122"/>
                <a:sym typeface="Symbol" pitchFamily="18" charset="2"/>
              </a:rPr>
              <a:t> 冠词 </a:t>
            </a:r>
            <a:r>
              <a:rPr kumimoji="1" lang="zh-CN" altLang="zh-CN" sz="2400" b="1" smtClean="0">
                <a:latin typeface="Times New Roman" pitchFamily="18" charset="0"/>
                <a:ea typeface="华文新魏" pitchFamily="2" charset="-122"/>
                <a:sym typeface="Symbol" pitchFamily="18" charset="2"/>
              </a:rPr>
              <a:t>形容词</a:t>
            </a:r>
            <a:r>
              <a:rPr kumimoji="1" lang="zh-CN" altLang="en-US" sz="2400" b="1" smtClean="0">
                <a:latin typeface="Times New Roman" pitchFamily="18" charset="0"/>
                <a:ea typeface="华文新魏" pitchFamily="2" charset="-122"/>
                <a:sym typeface="Symbol" pitchFamily="18" charset="2"/>
              </a:rPr>
              <a:t> 名词</a:t>
            </a:r>
            <a:endParaRPr kumimoji="1" lang="en-US" altLang="zh-CN" sz="2400" b="1" smtClean="0">
              <a:latin typeface="Times New Roman" pitchFamily="18" charset="0"/>
              <a:ea typeface="华文新魏" pitchFamily="2" charset="-122"/>
              <a:sym typeface="Symbol" pitchFamily="18" charset="2"/>
            </a:endParaRPr>
          </a:p>
          <a:p>
            <a:pPr eaLnBrk="1" hangingPunct="1">
              <a:lnSpc>
                <a:spcPct val="125000"/>
              </a:lnSpc>
              <a:spcBef>
                <a:spcPct val="0"/>
              </a:spcBef>
              <a:buClrTx/>
              <a:buSzTx/>
              <a:buFontTx/>
              <a:buNone/>
            </a:pPr>
            <a:r>
              <a:rPr kumimoji="1" lang="zh-CN" altLang="en-US" sz="2400" b="1" smtClean="0">
                <a:latin typeface="Times New Roman" pitchFamily="18" charset="0"/>
                <a:ea typeface="华文新魏" pitchFamily="2" charset="-122"/>
                <a:sym typeface="Symbol" pitchFamily="18" charset="2"/>
              </a:rPr>
              <a:t></a:t>
            </a:r>
            <a:r>
              <a:rPr kumimoji="1" lang="zh-CN" altLang="zh-CN" sz="2400" b="1" smtClean="0">
                <a:latin typeface="Times New Roman" pitchFamily="18" charset="0"/>
                <a:ea typeface="华文新魏" pitchFamily="2" charset="-122"/>
                <a:sym typeface="Symbol" pitchFamily="18" charset="2"/>
              </a:rPr>
              <a:t> 谓语</a:t>
            </a:r>
            <a:r>
              <a:rPr kumimoji="1" lang="zh-CN" altLang="en-US" sz="2400" b="1" smtClean="0">
                <a:latin typeface="Times New Roman" pitchFamily="18" charset="0"/>
                <a:ea typeface="华文新魏" pitchFamily="2" charset="-122"/>
                <a:sym typeface="Symbol" pitchFamily="18" charset="2"/>
              </a:rPr>
              <a:t> </a:t>
            </a:r>
            <a:r>
              <a:rPr kumimoji="1" lang="en-US" altLang="zh-CN" sz="2800" b="1" smtClean="0">
                <a:latin typeface="Times New Roman" pitchFamily="18" charset="0"/>
                <a:ea typeface="华文新魏" pitchFamily="2" charset="-122"/>
              </a:rPr>
              <a:t>→</a:t>
            </a:r>
            <a:r>
              <a:rPr kumimoji="1" lang="zh-CN" altLang="en-US" sz="2400" b="1" smtClean="0">
                <a:latin typeface="Times New Roman" pitchFamily="18" charset="0"/>
                <a:ea typeface="华文新魏" pitchFamily="2" charset="-122"/>
                <a:sym typeface="Symbol" pitchFamily="18" charset="2"/>
              </a:rPr>
              <a:t> </a:t>
            </a:r>
            <a:r>
              <a:rPr kumimoji="1" lang="zh-CN" altLang="zh-CN" sz="2400" b="1" smtClean="0">
                <a:latin typeface="Times New Roman" pitchFamily="18" charset="0"/>
                <a:ea typeface="华文新魏" pitchFamily="2" charset="-122"/>
                <a:sym typeface="Symbol" pitchFamily="18" charset="2"/>
              </a:rPr>
              <a:t> </a:t>
            </a:r>
            <a:r>
              <a:rPr kumimoji="1" lang="zh-CN" altLang="en-US" sz="2400" b="1" smtClean="0">
                <a:latin typeface="Times New Roman" pitchFamily="18" charset="0"/>
                <a:ea typeface="华文新魏" pitchFamily="2" charset="-122"/>
                <a:sym typeface="Symbol" pitchFamily="18" charset="2"/>
              </a:rPr>
              <a:t>动词 直接宾语</a:t>
            </a:r>
          </a:p>
          <a:p>
            <a:pPr eaLnBrk="1" hangingPunct="1">
              <a:lnSpc>
                <a:spcPct val="125000"/>
              </a:lnSpc>
              <a:spcBef>
                <a:spcPct val="0"/>
              </a:spcBef>
              <a:buClrTx/>
              <a:buSzTx/>
              <a:buFontTx/>
              <a:buNone/>
            </a:pPr>
            <a:r>
              <a:rPr kumimoji="1" lang="zh-CN" altLang="en-US" sz="2400" b="1" smtClean="0">
                <a:latin typeface="Times New Roman" pitchFamily="18" charset="0"/>
                <a:ea typeface="华文新魏" pitchFamily="2" charset="-122"/>
                <a:sym typeface="Symbol" pitchFamily="18" charset="2"/>
              </a:rPr>
              <a:t></a:t>
            </a:r>
            <a:r>
              <a:rPr kumimoji="1" lang="zh-CN" altLang="zh-CN" sz="2400" b="1" smtClean="0">
                <a:latin typeface="Times New Roman" pitchFamily="18" charset="0"/>
                <a:ea typeface="华文新魏" pitchFamily="2" charset="-122"/>
                <a:sym typeface="Symbol" pitchFamily="18" charset="2"/>
              </a:rPr>
              <a:t> </a:t>
            </a:r>
            <a:r>
              <a:rPr kumimoji="1" lang="zh-CN" altLang="en-US" sz="2400" b="1" smtClean="0">
                <a:latin typeface="Times New Roman" pitchFamily="18" charset="0"/>
                <a:ea typeface="华文新魏" pitchFamily="2" charset="-122"/>
                <a:sym typeface="Symbol" pitchFamily="18" charset="2"/>
              </a:rPr>
              <a:t>动词 </a:t>
            </a:r>
            <a:r>
              <a:rPr kumimoji="1" lang="en-US" altLang="zh-CN" sz="2800" b="1" smtClean="0">
                <a:latin typeface="Times New Roman" pitchFamily="18" charset="0"/>
                <a:ea typeface="华文新魏" pitchFamily="2" charset="-122"/>
              </a:rPr>
              <a:t>→</a:t>
            </a:r>
            <a:r>
              <a:rPr kumimoji="1" lang="zh-CN" altLang="en-US" sz="2400" b="1" smtClean="0">
                <a:latin typeface="Times New Roman" pitchFamily="18" charset="0"/>
                <a:ea typeface="华文新魏" pitchFamily="2" charset="-122"/>
                <a:sym typeface="Symbol" pitchFamily="18" charset="2"/>
              </a:rPr>
              <a:t> 助动词 动词原</a:t>
            </a:r>
            <a:r>
              <a:rPr kumimoji="1" lang="zh-CN" altLang="zh-CN" sz="2400" b="1" smtClean="0">
                <a:latin typeface="Times New Roman" pitchFamily="18" charset="0"/>
                <a:ea typeface="华文新魏" pitchFamily="2" charset="-122"/>
                <a:sym typeface="Symbol" pitchFamily="18" charset="2"/>
              </a:rPr>
              <a:t>形</a:t>
            </a:r>
            <a:r>
              <a:rPr kumimoji="1" lang="zh-CN" altLang="en-US" sz="2400" b="1" smtClean="0">
                <a:latin typeface="Times New Roman" pitchFamily="18" charset="0"/>
                <a:ea typeface="华文新魏" pitchFamily="2" charset="-122"/>
                <a:sym typeface="Symbol" pitchFamily="18" charset="2"/>
              </a:rPr>
              <a:t></a:t>
            </a:r>
          </a:p>
          <a:p>
            <a:pPr eaLnBrk="1" hangingPunct="1">
              <a:lnSpc>
                <a:spcPct val="125000"/>
              </a:lnSpc>
              <a:spcBef>
                <a:spcPct val="0"/>
              </a:spcBef>
              <a:buClrTx/>
              <a:buSzTx/>
              <a:buFontTx/>
              <a:buNone/>
            </a:pPr>
            <a:r>
              <a:rPr kumimoji="1" lang="zh-CN" altLang="en-US" sz="2400" b="1" smtClean="0">
                <a:latin typeface="Times New Roman" pitchFamily="18" charset="0"/>
                <a:ea typeface="华文新魏" pitchFamily="2" charset="-122"/>
                <a:sym typeface="Symbol" pitchFamily="18" charset="2"/>
              </a:rPr>
              <a:t>直接宾语 </a:t>
            </a:r>
            <a:r>
              <a:rPr kumimoji="1" lang="en-US" altLang="zh-CN" sz="2800" b="1" smtClean="0">
                <a:latin typeface="Times New Roman" pitchFamily="18" charset="0"/>
                <a:ea typeface="华文新魏" pitchFamily="2" charset="-122"/>
              </a:rPr>
              <a:t>→</a:t>
            </a:r>
            <a:r>
              <a:rPr kumimoji="1" lang="zh-CN" altLang="en-US" sz="2400" b="1" smtClean="0">
                <a:latin typeface="Times New Roman" pitchFamily="18" charset="0"/>
                <a:ea typeface="华文新魏" pitchFamily="2" charset="-122"/>
                <a:sym typeface="Symbol" pitchFamily="18" charset="2"/>
              </a:rPr>
              <a:t> </a:t>
            </a:r>
            <a:r>
              <a:rPr kumimoji="1" lang="zh-CN" altLang="zh-CN" sz="2400" b="1" smtClean="0">
                <a:latin typeface="Times New Roman" pitchFamily="18" charset="0"/>
                <a:ea typeface="华文新魏" pitchFamily="2" charset="-122"/>
                <a:sym typeface="Symbol" pitchFamily="18" charset="2"/>
              </a:rPr>
              <a:t> </a:t>
            </a:r>
            <a:r>
              <a:rPr kumimoji="1" lang="zh-CN" altLang="en-US" sz="2400" b="1" smtClean="0">
                <a:latin typeface="Times New Roman" pitchFamily="18" charset="0"/>
                <a:ea typeface="华文新魏" pitchFamily="2" charset="-122"/>
                <a:sym typeface="Symbol" pitchFamily="18" charset="2"/>
              </a:rPr>
              <a:t>冠词 名词</a:t>
            </a:r>
          </a:p>
        </p:txBody>
      </p:sp>
      <p:sp>
        <p:nvSpPr>
          <p:cNvPr id="30725" name="Text Box 3"/>
          <p:cNvSpPr txBox="1">
            <a:spLocks noChangeArrowheads="1"/>
          </p:cNvSpPr>
          <p:nvPr/>
        </p:nvSpPr>
        <p:spPr bwMode="auto">
          <a:xfrm>
            <a:off x="1042988" y="549275"/>
            <a:ext cx="712946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zh-CN" altLang="en-US" sz="4400" b="1">
                <a:solidFill>
                  <a:srgbClr val="000099"/>
                </a:solidFill>
                <a:latin typeface="华文新魏" pitchFamily="2" charset="-122"/>
                <a:ea typeface="华文新魏" pitchFamily="2" charset="-122"/>
              </a:rPr>
              <a:t>没有这个看着</a:t>
            </a:r>
            <a:r>
              <a:rPr kumimoji="1" lang="zh-CN" altLang="en-US" sz="4400" b="1">
                <a:solidFill>
                  <a:srgbClr val="000099"/>
                </a:solidFill>
                <a:latin typeface="Times New Roman" pitchFamily="18" charset="0"/>
                <a:ea typeface="华文新魏" pitchFamily="2" charset="-122"/>
              </a:rPr>
              <a:t>“</a:t>
            </a:r>
            <a:r>
              <a:rPr kumimoji="1" lang="zh-CN" altLang="en-US" sz="4400" b="1">
                <a:solidFill>
                  <a:srgbClr val="000099"/>
                </a:solidFill>
                <a:latin typeface="华文新魏" pitchFamily="2" charset="-122"/>
                <a:ea typeface="华文新魏" pitchFamily="2" charset="-122"/>
              </a:rPr>
              <a:t>舒服</a:t>
            </a:r>
            <a:r>
              <a:rPr kumimoji="1" lang="zh-CN" altLang="en-US" sz="4400" b="1">
                <a:solidFill>
                  <a:srgbClr val="000099"/>
                </a:solidFill>
                <a:latin typeface="Times New Roman" pitchFamily="18" charset="0"/>
                <a:ea typeface="华文新魏" pitchFamily="2" charset="-122"/>
              </a:rPr>
              <a:t>”</a:t>
            </a:r>
            <a:endParaRPr kumimoji="1" lang="en-US" altLang="zh-CN" sz="4400" b="1">
              <a:solidFill>
                <a:srgbClr val="000099"/>
              </a:solidFill>
              <a:latin typeface="Times New Roman" pitchFamily="18" charset="0"/>
              <a:ea typeface="GulimChe" pitchFamily="49" charset="-127"/>
            </a:endParaRPr>
          </a:p>
        </p:txBody>
      </p:sp>
      <p:sp>
        <p:nvSpPr>
          <p:cNvPr id="30726" name="Rectangle 4"/>
          <p:cNvSpPr>
            <a:spLocks noChangeArrowheads="1"/>
          </p:cNvSpPr>
          <p:nvPr/>
        </p:nvSpPr>
        <p:spPr bwMode="auto">
          <a:xfrm>
            <a:off x="5924550" y="2008188"/>
            <a:ext cx="2895600"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25000"/>
              </a:lnSpc>
            </a:pPr>
            <a:r>
              <a:rPr kumimoji="1" lang="zh-CN" altLang="en-US" sz="2400" b="1">
                <a:latin typeface="华文新魏" pitchFamily="2" charset="-122"/>
                <a:ea typeface="华文新魏" pitchFamily="2" charset="-122"/>
                <a:sym typeface="Symbol" pitchFamily="18" charset="2"/>
              </a:rPr>
              <a:t>冠词 </a:t>
            </a:r>
            <a:r>
              <a:rPr kumimoji="1" lang="en-US" altLang="zh-CN" sz="2800" b="1">
                <a:latin typeface="华文新魏" pitchFamily="2" charset="-122"/>
                <a:ea typeface="华文新魏" pitchFamily="2" charset="-122"/>
              </a:rPr>
              <a:t>→</a:t>
            </a:r>
            <a:r>
              <a:rPr kumimoji="1" lang="zh-CN" altLang="en-US" sz="2400" b="1">
                <a:solidFill>
                  <a:srgbClr val="3333FF"/>
                </a:solidFill>
                <a:latin typeface="华文新魏" pitchFamily="2" charset="-122"/>
                <a:ea typeface="华文新魏" pitchFamily="2" charset="-122"/>
                <a:sym typeface="Symbol" pitchFamily="18" charset="2"/>
              </a:rPr>
              <a:t> </a:t>
            </a:r>
            <a:r>
              <a:rPr kumimoji="1" lang="en-US" altLang="zh-CN" sz="2400" b="1">
                <a:solidFill>
                  <a:srgbClr val="3333FF"/>
                </a:solidFill>
                <a:latin typeface="华文新魏" pitchFamily="2" charset="-122"/>
                <a:ea typeface="华文新魏" pitchFamily="2" charset="-122"/>
                <a:sym typeface="Symbol" pitchFamily="18" charset="2"/>
              </a:rPr>
              <a:t>the</a:t>
            </a:r>
            <a:r>
              <a:rPr kumimoji="1" lang="en-US" altLang="zh-CN" sz="2400" b="1">
                <a:latin typeface="华文新魏" pitchFamily="2" charset="-122"/>
                <a:ea typeface="华文新魏" pitchFamily="2" charset="-122"/>
                <a:sym typeface="Symbol" pitchFamily="18" charset="2"/>
              </a:rPr>
              <a:t> </a:t>
            </a:r>
          </a:p>
          <a:p>
            <a:pPr eaLnBrk="1" hangingPunct="1">
              <a:lnSpc>
                <a:spcPct val="125000"/>
              </a:lnSpc>
            </a:pPr>
            <a:r>
              <a:rPr kumimoji="1" lang="en-US" altLang="zh-CN" sz="2400" b="1">
                <a:latin typeface="华文新魏" pitchFamily="2" charset="-122"/>
                <a:ea typeface="华文新魏" pitchFamily="2" charset="-122"/>
                <a:sym typeface="Symbol" pitchFamily="18" charset="2"/>
              </a:rPr>
              <a:t></a:t>
            </a:r>
            <a:r>
              <a:rPr kumimoji="1" lang="zh-CN" altLang="zh-CN" sz="2400" b="1">
                <a:latin typeface="华文新魏" pitchFamily="2" charset="-122"/>
                <a:ea typeface="华文新魏" pitchFamily="2" charset="-122"/>
                <a:sym typeface="Symbol" pitchFamily="18" charset="2"/>
              </a:rPr>
              <a:t>形容词</a:t>
            </a:r>
            <a:r>
              <a:rPr kumimoji="1" lang="zh-CN" altLang="en-US" sz="2400" b="1">
                <a:latin typeface="华文新魏" pitchFamily="2" charset="-122"/>
                <a:ea typeface="华文新魏" pitchFamily="2" charset="-122"/>
                <a:sym typeface="Symbol" pitchFamily="18" charset="2"/>
              </a:rPr>
              <a:t> </a:t>
            </a:r>
            <a:r>
              <a:rPr kumimoji="1" lang="en-US" altLang="zh-CN" sz="2800" b="1">
                <a:latin typeface="华文新魏" pitchFamily="2" charset="-122"/>
                <a:ea typeface="华文新魏" pitchFamily="2" charset="-122"/>
              </a:rPr>
              <a:t>→</a:t>
            </a:r>
            <a:r>
              <a:rPr kumimoji="1" lang="zh-CN" altLang="en-US" sz="2400" b="1">
                <a:latin typeface="华文新魏" pitchFamily="2" charset="-122"/>
                <a:ea typeface="华文新魏" pitchFamily="2" charset="-122"/>
                <a:sym typeface="Symbol" pitchFamily="18" charset="2"/>
              </a:rPr>
              <a:t> </a:t>
            </a:r>
            <a:r>
              <a:rPr kumimoji="1" lang="en-US" altLang="zh-CN" sz="2400" b="1">
                <a:solidFill>
                  <a:srgbClr val="3333FF"/>
                </a:solidFill>
                <a:latin typeface="华文新魏" pitchFamily="2" charset="-122"/>
                <a:ea typeface="华文新魏" pitchFamily="2" charset="-122"/>
                <a:sym typeface="Symbol" pitchFamily="18" charset="2"/>
              </a:rPr>
              <a:t>gray</a:t>
            </a:r>
            <a:r>
              <a:rPr kumimoji="1" lang="zh-CN" altLang="en-US" sz="2400" b="1">
                <a:latin typeface="华文新魏" pitchFamily="2" charset="-122"/>
                <a:ea typeface="华文新魏" pitchFamily="2" charset="-122"/>
                <a:sym typeface="Symbol" pitchFamily="18" charset="2"/>
              </a:rPr>
              <a:t> </a:t>
            </a:r>
          </a:p>
          <a:p>
            <a:pPr eaLnBrk="1" hangingPunct="1">
              <a:lnSpc>
                <a:spcPct val="125000"/>
              </a:lnSpc>
            </a:pPr>
            <a:r>
              <a:rPr kumimoji="1" lang="zh-CN" altLang="en-US" sz="2400" b="1">
                <a:latin typeface="华文新魏" pitchFamily="2" charset="-122"/>
                <a:ea typeface="华文新魏" pitchFamily="2" charset="-122"/>
                <a:sym typeface="Symbol" pitchFamily="18" charset="2"/>
              </a:rPr>
              <a:t>助动词 </a:t>
            </a:r>
            <a:r>
              <a:rPr kumimoji="1" lang="en-US" altLang="zh-CN" sz="2800" b="1">
                <a:latin typeface="华文新魏" pitchFamily="2" charset="-122"/>
                <a:ea typeface="华文新魏" pitchFamily="2" charset="-122"/>
              </a:rPr>
              <a:t>→</a:t>
            </a:r>
            <a:r>
              <a:rPr kumimoji="1" lang="zh-CN" altLang="en-US" sz="2400" b="1">
                <a:latin typeface="华文新魏" pitchFamily="2" charset="-122"/>
                <a:ea typeface="华文新魏" pitchFamily="2" charset="-122"/>
                <a:sym typeface="Symbol" pitchFamily="18" charset="2"/>
              </a:rPr>
              <a:t> </a:t>
            </a:r>
            <a:r>
              <a:rPr kumimoji="1" lang="en-US" altLang="zh-CN" sz="2400" b="1">
                <a:solidFill>
                  <a:srgbClr val="3333FF"/>
                </a:solidFill>
                <a:latin typeface="华文新魏" pitchFamily="2" charset="-122"/>
                <a:ea typeface="华文新魏" pitchFamily="2" charset="-122"/>
                <a:sym typeface="Symbol" pitchFamily="18" charset="2"/>
              </a:rPr>
              <a:t>will </a:t>
            </a:r>
          </a:p>
          <a:p>
            <a:pPr eaLnBrk="1" hangingPunct="1">
              <a:lnSpc>
                <a:spcPct val="125000"/>
              </a:lnSpc>
            </a:pPr>
            <a:r>
              <a:rPr kumimoji="1" lang="en-US" altLang="zh-CN" sz="2400" b="1">
                <a:latin typeface="华文新魏" pitchFamily="2" charset="-122"/>
                <a:ea typeface="华文新魏" pitchFamily="2" charset="-122"/>
                <a:sym typeface="Symbol" pitchFamily="18" charset="2"/>
              </a:rPr>
              <a:t></a:t>
            </a:r>
            <a:r>
              <a:rPr kumimoji="1" lang="zh-CN" altLang="en-US" sz="2400" b="1">
                <a:latin typeface="华文新魏" pitchFamily="2" charset="-122"/>
                <a:ea typeface="华文新魏" pitchFamily="2" charset="-122"/>
                <a:sym typeface="Symbol" pitchFamily="18" charset="2"/>
              </a:rPr>
              <a:t>动词原</a:t>
            </a:r>
            <a:r>
              <a:rPr kumimoji="1" lang="zh-CN" altLang="zh-CN" sz="2400" b="1">
                <a:latin typeface="华文新魏" pitchFamily="2" charset="-122"/>
                <a:ea typeface="华文新魏" pitchFamily="2" charset="-122"/>
                <a:sym typeface="Symbol" pitchFamily="18" charset="2"/>
              </a:rPr>
              <a:t>形</a:t>
            </a:r>
            <a:r>
              <a:rPr kumimoji="1" lang="zh-CN" altLang="en-US" sz="2400" b="1">
                <a:latin typeface="华文新魏" pitchFamily="2" charset="-122"/>
                <a:ea typeface="华文新魏" pitchFamily="2" charset="-122"/>
                <a:sym typeface="Symbol" pitchFamily="18" charset="2"/>
              </a:rPr>
              <a:t> </a:t>
            </a:r>
            <a:r>
              <a:rPr kumimoji="1" lang="en-US" altLang="zh-CN" sz="2800" b="1">
                <a:latin typeface="华文新魏" pitchFamily="2" charset="-122"/>
                <a:ea typeface="华文新魏" pitchFamily="2" charset="-122"/>
              </a:rPr>
              <a:t>→</a:t>
            </a:r>
            <a:r>
              <a:rPr kumimoji="1" lang="zh-CN" altLang="en-US" sz="2400" b="1">
                <a:solidFill>
                  <a:srgbClr val="3333FF"/>
                </a:solidFill>
                <a:latin typeface="华文新魏" pitchFamily="2" charset="-122"/>
                <a:ea typeface="华文新魏" pitchFamily="2" charset="-122"/>
                <a:sym typeface="Symbol" pitchFamily="18" charset="2"/>
              </a:rPr>
              <a:t> </a:t>
            </a:r>
            <a:r>
              <a:rPr kumimoji="1" lang="en-US" altLang="zh-CN" sz="2400" b="1">
                <a:solidFill>
                  <a:srgbClr val="3333FF"/>
                </a:solidFill>
                <a:latin typeface="华文新魏" pitchFamily="2" charset="-122"/>
                <a:ea typeface="华文新魏" pitchFamily="2" charset="-122"/>
                <a:sym typeface="Symbol" pitchFamily="18" charset="2"/>
              </a:rPr>
              <a:t>eat </a:t>
            </a:r>
          </a:p>
          <a:p>
            <a:pPr eaLnBrk="1" hangingPunct="1">
              <a:lnSpc>
                <a:spcPct val="125000"/>
              </a:lnSpc>
            </a:pPr>
            <a:r>
              <a:rPr kumimoji="1" lang="zh-CN" altLang="en-US" sz="2400" b="1">
                <a:latin typeface="华文新魏" pitchFamily="2" charset="-122"/>
                <a:ea typeface="华文新魏" pitchFamily="2" charset="-122"/>
                <a:sym typeface="Symbol" pitchFamily="18" charset="2"/>
              </a:rPr>
              <a:t>名词 </a:t>
            </a:r>
            <a:r>
              <a:rPr kumimoji="1" lang="en-US" altLang="zh-CN" sz="2800" b="1">
                <a:latin typeface="华文新魏" pitchFamily="2" charset="-122"/>
                <a:ea typeface="华文新魏" pitchFamily="2" charset="-122"/>
              </a:rPr>
              <a:t>→</a:t>
            </a:r>
            <a:r>
              <a:rPr kumimoji="1" lang="zh-CN" altLang="en-US" sz="2400" b="1">
                <a:latin typeface="华文新魏" pitchFamily="2" charset="-122"/>
                <a:ea typeface="华文新魏" pitchFamily="2" charset="-122"/>
                <a:sym typeface="Symbol" pitchFamily="18" charset="2"/>
              </a:rPr>
              <a:t> </a:t>
            </a:r>
            <a:r>
              <a:rPr kumimoji="1" lang="en-US" altLang="zh-CN" sz="2400" b="1">
                <a:solidFill>
                  <a:srgbClr val="3333FF"/>
                </a:solidFill>
                <a:latin typeface="华文新魏" pitchFamily="2" charset="-122"/>
                <a:ea typeface="华文新魏" pitchFamily="2" charset="-122"/>
                <a:sym typeface="Symbol" pitchFamily="18" charset="2"/>
              </a:rPr>
              <a:t>wolf</a:t>
            </a:r>
          </a:p>
          <a:p>
            <a:pPr eaLnBrk="1" hangingPunct="1">
              <a:lnSpc>
                <a:spcPct val="125000"/>
              </a:lnSpc>
            </a:pPr>
            <a:r>
              <a:rPr kumimoji="1" lang="en-US" altLang="zh-CN" sz="2400" b="1">
                <a:latin typeface="华文新魏" pitchFamily="2" charset="-122"/>
                <a:ea typeface="华文新魏" pitchFamily="2" charset="-122"/>
                <a:sym typeface="Symbol" pitchFamily="18" charset="2"/>
              </a:rPr>
              <a:t></a:t>
            </a:r>
            <a:r>
              <a:rPr kumimoji="1" lang="zh-CN" altLang="zh-CN" sz="2400" b="1">
                <a:latin typeface="华文新魏" pitchFamily="2" charset="-122"/>
                <a:ea typeface="华文新魏" pitchFamily="2" charset="-122"/>
                <a:sym typeface="Symbol" pitchFamily="18" charset="2"/>
              </a:rPr>
              <a:t>名词</a:t>
            </a:r>
            <a:r>
              <a:rPr kumimoji="1" lang="zh-CN" altLang="en-US" sz="2400" b="1">
                <a:latin typeface="华文新魏" pitchFamily="2" charset="-122"/>
                <a:ea typeface="华文新魏" pitchFamily="2" charset="-122"/>
                <a:sym typeface="Symbol" pitchFamily="18" charset="2"/>
              </a:rPr>
              <a:t> </a:t>
            </a:r>
            <a:r>
              <a:rPr kumimoji="1" lang="en-US" altLang="zh-CN" sz="2800" b="1">
                <a:latin typeface="华文新魏" pitchFamily="2" charset="-122"/>
                <a:ea typeface="华文新魏" pitchFamily="2" charset="-122"/>
              </a:rPr>
              <a:t>→</a:t>
            </a:r>
            <a:r>
              <a:rPr kumimoji="1" lang="zh-CN" altLang="en-US" sz="2400" b="1">
                <a:latin typeface="华文新魏" pitchFamily="2" charset="-122"/>
                <a:ea typeface="华文新魏" pitchFamily="2" charset="-122"/>
                <a:sym typeface="Symbol" pitchFamily="18" charset="2"/>
              </a:rPr>
              <a:t> </a:t>
            </a:r>
            <a:r>
              <a:rPr kumimoji="1" lang="en-US" altLang="zh-CN" sz="2400" b="1">
                <a:solidFill>
                  <a:srgbClr val="3333FF"/>
                </a:solidFill>
                <a:latin typeface="华文新魏" pitchFamily="2" charset="-122"/>
                <a:ea typeface="华文新魏" pitchFamily="2" charset="-122"/>
                <a:sym typeface="Symbol" pitchFamily="18" charset="2"/>
              </a:rPr>
              <a:t>goat</a:t>
            </a:r>
          </a:p>
        </p:txBody>
      </p:sp>
      <p:sp>
        <p:nvSpPr>
          <p:cNvPr id="478213" name="Text Box 5"/>
          <p:cNvSpPr txBox="1">
            <a:spLocks noChangeArrowheads="1"/>
          </p:cNvSpPr>
          <p:nvPr/>
        </p:nvSpPr>
        <p:spPr bwMode="auto">
          <a:xfrm>
            <a:off x="539750" y="5657850"/>
            <a:ext cx="82073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20000"/>
              </a:spcBef>
            </a:pPr>
            <a:r>
              <a:rPr lang="zh-CN" altLang="en-US" sz="3200" b="1">
                <a:ea typeface="华文新魏" pitchFamily="2" charset="-122"/>
              </a:rPr>
              <a:t>约定：第一个产生式的左部为开始符号</a:t>
            </a:r>
            <a:endParaRPr lang="en-US" altLang="zh-CN" sz="3200" b="1">
              <a:ea typeface="华文新魏" pitchFamily="2" charset="-122"/>
            </a:endParaRPr>
          </a:p>
        </p:txBody>
      </p:sp>
      <p:grpSp>
        <p:nvGrpSpPr>
          <p:cNvPr id="30732" name="Group 12"/>
          <p:cNvGrpSpPr>
            <a:grpSpLocks/>
          </p:cNvGrpSpPr>
          <p:nvPr/>
        </p:nvGrpSpPr>
        <p:grpSpPr bwMode="auto">
          <a:xfrm>
            <a:off x="106363" y="679450"/>
            <a:ext cx="1944687" cy="1670050"/>
            <a:chOff x="67" y="428"/>
            <a:chExt cx="1225" cy="1119"/>
          </a:xfrm>
        </p:grpSpPr>
        <p:sp>
          <p:nvSpPr>
            <p:cNvPr id="30729" name="Text Box 7"/>
            <p:cNvSpPr txBox="1">
              <a:spLocks noChangeArrowheads="1"/>
            </p:cNvSpPr>
            <p:nvPr/>
          </p:nvSpPr>
          <p:spPr bwMode="auto">
            <a:xfrm>
              <a:off x="67" y="428"/>
              <a:ext cx="1225" cy="395"/>
            </a:xfrm>
            <a:prstGeom prst="rect">
              <a:avLst/>
            </a:prstGeom>
            <a:solidFill>
              <a:schemeClr val="tx1"/>
            </a:solidFill>
            <a:ln w="9525">
              <a:solidFill>
                <a:srgbClr val="990099"/>
              </a:solidFill>
              <a:miter lim="800000"/>
              <a:headEnd/>
              <a:tailEnd/>
            </a:ln>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3200" b="1">
                  <a:solidFill>
                    <a:schemeClr val="bg1"/>
                  </a:solidFill>
                  <a:latin typeface="Times New Roman" pitchFamily="18" charset="0"/>
                  <a:ea typeface="华文新魏" pitchFamily="2" charset="-122"/>
                </a:rPr>
                <a:t>开始符号</a:t>
              </a:r>
            </a:p>
          </p:txBody>
        </p:sp>
        <p:sp>
          <p:nvSpPr>
            <p:cNvPr id="30730" name="Freeform 8"/>
            <p:cNvSpPr>
              <a:spLocks/>
            </p:cNvSpPr>
            <p:nvPr/>
          </p:nvSpPr>
          <p:spPr bwMode="auto">
            <a:xfrm>
              <a:off x="612" y="799"/>
              <a:ext cx="45" cy="748"/>
            </a:xfrm>
            <a:custGeom>
              <a:avLst/>
              <a:gdLst>
                <a:gd name="T0" fmla="*/ 363 w 363"/>
                <a:gd name="T1" fmla="*/ 0 h 816"/>
                <a:gd name="T2" fmla="*/ 45 w 363"/>
                <a:gd name="T3" fmla="*/ 226 h 816"/>
                <a:gd name="T4" fmla="*/ 91 w 363"/>
                <a:gd name="T5" fmla="*/ 816 h 816"/>
                <a:gd name="T6" fmla="*/ 0 60000 65536"/>
                <a:gd name="T7" fmla="*/ 0 60000 65536"/>
                <a:gd name="T8" fmla="*/ 0 60000 65536"/>
                <a:gd name="T9" fmla="*/ 0 w 363"/>
                <a:gd name="T10" fmla="*/ 0 h 816"/>
                <a:gd name="T11" fmla="*/ 363 w 363"/>
                <a:gd name="T12" fmla="*/ 816 h 816"/>
              </a:gdLst>
              <a:ahLst/>
              <a:cxnLst>
                <a:cxn ang="T6">
                  <a:pos x="T0" y="T1"/>
                </a:cxn>
                <a:cxn ang="T7">
                  <a:pos x="T2" y="T3"/>
                </a:cxn>
                <a:cxn ang="T8">
                  <a:pos x="T4" y="T5"/>
                </a:cxn>
              </a:cxnLst>
              <a:rect l="T9" t="T10" r="T11" b="T12"/>
              <a:pathLst>
                <a:path w="363" h="816">
                  <a:moveTo>
                    <a:pt x="363" y="0"/>
                  </a:moveTo>
                  <a:cubicBezTo>
                    <a:pt x="226" y="45"/>
                    <a:pt x="90" y="90"/>
                    <a:pt x="45" y="226"/>
                  </a:cubicBezTo>
                  <a:cubicBezTo>
                    <a:pt x="0" y="362"/>
                    <a:pt x="45" y="589"/>
                    <a:pt x="91" y="816"/>
                  </a:cubicBezTo>
                </a:path>
              </a:pathLst>
            </a:custGeom>
            <a:noFill/>
            <a:ln w="38100" cap="flat" cmpd="sng">
              <a:solidFill>
                <a:srgbClr val="990099"/>
              </a:solidFill>
              <a:prstDash val="lgDashDotDot"/>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8" name="日期占位符 3"/>
          <p:cNvSpPr txBox="1">
            <a:spLocks noGrp="1"/>
          </p:cNvSpPr>
          <p:nvPr/>
        </p:nvSpPr>
        <p:spPr bwMode="auto">
          <a:xfrm>
            <a:off x="301625" y="6245225"/>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53636EC-0635-46A2-82F2-85E992F22D9D}" type="datetime1">
              <a:rPr lang="zh-CN" altLang="en-US" sz="1400"/>
              <a:pPr eaLnBrk="1" hangingPunct="1"/>
              <a:t>2017/2/24</a:t>
            </a:fld>
            <a:endParaRPr lang="en-US" altLang="zh-CN" sz="1400"/>
          </a:p>
        </p:txBody>
      </p:sp>
      <p:sp>
        <p:nvSpPr>
          <p:cNvPr id="116739" name="灯片编号占位符 5"/>
          <p:cNvSpPr txBox="1">
            <a:spLocks noGrp="1"/>
          </p:cNvSpPr>
          <p:nvPr/>
        </p:nvSpPr>
        <p:spPr bwMode="auto">
          <a:xfrm>
            <a:off x="6553200" y="6245225"/>
            <a:ext cx="20923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DF7480F-8E8C-42C2-8426-3BD8617A187D}" type="slidenum">
              <a:rPr lang="zh-CN" altLang="en-US" sz="2400">
                <a:latin typeface="Times New Roman" pitchFamily="18" charset="0"/>
              </a:rPr>
              <a:pPr eaLnBrk="1" hangingPunct="1"/>
              <a:t>26</a:t>
            </a:fld>
            <a:endParaRPr lang="en-US" altLang="zh-CN" sz="2400">
              <a:latin typeface="Times New Roman" pitchFamily="18" charset="0"/>
            </a:endParaRPr>
          </a:p>
        </p:txBody>
      </p:sp>
      <p:sp>
        <p:nvSpPr>
          <p:cNvPr id="116740" name="Rectangle 2"/>
          <p:cNvSpPr>
            <a:spLocks noGrp="1" noRot="1" noChangeArrowheads="1"/>
          </p:cNvSpPr>
          <p:nvPr>
            <p:ph type="title" idx="4294967295"/>
          </p:nvPr>
        </p:nvSpPr>
        <p:spPr>
          <a:xfrm>
            <a:off x="468313" y="627063"/>
            <a:ext cx="7673975" cy="714375"/>
          </a:xfrm>
        </p:spPr>
        <p:txBody>
          <a:bodyPr/>
          <a:lstStyle/>
          <a:p>
            <a:pPr eaLnBrk="1" hangingPunct="1"/>
            <a:r>
              <a:rPr lang="zh-CN" altLang="en-US" b="1" smtClean="0">
                <a:solidFill>
                  <a:srgbClr val="000099"/>
                </a:solidFill>
                <a:latin typeface="Times New Roman" pitchFamily="18" charset="0"/>
                <a:ea typeface="华文新魏" pitchFamily="2" charset="-122"/>
              </a:rPr>
              <a:t>例2-1   算术表达式的文法</a:t>
            </a:r>
          </a:p>
        </p:txBody>
      </p:sp>
      <p:sp>
        <p:nvSpPr>
          <p:cNvPr id="450563" name="Rectangle 3"/>
          <p:cNvSpPr>
            <a:spLocks noGrp="1" noRot="1" noChangeArrowheads="1"/>
          </p:cNvSpPr>
          <p:nvPr>
            <p:ph type="body" idx="4294967295"/>
          </p:nvPr>
        </p:nvSpPr>
        <p:spPr>
          <a:xfrm>
            <a:off x="539750" y="1557338"/>
            <a:ext cx="8137525" cy="1079500"/>
          </a:xfrm>
        </p:spPr>
        <p:txBody>
          <a:bodyPr/>
          <a:lstStyle/>
          <a:p>
            <a:pPr eaLnBrk="1" hangingPunct="1"/>
            <a:r>
              <a:rPr lang="zh-CN" altLang="en-US" b="1" smtClean="0">
                <a:latin typeface="Times New Roman" pitchFamily="18" charset="0"/>
                <a:ea typeface="华文新魏" pitchFamily="2" charset="-122"/>
              </a:rPr>
              <a:t>考虑简单算术表达式组成的语言</a:t>
            </a:r>
            <a:r>
              <a:rPr lang="en-US" altLang="zh-CN" b="1" smtClean="0">
                <a:latin typeface="Times New Roman" pitchFamily="18" charset="0"/>
                <a:ea typeface="华文新魏" pitchFamily="2" charset="-122"/>
              </a:rPr>
              <a:t>——</a:t>
            </a:r>
            <a:r>
              <a:rPr lang="zh-CN" altLang="en-US" b="1" smtClean="0">
                <a:solidFill>
                  <a:schemeClr val="hlink"/>
                </a:solidFill>
                <a:latin typeface="Times New Roman" pitchFamily="18" charset="0"/>
                <a:ea typeface="华文新魏" pitchFamily="2" charset="-122"/>
              </a:rPr>
              <a:t>结构</a:t>
            </a:r>
          </a:p>
          <a:p>
            <a:pPr eaLnBrk="1" hangingPunct="1">
              <a:spcBef>
                <a:spcPct val="0"/>
              </a:spcBef>
              <a:spcAft>
                <a:spcPct val="50000"/>
              </a:spcAft>
            </a:pPr>
            <a:r>
              <a:rPr lang="zh-CN" altLang="en-US" b="1" smtClean="0">
                <a:latin typeface="Times New Roman" pitchFamily="18" charset="0"/>
                <a:ea typeface="华文新魏" pitchFamily="2" charset="-122"/>
              </a:rPr>
              <a:t>递归定义——中缀表示</a:t>
            </a:r>
          </a:p>
        </p:txBody>
      </p:sp>
      <p:sp>
        <p:nvSpPr>
          <p:cNvPr id="450564" name="Rectangle 4"/>
          <p:cNvSpPr>
            <a:spLocks noChangeArrowheads="1"/>
          </p:cNvSpPr>
          <p:nvPr/>
        </p:nvSpPr>
        <p:spPr bwMode="auto">
          <a:xfrm>
            <a:off x="393700" y="2732088"/>
            <a:ext cx="39131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2800" b="1">
                <a:ea typeface="华文新魏" pitchFamily="2" charset="-122"/>
              </a:rPr>
              <a:t>标识符</a:t>
            </a:r>
            <a:r>
              <a:rPr lang="en-US" altLang="zh-CN" sz="2800" b="1">
                <a:ea typeface="华文新魏" pitchFamily="2" charset="-122"/>
              </a:rPr>
              <a:t>(id) </a:t>
            </a:r>
            <a:r>
              <a:rPr lang="zh-CN" altLang="en-US" sz="2800" b="1">
                <a:ea typeface="华文新魏" pitchFamily="2" charset="-122"/>
              </a:rPr>
              <a:t>是表达式</a:t>
            </a:r>
            <a:r>
              <a:rPr lang="en-US" altLang="zh-CN" sz="2800" b="1">
                <a:ea typeface="华文新魏" pitchFamily="2" charset="-122"/>
              </a:rPr>
              <a:t>(E)</a:t>
            </a:r>
          </a:p>
        </p:txBody>
      </p:sp>
      <p:sp>
        <p:nvSpPr>
          <p:cNvPr id="450565" name="Rectangle 5"/>
          <p:cNvSpPr>
            <a:spLocks noChangeArrowheads="1"/>
          </p:cNvSpPr>
          <p:nvPr/>
        </p:nvSpPr>
        <p:spPr bwMode="auto">
          <a:xfrm>
            <a:off x="404813" y="3278188"/>
            <a:ext cx="4095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a:latin typeface="华文新魏" pitchFamily="2" charset="-122"/>
                <a:ea typeface="华文新魏" pitchFamily="2" charset="-122"/>
              </a:rPr>
              <a:t>表达式加表达式是表达式</a:t>
            </a:r>
          </a:p>
        </p:txBody>
      </p:sp>
      <p:sp>
        <p:nvSpPr>
          <p:cNvPr id="116745" name="Rectangle 7"/>
          <p:cNvSpPr>
            <a:spLocks noChangeArrowheads="1"/>
          </p:cNvSpPr>
          <p:nvPr/>
        </p:nvSpPr>
        <p:spPr bwMode="auto">
          <a:xfrm>
            <a:off x="4770438" y="2781300"/>
            <a:ext cx="3043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2400" b="1">
                <a:solidFill>
                  <a:srgbClr val="080808"/>
                </a:solidFill>
                <a:ea typeface="华文新魏" pitchFamily="2" charset="-122"/>
              </a:rPr>
              <a:t>&lt;</a:t>
            </a:r>
            <a:r>
              <a:rPr lang="zh-CN" altLang="en-US" sz="2400" b="1">
                <a:solidFill>
                  <a:srgbClr val="080808"/>
                </a:solidFill>
                <a:ea typeface="华文新魏" pitchFamily="2" charset="-122"/>
              </a:rPr>
              <a:t>表达式</a:t>
            </a:r>
            <a:r>
              <a:rPr lang="en-US" altLang="zh-CN" sz="2400" b="1">
                <a:solidFill>
                  <a:srgbClr val="080808"/>
                </a:solidFill>
                <a:ea typeface="华文新魏" pitchFamily="2" charset="-122"/>
              </a:rPr>
              <a:t>&gt;→</a:t>
            </a:r>
            <a:r>
              <a:rPr lang="zh-CN" altLang="en-US" sz="2400" b="1">
                <a:solidFill>
                  <a:srgbClr val="080808"/>
                </a:solidFill>
                <a:ea typeface="华文新魏" pitchFamily="2" charset="-122"/>
              </a:rPr>
              <a:t>标识符</a:t>
            </a:r>
          </a:p>
        </p:txBody>
      </p:sp>
      <p:sp>
        <p:nvSpPr>
          <p:cNvPr id="116748" name="Rectangle 10"/>
          <p:cNvSpPr>
            <a:spLocks noChangeArrowheads="1"/>
          </p:cNvSpPr>
          <p:nvPr/>
        </p:nvSpPr>
        <p:spPr bwMode="auto">
          <a:xfrm>
            <a:off x="4716463" y="3357563"/>
            <a:ext cx="4537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2400" b="1">
                <a:solidFill>
                  <a:srgbClr val="080808"/>
                </a:solidFill>
                <a:ea typeface="华文新魏" pitchFamily="2" charset="-122"/>
              </a:rPr>
              <a:t>&lt;</a:t>
            </a:r>
            <a:r>
              <a:rPr lang="zh-CN" altLang="en-US" sz="2400" b="1">
                <a:solidFill>
                  <a:srgbClr val="080808"/>
                </a:solidFill>
                <a:ea typeface="华文新魏" pitchFamily="2" charset="-122"/>
              </a:rPr>
              <a:t>表达式</a:t>
            </a:r>
            <a:r>
              <a:rPr lang="en-US" altLang="zh-CN" sz="2400" b="1">
                <a:solidFill>
                  <a:srgbClr val="080808"/>
                </a:solidFill>
                <a:ea typeface="华文新魏" pitchFamily="2" charset="-122"/>
              </a:rPr>
              <a:t>&gt;→&lt;</a:t>
            </a:r>
            <a:r>
              <a:rPr lang="zh-CN" altLang="en-US" sz="2400" b="1">
                <a:solidFill>
                  <a:srgbClr val="080808"/>
                </a:solidFill>
                <a:ea typeface="华文新魏" pitchFamily="2" charset="-122"/>
              </a:rPr>
              <a:t>表达式</a:t>
            </a:r>
            <a:r>
              <a:rPr lang="en-US" altLang="zh-CN" sz="2400" b="1">
                <a:solidFill>
                  <a:srgbClr val="080808"/>
                </a:solidFill>
                <a:ea typeface="华文新魏" pitchFamily="2" charset="-122"/>
              </a:rPr>
              <a:t>&gt;+&lt;</a:t>
            </a:r>
            <a:r>
              <a:rPr lang="zh-CN" altLang="en-US" sz="2400" b="1">
                <a:solidFill>
                  <a:srgbClr val="080808"/>
                </a:solidFill>
                <a:ea typeface="华文新魏" pitchFamily="2" charset="-122"/>
              </a:rPr>
              <a:t>表达式</a:t>
            </a:r>
            <a:r>
              <a:rPr lang="en-US" altLang="zh-CN" sz="2400" b="1">
                <a:solidFill>
                  <a:srgbClr val="080808"/>
                </a:solidFill>
                <a:ea typeface="华文新魏" pitchFamily="2" charset="-122"/>
              </a:rPr>
              <a:t>&gt;</a:t>
            </a:r>
            <a:endParaRPr lang="zh-CN" altLang="en-US" sz="2400" b="1">
              <a:solidFill>
                <a:srgbClr val="080808"/>
              </a:solidFill>
              <a:ea typeface="华文新魏" pitchFamily="2" charset="-122"/>
            </a:endParaRPr>
          </a:p>
        </p:txBody>
      </p:sp>
      <p:sp>
        <p:nvSpPr>
          <p:cNvPr id="450572" name="Rectangle 12"/>
          <p:cNvSpPr>
            <a:spLocks noChangeArrowheads="1"/>
          </p:cNvSpPr>
          <p:nvPr/>
        </p:nvSpPr>
        <p:spPr bwMode="auto">
          <a:xfrm>
            <a:off x="423863" y="3859213"/>
            <a:ext cx="4095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a:latin typeface="华文新魏" pitchFamily="2" charset="-122"/>
                <a:ea typeface="华文新魏" pitchFamily="2" charset="-122"/>
              </a:rPr>
              <a:t>表达式减表达式是表达式</a:t>
            </a:r>
          </a:p>
        </p:txBody>
      </p:sp>
      <p:sp>
        <p:nvSpPr>
          <p:cNvPr id="116752" name="Rectangle 14"/>
          <p:cNvSpPr>
            <a:spLocks noChangeArrowheads="1"/>
          </p:cNvSpPr>
          <p:nvPr/>
        </p:nvSpPr>
        <p:spPr bwMode="auto">
          <a:xfrm>
            <a:off x="4724400" y="3933825"/>
            <a:ext cx="4457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r>
              <a:rPr lang="en-US" altLang="zh-CN" sz="2400" b="1">
                <a:solidFill>
                  <a:srgbClr val="080808"/>
                </a:solidFill>
                <a:ea typeface="华文新魏" pitchFamily="2" charset="-122"/>
              </a:rPr>
              <a:t>&lt;</a:t>
            </a:r>
            <a:r>
              <a:rPr lang="zh-CN" altLang="en-US" sz="2400" b="1">
                <a:solidFill>
                  <a:srgbClr val="080808"/>
                </a:solidFill>
                <a:ea typeface="华文新魏" pitchFamily="2" charset="-122"/>
              </a:rPr>
              <a:t>表达式</a:t>
            </a:r>
            <a:r>
              <a:rPr lang="en-US" altLang="zh-CN" sz="2400" b="1">
                <a:solidFill>
                  <a:srgbClr val="080808"/>
                </a:solidFill>
                <a:ea typeface="华文新魏" pitchFamily="2" charset="-122"/>
              </a:rPr>
              <a:t>&gt;→&lt;</a:t>
            </a:r>
            <a:r>
              <a:rPr lang="zh-CN" altLang="en-US" sz="2400" b="1">
                <a:solidFill>
                  <a:srgbClr val="080808"/>
                </a:solidFill>
                <a:ea typeface="华文新魏" pitchFamily="2" charset="-122"/>
              </a:rPr>
              <a:t>表达式</a:t>
            </a:r>
            <a:r>
              <a:rPr lang="en-US" altLang="zh-CN" sz="2400" b="1">
                <a:solidFill>
                  <a:srgbClr val="080808"/>
                </a:solidFill>
                <a:ea typeface="华文新魏" pitchFamily="2" charset="-122"/>
              </a:rPr>
              <a:t>&gt;-&lt;</a:t>
            </a:r>
            <a:r>
              <a:rPr lang="zh-CN" altLang="en-US" sz="2400" b="1">
                <a:solidFill>
                  <a:srgbClr val="080808"/>
                </a:solidFill>
                <a:ea typeface="华文新魏" pitchFamily="2" charset="-122"/>
              </a:rPr>
              <a:t>表达式</a:t>
            </a:r>
            <a:r>
              <a:rPr lang="en-US" altLang="zh-CN" sz="2400" b="1">
                <a:solidFill>
                  <a:srgbClr val="080808"/>
                </a:solidFill>
                <a:ea typeface="华文新魏" pitchFamily="2" charset="-122"/>
              </a:rPr>
              <a:t>&gt;</a:t>
            </a:r>
            <a:endParaRPr lang="zh-CN" altLang="en-US" sz="2400" b="1">
              <a:solidFill>
                <a:srgbClr val="080808"/>
              </a:solidFill>
              <a:ea typeface="华文新魏" pitchFamily="2" charset="-122"/>
            </a:endParaRPr>
          </a:p>
        </p:txBody>
      </p:sp>
      <p:sp>
        <p:nvSpPr>
          <p:cNvPr id="450576" name="Rectangle 16"/>
          <p:cNvSpPr>
            <a:spLocks noChangeArrowheads="1"/>
          </p:cNvSpPr>
          <p:nvPr/>
        </p:nvSpPr>
        <p:spPr bwMode="auto">
          <a:xfrm>
            <a:off x="423863" y="4451350"/>
            <a:ext cx="4095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a:latin typeface="华文新魏" pitchFamily="2" charset="-122"/>
                <a:ea typeface="华文新魏" pitchFamily="2" charset="-122"/>
              </a:rPr>
              <a:t>表达式乘表达式是表达式</a:t>
            </a:r>
          </a:p>
        </p:txBody>
      </p:sp>
      <p:sp>
        <p:nvSpPr>
          <p:cNvPr id="116756" name="Rectangle 18"/>
          <p:cNvSpPr>
            <a:spLocks noChangeArrowheads="1"/>
          </p:cNvSpPr>
          <p:nvPr/>
        </p:nvSpPr>
        <p:spPr bwMode="auto">
          <a:xfrm>
            <a:off x="4743450" y="4510088"/>
            <a:ext cx="45100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r>
              <a:rPr lang="en-US" altLang="zh-CN" sz="2400" b="1">
                <a:solidFill>
                  <a:srgbClr val="080808"/>
                </a:solidFill>
                <a:ea typeface="华文新魏" pitchFamily="2" charset="-122"/>
              </a:rPr>
              <a:t>&lt;</a:t>
            </a:r>
            <a:r>
              <a:rPr lang="zh-CN" altLang="en-US" sz="2400" b="1">
                <a:solidFill>
                  <a:srgbClr val="080808"/>
                </a:solidFill>
                <a:ea typeface="华文新魏" pitchFamily="2" charset="-122"/>
              </a:rPr>
              <a:t>表达式</a:t>
            </a:r>
            <a:r>
              <a:rPr lang="en-US" altLang="zh-CN" sz="2400" b="1">
                <a:solidFill>
                  <a:srgbClr val="080808"/>
                </a:solidFill>
                <a:ea typeface="华文新魏" pitchFamily="2" charset="-122"/>
              </a:rPr>
              <a:t>&gt;→&lt;</a:t>
            </a:r>
            <a:r>
              <a:rPr lang="zh-CN" altLang="en-US" sz="2400" b="1">
                <a:solidFill>
                  <a:srgbClr val="080808"/>
                </a:solidFill>
                <a:ea typeface="华文新魏" pitchFamily="2" charset="-122"/>
              </a:rPr>
              <a:t>表达式</a:t>
            </a:r>
            <a:r>
              <a:rPr lang="en-US" altLang="zh-CN" sz="2400" b="1">
                <a:solidFill>
                  <a:srgbClr val="080808"/>
                </a:solidFill>
                <a:ea typeface="华文新魏" pitchFamily="2" charset="-122"/>
              </a:rPr>
              <a:t>&gt;*&lt;</a:t>
            </a:r>
            <a:r>
              <a:rPr lang="zh-CN" altLang="en-US" sz="2400" b="1">
                <a:solidFill>
                  <a:srgbClr val="080808"/>
                </a:solidFill>
                <a:ea typeface="华文新魏" pitchFamily="2" charset="-122"/>
              </a:rPr>
              <a:t>表达式</a:t>
            </a:r>
            <a:r>
              <a:rPr lang="en-US" altLang="zh-CN" sz="2400" b="1">
                <a:solidFill>
                  <a:srgbClr val="080808"/>
                </a:solidFill>
                <a:ea typeface="华文新魏" pitchFamily="2" charset="-122"/>
              </a:rPr>
              <a:t>&gt;</a:t>
            </a:r>
            <a:endParaRPr lang="zh-CN" altLang="en-US" sz="2400" b="1">
              <a:solidFill>
                <a:srgbClr val="080808"/>
              </a:solidFill>
              <a:ea typeface="华文新魏" pitchFamily="2" charset="-122"/>
            </a:endParaRPr>
          </a:p>
        </p:txBody>
      </p:sp>
      <p:sp>
        <p:nvSpPr>
          <p:cNvPr id="450580" name="Rectangle 20"/>
          <p:cNvSpPr>
            <a:spLocks noChangeArrowheads="1"/>
          </p:cNvSpPr>
          <p:nvPr/>
        </p:nvSpPr>
        <p:spPr bwMode="auto">
          <a:xfrm>
            <a:off x="423863" y="5013325"/>
            <a:ext cx="4095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a:latin typeface="华文新魏" pitchFamily="2" charset="-122"/>
                <a:ea typeface="华文新魏" pitchFamily="2" charset="-122"/>
              </a:rPr>
              <a:t>表达式除表达式是表达式</a:t>
            </a:r>
          </a:p>
        </p:txBody>
      </p:sp>
      <p:sp>
        <p:nvSpPr>
          <p:cNvPr id="116760" name="Rectangle 22"/>
          <p:cNvSpPr>
            <a:spLocks noChangeArrowheads="1"/>
          </p:cNvSpPr>
          <p:nvPr/>
        </p:nvSpPr>
        <p:spPr bwMode="auto">
          <a:xfrm>
            <a:off x="4716463" y="5119688"/>
            <a:ext cx="4537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r>
              <a:rPr lang="en-US" altLang="zh-CN" sz="2400" b="1">
                <a:solidFill>
                  <a:srgbClr val="080808"/>
                </a:solidFill>
                <a:ea typeface="华文新魏" pitchFamily="2" charset="-122"/>
              </a:rPr>
              <a:t>&lt;</a:t>
            </a:r>
            <a:r>
              <a:rPr lang="zh-CN" altLang="en-US" sz="2400" b="1">
                <a:solidFill>
                  <a:srgbClr val="080808"/>
                </a:solidFill>
                <a:ea typeface="华文新魏" pitchFamily="2" charset="-122"/>
              </a:rPr>
              <a:t>表达式</a:t>
            </a:r>
            <a:r>
              <a:rPr lang="en-US" altLang="zh-CN" sz="2400" b="1">
                <a:solidFill>
                  <a:srgbClr val="080808"/>
                </a:solidFill>
                <a:ea typeface="华文新魏" pitchFamily="2" charset="-122"/>
              </a:rPr>
              <a:t>&gt;→&lt;</a:t>
            </a:r>
            <a:r>
              <a:rPr lang="zh-CN" altLang="en-US" sz="2400" b="1">
                <a:solidFill>
                  <a:srgbClr val="080808"/>
                </a:solidFill>
                <a:ea typeface="华文新魏" pitchFamily="2" charset="-122"/>
              </a:rPr>
              <a:t>表达式</a:t>
            </a:r>
            <a:r>
              <a:rPr lang="en-US" altLang="zh-CN" sz="2400" b="1">
                <a:solidFill>
                  <a:srgbClr val="080808"/>
                </a:solidFill>
                <a:ea typeface="华文新魏" pitchFamily="2" charset="-122"/>
              </a:rPr>
              <a:t>&gt;/&lt;</a:t>
            </a:r>
            <a:r>
              <a:rPr lang="zh-CN" altLang="en-US" sz="2400" b="1">
                <a:solidFill>
                  <a:srgbClr val="080808"/>
                </a:solidFill>
                <a:ea typeface="华文新魏" pitchFamily="2" charset="-122"/>
              </a:rPr>
              <a:t>表达式</a:t>
            </a:r>
            <a:r>
              <a:rPr lang="en-US" altLang="zh-CN" sz="2400" b="1">
                <a:solidFill>
                  <a:srgbClr val="080808"/>
                </a:solidFill>
                <a:ea typeface="华文新魏" pitchFamily="2" charset="-122"/>
              </a:rPr>
              <a:t>&gt;</a:t>
            </a:r>
            <a:endParaRPr lang="zh-CN" altLang="en-US" sz="2400" b="1">
              <a:solidFill>
                <a:srgbClr val="080808"/>
              </a:solidFill>
              <a:ea typeface="华文新魏" pitchFamily="2" charset="-122"/>
            </a:endParaRPr>
          </a:p>
        </p:txBody>
      </p:sp>
      <p:sp>
        <p:nvSpPr>
          <p:cNvPr id="450584" name="Rectangle 24"/>
          <p:cNvSpPr>
            <a:spLocks noChangeArrowheads="1"/>
          </p:cNvSpPr>
          <p:nvPr/>
        </p:nvSpPr>
        <p:spPr bwMode="auto">
          <a:xfrm>
            <a:off x="419100" y="5589588"/>
            <a:ext cx="4451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a:latin typeface="华文新魏" pitchFamily="2" charset="-122"/>
                <a:ea typeface="华文新魏" pitchFamily="2" charset="-122"/>
              </a:rPr>
              <a:t>表达式加上括号后是表达式</a:t>
            </a:r>
          </a:p>
        </p:txBody>
      </p:sp>
      <p:sp>
        <p:nvSpPr>
          <p:cNvPr id="116764" name="Rectangle 26"/>
          <p:cNvSpPr>
            <a:spLocks noChangeArrowheads="1"/>
          </p:cNvSpPr>
          <p:nvPr/>
        </p:nvSpPr>
        <p:spPr bwMode="auto">
          <a:xfrm>
            <a:off x="4743450" y="5695950"/>
            <a:ext cx="37179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r>
              <a:rPr lang="en-US" altLang="zh-CN" sz="2400" b="1">
                <a:solidFill>
                  <a:srgbClr val="080808"/>
                </a:solidFill>
                <a:ea typeface="华文新魏" pitchFamily="2" charset="-122"/>
              </a:rPr>
              <a:t>&lt;</a:t>
            </a:r>
            <a:r>
              <a:rPr lang="zh-CN" altLang="en-US" sz="2400" b="1">
                <a:solidFill>
                  <a:srgbClr val="080808"/>
                </a:solidFill>
                <a:ea typeface="华文新魏" pitchFamily="2" charset="-122"/>
              </a:rPr>
              <a:t>表达式</a:t>
            </a:r>
            <a:r>
              <a:rPr lang="en-US" altLang="zh-CN" sz="2400" b="1">
                <a:solidFill>
                  <a:srgbClr val="080808"/>
                </a:solidFill>
                <a:ea typeface="华文新魏" pitchFamily="2" charset="-122"/>
              </a:rPr>
              <a:t>&gt;→(&lt;</a:t>
            </a:r>
            <a:r>
              <a:rPr lang="zh-CN" altLang="en-US" sz="2400" b="1">
                <a:solidFill>
                  <a:srgbClr val="080808"/>
                </a:solidFill>
                <a:ea typeface="华文新魏" pitchFamily="2" charset="-122"/>
              </a:rPr>
              <a:t>表达式</a:t>
            </a:r>
            <a:r>
              <a:rPr lang="en-US" altLang="zh-CN" sz="2400" b="1">
                <a:solidFill>
                  <a:srgbClr val="080808"/>
                </a:solidFill>
                <a:ea typeface="华文新魏" pitchFamily="2" charset="-122"/>
              </a:rPr>
              <a:t>&gt;)</a:t>
            </a:r>
            <a:endParaRPr lang="zh-CN" altLang="en-US" sz="2400" b="1">
              <a:solidFill>
                <a:srgbClr val="080808"/>
              </a:solidFill>
              <a:ea typeface="华文新魏" pitchFamily="2" charset="-122"/>
            </a:endParaRPr>
          </a:p>
        </p:txBody>
      </p:sp>
      <p:sp>
        <p:nvSpPr>
          <p:cNvPr id="450588" name="Rectangle 28"/>
          <p:cNvSpPr>
            <a:spLocks noChangeArrowheads="1"/>
          </p:cNvSpPr>
          <p:nvPr/>
        </p:nvSpPr>
        <p:spPr bwMode="auto">
          <a:xfrm>
            <a:off x="5795963" y="2133600"/>
            <a:ext cx="20875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solidFill>
                  <a:schemeClr val="hlink"/>
                </a:solidFill>
                <a:ea typeface="华文新魏" pitchFamily="2" charset="-122"/>
              </a:rPr>
              <a:t>写成式子</a:t>
            </a:r>
          </a:p>
        </p:txBody>
      </p:sp>
      <p:grpSp>
        <p:nvGrpSpPr>
          <p:cNvPr id="8" name="Group 29"/>
          <p:cNvGrpSpPr>
            <a:grpSpLocks/>
          </p:cNvGrpSpPr>
          <p:nvPr/>
        </p:nvGrpSpPr>
        <p:grpSpPr bwMode="auto">
          <a:xfrm>
            <a:off x="-180975" y="2997200"/>
            <a:ext cx="671513" cy="2881313"/>
            <a:chOff x="53" y="1933"/>
            <a:chExt cx="423" cy="1815"/>
          </a:xfrm>
        </p:grpSpPr>
        <p:sp>
          <p:nvSpPr>
            <p:cNvPr id="116768" name="AutoShape 30"/>
            <p:cNvSpPr>
              <a:spLocks/>
            </p:cNvSpPr>
            <p:nvPr/>
          </p:nvSpPr>
          <p:spPr bwMode="auto">
            <a:xfrm>
              <a:off x="340" y="1933"/>
              <a:ext cx="136" cy="1815"/>
            </a:xfrm>
            <a:prstGeom prst="leftBrace">
              <a:avLst>
                <a:gd name="adj1" fmla="val 111213"/>
                <a:gd name="adj2" fmla="val 50000"/>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charset="0"/>
              </a:endParaRPr>
            </a:p>
          </p:txBody>
        </p:sp>
        <p:sp>
          <p:nvSpPr>
            <p:cNvPr id="116769" name="Text Box 31"/>
            <p:cNvSpPr txBox="1">
              <a:spLocks noChangeArrowheads="1"/>
            </p:cNvSpPr>
            <p:nvPr/>
          </p:nvSpPr>
          <p:spPr bwMode="auto">
            <a:xfrm>
              <a:off x="53" y="2523"/>
              <a:ext cx="423" cy="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3200" b="1">
                  <a:solidFill>
                    <a:schemeClr val="accent2"/>
                  </a:solidFill>
                  <a:latin typeface="Verdana" pitchFamily="34" charset="0"/>
                  <a:ea typeface="华文新魏" pitchFamily="2" charset="-122"/>
                </a:rPr>
                <a:t>结构</a:t>
              </a:r>
            </a:p>
          </p:txBody>
        </p:sp>
      </p:grpSp>
      <p:sp>
        <p:nvSpPr>
          <p:cNvPr id="116770" name="Rectangle 34"/>
          <p:cNvSpPr>
            <a:spLocks noChangeArrowheads="1"/>
          </p:cNvSpPr>
          <p:nvPr/>
        </p:nvSpPr>
        <p:spPr bwMode="auto">
          <a:xfrm>
            <a:off x="395288" y="6218238"/>
            <a:ext cx="4451350" cy="519112"/>
          </a:xfrm>
          <a:prstGeom prst="rect">
            <a:avLst/>
          </a:prstGeom>
          <a:solidFill>
            <a:srgbClr val="33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chemeClr val="bg1"/>
                </a:solidFill>
                <a:ea typeface="华文新魏" pitchFamily="2" charset="-122"/>
              </a:rPr>
              <a:t>简单算术表达式的组成规则</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EA0D503-12CD-4FB4-A2D6-49378F661C4E}" type="datetime1">
              <a:rPr lang="zh-CN" altLang="en-US"/>
              <a:pPr/>
              <a:t>2017/2/24</a:t>
            </a:fld>
            <a:endParaRPr lang="en-US" altLang="zh-CN"/>
          </a:p>
        </p:txBody>
      </p:sp>
      <p:sp>
        <p:nvSpPr>
          <p:cNvPr id="317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36EC777-763F-476A-9E54-5796A0170079}" type="slidenum">
              <a:rPr lang="zh-CN" altLang="en-US"/>
              <a:pPr/>
              <a:t>27</a:t>
            </a:fld>
            <a:endParaRPr lang="en-US" altLang="zh-CN"/>
          </a:p>
        </p:txBody>
      </p:sp>
      <p:sp>
        <p:nvSpPr>
          <p:cNvPr id="31748" name="Rectangle 2"/>
          <p:cNvSpPr>
            <a:spLocks noGrp="1" noRot="1" noChangeArrowheads="1"/>
          </p:cNvSpPr>
          <p:nvPr>
            <p:ph type="title"/>
          </p:nvPr>
        </p:nvSpPr>
        <p:spPr>
          <a:xfrm>
            <a:off x="468313" y="627063"/>
            <a:ext cx="7673975" cy="714375"/>
          </a:xfrm>
        </p:spPr>
        <p:txBody>
          <a:bodyPr/>
          <a:lstStyle/>
          <a:p>
            <a:pPr eaLnBrk="1" hangingPunct="1"/>
            <a:r>
              <a:rPr lang="zh-CN" altLang="en-US" b="1" smtClean="0">
                <a:solidFill>
                  <a:srgbClr val="000099"/>
                </a:solidFill>
                <a:latin typeface="Times New Roman" pitchFamily="18" charset="0"/>
                <a:ea typeface="华文新魏" pitchFamily="2" charset="-122"/>
              </a:rPr>
              <a:t>例2-1   算术表达式的文法</a:t>
            </a:r>
          </a:p>
        </p:txBody>
      </p:sp>
      <p:sp>
        <p:nvSpPr>
          <p:cNvPr id="450563" name="Rectangle 3"/>
          <p:cNvSpPr>
            <a:spLocks noGrp="1" noRot="1" noChangeArrowheads="1"/>
          </p:cNvSpPr>
          <p:nvPr>
            <p:ph type="body" idx="1"/>
          </p:nvPr>
        </p:nvSpPr>
        <p:spPr>
          <a:xfrm>
            <a:off x="539750" y="1557338"/>
            <a:ext cx="8137525" cy="1079500"/>
          </a:xfrm>
        </p:spPr>
        <p:txBody>
          <a:bodyPr/>
          <a:lstStyle/>
          <a:p>
            <a:pPr eaLnBrk="1" hangingPunct="1"/>
            <a:r>
              <a:rPr lang="zh-CN" altLang="en-US" b="1" smtClean="0">
                <a:latin typeface="Times New Roman" pitchFamily="18" charset="0"/>
                <a:ea typeface="华文新魏" pitchFamily="2" charset="-122"/>
              </a:rPr>
              <a:t>考虑简单算术表达式组成的语言</a:t>
            </a:r>
            <a:endParaRPr lang="en-US" altLang="zh-CN" b="1" smtClean="0">
              <a:latin typeface="Times New Roman" pitchFamily="18" charset="0"/>
              <a:ea typeface="华文新魏" pitchFamily="2" charset="-122"/>
            </a:endParaRPr>
          </a:p>
          <a:p>
            <a:pPr eaLnBrk="1" hangingPunct="1">
              <a:spcBef>
                <a:spcPct val="0"/>
              </a:spcBef>
              <a:spcAft>
                <a:spcPct val="50000"/>
              </a:spcAft>
            </a:pPr>
            <a:r>
              <a:rPr lang="zh-CN" altLang="en-US" b="1" smtClean="0">
                <a:latin typeface="Times New Roman" pitchFamily="18" charset="0"/>
                <a:ea typeface="华文新魏" pitchFamily="2" charset="-122"/>
              </a:rPr>
              <a:t>递归定义——中缀表示</a:t>
            </a:r>
          </a:p>
        </p:txBody>
      </p:sp>
      <p:sp>
        <p:nvSpPr>
          <p:cNvPr id="450564" name="Rectangle 4"/>
          <p:cNvSpPr>
            <a:spLocks noChangeArrowheads="1"/>
          </p:cNvSpPr>
          <p:nvPr/>
        </p:nvSpPr>
        <p:spPr bwMode="auto">
          <a:xfrm>
            <a:off x="393700" y="2732088"/>
            <a:ext cx="39131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2800" b="1">
                <a:ea typeface="华文新魏" pitchFamily="2" charset="-122"/>
              </a:rPr>
              <a:t>标识符</a:t>
            </a:r>
            <a:r>
              <a:rPr lang="en-US" altLang="zh-CN" sz="2800" b="1">
                <a:ea typeface="华文新魏" pitchFamily="2" charset="-122"/>
              </a:rPr>
              <a:t>(</a:t>
            </a:r>
            <a:r>
              <a:rPr lang="en-US" altLang="zh-CN" sz="2800" b="1">
                <a:solidFill>
                  <a:schemeClr val="hlink"/>
                </a:solidFill>
                <a:ea typeface="华文新魏" pitchFamily="2" charset="-122"/>
              </a:rPr>
              <a:t>id</a:t>
            </a:r>
            <a:r>
              <a:rPr lang="en-US" altLang="zh-CN" sz="2800" b="1">
                <a:ea typeface="华文新魏" pitchFamily="2" charset="-122"/>
              </a:rPr>
              <a:t>) </a:t>
            </a:r>
            <a:r>
              <a:rPr lang="zh-CN" altLang="en-US" sz="2800" b="1">
                <a:ea typeface="华文新魏" pitchFamily="2" charset="-122"/>
              </a:rPr>
              <a:t>是表达式</a:t>
            </a:r>
            <a:r>
              <a:rPr lang="en-US" altLang="zh-CN" sz="2800" b="1">
                <a:ea typeface="华文新魏" pitchFamily="2" charset="-122"/>
              </a:rPr>
              <a:t>(</a:t>
            </a:r>
            <a:r>
              <a:rPr lang="en-US" altLang="zh-CN" sz="2800" b="1">
                <a:solidFill>
                  <a:schemeClr val="hlink"/>
                </a:solidFill>
                <a:ea typeface="华文新魏" pitchFamily="2" charset="-122"/>
              </a:rPr>
              <a:t>E</a:t>
            </a:r>
            <a:r>
              <a:rPr lang="en-US" altLang="zh-CN" sz="2800" b="1">
                <a:ea typeface="华文新魏" pitchFamily="2" charset="-122"/>
              </a:rPr>
              <a:t>)</a:t>
            </a:r>
          </a:p>
        </p:txBody>
      </p:sp>
      <p:sp>
        <p:nvSpPr>
          <p:cNvPr id="450565" name="Rectangle 5"/>
          <p:cNvSpPr>
            <a:spLocks noChangeArrowheads="1"/>
          </p:cNvSpPr>
          <p:nvPr/>
        </p:nvSpPr>
        <p:spPr bwMode="auto">
          <a:xfrm>
            <a:off x="404813" y="3278188"/>
            <a:ext cx="4095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a:latin typeface="华文新魏" pitchFamily="2" charset="-122"/>
                <a:ea typeface="华文新魏" pitchFamily="2" charset="-122"/>
              </a:rPr>
              <a:t>表达式加表达式是表达式</a:t>
            </a:r>
          </a:p>
        </p:txBody>
      </p:sp>
      <p:grpSp>
        <p:nvGrpSpPr>
          <p:cNvPr id="2" name="Group 6"/>
          <p:cNvGrpSpPr>
            <a:grpSpLocks/>
          </p:cNvGrpSpPr>
          <p:nvPr/>
        </p:nvGrpSpPr>
        <p:grpSpPr bwMode="auto">
          <a:xfrm>
            <a:off x="3946525" y="2781300"/>
            <a:ext cx="3981450" cy="457200"/>
            <a:chOff x="2835" y="1616"/>
            <a:chExt cx="1904" cy="285"/>
          </a:xfrm>
        </p:grpSpPr>
        <p:sp>
          <p:nvSpPr>
            <p:cNvPr id="31776" name="Rectangle 7"/>
            <p:cNvSpPr>
              <a:spLocks noChangeArrowheads="1"/>
            </p:cNvSpPr>
            <p:nvPr/>
          </p:nvSpPr>
          <p:spPr bwMode="auto">
            <a:xfrm>
              <a:off x="4286" y="1616"/>
              <a:ext cx="453"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2400" b="1">
                  <a:solidFill>
                    <a:srgbClr val="000000"/>
                  </a:solidFill>
                </a:rPr>
                <a:t>E→id</a:t>
              </a:r>
              <a:endParaRPr lang="zh-CN" altLang="en-US" sz="2400" b="1">
                <a:solidFill>
                  <a:srgbClr val="000000"/>
                </a:solidFill>
              </a:endParaRPr>
            </a:p>
          </p:txBody>
        </p:sp>
        <p:sp>
          <p:nvSpPr>
            <p:cNvPr id="31777" name="Line 8"/>
            <p:cNvSpPr>
              <a:spLocks noChangeShapeType="1"/>
            </p:cNvSpPr>
            <p:nvPr/>
          </p:nvSpPr>
          <p:spPr bwMode="auto">
            <a:xfrm>
              <a:off x="2835" y="1752"/>
              <a:ext cx="1406"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1780" name="Group 36"/>
          <p:cNvGrpSpPr>
            <a:grpSpLocks/>
          </p:cNvGrpSpPr>
          <p:nvPr/>
        </p:nvGrpSpPr>
        <p:grpSpPr bwMode="auto">
          <a:xfrm>
            <a:off x="4522788" y="3357563"/>
            <a:ext cx="3862387" cy="457200"/>
            <a:chOff x="2849" y="2115"/>
            <a:chExt cx="2433" cy="288"/>
          </a:xfrm>
        </p:grpSpPr>
        <p:sp>
          <p:nvSpPr>
            <p:cNvPr id="31774" name="Rectangle 10"/>
            <p:cNvSpPr>
              <a:spLocks noChangeArrowheads="1"/>
            </p:cNvSpPr>
            <p:nvPr/>
          </p:nvSpPr>
          <p:spPr bwMode="auto">
            <a:xfrm>
              <a:off x="4385" y="2115"/>
              <a:ext cx="8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2400" b="1">
                  <a:solidFill>
                    <a:srgbClr val="000000"/>
                  </a:solidFill>
                </a:rPr>
                <a:t>E→E + E</a:t>
              </a:r>
              <a:endParaRPr lang="zh-CN" altLang="en-US" sz="2400" b="1">
                <a:solidFill>
                  <a:srgbClr val="000000"/>
                </a:solidFill>
              </a:endParaRPr>
            </a:p>
          </p:txBody>
        </p:sp>
        <p:sp>
          <p:nvSpPr>
            <p:cNvPr id="31775" name="Line 11"/>
            <p:cNvSpPr>
              <a:spLocks noChangeShapeType="1"/>
            </p:cNvSpPr>
            <p:nvPr/>
          </p:nvSpPr>
          <p:spPr bwMode="auto">
            <a:xfrm flipV="1">
              <a:off x="2849" y="2251"/>
              <a:ext cx="1573" cy="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50572" name="Rectangle 12"/>
          <p:cNvSpPr>
            <a:spLocks noChangeArrowheads="1"/>
          </p:cNvSpPr>
          <p:nvPr/>
        </p:nvSpPr>
        <p:spPr bwMode="auto">
          <a:xfrm>
            <a:off x="423863" y="3859213"/>
            <a:ext cx="4095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a:latin typeface="华文新魏" pitchFamily="2" charset="-122"/>
                <a:ea typeface="华文新魏" pitchFamily="2" charset="-122"/>
              </a:rPr>
              <a:t>表达式减表达式是表达式</a:t>
            </a:r>
          </a:p>
        </p:txBody>
      </p:sp>
      <p:grpSp>
        <p:nvGrpSpPr>
          <p:cNvPr id="31779" name="Group 35"/>
          <p:cNvGrpSpPr>
            <a:grpSpLocks/>
          </p:cNvGrpSpPr>
          <p:nvPr/>
        </p:nvGrpSpPr>
        <p:grpSpPr bwMode="auto">
          <a:xfrm>
            <a:off x="4738688" y="3933825"/>
            <a:ext cx="3571875" cy="457200"/>
            <a:chOff x="2985" y="2478"/>
            <a:chExt cx="2250" cy="288"/>
          </a:xfrm>
        </p:grpSpPr>
        <p:sp>
          <p:nvSpPr>
            <p:cNvPr id="31772" name="Rectangle 14"/>
            <p:cNvSpPr>
              <a:spLocks noChangeArrowheads="1"/>
            </p:cNvSpPr>
            <p:nvPr/>
          </p:nvSpPr>
          <p:spPr bwMode="auto">
            <a:xfrm>
              <a:off x="4382" y="2478"/>
              <a:ext cx="8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2400" b="1">
                  <a:solidFill>
                    <a:srgbClr val="000000"/>
                  </a:solidFill>
                </a:rPr>
                <a:t>E→E - E</a:t>
              </a:r>
              <a:endParaRPr lang="zh-CN" altLang="en-US" sz="2400" b="1">
                <a:solidFill>
                  <a:srgbClr val="000000"/>
                </a:solidFill>
              </a:endParaRPr>
            </a:p>
          </p:txBody>
        </p:sp>
        <p:sp>
          <p:nvSpPr>
            <p:cNvPr id="31773" name="Line 15"/>
            <p:cNvSpPr>
              <a:spLocks noChangeShapeType="1"/>
            </p:cNvSpPr>
            <p:nvPr/>
          </p:nvSpPr>
          <p:spPr bwMode="auto">
            <a:xfrm flipV="1">
              <a:off x="2985" y="2614"/>
              <a:ext cx="1392" cy="14"/>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50576" name="Rectangle 16"/>
          <p:cNvSpPr>
            <a:spLocks noChangeArrowheads="1"/>
          </p:cNvSpPr>
          <p:nvPr/>
        </p:nvSpPr>
        <p:spPr bwMode="auto">
          <a:xfrm>
            <a:off x="423863" y="4451350"/>
            <a:ext cx="4095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a:latin typeface="华文新魏" pitchFamily="2" charset="-122"/>
                <a:ea typeface="华文新魏" pitchFamily="2" charset="-122"/>
              </a:rPr>
              <a:t>表达式乘表达式是表达式</a:t>
            </a:r>
          </a:p>
        </p:txBody>
      </p:sp>
      <p:grpSp>
        <p:nvGrpSpPr>
          <p:cNvPr id="5" name="Group 17"/>
          <p:cNvGrpSpPr>
            <a:grpSpLocks/>
          </p:cNvGrpSpPr>
          <p:nvPr/>
        </p:nvGrpSpPr>
        <p:grpSpPr bwMode="auto">
          <a:xfrm>
            <a:off x="4667250" y="4510088"/>
            <a:ext cx="3635375" cy="457200"/>
            <a:chOff x="3879" y="2688"/>
            <a:chExt cx="674" cy="285"/>
          </a:xfrm>
        </p:grpSpPr>
        <p:sp>
          <p:nvSpPr>
            <p:cNvPr id="31770" name="Rectangle 18"/>
            <p:cNvSpPr>
              <a:spLocks noChangeArrowheads="1"/>
            </p:cNvSpPr>
            <p:nvPr/>
          </p:nvSpPr>
          <p:spPr bwMode="auto">
            <a:xfrm>
              <a:off x="4307" y="2688"/>
              <a:ext cx="246"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2400" b="1">
                  <a:solidFill>
                    <a:srgbClr val="000000"/>
                  </a:solidFill>
                </a:rPr>
                <a:t>E→E *E</a:t>
              </a:r>
              <a:endParaRPr lang="zh-CN" altLang="en-US" sz="2400" b="1">
                <a:solidFill>
                  <a:srgbClr val="000000"/>
                </a:solidFill>
              </a:endParaRPr>
            </a:p>
          </p:txBody>
        </p:sp>
        <p:sp>
          <p:nvSpPr>
            <p:cNvPr id="31771" name="Line 19"/>
            <p:cNvSpPr>
              <a:spLocks noChangeShapeType="1"/>
            </p:cNvSpPr>
            <p:nvPr/>
          </p:nvSpPr>
          <p:spPr bwMode="auto">
            <a:xfrm>
              <a:off x="3879" y="2840"/>
              <a:ext cx="45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50580" name="Rectangle 20"/>
          <p:cNvSpPr>
            <a:spLocks noChangeArrowheads="1"/>
          </p:cNvSpPr>
          <p:nvPr/>
        </p:nvSpPr>
        <p:spPr bwMode="auto">
          <a:xfrm>
            <a:off x="423863" y="5013325"/>
            <a:ext cx="4095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a:latin typeface="华文新魏" pitchFamily="2" charset="-122"/>
                <a:ea typeface="华文新魏" pitchFamily="2" charset="-122"/>
              </a:rPr>
              <a:t>表达式除表达式是表达式</a:t>
            </a:r>
          </a:p>
        </p:txBody>
      </p:sp>
      <p:grpSp>
        <p:nvGrpSpPr>
          <p:cNvPr id="6" name="Group 21"/>
          <p:cNvGrpSpPr>
            <a:grpSpLocks/>
          </p:cNvGrpSpPr>
          <p:nvPr/>
        </p:nvGrpSpPr>
        <p:grpSpPr bwMode="auto">
          <a:xfrm>
            <a:off x="4522788" y="5013325"/>
            <a:ext cx="3759200" cy="457200"/>
            <a:chOff x="3833" y="3025"/>
            <a:chExt cx="702" cy="285"/>
          </a:xfrm>
        </p:grpSpPr>
        <p:sp>
          <p:nvSpPr>
            <p:cNvPr id="31768" name="Rectangle 22"/>
            <p:cNvSpPr>
              <a:spLocks noChangeArrowheads="1"/>
            </p:cNvSpPr>
            <p:nvPr/>
          </p:nvSpPr>
          <p:spPr bwMode="auto">
            <a:xfrm>
              <a:off x="4286" y="3025"/>
              <a:ext cx="24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2400" b="1">
                  <a:solidFill>
                    <a:srgbClr val="000000"/>
                  </a:solidFill>
                </a:rPr>
                <a:t>E→E / E</a:t>
              </a:r>
              <a:endParaRPr lang="zh-CN" altLang="en-US" sz="2400" b="1">
                <a:solidFill>
                  <a:srgbClr val="000000"/>
                </a:solidFill>
              </a:endParaRPr>
            </a:p>
          </p:txBody>
        </p:sp>
        <p:sp>
          <p:nvSpPr>
            <p:cNvPr id="31769" name="Line 23"/>
            <p:cNvSpPr>
              <a:spLocks noChangeShapeType="1"/>
            </p:cNvSpPr>
            <p:nvPr/>
          </p:nvSpPr>
          <p:spPr bwMode="auto">
            <a:xfrm>
              <a:off x="3833" y="3203"/>
              <a:ext cx="453"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50584" name="Rectangle 24"/>
          <p:cNvSpPr>
            <a:spLocks noChangeArrowheads="1"/>
          </p:cNvSpPr>
          <p:nvPr/>
        </p:nvSpPr>
        <p:spPr bwMode="auto">
          <a:xfrm>
            <a:off x="419100" y="5589588"/>
            <a:ext cx="4451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a:latin typeface="华文新魏" pitchFamily="2" charset="-122"/>
                <a:ea typeface="华文新魏" pitchFamily="2" charset="-122"/>
              </a:rPr>
              <a:t>表达式加上括号后是表达式</a:t>
            </a:r>
          </a:p>
        </p:txBody>
      </p:sp>
      <p:grpSp>
        <p:nvGrpSpPr>
          <p:cNvPr id="7" name="Group 25"/>
          <p:cNvGrpSpPr>
            <a:grpSpLocks/>
          </p:cNvGrpSpPr>
          <p:nvPr/>
        </p:nvGrpSpPr>
        <p:grpSpPr bwMode="auto">
          <a:xfrm>
            <a:off x="5027613" y="5589588"/>
            <a:ext cx="3049587" cy="457200"/>
            <a:chOff x="3560" y="3385"/>
            <a:chExt cx="1136" cy="285"/>
          </a:xfrm>
        </p:grpSpPr>
        <p:sp>
          <p:nvSpPr>
            <p:cNvPr id="31766" name="Rectangle 26"/>
            <p:cNvSpPr>
              <a:spLocks noChangeArrowheads="1"/>
            </p:cNvSpPr>
            <p:nvPr/>
          </p:nvSpPr>
          <p:spPr bwMode="auto">
            <a:xfrm>
              <a:off x="4286" y="3385"/>
              <a:ext cx="41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2400" b="1">
                  <a:solidFill>
                    <a:srgbClr val="000000"/>
                  </a:solidFill>
                </a:rPr>
                <a:t>E→(E)</a:t>
              </a:r>
              <a:endParaRPr lang="zh-CN" altLang="en-US" sz="2400" b="1">
                <a:solidFill>
                  <a:srgbClr val="000000"/>
                </a:solidFill>
              </a:endParaRPr>
            </a:p>
          </p:txBody>
        </p:sp>
        <p:sp>
          <p:nvSpPr>
            <p:cNvPr id="31767" name="Line 27"/>
            <p:cNvSpPr>
              <a:spLocks noChangeShapeType="1"/>
            </p:cNvSpPr>
            <p:nvPr/>
          </p:nvSpPr>
          <p:spPr bwMode="auto">
            <a:xfrm>
              <a:off x="3560" y="3566"/>
              <a:ext cx="726"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50588" name="Rectangle 28"/>
          <p:cNvSpPr>
            <a:spLocks noChangeArrowheads="1"/>
          </p:cNvSpPr>
          <p:nvPr/>
        </p:nvSpPr>
        <p:spPr bwMode="auto">
          <a:xfrm>
            <a:off x="6035675" y="2133600"/>
            <a:ext cx="28432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solidFill>
                  <a:schemeClr val="hlink"/>
                </a:solidFill>
                <a:ea typeface="华文新魏" pitchFamily="2" charset="-122"/>
              </a:rPr>
              <a:t>进一步符号化</a:t>
            </a:r>
          </a:p>
        </p:txBody>
      </p:sp>
      <p:grpSp>
        <p:nvGrpSpPr>
          <p:cNvPr id="8" name="Group 29"/>
          <p:cNvGrpSpPr>
            <a:grpSpLocks/>
          </p:cNvGrpSpPr>
          <p:nvPr/>
        </p:nvGrpSpPr>
        <p:grpSpPr bwMode="auto">
          <a:xfrm>
            <a:off x="-180975" y="2997200"/>
            <a:ext cx="671513" cy="2881313"/>
            <a:chOff x="53" y="1933"/>
            <a:chExt cx="423" cy="1815"/>
          </a:xfrm>
        </p:grpSpPr>
        <p:sp>
          <p:nvSpPr>
            <p:cNvPr id="31764" name="AutoShape 30"/>
            <p:cNvSpPr>
              <a:spLocks/>
            </p:cNvSpPr>
            <p:nvPr/>
          </p:nvSpPr>
          <p:spPr bwMode="auto">
            <a:xfrm>
              <a:off x="340" y="1933"/>
              <a:ext cx="136" cy="1815"/>
            </a:xfrm>
            <a:prstGeom prst="leftBrace">
              <a:avLst>
                <a:gd name="adj1" fmla="val 111213"/>
                <a:gd name="adj2" fmla="val 50000"/>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charset="0"/>
              </a:endParaRPr>
            </a:p>
          </p:txBody>
        </p:sp>
        <p:sp>
          <p:nvSpPr>
            <p:cNvPr id="31765" name="Text Box 31"/>
            <p:cNvSpPr txBox="1">
              <a:spLocks noChangeArrowheads="1"/>
            </p:cNvSpPr>
            <p:nvPr/>
          </p:nvSpPr>
          <p:spPr bwMode="auto">
            <a:xfrm>
              <a:off x="53" y="2523"/>
              <a:ext cx="423" cy="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3200" b="1">
                  <a:solidFill>
                    <a:schemeClr val="accent2"/>
                  </a:solidFill>
                  <a:latin typeface="Verdana" pitchFamily="34" charset="0"/>
                  <a:ea typeface="华文新魏" pitchFamily="2" charset="-122"/>
                </a:rPr>
                <a:t>结构</a:t>
              </a:r>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6848B6E-BD6C-4D07-AA0E-490853F462C2}" type="datetime1">
              <a:rPr lang="zh-CN" altLang="en-US"/>
              <a:pPr/>
              <a:t>2017/2/24</a:t>
            </a:fld>
            <a:endParaRPr lang="en-US" altLang="zh-CN"/>
          </a:p>
        </p:txBody>
      </p:sp>
      <p:sp>
        <p:nvSpPr>
          <p:cNvPr id="3277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65C7456-872C-4EBF-834D-D438922D1A32}" type="slidenum">
              <a:rPr lang="zh-CN" altLang="en-US"/>
              <a:pPr/>
              <a:t>28</a:t>
            </a:fld>
            <a:endParaRPr lang="en-US" altLang="zh-CN"/>
          </a:p>
        </p:txBody>
      </p:sp>
      <p:sp>
        <p:nvSpPr>
          <p:cNvPr id="32772" name="Rectangle 2"/>
          <p:cNvSpPr>
            <a:spLocks noGrp="1" noRot="1" noChangeArrowheads="1"/>
          </p:cNvSpPr>
          <p:nvPr>
            <p:ph type="title"/>
          </p:nvPr>
        </p:nvSpPr>
        <p:spPr>
          <a:xfrm>
            <a:off x="762000" y="914400"/>
            <a:ext cx="6934200" cy="684213"/>
          </a:xfrm>
          <a:noFill/>
        </p:spPr>
        <p:txBody>
          <a:bodyPr lIns="92075" tIns="46038" rIns="92075" bIns="46038"/>
          <a:lstStyle/>
          <a:p>
            <a:pPr eaLnBrk="1" hangingPunct="1"/>
            <a:r>
              <a:rPr lang="zh-CN" altLang="en-US" b="1" smtClean="0">
                <a:solidFill>
                  <a:srgbClr val="000099"/>
                </a:solidFill>
                <a:latin typeface="Times New Roman" pitchFamily="18" charset="0"/>
                <a:ea typeface="华文新魏" pitchFamily="2" charset="-122"/>
              </a:rPr>
              <a:t>例2-1   算术表达式的文法</a:t>
            </a:r>
          </a:p>
        </p:txBody>
      </p:sp>
      <p:sp>
        <p:nvSpPr>
          <p:cNvPr id="452611" name="Rectangle 3"/>
          <p:cNvSpPr>
            <a:spLocks noGrp="1" noRot="1" noChangeArrowheads="1"/>
          </p:cNvSpPr>
          <p:nvPr>
            <p:ph type="body" idx="1"/>
          </p:nvPr>
        </p:nvSpPr>
        <p:spPr>
          <a:xfrm>
            <a:off x="762000" y="1981200"/>
            <a:ext cx="8077200" cy="4471988"/>
          </a:xfrm>
          <a:noFill/>
        </p:spPr>
        <p:txBody>
          <a:bodyPr lIns="92075" tIns="46038" rIns="92075" bIns="46038"/>
          <a:lstStyle/>
          <a:p>
            <a:pPr eaLnBrk="1" hangingPunct="1">
              <a:lnSpc>
                <a:spcPct val="90000"/>
              </a:lnSpc>
            </a:pPr>
            <a:r>
              <a:rPr lang="zh-CN" altLang="en-US" b="1" smtClean="0">
                <a:latin typeface="Times New Roman" pitchFamily="18" charset="0"/>
                <a:ea typeface="华文新魏" pitchFamily="2" charset="-122"/>
              </a:rPr>
              <a:t>按照约定：只写产生式 </a:t>
            </a:r>
            <a:r>
              <a:rPr lang="en-US" altLang="zh-CN" b="1" smtClean="0">
                <a:latin typeface="Times New Roman" pitchFamily="18" charset="0"/>
                <a:ea typeface="华文新魏" pitchFamily="2" charset="-122"/>
              </a:rPr>
              <a:t>P</a:t>
            </a:r>
          </a:p>
          <a:p>
            <a:pPr marL="966788" lvl="1" indent="-509588" eaLnBrk="1" hangingPunct="1">
              <a:lnSpc>
                <a:spcPct val="90000"/>
              </a:lnSpc>
            </a:pPr>
            <a:r>
              <a:rPr lang="en-US" altLang="zh-CN" b="1" smtClean="0">
                <a:latin typeface="Times New Roman" pitchFamily="18" charset="0"/>
                <a:ea typeface="华文新魏" pitchFamily="2" charset="-122"/>
              </a:rPr>
              <a:t>E→E + E            </a:t>
            </a:r>
          </a:p>
          <a:p>
            <a:pPr marL="966788" lvl="1" indent="-509588" eaLnBrk="1" hangingPunct="1">
              <a:lnSpc>
                <a:spcPct val="90000"/>
              </a:lnSpc>
            </a:pPr>
            <a:r>
              <a:rPr lang="en-US" altLang="zh-CN" b="1" smtClean="0">
                <a:latin typeface="Times New Roman" pitchFamily="18" charset="0"/>
                <a:ea typeface="华文新魏" pitchFamily="2" charset="-122"/>
              </a:rPr>
              <a:t>E→E - E</a:t>
            </a:r>
          </a:p>
          <a:p>
            <a:pPr marL="966788" lvl="1" indent="-509588" eaLnBrk="1" hangingPunct="1">
              <a:lnSpc>
                <a:spcPct val="90000"/>
              </a:lnSpc>
            </a:pPr>
            <a:r>
              <a:rPr lang="en-US" altLang="zh-CN" b="1" smtClean="0">
                <a:latin typeface="Times New Roman" pitchFamily="18" charset="0"/>
                <a:ea typeface="华文新魏" pitchFamily="2" charset="-122"/>
              </a:rPr>
              <a:t>E→E * E </a:t>
            </a:r>
          </a:p>
          <a:p>
            <a:pPr marL="966788" lvl="1" indent="-509588" eaLnBrk="1" hangingPunct="1">
              <a:lnSpc>
                <a:spcPct val="90000"/>
              </a:lnSpc>
            </a:pPr>
            <a:r>
              <a:rPr lang="en-US" altLang="zh-CN" b="1" smtClean="0">
                <a:latin typeface="Times New Roman" pitchFamily="18" charset="0"/>
                <a:ea typeface="华文新魏" pitchFamily="2" charset="-122"/>
              </a:rPr>
              <a:t>E→E/ E </a:t>
            </a:r>
          </a:p>
          <a:p>
            <a:pPr marL="966788" lvl="1" indent="-509588" eaLnBrk="1" hangingPunct="1">
              <a:lnSpc>
                <a:spcPct val="90000"/>
              </a:lnSpc>
            </a:pPr>
            <a:r>
              <a:rPr lang="en-US" altLang="zh-CN" b="1" smtClean="0">
                <a:latin typeface="Times New Roman" pitchFamily="18" charset="0"/>
                <a:ea typeface="华文新魏" pitchFamily="2" charset="-122"/>
              </a:rPr>
              <a:t>E→( E )</a:t>
            </a:r>
          </a:p>
          <a:p>
            <a:pPr marL="966788" lvl="1" indent="-509588" eaLnBrk="1" hangingPunct="1">
              <a:lnSpc>
                <a:spcPct val="90000"/>
              </a:lnSpc>
            </a:pPr>
            <a:r>
              <a:rPr lang="en-US" altLang="zh-CN" b="1" smtClean="0">
                <a:latin typeface="Times New Roman" pitchFamily="18" charset="0"/>
                <a:ea typeface="华文新魏" pitchFamily="2" charset="-122"/>
              </a:rPr>
              <a:t>E→id</a:t>
            </a:r>
          </a:p>
          <a:p>
            <a:pPr algn="just" eaLnBrk="1" hangingPunct="1">
              <a:lnSpc>
                <a:spcPct val="90000"/>
              </a:lnSpc>
            </a:pPr>
            <a:r>
              <a:rPr lang="en-US" altLang="zh-CN" b="1" smtClean="0">
                <a:latin typeface="Times New Roman" pitchFamily="18" charset="0"/>
                <a:ea typeface="华文新魏" pitchFamily="2" charset="-122"/>
              </a:rPr>
              <a:t>G </a:t>
            </a:r>
            <a:r>
              <a:rPr lang="en-US" altLang="zh-CN" sz="2800" b="1" smtClean="0">
                <a:latin typeface="Times New Roman" pitchFamily="18" charset="0"/>
                <a:ea typeface="华文新魏" pitchFamily="2" charset="-122"/>
              </a:rPr>
              <a:t>=( {E}，{ id，+，-，*，/，(，)}， P，E)</a:t>
            </a:r>
          </a:p>
          <a:p>
            <a:pPr eaLnBrk="1" hangingPunct="1">
              <a:lnSpc>
                <a:spcPct val="90000"/>
              </a:lnSpc>
            </a:pPr>
            <a:r>
              <a:rPr lang="zh-CN" altLang="en-US" b="1" smtClean="0">
                <a:latin typeface="Times New Roman" pitchFamily="18" charset="0"/>
                <a:ea typeface="华文新魏" pitchFamily="2" charset="-122"/>
              </a:rPr>
              <a:t>简写</a:t>
            </a:r>
            <a:r>
              <a:rPr lang="en-US" altLang="zh-CN" b="1" smtClean="0">
                <a:latin typeface="Times New Roman" pitchFamily="18" charset="0"/>
                <a:ea typeface="华文新魏" pitchFamily="2" charset="-122"/>
              </a:rPr>
              <a:t>E → E+E | E*E | E-E | E/E | (E) | id</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08F752B1-77FB-4F6A-931F-3BCEDAE07EB3}" type="datetime1">
              <a:rPr lang="zh-CN" altLang="en-US"/>
              <a:pPr/>
              <a:t>2017/2/24</a:t>
            </a:fld>
            <a:endParaRPr lang="en-US" altLang="zh-CN"/>
          </a:p>
        </p:txBody>
      </p:sp>
      <p:sp>
        <p:nvSpPr>
          <p:cNvPr id="3379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8BC56EDC-DEC2-4024-B3C0-ED985F85F70D}" type="slidenum">
              <a:rPr lang="zh-CN" altLang="en-US"/>
              <a:pPr/>
              <a:t>29</a:t>
            </a:fld>
            <a:endParaRPr lang="en-US" altLang="zh-CN"/>
          </a:p>
        </p:txBody>
      </p:sp>
      <p:sp>
        <p:nvSpPr>
          <p:cNvPr id="33796" name="Rectangle 2"/>
          <p:cNvSpPr>
            <a:spLocks noGrp="1" noRot="1" noChangeArrowheads="1"/>
          </p:cNvSpPr>
          <p:nvPr>
            <p:ph type="title"/>
          </p:nvPr>
        </p:nvSpPr>
        <p:spPr>
          <a:xfrm>
            <a:off x="301625" y="1096963"/>
            <a:ext cx="5002213" cy="655637"/>
          </a:xfrm>
        </p:spPr>
        <p:txBody>
          <a:bodyPr/>
          <a:lstStyle/>
          <a:p>
            <a:pPr eaLnBrk="1" hangingPunct="1"/>
            <a:r>
              <a:rPr lang="zh-CN" altLang="en-US" b="1" smtClean="0">
                <a:solidFill>
                  <a:srgbClr val="000099"/>
                </a:solidFill>
                <a:latin typeface="Times New Roman" pitchFamily="18" charset="0"/>
                <a:ea typeface="华文新魏" pitchFamily="2" charset="-122"/>
              </a:rPr>
              <a:t>产生式的简写</a:t>
            </a:r>
          </a:p>
        </p:txBody>
      </p:sp>
      <p:sp>
        <p:nvSpPr>
          <p:cNvPr id="33797" name="Rectangle 3"/>
          <p:cNvSpPr>
            <a:spLocks noGrp="1" noRot="1" noChangeArrowheads="1"/>
          </p:cNvSpPr>
          <p:nvPr>
            <p:ph type="body" idx="1"/>
          </p:nvPr>
        </p:nvSpPr>
        <p:spPr>
          <a:xfrm>
            <a:off x="755650" y="1989138"/>
            <a:ext cx="7920038" cy="3716337"/>
          </a:xfrm>
        </p:spPr>
        <p:txBody>
          <a:bodyPr/>
          <a:lstStyle/>
          <a:p>
            <a:pPr marL="0" indent="0" algn="just" eaLnBrk="1" hangingPunct="1">
              <a:spcBef>
                <a:spcPct val="40000"/>
              </a:spcBef>
            </a:pPr>
            <a:r>
              <a:rPr lang="zh-CN" altLang="en-US" b="1" smtClean="0">
                <a:latin typeface="Times New Roman" pitchFamily="18" charset="0"/>
                <a:ea typeface="华文新魏" pitchFamily="2" charset="-122"/>
              </a:rPr>
              <a:t>对一组有相同左部的产生式</a:t>
            </a:r>
          </a:p>
          <a:p>
            <a:pPr marL="0" indent="0" algn="just" eaLnBrk="1" hangingPunct="1">
              <a:spcBef>
                <a:spcPct val="40000"/>
              </a:spcBef>
              <a:buFont typeface="Wingdings" pitchFamily="2" charset="2"/>
              <a:buNone/>
            </a:pPr>
            <a:r>
              <a:rPr lang="en-US" altLang="zh-CN" b="1" smtClean="0">
                <a:latin typeface="Times New Roman" pitchFamily="18" charset="0"/>
                <a:ea typeface="华文新魏" pitchFamily="2" charset="-122"/>
              </a:rPr>
              <a:t>α→β</a:t>
            </a:r>
            <a:r>
              <a:rPr lang="en-US" altLang="zh-CN" b="1" baseline="-30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，α→β</a:t>
            </a:r>
            <a:r>
              <a:rPr lang="en-US" altLang="zh-CN" b="1" baseline="-30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，…，α→β</a:t>
            </a:r>
            <a:r>
              <a:rPr lang="en-US" altLang="zh-CN" b="1" baseline="-30000" smtClean="0">
                <a:latin typeface="Times New Roman" pitchFamily="18" charset="0"/>
                <a:ea typeface="华文新魏" pitchFamily="2" charset="-122"/>
              </a:rPr>
              <a:t>n</a:t>
            </a:r>
          </a:p>
          <a:p>
            <a:pPr marL="0" indent="0" algn="just" eaLnBrk="1" hangingPunct="1">
              <a:spcBef>
                <a:spcPct val="40000"/>
              </a:spcBef>
              <a:buFont typeface="Wingdings" pitchFamily="2" charset="2"/>
              <a:buNone/>
            </a:pPr>
            <a:r>
              <a:rPr lang="zh-CN" altLang="en-US" b="1" smtClean="0">
                <a:latin typeface="Times New Roman" pitchFamily="18" charset="0"/>
                <a:ea typeface="华文新魏" pitchFamily="2" charset="-122"/>
              </a:rPr>
              <a:t>简单地记为：</a:t>
            </a:r>
            <a:r>
              <a:rPr lang="en-US" altLang="zh-CN" b="1" smtClean="0">
                <a:latin typeface="Times New Roman" pitchFamily="18" charset="0"/>
                <a:ea typeface="华文新魏" pitchFamily="2" charset="-122"/>
              </a:rPr>
              <a:t>α→β</a:t>
            </a:r>
            <a:r>
              <a:rPr lang="en-US" altLang="zh-CN" b="1" baseline="-30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|β</a:t>
            </a:r>
            <a:r>
              <a:rPr lang="en-US" altLang="zh-CN" b="1" baseline="-30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|…|β</a:t>
            </a:r>
            <a:r>
              <a:rPr lang="en-US" altLang="zh-CN" b="1" baseline="-30000" smtClean="0">
                <a:latin typeface="Times New Roman" pitchFamily="18" charset="0"/>
                <a:ea typeface="华文新魏" pitchFamily="2" charset="-122"/>
              </a:rPr>
              <a:t>n</a:t>
            </a:r>
            <a:endParaRPr lang="en-US" altLang="zh-CN" b="1" smtClean="0">
              <a:latin typeface="Times New Roman" pitchFamily="18" charset="0"/>
              <a:ea typeface="华文新魏" pitchFamily="2" charset="-122"/>
            </a:endParaRPr>
          </a:p>
          <a:p>
            <a:pPr marL="0" indent="0" eaLnBrk="1" hangingPunct="1">
              <a:spcBef>
                <a:spcPct val="40000"/>
              </a:spcBef>
              <a:buFont typeface="Wingdings" pitchFamily="2" charset="2"/>
              <a:buNone/>
            </a:pPr>
            <a:r>
              <a:rPr lang="zh-CN" altLang="en-US" b="1" smtClean="0">
                <a:latin typeface="Times New Roman" pitchFamily="18" charset="0"/>
                <a:ea typeface="华文新魏" pitchFamily="2" charset="-122"/>
              </a:rPr>
              <a:t>    读作：</a:t>
            </a:r>
            <a:r>
              <a:rPr lang="en-US" altLang="zh-CN" b="1" smtClean="0">
                <a:latin typeface="Times New Roman" pitchFamily="18" charset="0"/>
                <a:ea typeface="华文新魏" pitchFamily="2" charset="-122"/>
              </a:rPr>
              <a:t>α</a:t>
            </a:r>
            <a:r>
              <a:rPr lang="zh-CN" altLang="en-US" b="1" smtClean="0">
                <a:latin typeface="Times New Roman" pitchFamily="18" charset="0"/>
                <a:ea typeface="华文新魏" pitchFamily="2" charset="-122"/>
              </a:rPr>
              <a:t>定义为</a:t>
            </a:r>
            <a:r>
              <a:rPr lang="en-US" altLang="zh-CN" b="1" smtClean="0">
                <a:latin typeface="Times New Roman" pitchFamily="18" charset="0"/>
                <a:ea typeface="华文新魏" pitchFamily="2" charset="-122"/>
              </a:rPr>
              <a:t>β</a:t>
            </a:r>
            <a:r>
              <a:rPr lang="en-US" altLang="zh-CN" b="1" baseline="-30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或者</a:t>
            </a:r>
            <a:r>
              <a:rPr lang="en-US" altLang="zh-CN" b="1" smtClean="0">
                <a:latin typeface="Times New Roman" pitchFamily="18" charset="0"/>
                <a:ea typeface="华文新魏" pitchFamily="2" charset="-122"/>
              </a:rPr>
              <a:t>β</a:t>
            </a:r>
            <a:r>
              <a:rPr lang="en-US" altLang="zh-CN" b="1" baseline="-30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或者</a:t>
            </a:r>
            <a:r>
              <a:rPr lang="en-US" altLang="zh-CN" b="1" smtClean="0">
                <a:latin typeface="Times New Roman" pitchFamily="18" charset="0"/>
                <a:ea typeface="华文新魏" pitchFamily="2" charset="-122"/>
              </a:rPr>
              <a:t>β</a:t>
            </a:r>
            <a:r>
              <a:rPr lang="en-US" altLang="zh-CN" b="1" baseline="-30000" smtClean="0">
                <a:latin typeface="Times New Roman" pitchFamily="18" charset="0"/>
                <a:ea typeface="华文新魏" pitchFamily="2" charset="-122"/>
              </a:rPr>
              <a:t>n</a:t>
            </a:r>
            <a:r>
              <a:rPr lang="zh-CN" altLang="en-US" b="1" smtClean="0">
                <a:latin typeface="Times New Roman" pitchFamily="18" charset="0"/>
                <a:ea typeface="华文新魏" pitchFamily="2" charset="-122"/>
              </a:rPr>
              <a:t>，并且称它们为</a:t>
            </a:r>
            <a:r>
              <a:rPr lang="en-US" altLang="zh-CN" b="1" smtClean="0">
                <a:solidFill>
                  <a:schemeClr val="hlink"/>
                </a:solidFill>
                <a:latin typeface="Times New Roman" pitchFamily="18" charset="0"/>
                <a:ea typeface="华文新魏" pitchFamily="2" charset="-122"/>
              </a:rPr>
              <a:t>α</a:t>
            </a:r>
            <a:r>
              <a:rPr lang="zh-CN" altLang="en-US" b="1" smtClean="0">
                <a:solidFill>
                  <a:schemeClr val="hlink"/>
                </a:solidFill>
                <a:latin typeface="Times New Roman" pitchFamily="18" charset="0"/>
                <a:ea typeface="华文新魏" pitchFamily="2" charset="-122"/>
              </a:rPr>
              <a:t>产生式</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β</a:t>
            </a:r>
            <a:r>
              <a:rPr lang="en-US" altLang="zh-CN" b="1" baseline="-30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 β</a:t>
            </a:r>
            <a:r>
              <a:rPr lang="en-US" altLang="zh-CN" b="1" baseline="-30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 …， β</a:t>
            </a:r>
            <a:r>
              <a:rPr lang="en-US" altLang="zh-CN" b="1" baseline="-30000" smtClean="0">
                <a:latin typeface="Times New Roman" pitchFamily="18" charset="0"/>
                <a:ea typeface="华文新魏" pitchFamily="2" charset="-122"/>
              </a:rPr>
              <a:t>n</a:t>
            </a:r>
            <a:r>
              <a:rPr lang="zh-CN" altLang="en-US" b="1" smtClean="0">
                <a:latin typeface="Times New Roman" pitchFamily="18" charset="0"/>
                <a:ea typeface="华文新魏" pitchFamily="2" charset="-122"/>
              </a:rPr>
              <a:t>称为</a:t>
            </a:r>
            <a:r>
              <a:rPr lang="zh-CN" altLang="en-US" b="1" smtClean="0">
                <a:solidFill>
                  <a:schemeClr val="hlink"/>
                </a:solidFill>
                <a:latin typeface="Times New Roman" pitchFamily="18" charset="0"/>
                <a:ea typeface="华文新魏" pitchFamily="2" charset="-122"/>
              </a:rPr>
              <a:t>候选式</a:t>
            </a:r>
            <a:r>
              <a:rPr lang="en-US" altLang="zh-CN" b="1" smtClean="0">
                <a:latin typeface="Times New Roman" pitchFamily="18" charset="0"/>
                <a:ea typeface="华文新魏" pitchFamily="2" charset="-122"/>
              </a:rPr>
              <a:t>(Candidate)</a:t>
            </a:r>
          </a:p>
        </p:txBody>
      </p:sp>
      <p:sp>
        <p:nvSpPr>
          <p:cNvPr id="453636" name="Rectangle 4"/>
          <p:cNvSpPr>
            <a:spLocks noChangeArrowheads="1"/>
          </p:cNvSpPr>
          <p:nvPr/>
        </p:nvSpPr>
        <p:spPr bwMode="auto">
          <a:xfrm>
            <a:off x="468313" y="5876925"/>
            <a:ext cx="867568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chemeClr val="hlink"/>
              </a:buClr>
              <a:buSzPct val="75000"/>
              <a:buFont typeface="Wingdings" pitchFamily="2" charset="2"/>
              <a:buChar char="v"/>
            </a:pPr>
            <a:r>
              <a:rPr lang="zh-CN" altLang="en-US" sz="3200" b="1">
                <a:ea typeface="华文新魏" pitchFamily="2" charset="-122"/>
              </a:rPr>
              <a:t>文法如何实现对语言的刻画？产生式很关键！</a:t>
            </a:r>
            <a:endParaRPr lang="en-US" altLang="zh-CN" sz="3200" b="1">
              <a:ea typeface="华文新魏" pitchFamily="2" charset="-122"/>
            </a:endParaRPr>
          </a:p>
        </p:txBody>
      </p:sp>
      <p:sp>
        <p:nvSpPr>
          <p:cNvPr id="33799" name="Text Box 5"/>
          <p:cNvSpPr txBox="1">
            <a:spLocks noChangeArrowheads="1"/>
          </p:cNvSpPr>
          <p:nvPr/>
        </p:nvSpPr>
        <p:spPr bwMode="auto">
          <a:xfrm>
            <a:off x="5651500" y="620713"/>
            <a:ext cx="3313113" cy="1320800"/>
          </a:xfrm>
          <a:prstGeom prst="rect">
            <a:avLst/>
          </a:prstGeom>
          <a:solidFill>
            <a:srgbClr val="339966"/>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339966"/>
            </a:extrusionClr>
          </a:sp3d>
        </p:spPr>
        <p:txBody>
          <a:bodyPr>
            <a:spAutoFit/>
            <a:flatTx/>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4000" b="1">
                <a:solidFill>
                  <a:schemeClr val="bg1"/>
                </a:solidFill>
                <a:ea typeface="华文新魏" pitchFamily="2" charset="-122"/>
              </a:rPr>
              <a:t>让描述看起来更简洁一点</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F9F9AE4D-4783-475E-BADD-6495E6AB15B2}" type="datetime1">
              <a:rPr lang="zh-CN" altLang="en-US"/>
              <a:pPr/>
              <a:t>2017/2/24</a:t>
            </a:fld>
            <a:endParaRPr lang="en-US" altLang="zh-CN"/>
          </a:p>
        </p:txBody>
      </p:sp>
      <p:sp>
        <p:nvSpPr>
          <p:cNvPr id="3481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B39B991-1D14-4C63-9835-3ED31758F1F3}" type="slidenum">
              <a:rPr lang="zh-CN" altLang="en-US"/>
              <a:pPr/>
              <a:t>30</a:t>
            </a:fld>
            <a:endParaRPr lang="en-US" altLang="zh-CN"/>
          </a:p>
        </p:txBody>
      </p:sp>
      <p:sp>
        <p:nvSpPr>
          <p:cNvPr id="34820" name="Rectangle 2"/>
          <p:cNvSpPr>
            <a:spLocks noGrp="1" noRot="1" noChangeArrowheads="1"/>
          </p:cNvSpPr>
          <p:nvPr>
            <p:ph type="title"/>
          </p:nvPr>
        </p:nvSpPr>
        <p:spPr>
          <a:xfrm>
            <a:off x="838200" y="838200"/>
            <a:ext cx="6172200" cy="760413"/>
          </a:xfrm>
        </p:spPr>
        <p:txBody>
          <a:bodyPr/>
          <a:lstStyle/>
          <a:p>
            <a:pPr eaLnBrk="1" hangingPunct="1"/>
            <a:r>
              <a:rPr lang="zh-CN" altLang="en-US" b="1" smtClean="0">
                <a:solidFill>
                  <a:srgbClr val="000099"/>
                </a:solidFill>
                <a:latin typeface="Times New Roman" pitchFamily="18" charset="0"/>
                <a:ea typeface="华文新魏" pitchFamily="2" charset="-122"/>
              </a:rPr>
              <a:t>产生式规定了一些变换</a:t>
            </a:r>
          </a:p>
        </p:txBody>
      </p:sp>
      <p:sp>
        <p:nvSpPr>
          <p:cNvPr id="454659" name="Rectangle 3"/>
          <p:cNvSpPr>
            <a:spLocks noGrp="1" noRot="1" noChangeArrowheads="1"/>
          </p:cNvSpPr>
          <p:nvPr>
            <p:ph type="body" idx="1"/>
          </p:nvPr>
        </p:nvSpPr>
        <p:spPr>
          <a:xfrm>
            <a:off x="609600" y="2060575"/>
            <a:ext cx="7772400" cy="4608513"/>
          </a:xfrm>
        </p:spPr>
        <p:txBody>
          <a:bodyPr/>
          <a:lstStyle/>
          <a:p>
            <a:pPr eaLnBrk="1" hangingPunct="1"/>
            <a:r>
              <a:rPr lang="en-US" altLang="zh-CN" sz="2800" b="1" smtClean="0">
                <a:solidFill>
                  <a:srgbClr val="990099"/>
                </a:solidFill>
                <a:latin typeface="Times New Roman" pitchFamily="18" charset="0"/>
                <a:ea typeface="华文新魏" pitchFamily="2" charset="-122"/>
              </a:rPr>
              <a:t>E</a:t>
            </a:r>
            <a:r>
              <a:rPr lang="zh-CN" altLang="en-US" sz="2800" b="1" smtClean="0">
                <a:latin typeface="Times New Roman" pitchFamily="18" charset="0"/>
                <a:ea typeface="华文新魏" pitchFamily="2" charset="-122"/>
              </a:rPr>
              <a:t>由第</a:t>
            </a:r>
            <a:r>
              <a:rPr lang="en-US" altLang="zh-CN" sz="2800" b="1" smtClean="0">
                <a:latin typeface="Times New Roman" pitchFamily="18" charset="0"/>
                <a:ea typeface="华文新魏" pitchFamily="2" charset="-122"/>
              </a:rPr>
              <a:t>1</a:t>
            </a:r>
            <a:r>
              <a:rPr lang="zh-CN" altLang="en-US" sz="2800" b="1" smtClean="0">
                <a:latin typeface="Times New Roman" pitchFamily="18" charset="0"/>
                <a:ea typeface="华文新魏" pitchFamily="2" charset="-122"/>
              </a:rPr>
              <a:t>个候选式可以变成</a:t>
            </a:r>
            <a:r>
              <a:rPr lang="en-US" altLang="zh-CN" sz="2800" b="1" smtClean="0">
                <a:latin typeface="Times New Roman" pitchFamily="18" charset="0"/>
                <a:ea typeface="华文新魏" pitchFamily="2" charset="-122"/>
              </a:rPr>
              <a:t>E+E</a:t>
            </a:r>
          </a:p>
          <a:p>
            <a:pPr eaLnBrk="1" hangingPunct="1"/>
            <a:r>
              <a:rPr lang="en-US" altLang="zh-CN" sz="2800" b="1" smtClean="0">
                <a:solidFill>
                  <a:srgbClr val="990099"/>
                </a:solidFill>
                <a:latin typeface="Times New Roman" pitchFamily="18" charset="0"/>
                <a:ea typeface="华文新魏" pitchFamily="2" charset="-122"/>
              </a:rPr>
              <a:t>E</a:t>
            </a:r>
            <a:r>
              <a:rPr lang="en-US" altLang="zh-CN" sz="2800" b="1" smtClean="0">
                <a:latin typeface="Times New Roman" pitchFamily="18" charset="0"/>
                <a:ea typeface="华文新魏" pitchFamily="2" charset="-122"/>
              </a:rPr>
              <a:t>+E</a:t>
            </a:r>
            <a:r>
              <a:rPr lang="zh-CN" altLang="en-US" sz="2800" b="1" smtClean="0">
                <a:latin typeface="Times New Roman" pitchFamily="18" charset="0"/>
                <a:ea typeface="华文新魏" pitchFamily="2" charset="-122"/>
              </a:rPr>
              <a:t>中的第</a:t>
            </a:r>
            <a:r>
              <a:rPr lang="en-US" altLang="zh-CN" sz="2800" b="1" smtClean="0">
                <a:latin typeface="Times New Roman" pitchFamily="18" charset="0"/>
                <a:ea typeface="华文新魏" pitchFamily="2" charset="-122"/>
              </a:rPr>
              <a:t>1</a:t>
            </a:r>
            <a:r>
              <a:rPr lang="zh-CN" altLang="en-US" sz="2800" b="1" smtClean="0">
                <a:latin typeface="Times New Roman" pitchFamily="18" charset="0"/>
                <a:ea typeface="华文新魏" pitchFamily="2" charset="-122"/>
              </a:rPr>
              <a:t>个</a:t>
            </a:r>
            <a:r>
              <a:rPr lang="en-US" altLang="zh-CN" sz="2800" b="1" smtClean="0">
                <a:latin typeface="Times New Roman" pitchFamily="18" charset="0"/>
                <a:ea typeface="华文新魏" pitchFamily="2" charset="-122"/>
              </a:rPr>
              <a:t>E</a:t>
            </a:r>
            <a:r>
              <a:rPr lang="zh-CN" altLang="en-US" sz="2800" b="1" smtClean="0">
                <a:latin typeface="Times New Roman" pitchFamily="18" charset="0"/>
                <a:ea typeface="华文新魏" pitchFamily="2" charset="-122"/>
              </a:rPr>
              <a:t>由第</a:t>
            </a:r>
            <a:r>
              <a:rPr lang="en-US" altLang="zh-CN" sz="2800" b="1" smtClean="0">
                <a:latin typeface="Times New Roman" pitchFamily="18" charset="0"/>
                <a:ea typeface="华文新魏" pitchFamily="2" charset="-122"/>
              </a:rPr>
              <a:t>2</a:t>
            </a:r>
            <a:r>
              <a:rPr lang="zh-CN" altLang="en-US" sz="2800" b="1" smtClean="0">
                <a:latin typeface="Times New Roman" pitchFamily="18" charset="0"/>
                <a:ea typeface="华文新魏" pitchFamily="2" charset="-122"/>
              </a:rPr>
              <a:t>个候选式可以变成</a:t>
            </a:r>
            <a:r>
              <a:rPr lang="en-US" altLang="zh-CN" sz="2800" b="1" smtClean="0">
                <a:latin typeface="Times New Roman" pitchFamily="18" charset="0"/>
                <a:ea typeface="华文新魏" pitchFamily="2" charset="-122"/>
              </a:rPr>
              <a:t>E*E，</a:t>
            </a:r>
            <a:r>
              <a:rPr lang="zh-CN" altLang="en-US" sz="2800" b="1" smtClean="0">
                <a:latin typeface="Times New Roman" pitchFamily="18" charset="0"/>
                <a:ea typeface="华文新魏" pitchFamily="2" charset="-122"/>
              </a:rPr>
              <a:t>从而</a:t>
            </a:r>
            <a:r>
              <a:rPr lang="en-US" altLang="zh-CN" sz="2800" b="1" smtClean="0">
                <a:latin typeface="Times New Roman" pitchFamily="18" charset="0"/>
                <a:ea typeface="华文新魏" pitchFamily="2" charset="-122"/>
              </a:rPr>
              <a:t>E+E</a:t>
            </a:r>
            <a:r>
              <a:rPr lang="zh-CN" altLang="en-US" sz="2800" b="1" smtClean="0">
                <a:latin typeface="Times New Roman" pitchFamily="18" charset="0"/>
                <a:ea typeface="华文新魏" pitchFamily="2" charset="-122"/>
              </a:rPr>
              <a:t>变成</a:t>
            </a:r>
            <a:r>
              <a:rPr lang="en-US" altLang="zh-CN" sz="2800" b="1" smtClean="0">
                <a:latin typeface="Times New Roman" pitchFamily="18" charset="0"/>
                <a:ea typeface="华文新魏" pitchFamily="2" charset="-122"/>
              </a:rPr>
              <a:t>E*E+E</a:t>
            </a:r>
          </a:p>
          <a:p>
            <a:pPr eaLnBrk="1" hangingPunct="1"/>
            <a:r>
              <a:rPr lang="zh-CN" altLang="en-US" sz="2800" b="1" smtClean="0">
                <a:latin typeface="Times New Roman" pitchFamily="18" charset="0"/>
                <a:ea typeface="华文新魏" pitchFamily="2" charset="-122"/>
              </a:rPr>
              <a:t>根据第4个候选式，</a:t>
            </a:r>
            <a:r>
              <a:rPr lang="en-US" altLang="zh-CN" sz="2800" b="1" smtClean="0">
                <a:latin typeface="Times New Roman" pitchFamily="18" charset="0"/>
                <a:ea typeface="华文新魏" pitchFamily="2" charset="-122"/>
              </a:rPr>
              <a:t>E*E+E</a:t>
            </a:r>
            <a:r>
              <a:rPr lang="zh-CN" altLang="en-US" sz="2800" b="1" smtClean="0">
                <a:latin typeface="Times New Roman" pitchFamily="18" charset="0"/>
                <a:ea typeface="华文新魏" pitchFamily="2" charset="-122"/>
              </a:rPr>
              <a:t>中的</a:t>
            </a:r>
            <a:r>
              <a:rPr lang="en-US" altLang="zh-CN" sz="2800" b="1" smtClean="0">
                <a:latin typeface="Times New Roman" pitchFamily="18" charset="0"/>
                <a:ea typeface="华文新魏" pitchFamily="2" charset="-122"/>
              </a:rPr>
              <a:t>E</a:t>
            </a:r>
            <a:r>
              <a:rPr lang="zh-CN" altLang="en-US" sz="2800" b="1" smtClean="0">
                <a:latin typeface="Times New Roman" pitchFamily="18" charset="0"/>
                <a:ea typeface="华文新魏" pitchFamily="2" charset="-122"/>
              </a:rPr>
              <a:t>都可以变成</a:t>
            </a:r>
            <a:r>
              <a:rPr lang="en-US" altLang="zh-CN" sz="2800" b="1" smtClean="0">
                <a:latin typeface="Times New Roman" pitchFamily="18" charset="0"/>
                <a:ea typeface="华文新魏" pitchFamily="2" charset="-122"/>
              </a:rPr>
              <a:t>id:</a:t>
            </a:r>
          </a:p>
          <a:p>
            <a:pPr lvl="1" eaLnBrk="1" hangingPunct="1"/>
            <a:r>
              <a:rPr lang="en-US" altLang="zh-CN" b="1" smtClean="0">
                <a:solidFill>
                  <a:srgbClr val="990099"/>
                </a:solidFill>
                <a:latin typeface="Times New Roman" pitchFamily="18" charset="0"/>
                <a:ea typeface="华文新魏" pitchFamily="2" charset="-122"/>
              </a:rPr>
              <a:t>E</a:t>
            </a:r>
            <a:r>
              <a:rPr lang="en-US" altLang="zh-CN" b="1" smtClean="0">
                <a:latin typeface="Times New Roman" pitchFamily="18" charset="0"/>
                <a:ea typeface="华文新魏" pitchFamily="2" charset="-122"/>
              </a:rPr>
              <a:t>*E+E </a:t>
            </a:r>
            <a:r>
              <a:rPr lang="zh-CN" altLang="en-US" b="1" smtClean="0">
                <a:latin typeface="Times New Roman" pitchFamily="18" charset="0"/>
                <a:ea typeface="华文新魏" pitchFamily="2" charset="-122"/>
              </a:rPr>
              <a:t>变成</a:t>
            </a:r>
            <a:r>
              <a:rPr lang="en-US" altLang="zh-CN" b="1" smtClean="0">
                <a:latin typeface="Times New Roman" pitchFamily="18" charset="0"/>
                <a:ea typeface="华文新魏" pitchFamily="2" charset="-122"/>
              </a:rPr>
              <a:t>id*E+E</a:t>
            </a:r>
          </a:p>
          <a:p>
            <a:pPr lvl="1" eaLnBrk="1" hangingPunct="1"/>
            <a:r>
              <a:rPr lang="en-US" altLang="zh-CN" b="1" smtClean="0">
                <a:latin typeface="Times New Roman" pitchFamily="18" charset="0"/>
                <a:ea typeface="华文新魏" pitchFamily="2" charset="-122"/>
              </a:rPr>
              <a:t>id*E+</a:t>
            </a:r>
            <a:r>
              <a:rPr lang="en-US" altLang="zh-CN" b="1" smtClean="0">
                <a:solidFill>
                  <a:srgbClr val="990099"/>
                </a:solidFill>
                <a:latin typeface="Times New Roman" pitchFamily="18" charset="0"/>
                <a:ea typeface="华文新魏" pitchFamily="2" charset="-122"/>
              </a:rPr>
              <a:t>E</a:t>
            </a:r>
            <a:r>
              <a:rPr lang="zh-CN" altLang="en-US" b="1" smtClean="0">
                <a:latin typeface="Times New Roman" pitchFamily="18" charset="0"/>
                <a:ea typeface="华文新魏" pitchFamily="2" charset="-122"/>
              </a:rPr>
              <a:t>变成</a:t>
            </a:r>
            <a:r>
              <a:rPr lang="en-US" altLang="zh-CN" b="1" smtClean="0">
                <a:latin typeface="Times New Roman" pitchFamily="18" charset="0"/>
                <a:ea typeface="华文新魏" pitchFamily="2" charset="-122"/>
              </a:rPr>
              <a:t>id*E+id</a:t>
            </a:r>
          </a:p>
          <a:p>
            <a:pPr lvl="1" eaLnBrk="1" hangingPunct="1"/>
            <a:r>
              <a:rPr lang="en-US" altLang="zh-CN" b="1" smtClean="0">
                <a:latin typeface="Times New Roman" pitchFamily="18" charset="0"/>
                <a:ea typeface="华文新魏" pitchFamily="2" charset="-122"/>
              </a:rPr>
              <a:t>id*</a:t>
            </a:r>
            <a:r>
              <a:rPr lang="en-US" altLang="zh-CN" b="1" smtClean="0">
                <a:solidFill>
                  <a:srgbClr val="990099"/>
                </a:solidFill>
                <a:latin typeface="Times New Roman" pitchFamily="18" charset="0"/>
                <a:ea typeface="华文新魏" pitchFamily="2" charset="-122"/>
              </a:rPr>
              <a:t>E</a:t>
            </a:r>
            <a:r>
              <a:rPr lang="en-US" altLang="zh-CN" b="1" smtClean="0">
                <a:latin typeface="Times New Roman" pitchFamily="18" charset="0"/>
                <a:ea typeface="华文新魏" pitchFamily="2" charset="-122"/>
              </a:rPr>
              <a:t>+id</a:t>
            </a:r>
            <a:r>
              <a:rPr lang="zh-CN" altLang="en-US" b="1" smtClean="0">
                <a:latin typeface="Times New Roman" pitchFamily="18" charset="0"/>
                <a:ea typeface="华文新魏" pitchFamily="2" charset="-122"/>
              </a:rPr>
              <a:t>变成</a:t>
            </a:r>
            <a:r>
              <a:rPr lang="en-US" altLang="zh-CN" b="1" smtClean="0">
                <a:latin typeface="Times New Roman" pitchFamily="18" charset="0"/>
                <a:ea typeface="华文新魏" pitchFamily="2" charset="-122"/>
              </a:rPr>
              <a:t>id*id+id</a:t>
            </a:r>
          </a:p>
          <a:p>
            <a:pPr eaLnBrk="1" hangingPunct="1"/>
            <a:r>
              <a:rPr lang="zh-CN" altLang="en-US" sz="2800" b="1" smtClean="0">
                <a:latin typeface="Times New Roman" pitchFamily="18" charset="0"/>
                <a:ea typeface="华文新魏" pitchFamily="2" charset="-122"/>
              </a:rPr>
              <a:t>也就是说，根据第4个候选式，  </a:t>
            </a:r>
            <a:r>
              <a:rPr lang="en-US" altLang="zh-CN" sz="2800" b="1" smtClean="0">
                <a:latin typeface="Times New Roman" pitchFamily="18" charset="0"/>
                <a:ea typeface="华文新魏" pitchFamily="2" charset="-122"/>
              </a:rPr>
              <a:t>E*E+E</a:t>
            </a:r>
            <a:r>
              <a:rPr lang="zh-CN" altLang="en-US" sz="2800" b="1" smtClean="0">
                <a:latin typeface="Times New Roman" pitchFamily="18" charset="0"/>
                <a:ea typeface="华文新魏" pitchFamily="2" charset="-122"/>
              </a:rPr>
              <a:t>经3步变换变成</a:t>
            </a:r>
            <a:r>
              <a:rPr lang="en-US" altLang="zh-CN" sz="2800" b="1" smtClean="0">
                <a:latin typeface="Times New Roman" pitchFamily="18" charset="0"/>
                <a:ea typeface="华文新魏" pitchFamily="2" charset="-122"/>
              </a:rPr>
              <a:t>id*id+id</a:t>
            </a:r>
          </a:p>
        </p:txBody>
      </p:sp>
      <p:sp>
        <p:nvSpPr>
          <p:cNvPr id="454660" name="Rectangle 4"/>
          <p:cNvSpPr>
            <a:spLocks noChangeArrowheads="1"/>
          </p:cNvSpPr>
          <p:nvPr/>
        </p:nvSpPr>
        <p:spPr bwMode="auto">
          <a:xfrm>
            <a:off x="6661150" y="76200"/>
            <a:ext cx="2159000" cy="2654300"/>
          </a:xfrm>
          <a:prstGeom prst="rect">
            <a:avLst/>
          </a:prstGeom>
          <a:solidFill>
            <a:schemeClr val="tx1"/>
          </a:solidFill>
          <a:ln w="9525">
            <a:noFill/>
            <a:miter lim="800000"/>
            <a:headEnd/>
            <a:tailEnd/>
          </a:ln>
          <a:effectLst/>
        </p:spPr>
        <p:txBody>
          <a:bodyPr lIns="92075" tIns="46038" rIns="92075" bIns="46038">
            <a:spAutoFit/>
          </a:bodyPr>
          <a:lstStyle/>
          <a:p>
            <a:pPr marL="342900" indent="-342900">
              <a:buClr>
                <a:schemeClr val="hlink"/>
              </a:buClr>
              <a:buSzPct val="75000"/>
              <a:buFont typeface="Monotype Sorts" pitchFamily="2" charset="2"/>
              <a:buNone/>
            </a:pPr>
            <a:r>
              <a:rPr kumimoji="1" lang="zh-CN" altLang="en-US" sz="2800" b="1">
                <a:solidFill>
                  <a:schemeClr val="bg1"/>
                </a:solidFill>
                <a:effectLst>
                  <a:outerShdw blurRad="38100" dist="38100" dir="2700000" algn="tl">
                    <a:srgbClr val="000000"/>
                  </a:outerShdw>
                </a:effectLst>
              </a:rPr>
              <a:t>1   </a:t>
            </a:r>
            <a:r>
              <a:rPr kumimoji="1" lang="en-US" altLang="zh-CN" sz="2800" b="1">
                <a:solidFill>
                  <a:schemeClr val="bg1"/>
                </a:solidFill>
                <a:effectLst>
                  <a:outerShdw blurRad="38100" dist="38100" dir="2700000" algn="tl">
                    <a:srgbClr val="000000"/>
                  </a:outerShdw>
                </a:effectLst>
              </a:rPr>
              <a:t>E→E+E            </a:t>
            </a:r>
          </a:p>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2   E→E*E      </a:t>
            </a:r>
          </a:p>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3   E→(E)</a:t>
            </a:r>
          </a:p>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4   E→id</a:t>
            </a:r>
          </a:p>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5   E→E-E </a:t>
            </a:r>
          </a:p>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6   E→E/E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3BCE349-BADC-4C46-B804-2A809A3165C1}" type="datetime1">
              <a:rPr lang="zh-CN" altLang="en-US"/>
              <a:pPr/>
              <a:t>2017/2/24</a:t>
            </a:fld>
            <a:endParaRPr lang="en-US" altLang="zh-CN"/>
          </a:p>
        </p:txBody>
      </p:sp>
      <p:sp>
        <p:nvSpPr>
          <p:cNvPr id="3584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3882315-066C-41CF-AB49-C1D68278508F}" type="slidenum">
              <a:rPr lang="zh-CN" altLang="en-US"/>
              <a:pPr/>
              <a:t>31</a:t>
            </a:fld>
            <a:endParaRPr lang="en-US" altLang="zh-CN"/>
          </a:p>
        </p:txBody>
      </p:sp>
      <p:sp>
        <p:nvSpPr>
          <p:cNvPr id="455682" name="Rectangle 2"/>
          <p:cNvSpPr>
            <a:spLocks noGrp="1" noRot="1" noChangeArrowheads="1"/>
          </p:cNvSpPr>
          <p:nvPr>
            <p:ph type="title"/>
          </p:nvPr>
        </p:nvSpPr>
        <p:spPr>
          <a:xfrm>
            <a:off x="539750" y="333375"/>
            <a:ext cx="3816350" cy="1266825"/>
          </a:xfrm>
        </p:spPr>
        <p:txBody>
          <a:bodyPr/>
          <a:lstStyle/>
          <a:p>
            <a:pPr eaLnBrk="1" hangingPunct="1"/>
            <a:r>
              <a:rPr lang="zh-CN" altLang="en-US" sz="4000" b="1" smtClean="0">
                <a:latin typeface="Times New Roman" pitchFamily="18" charset="0"/>
                <a:ea typeface="华文新魏" pitchFamily="2" charset="-122"/>
              </a:rPr>
              <a:t>变换的</a:t>
            </a:r>
            <a:r>
              <a:rPr lang="zh-CN" altLang="en-US" sz="4000" b="1" smtClean="0">
                <a:solidFill>
                  <a:schemeClr val="hlink"/>
                </a:solidFill>
                <a:latin typeface="Times New Roman" pitchFamily="18" charset="0"/>
                <a:ea typeface="华文新魏" pitchFamily="2" charset="-122"/>
              </a:rPr>
              <a:t>符号表示</a:t>
            </a:r>
            <a:endParaRPr lang="en-US" altLang="zh-CN" sz="4000" b="1" smtClean="0">
              <a:solidFill>
                <a:schemeClr val="hlink"/>
              </a:solidFill>
              <a:latin typeface="Times New Roman" pitchFamily="18" charset="0"/>
              <a:ea typeface="华文新魏" pitchFamily="2" charset="-122"/>
            </a:endParaRPr>
          </a:p>
        </p:txBody>
      </p:sp>
      <p:sp>
        <p:nvSpPr>
          <p:cNvPr id="455683" name="Rectangle 3"/>
          <p:cNvSpPr>
            <a:spLocks noGrp="1" noRot="1" noChangeArrowheads="1"/>
          </p:cNvSpPr>
          <p:nvPr>
            <p:ph type="body" idx="1"/>
          </p:nvPr>
        </p:nvSpPr>
        <p:spPr>
          <a:xfrm>
            <a:off x="4953000" y="1779588"/>
            <a:ext cx="3867150" cy="2728912"/>
          </a:xfrm>
        </p:spPr>
        <p:txBody>
          <a:bodyPr/>
          <a:lstStyle/>
          <a:p>
            <a:pPr marL="190500" lvl="1" indent="-11113" eaLnBrk="1" hangingPunct="1">
              <a:spcBef>
                <a:spcPct val="35000"/>
              </a:spcBef>
              <a:buFont typeface="Wingdings" pitchFamily="2" charset="2"/>
              <a:buNone/>
            </a:pPr>
            <a:r>
              <a:rPr lang="en-US" altLang="zh-CN" b="1" smtClean="0">
                <a:solidFill>
                  <a:srgbClr val="3333FF"/>
                </a:solidFill>
                <a:latin typeface="Times New Roman" pitchFamily="18" charset="0"/>
                <a:ea typeface="华文新魏" pitchFamily="2" charset="-122"/>
              </a:rPr>
              <a:t>E </a:t>
            </a:r>
            <a:r>
              <a:rPr lang="en-US" altLang="zh-CN" b="1" smtClean="0">
                <a:solidFill>
                  <a:srgbClr val="3333FF"/>
                </a:solidFill>
                <a:latin typeface="Times New Roman" pitchFamily="18" charset="0"/>
                <a:ea typeface="华文新魏" pitchFamily="2" charset="-122"/>
                <a:sym typeface="Symbol" pitchFamily="18" charset="2"/>
              </a:rPr>
              <a:t></a:t>
            </a:r>
            <a:r>
              <a:rPr lang="en-US" altLang="zh-CN" b="1" smtClean="0">
                <a:solidFill>
                  <a:srgbClr val="3333FF"/>
                </a:solidFill>
                <a:latin typeface="Times New Roman" pitchFamily="18" charset="0"/>
                <a:ea typeface="华文新魏" pitchFamily="2" charset="-122"/>
              </a:rPr>
              <a:t> E + E   	(1)</a:t>
            </a:r>
            <a:endParaRPr lang="zh-CN" altLang="en-US" b="1" smtClean="0">
              <a:solidFill>
                <a:srgbClr val="3333FF"/>
              </a:solidFill>
              <a:latin typeface="Times New Roman" pitchFamily="18" charset="0"/>
              <a:ea typeface="华文新魏" pitchFamily="2" charset="-122"/>
            </a:endParaRPr>
          </a:p>
          <a:p>
            <a:pPr marL="190500" lvl="1" indent="-11113" eaLnBrk="1" hangingPunct="1">
              <a:spcBef>
                <a:spcPct val="35000"/>
              </a:spcBef>
              <a:buFont typeface="Wingdings" pitchFamily="2" charset="2"/>
              <a:buNone/>
            </a:pPr>
            <a:r>
              <a:rPr lang="zh-CN" altLang="en-US" b="1" smtClean="0">
                <a:solidFill>
                  <a:srgbClr val="3333FF"/>
                </a:solidFill>
                <a:latin typeface="Times New Roman" pitchFamily="18" charset="0"/>
                <a:ea typeface="华文新魏" pitchFamily="2" charset="-122"/>
              </a:rPr>
              <a:t> </a:t>
            </a:r>
            <a:r>
              <a:rPr lang="zh-CN" altLang="en-US" b="1" smtClean="0">
                <a:solidFill>
                  <a:srgbClr val="3333FF"/>
                </a:solidFill>
                <a:latin typeface="Times New Roman" pitchFamily="18" charset="0"/>
                <a:ea typeface="华文新魏" pitchFamily="2" charset="-122"/>
                <a:sym typeface="Symbol" pitchFamily="18" charset="2"/>
              </a:rPr>
              <a:t> </a:t>
            </a:r>
            <a:r>
              <a:rPr lang="en-US" altLang="zh-CN" b="1" smtClean="0">
                <a:solidFill>
                  <a:srgbClr val="3333FF"/>
                </a:solidFill>
                <a:latin typeface="Times New Roman" pitchFamily="18" charset="0"/>
                <a:ea typeface="华文新魏" pitchFamily="2" charset="-122"/>
              </a:rPr>
              <a:t>E * E + E 	(2)</a:t>
            </a:r>
            <a:endParaRPr lang="zh-CN" altLang="en-US" b="1" smtClean="0">
              <a:solidFill>
                <a:schemeClr val="bg1"/>
              </a:solidFill>
              <a:latin typeface="Times New Roman" pitchFamily="18" charset="0"/>
              <a:ea typeface="华文新魏" pitchFamily="2" charset="-122"/>
            </a:endParaRPr>
          </a:p>
          <a:p>
            <a:pPr marL="190500" lvl="1" indent="-11113" eaLnBrk="1" hangingPunct="1">
              <a:spcBef>
                <a:spcPct val="35000"/>
              </a:spcBef>
              <a:buFont typeface="Wingdings" pitchFamily="2" charset="2"/>
              <a:buNone/>
            </a:pPr>
            <a:r>
              <a:rPr lang="zh-CN" altLang="en-US" b="1" smtClean="0">
                <a:solidFill>
                  <a:srgbClr val="3333FF"/>
                </a:solidFill>
                <a:latin typeface="Times New Roman" pitchFamily="18" charset="0"/>
                <a:ea typeface="华文新魏" pitchFamily="2" charset="-122"/>
              </a:rPr>
              <a:t> </a:t>
            </a:r>
            <a:r>
              <a:rPr lang="zh-CN" altLang="en-US" b="1" smtClean="0">
                <a:solidFill>
                  <a:srgbClr val="3333FF"/>
                </a:solidFill>
                <a:latin typeface="Times New Roman" pitchFamily="18" charset="0"/>
                <a:ea typeface="华文新魏" pitchFamily="2" charset="-122"/>
                <a:sym typeface="Symbol" pitchFamily="18" charset="2"/>
              </a:rPr>
              <a:t></a:t>
            </a:r>
            <a:r>
              <a:rPr lang="zh-CN" altLang="en-US" b="1" smtClean="0">
                <a:solidFill>
                  <a:srgbClr val="3333FF"/>
                </a:solidFill>
                <a:latin typeface="Times New Roman" pitchFamily="18" charset="0"/>
                <a:ea typeface="华文新魏" pitchFamily="2" charset="-122"/>
              </a:rPr>
              <a:t> </a:t>
            </a:r>
            <a:r>
              <a:rPr lang="en-US" altLang="zh-CN" b="1" smtClean="0">
                <a:solidFill>
                  <a:srgbClr val="3333FF"/>
                </a:solidFill>
                <a:latin typeface="Times New Roman" pitchFamily="18" charset="0"/>
                <a:ea typeface="华文新魏" pitchFamily="2" charset="-122"/>
              </a:rPr>
              <a:t>id * E + E 	(4)</a:t>
            </a:r>
            <a:endParaRPr lang="zh-CN" altLang="en-US" b="1" smtClean="0">
              <a:solidFill>
                <a:srgbClr val="3333FF"/>
              </a:solidFill>
              <a:latin typeface="Times New Roman" pitchFamily="18" charset="0"/>
              <a:ea typeface="华文新魏" pitchFamily="2" charset="-122"/>
            </a:endParaRPr>
          </a:p>
          <a:p>
            <a:pPr marL="190500" lvl="1" indent="-11113" eaLnBrk="1" hangingPunct="1">
              <a:spcBef>
                <a:spcPct val="35000"/>
              </a:spcBef>
              <a:buFont typeface="Wingdings" pitchFamily="2" charset="2"/>
              <a:buNone/>
            </a:pPr>
            <a:r>
              <a:rPr lang="zh-CN" altLang="en-US" b="1" smtClean="0">
                <a:solidFill>
                  <a:srgbClr val="3333FF"/>
                </a:solidFill>
                <a:latin typeface="Times New Roman" pitchFamily="18" charset="0"/>
                <a:ea typeface="华文新魏" pitchFamily="2" charset="-122"/>
              </a:rPr>
              <a:t> </a:t>
            </a:r>
            <a:r>
              <a:rPr lang="zh-CN" altLang="en-US" b="1" smtClean="0">
                <a:solidFill>
                  <a:srgbClr val="3333FF"/>
                </a:solidFill>
                <a:latin typeface="Times New Roman" pitchFamily="18" charset="0"/>
                <a:ea typeface="华文新魏" pitchFamily="2" charset="-122"/>
                <a:sym typeface="Symbol" pitchFamily="18" charset="2"/>
              </a:rPr>
              <a:t></a:t>
            </a:r>
            <a:r>
              <a:rPr lang="zh-CN" altLang="en-US" b="1" smtClean="0">
                <a:solidFill>
                  <a:srgbClr val="3333FF"/>
                </a:solidFill>
                <a:latin typeface="Times New Roman" pitchFamily="18" charset="0"/>
                <a:ea typeface="华文新魏" pitchFamily="2" charset="-122"/>
              </a:rPr>
              <a:t> </a:t>
            </a:r>
            <a:r>
              <a:rPr lang="en-US" altLang="zh-CN" b="1" smtClean="0">
                <a:solidFill>
                  <a:srgbClr val="3333FF"/>
                </a:solidFill>
                <a:latin typeface="Times New Roman" pitchFamily="18" charset="0"/>
                <a:ea typeface="华文新魏" pitchFamily="2" charset="-122"/>
              </a:rPr>
              <a:t>id * E + id 	(4)</a:t>
            </a:r>
            <a:endParaRPr lang="zh-CN" altLang="en-US" b="1" smtClean="0">
              <a:solidFill>
                <a:srgbClr val="3333FF"/>
              </a:solidFill>
              <a:latin typeface="Times New Roman" pitchFamily="18" charset="0"/>
              <a:ea typeface="华文新魏" pitchFamily="2" charset="-122"/>
            </a:endParaRPr>
          </a:p>
          <a:p>
            <a:pPr marL="190500" lvl="1" indent="-11113" eaLnBrk="1" hangingPunct="1">
              <a:spcBef>
                <a:spcPct val="35000"/>
              </a:spcBef>
              <a:buFont typeface="Wingdings" pitchFamily="2" charset="2"/>
              <a:buNone/>
            </a:pPr>
            <a:r>
              <a:rPr lang="zh-CN" altLang="en-US" b="1" smtClean="0">
                <a:solidFill>
                  <a:srgbClr val="3333FF"/>
                </a:solidFill>
                <a:latin typeface="Times New Roman" pitchFamily="18" charset="0"/>
                <a:ea typeface="华文新魏" pitchFamily="2" charset="-122"/>
              </a:rPr>
              <a:t> </a:t>
            </a:r>
            <a:r>
              <a:rPr lang="zh-CN" altLang="en-US" b="1" smtClean="0">
                <a:solidFill>
                  <a:srgbClr val="3333FF"/>
                </a:solidFill>
                <a:latin typeface="Times New Roman" pitchFamily="18" charset="0"/>
                <a:ea typeface="华文新魏" pitchFamily="2" charset="-122"/>
                <a:sym typeface="Symbol" pitchFamily="18" charset="2"/>
              </a:rPr>
              <a:t></a:t>
            </a:r>
            <a:r>
              <a:rPr lang="zh-CN" altLang="en-US" b="1" smtClean="0">
                <a:solidFill>
                  <a:srgbClr val="3333FF"/>
                </a:solidFill>
                <a:latin typeface="Times New Roman" pitchFamily="18" charset="0"/>
                <a:ea typeface="华文新魏" pitchFamily="2" charset="-122"/>
              </a:rPr>
              <a:t> </a:t>
            </a:r>
            <a:r>
              <a:rPr lang="en-US" altLang="zh-CN" b="1" smtClean="0">
                <a:solidFill>
                  <a:srgbClr val="3333FF"/>
                </a:solidFill>
                <a:latin typeface="Times New Roman" pitchFamily="18" charset="0"/>
                <a:ea typeface="华文新魏" pitchFamily="2" charset="-122"/>
              </a:rPr>
              <a:t>id * id + id	(4)</a:t>
            </a:r>
            <a:endParaRPr lang="zh-CN" altLang="en-US" b="1" smtClean="0">
              <a:solidFill>
                <a:srgbClr val="3333FF"/>
              </a:solidFill>
              <a:latin typeface="Times New Roman" pitchFamily="18" charset="0"/>
              <a:ea typeface="华文新魏" pitchFamily="2" charset="-122"/>
            </a:endParaRPr>
          </a:p>
        </p:txBody>
      </p:sp>
      <p:sp>
        <p:nvSpPr>
          <p:cNvPr id="35847" name="Rectangle 5"/>
          <p:cNvSpPr>
            <a:spLocks noChangeArrowheads="1"/>
          </p:cNvSpPr>
          <p:nvPr/>
        </p:nvSpPr>
        <p:spPr bwMode="auto">
          <a:xfrm>
            <a:off x="468313" y="1844675"/>
            <a:ext cx="4178300" cy="331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spcBef>
                <a:spcPct val="20000"/>
              </a:spcBef>
              <a:buClr>
                <a:schemeClr val="hlink"/>
              </a:buClr>
              <a:buSzPct val="75000"/>
              <a:buFont typeface="Wingdings" pitchFamily="2" charset="2"/>
              <a:buChar char="v"/>
            </a:pPr>
            <a:r>
              <a:rPr lang="en-US" altLang="zh-CN" sz="2800" b="1">
                <a:solidFill>
                  <a:srgbClr val="990099"/>
                </a:solidFill>
                <a:ea typeface="华文新魏" pitchFamily="2" charset="-122"/>
              </a:rPr>
              <a:t>E</a:t>
            </a:r>
            <a:r>
              <a:rPr lang="zh-CN" altLang="en-US" sz="2800" b="1">
                <a:ea typeface="华文新魏" pitchFamily="2" charset="-122"/>
              </a:rPr>
              <a:t>可以变成</a:t>
            </a:r>
            <a:r>
              <a:rPr lang="en-US" altLang="zh-CN" sz="2800" b="1">
                <a:ea typeface="华文新魏" pitchFamily="2" charset="-122"/>
              </a:rPr>
              <a:t>E+E</a:t>
            </a:r>
          </a:p>
          <a:p>
            <a:pPr marL="342900" indent="-342900" eaLnBrk="1" hangingPunct="1">
              <a:spcBef>
                <a:spcPct val="20000"/>
              </a:spcBef>
              <a:buClr>
                <a:schemeClr val="hlink"/>
              </a:buClr>
              <a:buSzPct val="75000"/>
              <a:buFont typeface="Wingdings" pitchFamily="2" charset="2"/>
              <a:buChar char="v"/>
            </a:pPr>
            <a:r>
              <a:rPr lang="en-US" altLang="zh-CN" sz="2800" b="1">
                <a:solidFill>
                  <a:srgbClr val="990099"/>
                </a:solidFill>
                <a:ea typeface="华文新魏" pitchFamily="2" charset="-122"/>
              </a:rPr>
              <a:t>E</a:t>
            </a:r>
            <a:r>
              <a:rPr lang="en-US" altLang="zh-CN" sz="2800" b="1">
                <a:ea typeface="华文新魏" pitchFamily="2" charset="-122"/>
              </a:rPr>
              <a:t>+E</a:t>
            </a:r>
            <a:r>
              <a:rPr lang="zh-CN" altLang="en-US" sz="2800" b="1">
                <a:ea typeface="华文新魏" pitchFamily="2" charset="-122"/>
              </a:rPr>
              <a:t>第一个</a:t>
            </a:r>
            <a:r>
              <a:rPr lang="en-US" altLang="zh-CN" sz="2800" b="1">
                <a:ea typeface="华文新魏" pitchFamily="2" charset="-122"/>
              </a:rPr>
              <a:t>E</a:t>
            </a:r>
            <a:r>
              <a:rPr lang="zh-CN" altLang="en-US" sz="2800" b="1">
                <a:ea typeface="华文新魏" pitchFamily="2" charset="-122"/>
              </a:rPr>
              <a:t>变成</a:t>
            </a:r>
            <a:r>
              <a:rPr lang="en-US" altLang="zh-CN" sz="2800" b="1">
                <a:ea typeface="华文新魏" pitchFamily="2" charset="-122"/>
              </a:rPr>
              <a:t>E*E</a:t>
            </a:r>
          </a:p>
          <a:p>
            <a:pPr marL="342900" indent="-342900" eaLnBrk="1" hangingPunct="1">
              <a:spcBef>
                <a:spcPct val="20000"/>
              </a:spcBef>
              <a:buClr>
                <a:schemeClr val="hlink"/>
              </a:buClr>
              <a:buSzPct val="75000"/>
              <a:buFont typeface="Wingdings" pitchFamily="2" charset="2"/>
              <a:buChar char="v"/>
            </a:pPr>
            <a:r>
              <a:rPr lang="en-US" altLang="zh-CN" sz="3200" b="1">
                <a:solidFill>
                  <a:srgbClr val="990099"/>
                </a:solidFill>
                <a:ea typeface="华文新魏" pitchFamily="2" charset="-122"/>
              </a:rPr>
              <a:t>E</a:t>
            </a:r>
            <a:r>
              <a:rPr lang="en-US" altLang="zh-CN" sz="3200" b="1">
                <a:ea typeface="华文新魏" pitchFamily="2" charset="-122"/>
              </a:rPr>
              <a:t>*E+E </a:t>
            </a:r>
            <a:r>
              <a:rPr lang="zh-CN" altLang="en-US" sz="3200" b="1">
                <a:ea typeface="华文新魏" pitchFamily="2" charset="-122"/>
              </a:rPr>
              <a:t>变成</a:t>
            </a:r>
            <a:r>
              <a:rPr lang="en-US" altLang="zh-CN" sz="3200" b="1">
                <a:ea typeface="华文新魏" pitchFamily="2" charset="-122"/>
              </a:rPr>
              <a:t>id*E+E</a:t>
            </a:r>
          </a:p>
          <a:p>
            <a:pPr marL="342900" indent="-342900" eaLnBrk="1" hangingPunct="1">
              <a:spcBef>
                <a:spcPct val="20000"/>
              </a:spcBef>
              <a:buClr>
                <a:schemeClr val="hlink"/>
              </a:buClr>
              <a:buSzPct val="75000"/>
              <a:buFont typeface="Wingdings" pitchFamily="2" charset="2"/>
              <a:buChar char="v"/>
            </a:pPr>
            <a:r>
              <a:rPr lang="en-US" altLang="zh-CN" sz="3200" b="1">
                <a:ea typeface="华文新魏" pitchFamily="2" charset="-122"/>
              </a:rPr>
              <a:t>id*E+</a:t>
            </a:r>
            <a:r>
              <a:rPr lang="en-US" altLang="zh-CN" sz="3200" b="1">
                <a:solidFill>
                  <a:srgbClr val="990099"/>
                </a:solidFill>
                <a:ea typeface="华文新魏" pitchFamily="2" charset="-122"/>
              </a:rPr>
              <a:t>E</a:t>
            </a:r>
            <a:r>
              <a:rPr lang="zh-CN" altLang="en-US" sz="3200" b="1">
                <a:ea typeface="华文新魏" pitchFamily="2" charset="-122"/>
              </a:rPr>
              <a:t>变成</a:t>
            </a:r>
            <a:r>
              <a:rPr lang="en-US" altLang="zh-CN" sz="3200" b="1">
                <a:ea typeface="华文新魏" pitchFamily="2" charset="-122"/>
              </a:rPr>
              <a:t>id*E+id</a:t>
            </a:r>
          </a:p>
          <a:p>
            <a:pPr marL="342900" indent="-342900" eaLnBrk="1" hangingPunct="1">
              <a:spcBef>
                <a:spcPct val="20000"/>
              </a:spcBef>
              <a:buClr>
                <a:schemeClr val="hlink"/>
              </a:buClr>
              <a:buSzPct val="75000"/>
              <a:buFont typeface="Wingdings" pitchFamily="2" charset="2"/>
              <a:buChar char="v"/>
            </a:pPr>
            <a:r>
              <a:rPr lang="en-US" altLang="zh-CN" sz="3200" b="1">
                <a:ea typeface="华文新魏" pitchFamily="2" charset="-122"/>
              </a:rPr>
              <a:t>id*</a:t>
            </a:r>
            <a:r>
              <a:rPr lang="en-US" altLang="zh-CN" sz="3200" b="1">
                <a:solidFill>
                  <a:srgbClr val="990099"/>
                </a:solidFill>
                <a:ea typeface="华文新魏" pitchFamily="2" charset="-122"/>
              </a:rPr>
              <a:t>E</a:t>
            </a:r>
            <a:r>
              <a:rPr lang="en-US" altLang="zh-CN" sz="3200" b="1">
                <a:ea typeface="华文新魏" pitchFamily="2" charset="-122"/>
              </a:rPr>
              <a:t>+id</a:t>
            </a:r>
            <a:r>
              <a:rPr lang="zh-CN" altLang="en-US" sz="3200" b="1">
                <a:ea typeface="华文新魏" pitchFamily="2" charset="-122"/>
              </a:rPr>
              <a:t>变成</a:t>
            </a:r>
            <a:r>
              <a:rPr lang="en-US" altLang="zh-CN" sz="3200" b="1">
                <a:ea typeface="华文新魏" pitchFamily="2" charset="-122"/>
              </a:rPr>
              <a:t>id*id+id</a:t>
            </a:r>
          </a:p>
        </p:txBody>
      </p:sp>
      <p:sp>
        <p:nvSpPr>
          <p:cNvPr id="35848" name="Rectangle 6"/>
          <p:cNvSpPr>
            <a:spLocks noChangeArrowheads="1"/>
          </p:cNvSpPr>
          <p:nvPr/>
        </p:nvSpPr>
        <p:spPr bwMode="auto">
          <a:xfrm>
            <a:off x="801688" y="4797425"/>
            <a:ext cx="4953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3200" b="1">
                <a:ea typeface="华文新魏" pitchFamily="2" charset="-122"/>
              </a:rPr>
              <a:t>E</a:t>
            </a:r>
            <a:r>
              <a:rPr lang="zh-CN" altLang="en-US" sz="3200" b="1">
                <a:ea typeface="华文新魏" pitchFamily="2" charset="-122"/>
              </a:rPr>
              <a:t>经</a:t>
            </a:r>
            <a:r>
              <a:rPr lang="en-US" altLang="zh-CN" sz="3200" b="1">
                <a:ea typeface="华文新魏" pitchFamily="2" charset="-122"/>
              </a:rPr>
              <a:t>5</a:t>
            </a:r>
            <a:r>
              <a:rPr lang="zh-CN" altLang="en-US" sz="3200" b="1">
                <a:ea typeface="华文新魏" pitchFamily="2" charset="-122"/>
              </a:rPr>
              <a:t>步变换变成</a:t>
            </a:r>
            <a:r>
              <a:rPr lang="en-US" altLang="zh-CN" sz="3200" b="1">
                <a:ea typeface="华文新魏" pitchFamily="2" charset="-122"/>
              </a:rPr>
              <a:t>id*id+id</a:t>
            </a:r>
            <a:r>
              <a:rPr lang="zh-CN" altLang="en-US" sz="3200" b="1">
                <a:ea typeface="华文新魏" pitchFamily="2" charset="-122"/>
              </a:rPr>
              <a:t>：</a:t>
            </a:r>
          </a:p>
        </p:txBody>
      </p:sp>
      <p:sp>
        <p:nvSpPr>
          <p:cNvPr id="455687" name="Rectangle 7"/>
          <p:cNvSpPr>
            <a:spLocks noChangeArrowheads="1"/>
          </p:cNvSpPr>
          <p:nvPr/>
        </p:nvSpPr>
        <p:spPr bwMode="auto">
          <a:xfrm>
            <a:off x="5051425" y="4818063"/>
            <a:ext cx="29765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1" eaLnBrk="1" hangingPunct="1">
              <a:spcBef>
                <a:spcPct val="20000"/>
              </a:spcBef>
              <a:buClr>
                <a:schemeClr val="hlink"/>
              </a:buClr>
              <a:buSzPct val="55000"/>
              <a:buFont typeface="Wingdings" pitchFamily="2" charset="2"/>
              <a:buNone/>
            </a:pPr>
            <a:r>
              <a:rPr lang="en-US" altLang="zh-CN" sz="2800" b="1">
                <a:solidFill>
                  <a:srgbClr val="3333FF"/>
                </a:solidFill>
                <a:ea typeface="华文新魏" pitchFamily="2" charset="-122"/>
              </a:rPr>
              <a:t>E </a:t>
            </a:r>
            <a:r>
              <a:rPr lang="en-US" altLang="zh-CN" sz="2800" b="1">
                <a:solidFill>
                  <a:srgbClr val="3333FF"/>
                </a:solidFill>
                <a:ea typeface="华文新魏" pitchFamily="2" charset="-122"/>
                <a:sym typeface="Symbol" pitchFamily="18" charset="2"/>
              </a:rPr>
              <a:t></a:t>
            </a:r>
            <a:r>
              <a:rPr lang="en-US" altLang="zh-CN" sz="2800" b="1" baseline="30000">
                <a:solidFill>
                  <a:srgbClr val="3333FF"/>
                </a:solidFill>
                <a:ea typeface="华文新魏" pitchFamily="2" charset="-122"/>
                <a:sym typeface="Symbol" pitchFamily="18" charset="2"/>
              </a:rPr>
              <a:t>5</a:t>
            </a:r>
            <a:r>
              <a:rPr lang="en-US" altLang="zh-CN" sz="2800" b="1">
                <a:solidFill>
                  <a:srgbClr val="3333FF"/>
                </a:solidFill>
                <a:ea typeface="华文新魏" pitchFamily="2" charset="-122"/>
              </a:rPr>
              <a:t> id* id +id</a:t>
            </a:r>
            <a:endParaRPr lang="zh-CN" altLang="en-US" sz="2800" b="1">
              <a:solidFill>
                <a:srgbClr val="3333FF"/>
              </a:solidFill>
              <a:ea typeface="华文新魏" pitchFamily="2" charset="-122"/>
            </a:endParaRPr>
          </a:p>
        </p:txBody>
      </p:sp>
      <p:sp>
        <p:nvSpPr>
          <p:cNvPr id="455689" name="Rectangle 9"/>
          <p:cNvSpPr>
            <a:spLocks noChangeArrowheads="1"/>
          </p:cNvSpPr>
          <p:nvPr/>
        </p:nvSpPr>
        <p:spPr bwMode="auto">
          <a:xfrm>
            <a:off x="288925" y="5445125"/>
            <a:ext cx="8675688" cy="1066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rgbClr val="FFFF99"/>
                </a:solidFill>
                <a:ea typeface="华文新魏" pitchFamily="2" charset="-122"/>
              </a:rPr>
              <a:t>实质是从</a:t>
            </a:r>
            <a:r>
              <a:rPr lang="en-US" altLang="zh-CN" sz="3200" b="1">
                <a:solidFill>
                  <a:srgbClr val="FFFF99"/>
                </a:solidFill>
                <a:ea typeface="华文新魏" pitchFamily="2" charset="-122"/>
              </a:rPr>
              <a:t>E</a:t>
            </a:r>
            <a:r>
              <a:rPr lang="zh-CN" altLang="en-US" sz="3200" b="1">
                <a:solidFill>
                  <a:srgbClr val="FFFF99"/>
                </a:solidFill>
                <a:ea typeface="华文新魏" pitchFamily="2" charset="-122"/>
              </a:rPr>
              <a:t>开始依据产生式对所得串中的特定部分进行变换，不断获得新的串，最终得到目标</a:t>
            </a:r>
            <a:endParaRPr lang="en-US" altLang="zh-CN" sz="3200" b="1">
              <a:solidFill>
                <a:srgbClr val="FFFF99"/>
              </a:solidFill>
              <a:ea typeface="华文新魏" pitchFamily="2" charset="-122"/>
            </a:endParaRPr>
          </a:p>
        </p:txBody>
      </p:sp>
      <p:sp>
        <p:nvSpPr>
          <p:cNvPr id="454660" name="Rectangle 4"/>
          <p:cNvSpPr>
            <a:spLocks noChangeArrowheads="1"/>
          </p:cNvSpPr>
          <p:nvPr/>
        </p:nvSpPr>
        <p:spPr bwMode="auto">
          <a:xfrm>
            <a:off x="4572000" y="76200"/>
            <a:ext cx="2159000" cy="1373188"/>
          </a:xfrm>
          <a:prstGeom prst="rect">
            <a:avLst/>
          </a:prstGeom>
          <a:solidFill>
            <a:schemeClr val="tx1"/>
          </a:solidFill>
          <a:ln w="9525">
            <a:noFill/>
            <a:miter lim="800000"/>
            <a:headEnd/>
            <a:tailEnd/>
          </a:ln>
          <a:effectLst/>
        </p:spPr>
        <p:txBody>
          <a:bodyPr lIns="92075" tIns="46038" rIns="92075" bIns="46038">
            <a:spAutoFit/>
          </a:bodyPr>
          <a:lstStyle/>
          <a:p>
            <a:pPr marL="342900" indent="-342900">
              <a:buClr>
                <a:schemeClr val="hlink"/>
              </a:buClr>
              <a:buSzPct val="75000"/>
              <a:buFont typeface="Monotype Sorts" pitchFamily="2" charset="2"/>
              <a:buNone/>
            </a:pPr>
            <a:r>
              <a:rPr kumimoji="1" lang="zh-CN" altLang="en-US" sz="2800" b="1">
                <a:solidFill>
                  <a:schemeClr val="bg1"/>
                </a:solidFill>
                <a:effectLst>
                  <a:outerShdw blurRad="38100" dist="38100" dir="2700000" algn="tl">
                    <a:srgbClr val="000000"/>
                  </a:outerShdw>
                </a:effectLst>
              </a:rPr>
              <a:t>1   </a:t>
            </a:r>
            <a:r>
              <a:rPr kumimoji="1" lang="en-US" altLang="zh-CN" sz="2800" b="1">
                <a:solidFill>
                  <a:schemeClr val="bg1"/>
                </a:solidFill>
                <a:effectLst>
                  <a:outerShdw blurRad="38100" dist="38100" dir="2700000" algn="tl">
                    <a:srgbClr val="000000"/>
                  </a:outerShdw>
                </a:effectLst>
              </a:rPr>
              <a:t>E→E+E            </a:t>
            </a:r>
          </a:p>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2   E→E*E      </a:t>
            </a:r>
          </a:p>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3   E→(E)</a:t>
            </a:r>
          </a:p>
        </p:txBody>
      </p:sp>
      <p:sp>
        <p:nvSpPr>
          <p:cNvPr id="2" name="Rectangle 4"/>
          <p:cNvSpPr>
            <a:spLocks noChangeArrowheads="1"/>
          </p:cNvSpPr>
          <p:nvPr/>
        </p:nvSpPr>
        <p:spPr bwMode="auto">
          <a:xfrm>
            <a:off x="6877050" y="76200"/>
            <a:ext cx="2159000" cy="1373188"/>
          </a:xfrm>
          <a:prstGeom prst="rect">
            <a:avLst/>
          </a:prstGeom>
          <a:solidFill>
            <a:schemeClr val="tx1"/>
          </a:solidFill>
          <a:ln w="9525">
            <a:noFill/>
            <a:miter lim="800000"/>
            <a:headEnd/>
            <a:tailEnd/>
          </a:ln>
          <a:effectLst/>
        </p:spPr>
        <p:txBody>
          <a:bodyPr lIns="92075" tIns="46038" rIns="92075" bIns="46038">
            <a:spAutoFit/>
          </a:bodyPr>
          <a:lstStyle/>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4   E→id</a:t>
            </a:r>
          </a:p>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5   E→E-E </a:t>
            </a:r>
          </a:p>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6   E→E/E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2C1B95B-63EE-4A2F-9F14-CD548B81A96D}" type="datetime1">
              <a:rPr lang="zh-CN" altLang="en-US"/>
              <a:pPr/>
              <a:t>2017/2/24</a:t>
            </a:fld>
            <a:endParaRPr lang="en-US" altLang="zh-CN"/>
          </a:p>
        </p:txBody>
      </p:sp>
      <p:sp>
        <p:nvSpPr>
          <p:cNvPr id="3789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2858B78-15F7-4222-952C-CB956291EE25}" type="slidenum">
              <a:rPr lang="zh-CN" altLang="en-US"/>
              <a:pPr/>
              <a:t>32</a:t>
            </a:fld>
            <a:endParaRPr lang="en-US" altLang="zh-CN"/>
          </a:p>
        </p:txBody>
      </p:sp>
      <p:sp>
        <p:nvSpPr>
          <p:cNvPr id="458754" name="Rectangle 2"/>
          <p:cNvSpPr>
            <a:spLocks noGrp="1" noRot="1" noChangeArrowheads="1"/>
          </p:cNvSpPr>
          <p:nvPr>
            <p:ph type="title"/>
          </p:nvPr>
        </p:nvSpPr>
        <p:spPr>
          <a:xfrm>
            <a:off x="323850" y="765175"/>
            <a:ext cx="4410075" cy="974725"/>
          </a:xfrm>
          <a:noFill/>
        </p:spPr>
        <p:txBody>
          <a:bodyPr lIns="92075" tIns="46038" rIns="92075" bIns="46038"/>
          <a:lstStyle/>
          <a:p>
            <a:pPr eaLnBrk="1" hangingPunct="1"/>
            <a:r>
              <a:rPr lang="zh-CN" altLang="en-US" b="1" smtClean="0">
                <a:solidFill>
                  <a:srgbClr val="000099"/>
                </a:solidFill>
                <a:latin typeface="Times New Roman" pitchFamily="18" charset="0"/>
                <a:ea typeface="华文新魏" pitchFamily="2" charset="-122"/>
              </a:rPr>
              <a:t>直接推导与归约</a:t>
            </a:r>
          </a:p>
        </p:txBody>
      </p:sp>
      <p:sp>
        <p:nvSpPr>
          <p:cNvPr id="458755" name="Rectangle 3"/>
          <p:cNvSpPr>
            <a:spLocks noGrp="1" noRot="1" noChangeArrowheads="1"/>
          </p:cNvSpPr>
          <p:nvPr>
            <p:ph type="body" idx="1"/>
          </p:nvPr>
        </p:nvSpPr>
        <p:spPr>
          <a:xfrm>
            <a:off x="533400" y="1997075"/>
            <a:ext cx="4038600" cy="3690938"/>
          </a:xfrm>
          <a:noFill/>
        </p:spPr>
        <p:txBody>
          <a:bodyPr lIns="92075" tIns="46038" rIns="92075" bIns="46038"/>
          <a:lstStyle/>
          <a:p>
            <a:pPr eaLnBrk="1" hangingPunct="1">
              <a:lnSpc>
                <a:spcPct val="90000"/>
              </a:lnSpc>
            </a:pPr>
            <a:r>
              <a:rPr lang="zh-CN" altLang="en-US" b="1" smtClean="0">
                <a:latin typeface="Times New Roman" pitchFamily="18" charset="0"/>
                <a:ea typeface="华文新魏" pitchFamily="2" charset="-122"/>
              </a:rPr>
              <a:t>推导</a:t>
            </a:r>
            <a:r>
              <a:rPr lang="en-US" altLang="zh-CN" b="1" smtClean="0">
                <a:latin typeface="Times New Roman" pitchFamily="18" charset="0"/>
                <a:ea typeface="华文新魏" pitchFamily="2" charset="-122"/>
              </a:rPr>
              <a:t>id * id + id </a:t>
            </a:r>
            <a:r>
              <a:rPr lang="zh-CN" altLang="en-US" b="1" smtClean="0">
                <a:latin typeface="Times New Roman" pitchFamily="18" charset="0"/>
                <a:ea typeface="华文新魏" pitchFamily="2" charset="-122"/>
              </a:rPr>
              <a:t>：</a:t>
            </a:r>
          </a:p>
          <a:p>
            <a:pPr lvl="1" eaLnBrk="1" hangingPunct="1">
              <a:lnSpc>
                <a:spcPct val="90000"/>
              </a:lnSpc>
              <a:spcBef>
                <a:spcPct val="60000"/>
              </a:spcBef>
              <a:buFont typeface="Wingdings" pitchFamily="2" charset="2"/>
              <a:buNone/>
            </a:pPr>
            <a:r>
              <a:rPr lang="en-US" altLang="zh-CN" b="1" smtClean="0">
                <a:latin typeface="Times New Roman" pitchFamily="18" charset="0"/>
                <a:ea typeface="华文新魏" pitchFamily="2" charset="-122"/>
              </a:rPr>
              <a:t>      E</a:t>
            </a:r>
          </a:p>
          <a:p>
            <a:pPr lvl="1" eaLnBrk="1" hangingPunct="1">
              <a:lnSpc>
                <a:spcPct val="90000"/>
              </a:lnSpc>
              <a:spcBef>
                <a:spcPct val="60000"/>
              </a:spcBef>
              <a:buFont typeface="Wingdings" pitchFamily="2" charset="2"/>
              <a:buNone/>
            </a:pPr>
            <a:r>
              <a:rPr lang="en-US" altLang="zh-CN" b="1" smtClean="0">
                <a:latin typeface="Times New Roman" pitchFamily="18" charset="0"/>
                <a:ea typeface="华文新魏" pitchFamily="2" charset="-122"/>
              </a:rPr>
              <a:t> </a:t>
            </a:r>
            <a:r>
              <a:rPr lang="en-US" altLang="zh-CN" b="1" smtClean="0">
                <a:latin typeface="Times New Roman" pitchFamily="18" charset="0"/>
                <a:ea typeface="华文新魏" pitchFamily="2" charset="-122"/>
                <a:sym typeface="Symbol" pitchFamily="18" charset="2"/>
              </a:rPr>
              <a:t></a:t>
            </a:r>
            <a:r>
              <a:rPr lang="en-US" altLang="zh-CN" b="1" smtClean="0">
                <a:latin typeface="Times New Roman" pitchFamily="18" charset="0"/>
                <a:ea typeface="华文新魏" pitchFamily="2" charset="-122"/>
              </a:rPr>
              <a:t> E + E   	(1)</a:t>
            </a:r>
            <a:endParaRPr lang="zh-CN" altLang="en-US" b="1" smtClean="0">
              <a:latin typeface="Times New Roman" pitchFamily="18" charset="0"/>
              <a:ea typeface="华文新魏" pitchFamily="2" charset="-122"/>
            </a:endParaRPr>
          </a:p>
          <a:p>
            <a:pPr lvl="1" eaLnBrk="1" hangingPunct="1">
              <a:lnSpc>
                <a:spcPct val="90000"/>
              </a:lnSpc>
              <a:buFont typeface="Wingdings" pitchFamily="2" charset="2"/>
              <a:buNone/>
            </a:pPr>
            <a:r>
              <a:rPr lang="zh-CN" altLang="en-US" b="1" smtClean="0">
                <a:latin typeface="Times New Roman" pitchFamily="18" charset="0"/>
                <a:ea typeface="华文新魏" pitchFamily="2" charset="-122"/>
              </a:rPr>
              <a:t> </a:t>
            </a:r>
            <a:r>
              <a:rPr lang="zh-CN" altLang="en-US" b="1" smtClean="0">
                <a:latin typeface="Times New Roman" pitchFamily="18" charset="0"/>
                <a:ea typeface="华文新魏" pitchFamily="2" charset="-122"/>
                <a:sym typeface="Symbol" pitchFamily="18" charset="2"/>
              </a:rPr>
              <a:t> </a:t>
            </a:r>
            <a:r>
              <a:rPr lang="en-US" altLang="zh-CN" b="1" smtClean="0">
                <a:latin typeface="Times New Roman" pitchFamily="18" charset="0"/>
                <a:ea typeface="华文新魏" pitchFamily="2" charset="-122"/>
              </a:rPr>
              <a:t>E * E + E 	(2)</a:t>
            </a:r>
          </a:p>
          <a:p>
            <a:pPr lvl="1" eaLnBrk="1" hangingPunct="1">
              <a:lnSpc>
                <a:spcPct val="90000"/>
              </a:lnSpc>
              <a:buFont typeface="Wingdings" pitchFamily="2" charset="2"/>
              <a:buNone/>
            </a:pPr>
            <a:r>
              <a:rPr lang="zh-CN" altLang="en-US" b="1" smtClean="0">
                <a:latin typeface="Times New Roman" pitchFamily="18" charset="0"/>
                <a:ea typeface="华文新魏" pitchFamily="2" charset="-122"/>
              </a:rPr>
              <a:t> </a:t>
            </a:r>
            <a:r>
              <a:rPr lang="zh-CN" altLang="en-US" b="1" smtClean="0">
                <a:latin typeface="Times New Roman" pitchFamily="18" charset="0"/>
                <a:ea typeface="华文新魏" pitchFamily="2" charset="-122"/>
                <a:sym typeface="Symbol" pitchFamily="18" charset="2"/>
              </a:rPr>
              <a:t></a:t>
            </a:r>
            <a:r>
              <a:rPr lang="zh-CN" altLang="en-US" b="1" smtClean="0">
                <a:latin typeface="Times New Roman" pitchFamily="18" charset="0"/>
                <a:ea typeface="华文新魏" pitchFamily="2" charset="-122"/>
              </a:rPr>
              <a:t> </a:t>
            </a:r>
            <a:r>
              <a:rPr lang="en-US" altLang="zh-CN" b="1" smtClean="0">
                <a:latin typeface="Times New Roman" pitchFamily="18" charset="0"/>
                <a:ea typeface="华文新魏" pitchFamily="2" charset="-122"/>
              </a:rPr>
              <a:t>id * E + E 	(4)</a:t>
            </a:r>
            <a:endParaRPr lang="zh-CN" altLang="en-US" b="1" smtClean="0">
              <a:latin typeface="Times New Roman" pitchFamily="18" charset="0"/>
              <a:ea typeface="华文新魏" pitchFamily="2" charset="-122"/>
            </a:endParaRPr>
          </a:p>
          <a:p>
            <a:pPr lvl="1" eaLnBrk="1" hangingPunct="1">
              <a:lnSpc>
                <a:spcPct val="90000"/>
              </a:lnSpc>
              <a:buFont typeface="Wingdings" pitchFamily="2" charset="2"/>
              <a:buNone/>
            </a:pPr>
            <a:r>
              <a:rPr lang="zh-CN" altLang="en-US" b="1" smtClean="0">
                <a:latin typeface="Times New Roman" pitchFamily="18" charset="0"/>
                <a:ea typeface="华文新魏" pitchFamily="2" charset="-122"/>
              </a:rPr>
              <a:t> </a:t>
            </a:r>
            <a:r>
              <a:rPr lang="zh-CN" altLang="en-US" b="1" smtClean="0">
                <a:latin typeface="Times New Roman" pitchFamily="18" charset="0"/>
                <a:ea typeface="华文新魏" pitchFamily="2" charset="-122"/>
                <a:sym typeface="Symbol" pitchFamily="18" charset="2"/>
              </a:rPr>
              <a:t></a:t>
            </a:r>
            <a:r>
              <a:rPr lang="zh-CN" altLang="en-US" b="1" smtClean="0">
                <a:latin typeface="Times New Roman" pitchFamily="18" charset="0"/>
                <a:ea typeface="华文新魏" pitchFamily="2" charset="-122"/>
              </a:rPr>
              <a:t> </a:t>
            </a:r>
            <a:r>
              <a:rPr lang="en-US" altLang="zh-CN" b="1" smtClean="0">
                <a:latin typeface="Times New Roman" pitchFamily="18" charset="0"/>
                <a:ea typeface="华文新魏" pitchFamily="2" charset="-122"/>
              </a:rPr>
              <a:t>id * id + E 	(4)</a:t>
            </a:r>
            <a:endParaRPr lang="zh-CN" altLang="en-US" b="1" smtClean="0">
              <a:latin typeface="Times New Roman" pitchFamily="18" charset="0"/>
              <a:ea typeface="华文新魏" pitchFamily="2" charset="-122"/>
            </a:endParaRPr>
          </a:p>
          <a:p>
            <a:pPr lvl="1" eaLnBrk="1" hangingPunct="1">
              <a:lnSpc>
                <a:spcPct val="90000"/>
              </a:lnSpc>
              <a:buFont typeface="Wingdings" pitchFamily="2" charset="2"/>
              <a:buNone/>
            </a:pPr>
            <a:r>
              <a:rPr lang="zh-CN" altLang="en-US" b="1" smtClean="0">
                <a:latin typeface="Times New Roman" pitchFamily="18" charset="0"/>
                <a:ea typeface="华文新魏" pitchFamily="2" charset="-122"/>
              </a:rPr>
              <a:t> </a:t>
            </a:r>
            <a:r>
              <a:rPr lang="zh-CN" altLang="en-US" b="1" smtClean="0">
                <a:latin typeface="Times New Roman" pitchFamily="18" charset="0"/>
                <a:ea typeface="华文新魏" pitchFamily="2" charset="-122"/>
                <a:sym typeface="Symbol" pitchFamily="18" charset="2"/>
              </a:rPr>
              <a:t></a:t>
            </a:r>
            <a:r>
              <a:rPr lang="zh-CN" altLang="en-US" b="1" smtClean="0">
                <a:latin typeface="Times New Roman" pitchFamily="18" charset="0"/>
                <a:ea typeface="华文新魏" pitchFamily="2" charset="-122"/>
              </a:rPr>
              <a:t> </a:t>
            </a:r>
            <a:r>
              <a:rPr lang="en-US" altLang="zh-CN" b="1" smtClean="0">
                <a:latin typeface="Times New Roman" pitchFamily="18" charset="0"/>
                <a:ea typeface="华文新魏" pitchFamily="2" charset="-122"/>
              </a:rPr>
              <a:t>id * id + id	(4)</a:t>
            </a:r>
            <a:endParaRPr lang="zh-CN" altLang="en-US" b="1" smtClean="0">
              <a:latin typeface="Times New Roman" pitchFamily="18" charset="0"/>
              <a:ea typeface="华文新魏" pitchFamily="2" charset="-122"/>
            </a:endParaRPr>
          </a:p>
        </p:txBody>
      </p:sp>
      <p:sp>
        <p:nvSpPr>
          <p:cNvPr id="458756" name="Rectangle 4"/>
          <p:cNvSpPr>
            <a:spLocks noRot="1" noChangeArrowheads="1"/>
          </p:cNvSpPr>
          <p:nvPr/>
        </p:nvSpPr>
        <p:spPr bwMode="auto">
          <a:xfrm>
            <a:off x="395288" y="5808663"/>
            <a:ext cx="4176712" cy="9334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179388" lvl="1" eaLnBrk="1" hangingPunct="1">
              <a:spcBef>
                <a:spcPct val="20000"/>
              </a:spcBef>
              <a:buClr>
                <a:schemeClr val="accent2"/>
              </a:buClr>
              <a:buSzPct val="85000"/>
              <a:buFont typeface="Wingdings" pitchFamily="2" charset="2"/>
              <a:buNone/>
            </a:pPr>
            <a:r>
              <a:rPr lang="zh-CN" altLang="en-US" sz="2800" b="1">
                <a:solidFill>
                  <a:schemeClr val="bg1"/>
                </a:solidFill>
                <a:ea typeface="华文新魏" pitchFamily="2" charset="-122"/>
              </a:rPr>
              <a:t>从</a:t>
            </a:r>
            <a:r>
              <a:rPr lang="en-US" altLang="zh-CN" sz="2800" b="1">
                <a:solidFill>
                  <a:schemeClr val="bg1"/>
                </a:solidFill>
                <a:ea typeface="华文新魏" pitchFamily="2" charset="-122"/>
              </a:rPr>
              <a:t>E</a:t>
            </a:r>
            <a:r>
              <a:rPr lang="zh-CN" altLang="en-US" sz="2800" b="1">
                <a:solidFill>
                  <a:schemeClr val="bg1"/>
                </a:solidFill>
                <a:ea typeface="华文新魏" pitchFamily="2" charset="-122"/>
              </a:rPr>
              <a:t>出发，</a:t>
            </a:r>
            <a:r>
              <a:rPr lang="en-US" altLang="zh-CN" sz="2800" b="1">
                <a:solidFill>
                  <a:schemeClr val="bg1"/>
                </a:solidFill>
                <a:ea typeface="华文新魏" pitchFamily="2" charset="-122"/>
              </a:rPr>
              <a:t>5</a:t>
            </a:r>
            <a:r>
              <a:rPr lang="zh-CN" altLang="en-US" sz="2800" b="1">
                <a:solidFill>
                  <a:schemeClr val="bg1"/>
                </a:solidFill>
                <a:ea typeface="华文新魏" pitchFamily="2" charset="-122"/>
              </a:rPr>
              <a:t>步</a:t>
            </a:r>
            <a:r>
              <a:rPr lang="zh-CN" altLang="en-US" sz="2800" b="1">
                <a:solidFill>
                  <a:srgbClr val="FFFF99"/>
                </a:solidFill>
                <a:ea typeface="华文新魏" pitchFamily="2" charset="-122"/>
              </a:rPr>
              <a:t>推导</a:t>
            </a:r>
            <a:r>
              <a:rPr lang="zh-CN" altLang="en-US" sz="2800" b="1">
                <a:solidFill>
                  <a:schemeClr val="bg1"/>
                </a:solidFill>
                <a:ea typeface="华文新魏" pitchFamily="2" charset="-122"/>
              </a:rPr>
              <a:t>出句子</a:t>
            </a:r>
            <a:r>
              <a:rPr lang="en-US" altLang="zh-CN" sz="2800" b="1">
                <a:solidFill>
                  <a:schemeClr val="bg1"/>
                </a:solidFill>
                <a:ea typeface="华文新魏" pitchFamily="2" charset="-122"/>
              </a:rPr>
              <a:t>id * id + id</a:t>
            </a:r>
            <a:endParaRPr lang="zh-CN" altLang="en-US" sz="2800" b="1">
              <a:solidFill>
                <a:schemeClr val="bg1"/>
              </a:solidFill>
              <a:ea typeface="华文新魏" pitchFamily="2" charset="-122"/>
            </a:endParaRPr>
          </a:p>
        </p:txBody>
      </p:sp>
      <p:sp>
        <p:nvSpPr>
          <p:cNvPr id="458757" name="Rectangle 5"/>
          <p:cNvSpPr>
            <a:spLocks noRot="1" noChangeArrowheads="1"/>
          </p:cNvSpPr>
          <p:nvPr/>
        </p:nvSpPr>
        <p:spPr bwMode="auto">
          <a:xfrm>
            <a:off x="4932363" y="2065338"/>
            <a:ext cx="4038600" cy="366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eaLnBrk="1" hangingPunct="1">
              <a:spcBef>
                <a:spcPct val="20000"/>
              </a:spcBef>
              <a:buClr>
                <a:schemeClr val="hlink"/>
              </a:buClr>
              <a:buSzPct val="75000"/>
              <a:buFont typeface="Wingdings" pitchFamily="2" charset="2"/>
              <a:buChar char="v"/>
            </a:pPr>
            <a:r>
              <a:rPr lang="zh-CN" altLang="en-US" sz="3200" b="1">
                <a:ea typeface="华文新魏" pitchFamily="2" charset="-122"/>
              </a:rPr>
              <a:t>归约：</a:t>
            </a:r>
          </a:p>
          <a:p>
            <a:pPr marL="742950" lvl="1" indent="-285750" eaLnBrk="1" hangingPunct="1">
              <a:spcBef>
                <a:spcPct val="20000"/>
              </a:spcBef>
              <a:buClr>
                <a:schemeClr val="accent2"/>
              </a:buClr>
              <a:buSzPct val="85000"/>
              <a:buFont typeface="Wingdings" pitchFamily="2" charset="2"/>
              <a:buNone/>
            </a:pPr>
            <a:r>
              <a:rPr lang="en-US" altLang="zh-CN" sz="2800" b="1">
                <a:ea typeface="华文新魏" pitchFamily="2" charset="-122"/>
              </a:rPr>
              <a:t>id * id + id</a:t>
            </a:r>
          </a:p>
          <a:p>
            <a:pPr marL="742950" lvl="1" indent="-285750" eaLnBrk="1" hangingPunct="1">
              <a:spcBef>
                <a:spcPct val="20000"/>
              </a:spcBef>
              <a:buClr>
                <a:schemeClr val="accent2"/>
              </a:buClr>
              <a:buSzPct val="85000"/>
              <a:buFont typeface="Wingdings" pitchFamily="2" charset="2"/>
              <a:buNone/>
            </a:pPr>
            <a:r>
              <a:rPr lang="en-US" altLang="zh-CN" sz="2800" b="1">
                <a:solidFill>
                  <a:srgbClr val="339933"/>
                </a:solidFill>
                <a:ea typeface="华文新魏" pitchFamily="2" charset="-122"/>
                <a:sym typeface="Symbol" pitchFamily="18" charset="2"/>
              </a:rPr>
              <a:t></a:t>
            </a:r>
            <a:r>
              <a:rPr lang="zh-CN" altLang="en-US" sz="2800" b="1">
                <a:ea typeface="华文新魏" pitchFamily="2" charset="-122"/>
              </a:rPr>
              <a:t> </a:t>
            </a:r>
            <a:r>
              <a:rPr lang="en-US" altLang="zh-CN" sz="2800" b="1">
                <a:ea typeface="华文新魏" pitchFamily="2" charset="-122"/>
              </a:rPr>
              <a:t>E</a:t>
            </a:r>
            <a:r>
              <a:rPr lang="zh-CN" altLang="en-US" sz="2800" b="1">
                <a:ea typeface="华文新魏" pitchFamily="2" charset="-122"/>
              </a:rPr>
              <a:t> </a:t>
            </a:r>
            <a:r>
              <a:rPr lang="en-US" altLang="zh-CN" sz="2800" b="1">
                <a:ea typeface="华文新魏" pitchFamily="2" charset="-122"/>
              </a:rPr>
              <a:t>* id + id 	(4)</a:t>
            </a:r>
          </a:p>
          <a:p>
            <a:pPr marL="742950" lvl="1" indent="-285750" eaLnBrk="1" hangingPunct="1">
              <a:spcBef>
                <a:spcPct val="20000"/>
              </a:spcBef>
              <a:buClr>
                <a:schemeClr val="accent2"/>
              </a:buClr>
              <a:buSzPct val="85000"/>
              <a:buFont typeface="Wingdings" pitchFamily="2" charset="2"/>
              <a:buNone/>
            </a:pPr>
            <a:r>
              <a:rPr lang="en-US" altLang="zh-CN" sz="2800" b="1">
                <a:solidFill>
                  <a:srgbClr val="339933"/>
                </a:solidFill>
                <a:ea typeface="华文新魏" pitchFamily="2" charset="-122"/>
                <a:sym typeface="Symbol" pitchFamily="18" charset="2"/>
              </a:rPr>
              <a:t></a:t>
            </a:r>
            <a:r>
              <a:rPr lang="zh-CN" altLang="en-US" sz="2800" b="1">
                <a:ea typeface="华文新魏" pitchFamily="2" charset="-122"/>
              </a:rPr>
              <a:t> </a:t>
            </a:r>
            <a:r>
              <a:rPr lang="en-US" altLang="zh-CN" sz="2800" b="1">
                <a:ea typeface="华文新魏" pitchFamily="2" charset="-122"/>
              </a:rPr>
              <a:t>E * E + id 	(4)</a:t>
            </a:r>
          </a:p>
          <a:p>
            <a:pPr marL="742950" lvl="1" indent="-285750" eaLnBrk="1" hangingPunct="1">
              <a:spcBef>
                <a:spcPct val="20000"/>
              </a:spcBef>
              <a:buClr>
                <a:schemeClr val="accent2"/>
              </a:buClr>
              <a:buSzPct val="85000"/>
              <a:buFont typeface="Wingdings" pitchFamily="2" charset="2"/>
              <a:buNone/>
            </a:pPr>
            <a:r>
              <a:rPr lang="en-US" altLang="zh-CN" sz="2800" b="1">
                <a:solidFill>
                  <a:srgbClr val="339933"/>
                </a:solidFill>
                <a:ea typeface="华文新魏" pitchFamily="2" charset="-122"/>
                <a:sym typeface="Symbol" pitchFamily="18" charset="2"/>
              </a:rPr>
              <a:t></a:t>
            </a:r>
            <a:r>
              <a:rPr lang="zh-CN" altLang="en-US" sz="2800" b="1">
                <a:ea typeface="华文新魏" pitchFamily="2" charset="-122"/>
                <a:sym typeface="Symbol" pitchFamily="18" charset="2"/>
              </a:rPr>
              <a:t> </a:t>
            </a:r>
            <a:r>
              <a:rPr lang="en-US" altLang="zh-CN" sz="2800" b="1">
                <a:ea typeface="华文新魏" pitchFamily="2" charset="-122"/>
              </a:rPr>
              <a:t>E + id		(2)</a:t>
            </a:r>
          </a:p>
          <a:p>
            <a:pPr marL="742950" lvl="1" indent="-285750" eaLnBrk="1" hangingPunct="1">
              <a:spcBef>
                <a:spcPct val="20000"/>
              </a:spcBef>
              <a:buClr>
                <a:schemeClr val="accent2"/>
              </a:buClr>
              <a:buSzPct val="85000"/>
              <a:buFont typeface="Wingdings" pitchFamily="2" charset="2"/>
              <a:buNone/>
            </a:pPr>
            <a:r>
              <a:rPr lang="en-US" altLang="zh-CN" sz="2800" b="1">
                <a:solidFill>
                  <a:srgbClr val="339933"/>
                </a:solidFill>
                <a:ea typeface="华文新魏" pitchFamily="2" charset="-122"/>
                <a:sym typeface="Symbol" pitchFamily="18" charset="2"/>
              </a:rPr>
              <a:t></a:t>
            </a:r>
            <a:r>
              <a:rPr lang="en-US" altLang="zh-CN" sz="2800" b="1">
                <a:ea typeface="华文新魏" pitchFamily="2" charset="-122"/>
              </a:rPr>
              <a:t> E + E   	(4)</a:t>
            </a:r>
            <a:endParaRPr lang="zh-CN" altLang="en-US" sz="2800" b="1">
              <a:ea typeface="华文新魏" pitchFamily="2" charset="-122"/>
            </a:endParaRPr>
          </a:p>
          <a:p>
            <a:pPr marL="742950" lvl="1" indent="-285750" eaLnBrk="1" hangingPunct="1">
              <a:spcBef>
                <a:spcPct val="20000"/>
              </a:spcBef>
              <a:buClr>
                <a:schemeClr val="accent2"/>
              </a:buClr>
              <a:buSzPct val="85000"/>
              <a:buFont typeface="Wingdings" pitchFamily="2" charset="2"/>
              <a:buNone/>
            </a:pPr>
            <a:r>
              <a:rPr lang="en-US" altLang="zh-CN" sz="2800" b="1">
                <a:solidFill>
                  <a:srgbClr val="339933"/>
                </a:solidFill>
                <a:ea typeface="华文新魏" pitchFamily="2" charset="-122"/>
                <a:sym typeface="Symbol" pitchFamily="18" charset="2"/>
              </a:rPr>
              <a:t></a:t>
            </a:r>
            <a:r>
              <a:rPr lang="zh-CN" altLang="en-US" sz="2800" b="1">
                <a:ea typeface="华文新魏" pitchFamily="2" charset="-122"/>
              </a:rPr>
              <a:t> </a:t>
            </a:r>
            <a:r>
              <a:rPr lang="en-US" altLang="zh-CN" sz="2800" b="1">
                <a:ea typeface="华文新魏" pitchFamily="2" charset="-122"/>
              </a:rPr>
              <a:t>E</a:t>
            </a:r>
            <a:r>
              <a:rPr lang="zh-CN" altLang="en-US" sz="2800" b="1">
                <a:ea typeface="华文新魏" pitchFamily="2" charset="-122"/>
              </a:rPr>
              <a:t> </a:t>
            </a:r>
            <a:r>
              <a:rPr lang="en-US" altLang="zh-CN" sz="2800" b="1">
                <a:ea typeface="华文新魏" pitchFamily="2" charset="-122"/>
              </a:rPr>
              <a:t>		(1)</a:t>
            </a:r>
            <a:r>
              <a:rPr lang="en-US" altLang="zh-CN" sz="2800" b="1">
                <a:solidFill>
                  <a:srgbClr val="339933"/>
                </a:solidFill>
                <a:ea typeface="华文新魏" pitchFamily="2" charset="-122"/>
                <a:sym typeface="Symbol" pitchFamily="18" charset="2"/>
              </a:rPr>
              <a:t> </a:t>
            </a:r>
            <a:endParaRPr lang="zh-CN" altLang="en-US" sz="2800" b="1">
              <a:solidFill>
                <a:srgbClr val="339933"/>
              </a:solidFill>
              <a:ea typeface="华文新魏" pitchFamily="2" charset="-122"/>
              <a:sym typeface="Symbol" pitchFamily="18" charset="2"/>
            </a:endParaRPr>
          </a:p>
        </p:txBody>
      </p:sp>
      <p:sp>
        <p:nvSpPr>
          <p:cNvPr id="458760" name="Rectangle 8"/>
          <p:cNvSpPr>
            <a:spLocks noRot="1" noChangeArrowheads="1"/>
          </p:cNvSpPr>
          <p:nvPr/>
        </p:nvSpPr>
        <p:spPr bwMode="auto">
          <a:xfrm>
            <a:off x="4716463" y="5786438"/>
            <a:ext cx="4176712" cy="9334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179388" lvl="1" eaLnBrk="1" hangingPunct="1">
              <a:spcBef>
                <a:spcPct val="20000"/>
              </a:spcBef>
              <a:buClr>
                <a:schemeClr val="accent2"/>
              </a:buClr>
              <a:buSzPct val="85000"/>
              <a:buFont typeface="Wingdings" pitchFamily="2" charset="2"/>
              <a:buNone/>
            </a:pPr>
            <a:r>
              <a:rPr lang="zh-CN" altLang="en-US" sz="2800" b="1">
                <a:solidFill>
                  <a:schemeClr val="bg1"/>
                </a:solidFill>
                <a:ea typeface="华文新魏" pitchFamily="2" charset="-122"/>
              </a:rPr>
              <a:t>从</a:t>
            </a:r>
            <a:r>
              <a:rPr lang="en-US" altLang="zh-CN" sz="2800" b="1">
                <a:solidFill>
                  <a:schemeClr val="bg1"/>
                </a:solidFill>
                <a:ea typeface="华文新魏" pitchFamily="2" charset="-122"/>
              </a:rPr>
              <a:t>id * id + id</a:t>
            </a:r>
            <a:r>
              <a:rPr lang="zh-CN" altLang="en-US" sz="2800" b="1">
                <a:solidFill>
                  <a:schemeClr val="bg1"/>
                </a:solidFill>
                <a:ea typeface="华文新魏" pitchFamily="2" charset="-122"/>
              </a:rPr>
              <a:t> 出发，</a:t>
            </a:r>
            <a:r>
              <a:rPr lang="en-US" altLang="zh-CN" sz="2800" b="1">
                <a:solidFill>
                  <a:schemeClr val="bg1"/>
                </a:solidFill>
                <a:ea typeface="华文新魏" pitchFamily="2" charset="-122"/>
              </a:rPr>
              <a:t>5</a:t>
            </a:r>
            <a:r>
              <a:rPr lang="zh-CN" altLang="en-US" sz="2800" b="1">
                <a:solidFill>
                  <a:schemeClr val="bg1"/>
                </a:solidFill>
                <a:ea typeface="华文新魏" pitchFamily="2" charset="-122"/>
              </a:rPr>
              <a:t>步</a:t>
            </a:r>
            <a:r>
              <a:rPr lang="zh-CN" altLang="en-US" sz="2800" b="1">
                <a:solidFill>
                  <a:srgbClr val="FFFF99"/>
                </a:solidFill>
                <a:ea typeface="华文新魏" pitchFamily="2" charset="-122"/>
              </a:rPr>
              <a:t>归约</a:t>
            </a:r>
            <a:r>
              <a:rPr lang="zh-CN" altLang="en-US" sz="2800" b="1">
                <a:solidFill>
                  <a:schemeClr val="bg1"/>
                </a:solidFill>
                <a:ea typeface="华文新魏" pitchFamily="2" charset="-122"/>
              </a:rPr>
              <a:t>成开始符号</a:t>
            </a:r>
            <a:r>
              <a:rPr lang="en-US" altLang="zh-CN" sz="2800" b="1">
                <a:solidFill>
                  <a:schemeClr val="bg1"/>
                </a:solidFill>
                <a:ea typeface="华文新魏" pitchFamily="2" charset="-122"/>
              </a:rPr>
              <a:t>E</a:t>
            </a:r>
            <a:endParaRPr lang="zh-CN" altLang="en-US" sz="2800" b="1">
              <a:solidFill>
                <a:schemeClr val="bg1"/>
              </a:solidFill>
              <a:ea typeface="华文新魏" pitchFamily="2" charset="-122"/>
            </a:endParaRPr>
          </a:p>
        </p:txBody>
      </p:sp>
      <p:sp>
        <p:nvSpPr>
          <p:cNvPr id="454660" name="Rectangle 4"/>
          <p:cNvSpPr>
            <a:spLocks noChangeArrowheads="1"/>
          </p:cNvSpPr>
          <p:nvPr/>
        </p:nvSpPr>
        <p:spPr bwMode="auto">
          <a:xfrm>
            <a:off x="4572000" y="76200"/>
            <a:ext cx="2159000" cy="1373188"/>
          </a:xfrm>
          <a:prstGeom prst="rect">
            <a:avLst/>
          </a:prstGeom>
          <a:solidFill>
            <a:schemeClr val="tx1"/>
          </a:solidFill>
          <a:ln w="9525">
            <a:noFill/>
            <a:miter lim="800000"/>
            <a:headEnd/>
            <a:tailEnd/>
          </a:ln>
          <a:effectLst/>
        </p:spPr>
        <p:txBody>
          <a:bodyPr lIns="92075" tIns="46038" rIns="92075" bIns="46038">
            <a:spAutoFit/>
          </a:bodyPr>
          <a:lstStyle/>
          <a:p>
            <a:pPr marL="342900" indent="-342900">
              <a:buClr>
                <a:schemeClr val="hlink"/>
              </a:buClr>
              <a:buSzPct val="75000"/>
              <a:buFont typeface="Monotype Sorts" pitchFamily="2" charset="2"/>
              <a:buNone/>
            </a:pPr>
            <a:r>
              <a:rPr kumimoji="1" lang="zh-CN" altLang="en-US" sz="2800" b="1">
                <a:solidFill>
                  <a:schemeClr val="bg1"/>
                </a:solidFill>
                <a:effectLst>
                  <a:outerShdw blurRad="38100" dist="38100" dir="2700000" algn="tl">
                    <a:srgbClr val="000000"/>
                  </a:outerShdw>
                </a:effectLst>
              </a:rPr>
              <a:t>1   </a:t>
            </a:r>
            <a:r>
              <a:rPr kumimoji="1" lang="en-US" altLang="zh-CN" sz="2800" b="1">
                <a:solidFill>
                  <a:schemeClr val="bg1"/>
                </a:solidFill>
                <a:effectLst>
                  <a:outerShdw blurRad="38100" dist="38100" dir="2700000" algn="tl">
                    <a:srgbClr val="000000"/>
                  </a:outerShdw>
                </a:effectLst>
              </a:rPr>
              <a:t>E→E+E            </a:t>
            </a:r>
          </a:p>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2   E→E*E      </a:t>
            </a:r>
          </a:p>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3   E→(E)</a:t>
            </a:r>
          </a:p>
        </p:txBody>
      </p:sp>
      <p:sp>
        <p:nvSpPr>
          <p:cNvPr id="2" name="Rectangle 4"/>
          <p:cNvSpPr>
            <a:spLocks noChangeArrowheads="1"/>
          </p:cNvSpPr>
          <p:nvPr/>
        </p:nvSpPr>
        <p:spPr bwMode="auto">
          <a:xfrm>
            <a:off x="6877050" y="76200"/>
            <a:ext cx="2159000" cy="1373188"/>
          </a:xfrm>
          <a:prstGeom prst="rect">
            <a:avLst/>
          </a:prstGeom>
          <a:solidFill>
            <a:schemeClr val="tx1"/>
          </a:solidFill>
          <a:ln w="9525">
            <a:noFill/>
            <a:miter lim="800000"/>
            <a:headEnd/>
            <a:tailEnd/>
          </a:ln>
          <a:effectLst/>
        </p:spPr>
        <p:txBody>
          <a:bodyPr lIns="92075" tIns="46038" rIns="92075" bIns="46038">
            <a:spAutoFit/>
          </a:bodyPr>
          <a:lstStyle/>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4   E→id</a:t>
            </a:r>
          </a:p>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5   E→E-E </a:t>
            </a:r>
          </a:p>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6   E→E/E </a:t>
            </a: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43301A6-6055-4BCE-AE68-74B285578204}" type="datetime1">
              <a:rPr lang="zh-CN" altLang="en-US"/>
              <a:pPr/>
              <a:t>2017/2/24</a:t>
            </a:fld>
            <a:endParaRPr lang="en-US" altLang="zh-CN"/>
          </a:p>
        </p:txBody>
      </p:sp>
      <p:sp>
        <p:nvSpPr>
          <p:cNvPr id="3686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F899C94-BE1D-47A0-B161-9434108E09B7}" type="slidenum">
              <a:rPr lang="zh-CN" altLang="en-US"/>
              <a:pPr/>
              <a:t>33</a:t>
            </a:fld>
            <a:endParaRPr lang="en-US" altLang="zh-CN"/>
          </a:p>
        </p:txBody>
      </p:sp>
      <p:sp>
        <p:nvSpPr>
          <p:cNvPr id="36868" name="Rectangle 2"/>
          <p:cNvSpPr>
            <a:spLocks noGrp="1" noRot="1" noChangeArrowheads="1"/>
          </p:cNvSpPr>
          <p:nvPr>
            <p:ph type="title"/>
          </p:nvPr>
        </p:nvSpPr>
        <p:spPr/>
        <p:txBody>
          <a:bodyPr/>
          <a:lstStyle/>
          <a:p>
            <a:pPr eaLnBrk="1" hangingPunct="1"/>
            <a:r>
              <a:rPr lang="zh-CN" altLang="en-US" b="1" smtClean="0">
                <a:latin typeface="Times New Roman" pitchFamily="18" charset="0"/>
                <a:ea typeface="华文新魏" pitchFamily="2" charset="-122"/>
              </a:rPr>
              <a:t>变换的分析</a:t>
            </a:r>
            <a:endParaRPr lang="en-US" altLang="zh-CN" b="1" smtClean="0">
              <a:latin typeface="Times New Roman" pitchFamily="18" charset="0"/>
              <a:ea typeface="华文新魏" pitchFamily="2" charset="-122"/>
            </a:endParaRPr>
          </a:p>
        </p:txBody>
      </p:sp>
      <p:sp>
        <p:nvSpPr>
          <p:cNvPr id="36869" name="Rectangle 3"/>
          <p:cNvSpPr>
            <a:spLocks noGrp="1" noRot="1" noChangeArrowheads="1"/>
          </p:cNvSpPr>
          <p:nvPr>
            <p:ph type="body" idx="1"/>
          </p:nvPr>
        </p:nvSpPr>
        <p:spPr>
          <a:xfrm>
            <a:off x="188913" y="1989138"/>
            <a:ext cx="8955087" cy="1079500"/>
          </a:xfrm>
        </p:spPr>
        <p:txBody>
          <a:bodyPr/>
          <a:lstStyle/>
          <a:p>
            <a:pPr eaLnBrk="1" hangingPunct="1"/>
            <a:r>
              <a:rPr lang="zh-CN" altLang="en-US" b="1" smtClean="0">
                <a:latin typeface="Times New Roman" pitchFamily="18" charset="0"/>
                <a:ea typeface="华文新魏" pitchFamily="2" charset="-122"/>
              </a:rPr>
              <a:t>实质是从</a:t>
            </a:r>
            <a:r>
              <a:rPr lang="en-US" altLang="zh-CN" b="1" smtClean="0">
                <a:latin typeface="Times New Roman" pitchFamily="18" charset="0"/>
                <a:ea typeface="华文新魏" pitchFamily="2" charset="-122"/>
              </a:rPr>
              <a:t>E</a:t>
            </a:r>
            <a:r>
              <a:rPr lang="zh-CN" altLang="en-US" b="1" smtClean="0">
                <a:latin typeface="Times New Roman" pitchFamily="18" charset="0"/>
                <a:ea typeface="华文新魏" pitchFamily="2" charset="-122"/>
              </a:rPr>
              <a:t>开始依据产生式对所得串中的</a:t>
            </a:r>
            <a:r>
              <a:rPr lang="zh-CN" altLang="en-US" b="1" smtClean="0">
                <a:solidFill>
                  <a:schemeClr val="hlink"/>
                </a:solidFill>
                <a:latin typeface="Times New Roman" pitchFamily="18" charset="0"/>
                <a:ea typeface="华文新魏" pitchFamily="2" charset="-122"/>
              </a:rPr>
              <a:t>特定部分</a:t>
            </a:r>
            <a:r>
              <a:rPr lang="zh-CN" altLang="en-US" b="1" smtClean="0">
                <a:latin typeface="Times New Roman" pitchFamily="18" charset="0"/>
                <a:ea typeface="华文新魏" pitchFamily="2" charset="-122"/>
              </a:rPr>
              <a:t>进行变换，不断获得新的串，最终得到目标</a:t>
            </a:r>
          </a:p>
        </p:txBody>
      </p:sp>
      <p:grpSp>
        <p:nvGrpSpPr>
          <p:cNvPr id="2" name="Group 4"/>
          <p:cNvGrpSpPr>
            <a:grpSpLocks/>
          </p:cNvGrpSpPr>
          <p:nvPr/>
        </p:nvGrpSpPr>
        <p:grpSpPr bwMode="auto">
          <a:xfrm>
            <a:off x="1042988" y="3429000"/>
            <a:ext cx="7188200" cy="1001713"/>
            <a:chOff x="657" y="1162"/>
            <a:chExt cx="4528" cy="631"/>
          </a:xfrm>
        </p:grpSpPr>
        <p:sp>
          <p:nvSpPr>
            <p:cNvPr id="36894" name="Rectangle 5"/>
            <p:cNvSpPr>
              <a:spLocks noChangeArrowheads="1"/>
            </p:cNvSpPr>
            <p:nvPr/>
          </p:nvSpPr>
          <p:spPr bwMode="auto">
            <a:xfrm>
              <a:off x="657" y="1428"/>
              <a:ext cx="90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3200" b="1">
                  <a:ea typeface="华文新魏" pitchFamily="2" charset="-122"/>
                </a:rPr>
                <a:t>  E+E</a:t>
              </a:r>
              <a:r>
                <a:rPr lang="en-US" altLang="zh-CN" sz="3200" b="1">
                  <a:solidFill>
                    <a:srgbClr val="3333FF"/>
                  </a:solidFill>
                  <a:ea typeface="华文新魏" pitchFamily="2" charset="-122"/>
                </a:rPr>
                <a:t> </a:t>
              </a:r>
              <a:r>
                <a:rPr lang="zh-CN" altLang="zh-CN" sz="3200" b="1">
                  <a:solidFill>
                    <a:srgbClr val="3333FF"/>
                  </a:solidFill>
                  <a:ea typeface="华文新魏" pitchFamily="2" charset="-122"/>
                  <a:sym typeface="Symbol" pitchFamily="18" charset="2"/>
                </a:rPr>
                <a:t></a:t>
              </a:r>
              <a:endParaRPr lang="zh-CN" altLang="en-US" sz="3200" b="1">
                <a:solidFill>
                  <a:srgbClr val="3333FF"/>
                </a:solidFill>
                <a:ea typeface="华文新魏" pitchFamily="2" charset="-122"/>
                <a:sym typeface="Symbol" pitchFamily="18" charset="2"/>
              </a:endParaRPr>
            </a:p>
          </p:txBody>
        </p:sp>
        <p:sp>
          <p:nvSpPr>
            <p:cNvPr id="36895" name="Rectangle 6"/>
            <p:cNvSpPr>
              <a:spLocks noChangeArrowheads="1"/>
            </p:cNvSpPr>
            <p:nvPr/>
          </p:nvSpPr>
          <p:spPr bwMode="auto">
            <a:xfrm>
              <a:off x="1837" y="1162"/>
              <a:ext cx="235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a:ea typeface="华文新魏" pitchFamily="2" charset="-122"/>
                </a:rPr>
                <a:t>依据产生式</a:t>
              </a:r>
              <a:r>
                <a:rPr lang="en-US" altLang="zh-CN" sz="3200" b="1">
                  <a:ea typeface="华文新魏" pitchFamily="2" charset="-122"/>
                </a:rPr>
                <a:t>E →E*E</a:t>
              </a:r>
              <a:endParaRPr lang="zh-CN" altLang="en-US" sz="3200" b="1">
                <a:ea typeface="华文新魏" pitchFamily="2" charset="-122"/>
              </a:endParaRPr>
            </a:p>
          </p:txBody>
        </p:sp>
        <p:sp>
          <p:nvSpPr>
            <p:cNvPr id="36896" name="Rectangle 7"/>
            <p:cNvSpPr>
              <a:spLocks noChangeArrowheads="1"/>
            </p:cNvSpPr>
            <p:nvPr/>
          </p:nvSpPr>
          <p:spPr bwMode="auto">
            <a:xfrm>
              <a:off x="4105" y="1428"/>
              <a:ext cx="108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3200" b="1">
                  <a:ea typeface="华文新魏" pitchFamily="2" charset="-122"/>
                </a:rPr>
                <a:t>E+E*E </a:t>
              </a:r>
              <a:r>
                <a:rPr lang="zh-CN" altLang="zh-CN" sz="3200" b="1">
                  <a:solidFill>
                    <a:srgbClr val="3333FF"/>
                  </a:solidFill>
                  <a:latin typeface="Tahoma" pitchFamily="34" charset="0"/>
                  <a:ea typeface="华文新魏" pitchFamily="2" charset="-122"/>
                  <a:sym typeface="Symbol" pitchFamily="18" charset="2"/>
                </a:rPr>
                <a:t></a:t>
              </a:r>
              <a:endParaRPr lang="zh-CN" altLang="en-US" sz="3200" b="1">
                <a:solidFill>
                  <a:srgbClr val="3333FF"/>
                </a:solidFill>
                <a:latin typeface="Tahoma" pitchFamily="34" charset="0"/>
                <a:ea typeface="华文新魏" pitchFamily="2" charset="-122"/>
                <a:sym typeface="Symbol" pitchFamily="18" charset="2"/>
              </a:endParaRPr>
            </a:p>
          </p:txBody>
        </p:sp>
        <p:sp>
          <p:nvSpPr>
            <p:cNvPr id="36897" name="Line 8"/>
            <p:cNvSpPr>
              <a:spLocks noChangeShapeType="1"/>
            </p:cNvSpPr>
            <p:nvPr/>
          </p:nvSpPr>
          <p:spPr bwMode="auto">
            <a:xfrm>
              <a:off x="1610" y="1616"/>
              <a:ext cx="2540" cy="0"/>
            </a:xfrm>
            <a:prstGeom prst="line">
              <a:avLst/>
            </a:prstGeom>
            <a:noFill/>
            <a:ln w="381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6899" name="Group 35"/>
          <p:cNvGrpSpPr>
            <a:grpSpLocks/>
          </p:cNvGrpSpPr>
          <p:nvPr/>
        </p:nvGrpSpPr>
        <p:grpSpPr bwMode="auto">
          <a:xfrm>
            <a:off x="1042988" y="4292600"/>
            <a:ext cx="1290637" cy="1444625"/>
            <a:chOff x="657" y="2704"/>
            <a:chExt cx="813" cy="910"/>
          </a:xfrm>
        </p:grpSpPr>
        <p:sp>
          <p:nvSpPr>
            <p:cNvPr id="36890" name="Rectangle 12"/>
            <p:cNvSpPr>
              <a:spLocks noChangeArrowheads="1"/>
            </p:cNvSpPr>
            <p:nvPr/>
          </p:nvSpPr>
          <p:spPr bwMode="auto">
            <a:xfrm>
              <a:off x="657" y="3249"/>
              <a:ext cx="81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3200" b="1">
                  <a:ea typeface="华文新魏" pitchFamily="2" charset="-122"/>
                </a:rPr>
                <a:t>αAβ</a:t>
              </a:r>
              <a:endParaRPr lang="zh-CN" altLang="en-US" sz="3200" b="1">
                <a:ea typeface="华文新魏" pitchFamily="2" charset="-122"/>
              </a:endParaRPr>
            </a:p>
          </p:txBody>
        </p:sp>
        <p:sp>
          <p:nvSpPr>
            <p:cNvPr id="36879" name="Line 16"/>
            <p:cNvSpPr>
              <a:spLocks noChangeShapeType="1"/>
            </p:cNvSpPr>
            <p:nvPr/>
          </p:nvSpPr>
          <p:spPr bwMode="auto">
            <a:xfrm flipH="1">
              <a:off x="1066" y="2750"/>
              <a:ext cx="135" cy="68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6880" name="Group 17"/>
            <p:cNvGrpSpPr>
              <a:grpSpLocks/>
            </p:cNvGrpSpPr>
            <p:nvPr/>
          </p:nvGrpSpPr>
          <p:grpSpPr bwMode="auto">
            <a:xfrm>
              <a:off x="839" y="2704"/>
              <a:ext cx="272" cy="726"/>
              <a:chOff x="839" y="1706"/>
              <a:chExt cx="272" cy="726"/>
            </a:xfrm>
          </p:grpSpPr>
          <p:sp>
            <p:nvSpPr>
              <p:cNvPr id="36888" name="AutoShape 18"/>
              <p:cNvSpPr>
                <a:spLocks/>
              </p:cNvSpPr>
              <p:nvPr/>
            </p:nvSpPr>
            <p:spPr bwMode="auto">
              <a:xfrm rot="-5400000">
                <a:off x="975" y="1615"/>
                <a:ext cx="46" cy="227"/>
              </a:xfrm>
              <a:prstGeom prst="leftBrace">
                <a:avLst>
                  <a:gd name="adj1" fmla="val 41123"/>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p>
                <a:endParaRPr lang="zh-CN" altLang="en-US">
                  <a:latin typeface="Arial" charset="0"/>
                </a:endParaRPr>
              </a:p>
            </p:txBody>
          </p:sp>
          <p:sp>
            <p:nvSpPr>
              <p:cNvPr id="36889" name="Line 19"/>
              <p:cNvSpPr>
                <a:spLocks noChangeShapeType="1"/>
              </p:cNvSpPr>
              <p:nvPr/>
            </p:nvSpPr>
            <p:spPr bwMode="auto">
              <a:xfrm flipH="1">
                <a:off x="839" y="1752"/>
                <a:ext cx="136" cy="68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6883" name="Line 26"/>
            <p:cNvSpPr>
              <a:spLocks noChangeShapeType="1"/>
            </p:cNvSpPr>
            <p:nvPr/>
          </p:nvSpPr>
          <p:spPr bwMode="auto">
            <a:xfrm flipH="1">
              <a:off x="1292" y="2704"/>
              <a:ext cx="91" cy="63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6902" name="Group 38"/>
          <p:cNvGrpSpPr>
            <a:grpSpLocks/>
          </p:cNvGrpSpPr>
          <p:nvPr/>
        </p:nvGrpSpPr>
        <p:grpSpPr bwMode="auto">
          <a:xfrm>
            <a:off x="2555875" y="4725988"/>
            <a:ext cx="4032250" cy="720725"/>
            <a:chOff x="1610" y="2977"/>
            <a:chExt cx="2540" cy="454"/>
          </a:xfrm>
        </p:grpSpPr>
        <p:sp>
          <p:nvSpPr>
            <p:cNvPr id="36893" name="Line 15"/>
            <p:cNvSpPr>
              <a:spLocks noChangeShapeType="1"/>
            </p:cNvSpPr>
            <p:nvPr/>
          </p:nvSpPr>
          <p:spPr bwMode="auto">
            <a:xfrm>
              <a:off x="1610" y="3431"/>
              <a:ext cx="2540" cy="0"/>
            </a:xfrm>
            <a:prstGeom prst="line">
              <a:avLst/>
            </a:prstGeom>
            <a:noFill/>
            <a:ln w="381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91" name="Rectangle 13"/>
            <p:cNvSpPr>
              <a:spLocks noChangeArrowheads="1"/>
            </p:cNvSpPr>
            <p:nvPr/>
          </p:nvSpPr>
          <p:spPr bwMode="auto">
            <a:xfrm>
              <a:off x="1837" y="2977"/>
              <a:ext cx="2163" cy="371"/>
            </a:xfrm>
            <a:prstGeom prst="rect">
              <a:avLst/>
            </a:prstGeom>
            <a:noFill/>
            <a:ln w="9525">
              <a:solidFill>
                <a:srgbClr val="220575"/>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1" hangingPunct="1"/>
              <a:r>
                <a:rPr lang="zh-CN" altLang="en-US" sz="3200" b="1">
                  <a:ea typeface="华文新魏" pitchFamily="2" charset="-122"/>
                </a:rPr>
                <a:t>依据产生式</a:t>
              </a:r>
              <a:r>
                <a:rPr lang="en-US" altLang="zh-CN" sz="3200" b="1">
                  <a:ea typeface="华文新魏" pitchFamily="2" charset="-122"/>
                </a:rPr>
                <a:t>A →γ</a:t>
              </a:r>
              <a:endParaRPr lang="zh-CN" altLang="en-US" sz="3200" b="1">
                <a:ea typeface="华文新魏" pitchFamily="2" charset="-122"/>
              </a:endParaRPr>
            </a:p>
          </p:txBody>
        </p:sp>
      </p:grpSp>
      <p:grpSp>
        <p:nvGrpSpPr>
          <p:cNvPr id="36900" name="Group 36"/>
          <p:cNvGrpSpPr>
            <a:grpSpLocks/>
          </p:cNvGrpSpPr>
          <p:nvPr/>
        </p:nvGrpSpPr>
        <p:grpSpPr bwMode="auto">
          <a:xfrm>
            <a:off x="6516688" y="4292600"/>
            <a:ext cx="1511300" cy="1455738"/>
            <a:chOff x="4105" y="2704"/>
            <a:chExt cx="952" cy="917"/>
          </a:xfrm>
        </p:grpSpPr>
        <p:sp>
          <p:nvSpPr>
            <p:cNvPr id="36892" name="Rectangle 14"/>
            <p:cNvSpPr>
              <a:spLocks noChangeArrowheads="1"/>
            </p:cNvSpPr>
            <p:nvPr/>
          </p:nvSpPr>
          <p:spPr bwMode="auto">
            <a:xfrm>
              <a:off x="4105" y="3256"/>
              <a:ext cx="8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3200" b="1">
                  <a:ea typeface="华文新魏" pitchFamily="2" charset="-122"/>
                </a:rPr>
                <a:t>αγβ</a:t>
              </a:r>
              <a:endParaRPr lang="zh-CN" altLang="en-US" sz="3200" b="1">
                <a:ea typeface="华文新魏" pitchFamily="2" charset="-122"/>
              </a:endParaRPr>
            </a:p>
          </p:txBody>
        </p:sp>
        <p:grpSp>
          <p:nvGrpSpPr>
            <p:cNvPr id="36881" name="Group 20"/>
            <p:cNvGrpSpPr>
              <a:grpSpLocks/>
            </p:cNvGrpSpPr>
            <p:nvPr/>
          </p:nvGrpSpPr>
          <p:grpSpPr bwMode="auto">
            <a:xfrm>
              <a:off x="4195" y="2704"/>
              <a:ext cx="227" cy="681"/>
              <a:chOff x="4195" y="1706"/>
              <a:chExt cx="227" cy="681"/>
            </a:xfrm>
          </p:grpSpPr>
          <p:sp>
            <p:nvSpPr>
              <p:cNvPr id="36886" name="AutoShape 21"/>
              <p:cNvSpPr>
                <a:spLocks/>
              </p:cNvSpPr>
              <p:nvPr/>
            </p:nvSpPr>
            <p:spPr bwMode="auto">
              <a:xfrm rot="-5400000">
                <a:off x="4286" y="1615"/>
                <a:ext cx="46" cy="227"/>
              </a:xfrm>
              <a:prstGeom prst="leftBrace">
                <a:avLst>
                  <a:gd name="adj1" fmla="val 41123"/>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p>
                <a:endParaRPr lang="zh-CN" altLang="en-US">
                  <a:latin typeface="Arial" charset="0"/>
                </a:endParaRPr>
              </a:p>
            </p:txBody>
          </p:sp>
          <p:sp>
            <p:nvSpPr>
              <p:cNvPr id="36887" name="Line 22"/>
              <p:cNvSpPr>
                <a:spLocks noChangeShapeType="1"/>
              </p:cNvSpPr>
              <p:nvPr/>
            </p:nvSpPr>
            <p:spPr bwMode="auto">
              <a:xfrm flipH="1">
                <a:off x="4286" y="1752"/>
                <a:ext cx="45" cy="63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6882" name="Group 23"/>
            <p:cNvGrpSpPr>
              <a:grpSpLocks/>
            </p:cNvGrpSpPr>
            <p:nvPr/>
          </p:nvGrpSpPr>
          <p:grpSpPr bwMode="auto">
            <a:xfrm>
              <a:off x="4558" y="2749"/>
              <a:ext cx="363" cy="636"/>
              <a:chOff x="4558" y="1751"/>
              <a:chExt cx="363" cy="636"/>
            </a:xfrm>
          </p:grpSpPr>
          <p:sp>
            <p:nvSpPr>
              <p:cNvPr id="36884" name="AutoShape 24"/>
              <p:cNvSpPr>
                <a:spLocks/>
              </p:cNvSpPr>
              <p:nvPr/>
            </p:nvSpPr>
            <p:spPr bwMode="auto">
              <a:xfrm rot="-5400000">
                <a:off x="4717" y="1592"/>
                <a:ext cx="46" cy="363"/>
              </a:xfrm>
              <a:prstGeom prst="leftBrace">
                <a:avLst>
                  <a:gd name="adj1" fmla="val 65761"/>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p>
                <a:endParaRPr lang="zh-CN" altLang="en-US">
                  <a:latin typeface="Arial" charset="0"/>
                </a:endParaRPr>
              </a:p>
            </p:txBody>
          </p:sp>
          <p:sp>
            <p:nvSpPr>
              <p:cNvPr id="36885" name="Line 25"/>
              <p:cNvSpPr>
                <a:spLocks noChangeShapeType="1"/>
              </p:cNvSpPr>
              <p:nvPr/>
            </p:nvSpPr>
            <p:spPr bwMode="auto">
              <a:xfrm flipH="1">
                <a:off x="4558" y="1797"/>
                <a:ext cx="182" cy="5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6877" name="Line 27"/>
            <p:cNvSpPr>
              <a:spLocks noChangeShapeType="1"/>
            </p:cNvSpPr>
            <p:nvPr/>
          </p:nvSpPr>
          <p:spPr bwMode="auto">
            <a:xfrm flipH="1">
              <a:off x="4830" y="2714"/>
              <a:ext cx="227" cy="63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56732" name="Freeform 28"/>
          <p:cNvSpPr>
            <a:spLocks/>
          </p:cNvSpPr>
          <p:nvPr/>
        </p:nvSpPr>
        <p:spPr bwMode="auto">
          <a:xfrm flipV="1">
            <a:off x="1908175" y="3357563"/>
            <a:ext cx="5616575" cy="719137"/>
          </a:xfrm>
          <a:custGeom>
            <a:avLst/>
            <a:gdLst>
              <a:gd name="T0" fmla="*/ 0 w 3538"/>
              <a:gd name="T1" fmla="*/ 0 h 144"/>
              <a:gd name="T2" fmla="*/ 272 w 3538"/>
              <a:gd name="T3" fmla="*/ 45 h 144"/>
              <a:gd name="T4" fmla="*/ 1633 w 3538"/>
              <a:gd name="T5" fmla="*/ 136 h 144"/>
              <a:gd name="T6" fmla="*/ 2993 w 3538"/>
              <a:gd name="T7" fmla="*/ 91 h 144"/>
              <a:gd name="T8" fmla="*/ 3538 w 3538"/>
              <a:gd name="T9" fmla="*/ 0 h 144"/>
              <a:gd name="T10" fmla="*/ 0 60000 65536"/>
              <a:gd name="T11" fmla="*/ 0 60000 65536"/>
              <a:gd name="T12" fmla="*/ 0 60000 65536"/>
              <a:gd name="T13" fmla="*/ 0 60000 65536"/>
              <a:gd name="T14" fmla="*/ 0 60000 65536"/>
              <a:gd name="T15" fmla="*/ 0 w 3538"/>
              <a:gd name="T16" fmla="*/ 0 h 144"/>
              <a:gd name="T17" fmla="*/ 3538 w 3538"/>
              <a:gd name="T18" fmla="*/ 144 h 144"/>
            </a:gdLst>
            <a:ahLst/>
            <a:cxnLst>
              <a:cxn ang="T10">
                <a:pos x="T0" y="T1"/>
              </a:cxn>
              <a:cxn ang="T11">
                <a:pos x="T2" y="T3"/>
              </a:cxn>
              <a:cxn ang="T12">
                <a:pos x="T4" y="T5"/>
              </a:cxn>
              <a:cxn ang="T13">
                <a:pos x="T6" y="T7"/>
              </a:cxn>
              <a:cxn ang="T14">
                <a:pos x="T8" y="T9"/>
              </a:cxn>
            </a:cxnLst>
            <a:rect l="T15" t="T16" r="T17" b="T18"/>
            <a:pathLst>
              <a:path w="3538" h="144">
                <a:moveTo>
                  <a:pt x="0" y="0"/>
                </a:moveTo>
                <a:cubicBezTo>
                  <a:pt x="0" y="11"/>
                  <a:pt x="0" y="22"/>
                  <a:pt x="272" y="45"/>
                </a:cubicBezTo>
                <a:cubicBezTo>
                  <a:pt x="544" y="68"/>
                  <a:pt x="1180" y="128"/>
                  <a:pt x="1633" y="136"/>
                </a:cubicBezTo>
                <a:cubicBezTo>
                  <a:pt x="2086" y="144"/>
                  <a:pt x="2676" y="114"/>
                  <a:pt x="2993" y="91"/>
                </a:cubicBezTo>
                <a:cubicBezTo>
                  <a:pt x="3310" y="68"/>
                  <a:pt x="3424" y="34"/>
                  <a:pt x="3538" y="0"/>
                </a:cubicBezTo>
              </a:path>
            </a:pathLst>
          </a:custGeom>
          <a:noFill/>
          <a:ln w="57150" cap="flat" cmpd="sng">
            <a:solidFill>
              <a:srgbClr val="990099"/>
            </a:solidFill>
            <a:prstDash val="lgDash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6733" name="Freeform 29"/>
          <p:cNvSpPr>
            <a:spLocks/>
          </p:cNvSpPr>
          <p:nvPr/>
        </p:nvSpPr>
        <p:spPr bwMode="auto">
          <a:xfrm>
            <a:off x="1692275" y="5603875"/>
            <a:ext cx="5616575" cy="504825"/>
          </a:xfrm>
          <a:custGeom>
            <a:avLst/>
            <a:gdLst>
              <a:gd name="T0" fmla="*/ 0 w 3538"/>
              <a:gd name="T1" fmla="*/ 0 h 144"/>
              <a:gd name="T2" fmla="*/ 272 w 3538"/>
              <a:gd name="T3" fmla="*/ 45 h 144"/>
              <a:gd name="T4" fmla="*/ 1633 w 3538"/>
              <a:gd name="T5" fmla="*/ 136 h 144"/>
              <a:gd name="T6" fmla="*/ 2993 w 3538"/>
              <a:gd name="T7" fmla="*/ 91 h 144"/>
              <a:gd name="T8" fmla="*/ 3538 w 3538"/>
              <a:gd name="T9" fmla="*/ 0 h 144"/>
              <a:gd name="T10" fmla="*/ 0 60000 65536"/>
              <a:gd name="T11" fmla="*/ 0 60000 65536"/>
              <a:gd name="T12" fmla="*/ 0 60000 65536"/>
              <a:gd name="T13" fmla="*/ 0 60000 65536"/>
              <a:gd name="T14" fmla="*/ 0 60000 65536"/>
              <a:gd name="T15" fmla="*/ 0 w 3538"/>
              <a:gd name="T16" fmla="*/ 0 h 144"/>
              <a:gd name="T17" fmla="*/ 3538 w 3538"/>
              <a:gd name="T18" fmla="*/ 144 h 144"/>
            </a:gdLst>
            <a:ahLst/>
            <a:cxnLst>
              <a:cxn ang="T10">
                <a:pos x="T0" y="T1"/>
              </a:cxn>
              <a:cxn ang="T11">
                <a:pos x="T2" y="T3"/>
              </a:cxn>
              <a:cxn ang="T12">
                <a:pos x="T4" y="T5"/>
              </a:cxn>
              <a:cxn ang="T13">
                <a:pos x="T6" y="T7"/>
              </a:cxn>
              <a:cxn ang="T14">
                <a:pos x="T8" y="T9"/>
              </a:cxn>
            </a:cxnLst>
            <a:rect l="T15" t="T16" r="T17" b="T18"/>
            <a:pathLst>
              <a:path w="3538" h="144">
                <a:moveTo>
                  <a:pt x="0" y="0"/>
                </a:moveTo>
                <a:cubicBezTo>
                  <a:pt x="0" y="11"/>
                  <a:pt x="0" y="22"/>
                  <a:pt x="272" y="45"/>
                </a:cubicBezTo>
                <a:cubicBezTo>
                  <a:pt x="544" y="68"/>
                  <a:pt x="1180" y="128"/>
                  <a:pt x="1633" y="136"/>
                </a:cubicBezTo>
                <a:cubicBezTo>
                  <a:pt x="2086" y="144"/>
                  <a:pt x="2676" y="114"/>
                  <a:pt x="2993" y="91"/>
                </a:cubicBezTo>
                <a:cubicBezTo>
                  <a:pt x="3310" y="68"/>
                  <a:pt x="3424" y="34"/>
                  <a:pt x="3538" y="0"/>
                </a:cubicBezTo>
              </a:path>
            </a:pathLst>
          </a:custGeom>
          <a:noFill/>
          <a:ln w="57150" cap="flat" cmpd="sng">
            <a:solidFill>
              <a:srgbClr val="990099"/>
            </a:solidFill>
            <a:prstDash val="lgDash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6734" name="Rectangle 30"/>
          <p:cNvSpPr>
            <a:spLocks noChangeArrowheads="1"/>
          </p:cNvSpPr>
          <p:nvPr/>
        </p:nvSpPr>
        <p:spPr bwMode="auto">
          <a:xfrm>
            <a:off x="3203575" y="5445125"/>
            <a:ext cx="2911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3200" b="1">
                <a:solidFill>
                  <a:srgbClr val="000099"/>
                </a:solidFill>
              </a:rPr>
              <a:t>αAβ</a:t>
            </a:r>
            <a:r>
              <a:rPr lang="en-US" altLang="zh-CN" sz="3200" b="1">
                <a:solidFill>
                  <a:srgbClr val="000099"/>
                </a:solidFill>
                <a:sym typeface="Symbol" pitchFamily="18" charset="2"/>
              </a:rPr>
              <a:t></a:t>
            </a:r>
            <a:r>
              <a:rPr lang="en-US" altLang="zh-CN" sz="3200" b="1">
                <a:solidFill>
                  <a:srgbClr val="000099"/>
                </a:solidFill>
              </a:rPr>
              <a:t>αγβ</a:t>
            </a:r>
            <a:endParaRPr lang="zh-CN" altLang="en-US" sz="3200" b="1">
              <a:solidFill>
                <a:srgbClr val="000099"/>
              </a:solidFill>
            </a:endParaRPr>
          </a:p>
        </p:txBody>
      </p:sp>
      <p:sp>
        <p:nvSpPr>
          <p:cNvPr id="456735" name="Rectangle 31"/>
          <p:cNvSpPr>
            <a:spLocks noChangeArrowheads="1"/>
          </p:cNvSpPr>
          <p:nvPr/>
        </p:nvSpPr>
        <p:spPr bwMode="auto">
          <a:xfrm>
            <a:off x="3276600" y="2997200"/>
            <a:ext cx="26098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3200" b="1">
                <a:solidFill>
                  <a:srgbClr val="000099"/>
                </a:solidFill>
              </a:rPr>
              <a:t>E+E</a:t>
            </a:r>
            <a:r>
              <a:rPr lang="en-US" altLang="zh-CN" sz="3200" b="1">
                <a:solidFill>
                  <a:srgbClr val="000099"/>
                </a:solidFill>
                <a:sym typeface="Symbol" pitchFamily="18" charset="2"/>
              </a:rPr>
              <a:t></a:t>
            </a:r>
            <a:r>
              <a:rPr lang="en-US" altLang="zh-CN" sz="3200" b="1">
                <a:solidFill>
                  <a:srgbClr val="000099"/>
                </a:solidFill>
              </a:rPr>
              <a:t>E+E*E</a:t>
            </a:r>
            <a:endParaRPr lang="zh-CN" altLang="en-US" sz="3200" b="1">
              <a:solidFill>
                <a:srgbClr val="000099"/>
              </a:solidFill>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A45B45C-1C23-48E5-9CE4-3A56FA56B6D7}" type="datetime1">
              <a:rPr lang="zh-CN" altLang="en-US"/>
              <a:pPr/>
              <a:t>2017/2/24</a:t>
            </a:fld>
            <a:endParaRPr lang="en-US" altLang="zh-CN"/>
          </a:p>
        </p:txBody>
      </p:sp>
      <p:sp>
        <p:nvSpPr>
          <p:cNvPr id="3891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7A94AAB-C5F2-4888-A75D-DC7064F3AADA}" type="slidenum">
              <a:rPr lang="zh-CN" altLang="en-US"/>
              <a:pPr/>
              <a:t>34</a:t>
            </a:fld>
            <a:endParaRPr lang="en-US" altLang="zh-CN"/>
          </a:p>
        </p:txBody>
      </p:sp>
      <p:sp>
        <p:nvSpPr>
          <p:cNvPr id="38916" name="Rectangle 2"/>
          <p:cNvSpPr>
            <a:spLocks noGrp="1" noRot="1" noChangeArrowheads="1"/>
          </p:cNvSpPr>
          <p:nvPr>
            <p:ph type="title"/>
          </p:nvPr>
        </p:nvSpPr>
        <p:spPr>
          <a:xfrm>
            <a:off x="1150938" y="777875"/>
            <a:ext cx="4411662" cy="974725"/>
          </a:xfrm>
          <a:noFill/>
        </p:spPr>
        <p:txBody>
          <a:bodyPr lIns="92075" tIns="46038" rIns="92075" bIns="46038"/>
          <a:lstStyle/>
          <a:p>
            <a:pPr eaLnBrk="1" hangingPunct="1"/>
            <a:r>
              <a:rPr lang="zh-CN" altLang="en-US" b="1" smtClean="0">
                <a:solidFill>
                  <a:srgbClr val="000099"/>
                </a:solidFill>
                <a:latin typeface="Times New Roman" pitchFamily="18" charset="0"/>
                <a:ea typeface="华文新魏" pitchFamily="2" charset="-122"/>
              </a:rPr>
              <a:t>直接推导与归约</a:t>
            </a:r>
          </a:p>
        </p:txBody>
      </p:sp>
      <p:sp>
        <p:nvSpPr>
          <p:cNvPr id="457731" name="Rectangle 3"/>
          <p:cNvSpPr>
            <a:spLocks noGrp="1" noRot="1" noChangeArrowheads="1"/>
          </p:cNvSpPr>
          <p:nvPr>
            <p:ph type="body" idx="1"/>
          </p:nvPr>
        </p:nvSpPr>
        <p:spPr>
          <a:xfrm>
            <a:off x="533400" y="2057400"/>
            <a:ext cx="8077200" cy="4419600"/>
          </a:xfrm>
          <a:noFill/>
        </p:spPr>
        <p:txBody>
          <a:bodyPr lIns="92075" tIns="46038" rIns="92075" bIns="46038"/>
          <a:lstStyle/>
          <a:p>
            <a:pPr algn="just" eaLnBrk="1" hangingPunct="1">
              <a:lnSpc>
                <a:spcPct val="90000"/>
              </a:lnSpc>
            </a:pPr>
            <a:r>
              <a:rPr lang="zh-CN" altLang="en-US" b="1" smtClean="0">
                <a:latin typeface="Times New Roman" pitchFamily="18" charset="0"/>
                <a:ea typeface="华文新魏" pitchFamily="2" charset="-122"/>
              </a:rPr>
              <a:t>根据产生式对符号串进行变换的过程</a:t>
            </a:r>
          </a:p>
          <a:p>
            <a:pPr lvl="1" eaLnBrk="1" hangingPunct="1">
              <a:lnSpc>
                <a:spcPct val="90000"/>
              </a:lnSpc>
            </a:pPr>
            <a:r>
              <a:rPr lang="en-US" altLang="zh-CN" b="1" smtClean="0">
                <a:latin typeface="Times New Roman" pitchFamily="18" charset="0"/>
                <a:ea typeface="华文新魏" pitchFamily="2" charset="-122"/>
              </a:rPr>
              <a:t>A→γ</a:t>
            </a:r>
            <a:r>
              <a:rPr lang="zh-CN" altLang="en-US" b="1" smtClean="0">
                <a:latin typeface="Times New Roman" pitchFamily="18" charset="0"/>
                <a:ea typeface="华文新魏" pitchFamily="2" charset="-122"/>
              </a:rPr>
              <a:t>是文法</a:t>
            </a:r>
            <a:r>
              <a:rPr lang="en-US" altLang="zh-CN" b="1" smtClean="0">
                <a:latin typeface="Times New Roman" pitchFamily="18" charset="0"/>
                <a:ea typeface="华文新魏" pitchFamily="2" charset="-122"/>
              </a:rPr>
              <a:t>G</a:t>
            </a:r>
            <a:r>
              <a:rPr lang="zh-CN" altLang="en-US" b="1" smtClean="0">
                <a:latin typeface="Times New Roman" pitchFamily="18" charset="0"/>
                <a:ea typeface="华文新魏" pitchFamily="2" charset="-122"/>
              </a:rPr>
              <a:t>的一个产生式，</a:t>
            </a:r>
          </a:p>
          <a:p>
            <a:pPr lvl="1" eaLnBrk="1" hangingPunct="1">
              <a:lnSpc>
                <a:spcPct val="120000"/>
              </a:lnSpc>
            </a:pPr>
            <a:r>
              <a:rPr lang="zh-CN" altLang="en-US" b="1" smtClean="0">
                <a:latin typeface="Times New Roman" pitchFamily="18" charset="0"/>
                <a:ea typeface="华文新魏" pitchFamily="2" charset="-122"/>
              </a:rPr>
              <a:t>且</a:t>
            </a:r>
            <a:r>
              <a:rPr lang="en-US" altLang="zh-CN" b="1" smtClean="0">
                <a:latin typeface="Times New Roman" pitchFamily="18" charset="0"/>
                <a:ea typeface="华文新魏" pitchFamily="2" charset="-122"/>
              </a:rPr>
              <a:t>α、β∈(T∪V)</a:t>
            </a:r>
            <a:r>
              <a:rPr lang="en-US" altLang="zh-CN" sz="3600"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a:t>
            </a:r>
          </a:p>
          <a:p>
            <a:pPr lvl="1" eaLnBrk="1" hangingPunct="1">
              <a:lnSpc>
                <a:spcPct val="120000"/>
              </a:lnSpc>
            </a:pPr>
            <a:r>
              <a:rPr lang="zh-CN" altLang="en-US" b="1" smtClean="0">
                <a:latin typeface="Times New Roman" pitchFamily="18" charset="0"/>
                <a:ea typeface="华文新魏" pitchFamily="2" charset="-122"/>
              </a:rPr>
              <a:t>称</a:t>
            </a:r>
            <a:r>
              <a:rPr lang="en-US" altLang="zh-CN" b="1" smtClean="0">
                <a:latin typeface="Times New Roman" pitchFamily="18" charset="0"/>
                <a:ea typeface="华文新魏" pitchFamily="2" charset="-122"/>
              </a:rPr>
              <a:t>αAβ</a:t>
            </a:r>
            <a:r>
              <a:rPr lang="zh-CN" altLang="en-US" b="1" smtClean="0">
                <a:latin typeface="Times New Roman" pitchFamily="18" charset="0"/>
                <a:ea typeface="华文新魏" pitchFamily="2" charset="-122"/>
              </a:rPr>
              <a:t>的直接</a:t>
            </a:r>
            <a:r>
              <a:rPr lang="zh-CN" altLang="en-US" b="1" smtClean="0">
                <a:solidFill>
                  <a:schemeClr val="hlink"/>
                </a:solidFill>
                <a:latin typeface="Times New Roman" pitchFamily="18" charset="0"/>
                <a:ea typeface="华文新魏" pitchFamily="2" charset="-122"/>
              </a:rPr>
              <a:t>推导/派生</a:t>
            </a:r>
            <a:r>
              <a:rPr lang="en-US" altLang="zh-CN" b="1" smtClean="0">
                <a:latin typeface="Times New Roman" pitchFamily="18" charset="0"/>
                <a:ea typeface="华文新魏" pitchFamily="2" charset="-122"/>
              </a:rPr>
              <a:t>(Derive)</a:t>
            </a:r>
            <a:r>
              <a:rPr lang="zh-CN" altLang="en-US" b="1" smtClean="0">
                <a:latin typeface="Times New Roman" pitchFamily="18" charset="0"/>
                <a:ea typeface="华文新魏" pitchFamily="2" charset="-122"/>
              </a:rPr>
              <a:t>出</a:t>
            </a:r>
            <a:r>
              <a:rPr lang="en-US" altLang="zh-CN" b="1" smtClean="0">
                <a:latin typeface="Times New Roman" pitchFamily="18" charset="0"/>
                <a:ea typeface="华文新魏" pitchFamily="2" charset="-122"/>
              </a:rPr>
              <a:t>αγβ，</a:t>
            </a:r>
            <a:r>
              <a:rPr lang="zh-CN" altLang="en-US" b="1" smtClean="0">
                <a:latin typeface="Times New Roman" pitchFamily="18" charset="0"/>
                <a:ea typeface="华文新魏" pitchFamily="2" charset="-122"/>
              </a:rPr>
              <a:t>也称 </a:t>
            </a:r>
            <a:r>
              <a:rPr lang="en-US" altLang="zh-CN" b="1" smtClean="0">
                <a:latin typeface="Times New Roman" pitchFamily="18" charset="0"/>
                <a:ea typeface="华文新魏" pitchFamily="2" charset="-122"/>
              </a:rPr>
              <a:t>αγβ</a:t>
            </a:r>
            <a:r>
              <a:rPr lang="zh-CN" altLang="en-US" b="1" smtClean="0">
                <a:latin typeface="Times New Roman" pitchFamily="18" charset="0"/>
                <a:ea typeface="华文新魏" pitchFamily="2" charset="-122"/>
              </a:rPr>
              <a:t>直接</a:t>
            </a:r>
            <a:r>
              <a:rPr lang="zh-CN" altLang="en-US" b="1" smtClean="0">
                <a:solidFill>
                  <a:schemeClr val="hlink"/>
                </a:solidFill>
                <a:latin typeface="Times New Roman" pitchFamily="18" charset="0"/>
                <a:ea typeface="华文新魏" pitchFamily="2" charset="-122"/>
              </a:rPr>
              <a:t>归约</a:t>
            </a:r>
            <a:r>
              <a:rPr lang="en-US" altLang="zh-CN" b="1" smtClean="0">
                <a:latin typeface="Times New Roman" pitchFamily="18" charset="0"/>
                <a:ea typeface="华文新魏" pitchFamily="2" charset="-122"/>
              </a:rPr>
              <a:t>(Reduce)</a:t>
            </a:r>
            <a:r>
              <a:rPr lang="zh-CN" altLang="en-US" b="1" smtClean="0">
                <a:latin typeface="Times New Roman" pitchFamily="18" charset="0"/>
                <a:ea typeface="华文新魏" pitchFamily="2" charset="-122"/>
              </a:rPr>
              <a:t>为</a:t>
            </a:r>
            <a:r>
              <a:rPr lang="en-US" altLang="zh-CN" b="1" smtClean="0">
                <a:latin typeface="Times New Roman" pitchFamily="18" charset="0"/>
                <a:ea typeface="华文新魏" pitchFamily="2" charset="-122"/>
              </a:rPr>
              <a:t>αAβ</a:t>
            </a:r>
          </a:p>
          <a:p>
            <a:pPr lvl="1" eaLnBrk="1" hangingPunct="1">
              <a:lnSpc>
                <a:spcPct val="90000"/>
              </a:lnSpc>
            </a:pPr>
            <a:r>
              <a:rPr lang="zh-CN" altLang="en-US" b="1" smtClean="0">
                <a:latin typeface="Times New Roman" pitchFamily="18" charset="0"/>
                <a:ea typeface="华文新魏" pitchFamily="2" charset="-122"/>
              </a:rPr>
              <a:t>记为 </a:t>
            </a:r>
            <a:r>
              <a:rPr lang="en-US" altLang="zh-CN" b="1" smtClean="0">
                <a:latin typeface="Times New Roman" pitchFamily="18" charset="0"/>
                <a:ea typeface="华文新魏" pitchFamily="2" charset="-122"/>
              </a:rPr>
              <a:t>αAβ</a:t>
            </a:r>
            <a:r>
              <a:rPr lang="en-US" altLang="zh-CN" sz="3200" b="1" smtClean="0">
                <a:solidFill>
                  <a:schemeClr val="hlink"/>
                </a:solidFill>
                <a:latin typeface="Times New Roman" pitchFamily="18" charset="0"/>
                <a:ea typeface="华文新魏" pitchFamily="2" charset="-122"/>
                <a:sym typeface="Symbol" pitchFamily="18" charset="2"/>
              </a:rPr>
              <a:t></a:t>
            </a:r>
            <a:r>
              <a:rPr lang="en-US" altLang="zh-CN" b="1" smtClean="0">
                <a:latin typeface="Times New Roman" pitchFamily="18" charset="0"/>
                <a:ea typeface="华文新魏" pitchFamily="2" charset="-122"/>
              </a:rPr>
              <a:t>αγβ( </a:t>
            </a:r>
            <a:r>
              <a:rPr lang="en-US" altLang="zh-CN" b="1" smtClean="0">
                <a:solidFill>
                  <a:srgbClr val="339933"/>
                </a:solidFill>
                <a:latin typeface="Times New Roman" pitchFamily="18" charset="0"/>
                <a:ea typeface="华文新魏" pitchFamily="2" charset="-122"/>
              </a:rPr>
              <a:t>αγβ</a:t>
            </a:r>
            <a:r>
              <a:rPr lang="zh-CN" altLang="en-US" b="1" smtClean="0">
                <a:solidFill>
                  <a:srgbClr val="339933"/>
                </a:solidFill>
                <a:latin typeface="Times New Roman" pitchFamily="18" charset="0"/>
                <a:ea typeface="华文新魏" pitchFamily="2" charset="-122"/>
              </a:rPr>
              <a:t> </a:t>
            </a:r>
            <a:r>
              <a:rPr lang="en-US" altLang="zh-CN" sz="3200" b="1" smtClean="0">
                <a:solidFill>
                  <a:schemeClr val="hlink"/>
                </a:solidFill>
                <a:latin typeface="Times New Roman" pitchFamily="18" charset="0"/>
                <a:ea typeface="华文新魏" pitchFamily="2" charset="-122"/>
                <a:sym typeface="Symbol" pitchFamily="18" charset="2"/>
              </a:rPr>
              <a:t> </a:t>
            </a:r>
            <a:r>
              <a:rPr lang="en-US" altLang="zh-CN" b="1" smtClean="0">
                <a:solidFill>
                  <a:srgbClr val="339933"/>
                </a:solidFill>
                <a:latin typeface="Times New Roman" pitchFamily="18" charset="0"/>
                <a:ea typeface="华文新魏" pitchFamily="2" charset="-122"/>
              </a:rPr>
              <a:t>αAβ</a:t>
            </a:r>
            <a:r>
              <a:rPr lang="en-US" altLang="zh-CN" b="1" smtClean="0">
                <a:latin typeface="Times New Roman" pitchFamily="18" charset="0"/>
                <a:ea typeface="华文新魏" pitchFamily="2" charset="-122"/>
                <a:sym typeface="Symbol" pitchFamily="18" charset="2"/>
              </a:rPr>
              <a:t> </a:t>
            </a:r>
            <a:r>
              <a:rPr lang="en-US" altLang="zh-CN" b="1" smtClean="0">
                <a:latin typeface="Times New Roman" pitchFamily="18" charset="0"/>
                <a:ea typeface="华文新魏" pitchFamily="2" charset="-122"/>
              </a:rPr>
              <a:t>)</a:t>
            </a:r>
          </a:p>
          <a:p>
            <a:pPr lvl="1" eaLnBrk="1" hangingPunct="1">
              <a:lnSpc>
                <a:spcPct val="120000"/>
              </a:lnSpc>
            </a:pPr>
            <a:r>
              <a:rPr lang="zh-CN" altLang="en-US" b="1" smtClean="0">
                <a:latin typeface="Times New Roman" pitchFamily="18" charset="0"/>
                <a:ea typeface="华文新魏" pitchFamily="2" charset="-122"/>
              </a:rPr>
              <a:t>注意到是根据</a:t>
            </a:r>
            <a:r>
              <a:rPr lang="en-US" altLang="zh-CN" b="1" smtClean="0">
                <a:latin typeface="Times New Roman" pitchFamily="18" charset="0"/>
                <a:ea typeface="华文新魏" pitchFamily="2" charset="-122"/>
              </a:rPr>
              <a:t>A→γ</a:t>
            </a:r>
            <a:r>
              <a:rPr lang="zh-CN" altLang="en-US" b="1" smtClean="0">
                <a:latin typeface="Times New Roman" pitchFamily="18" charset="0"/>
                <a:ea typeface="华文新魏" pitchFamily="2" charset="-122"/>
              </a:rPr>
              <a:t>而将</a:t>
            </a:r>
            <a:r>
              <a:rPr lang="en-US" altLang="zh-CN" b="1" smtClean="0">
                <a:latin typeface="Times New Roman" pitchFamily="18" charset="0"/>
                <a:ea typeface="华文新魏" pitchFamily="2" charset="-122"/>
              </a:rPr>
              <a:t>αγβ</a:t>
            </a:r>
            <a:r>
              <a:rPr lang="zh-CN" altLang="en-US" b="1" smtClean="0">
                <a:latin typeface="Times New Roman" pitchFamily="18" charset="0"/>
                <a:ea typeface="华文新魏" pitchFamily="2" charset="-122"/>
              </a:rPr>
              <a:t>中的</a:t>
            </a:r>
            <a:r>
              <a:rPr lang="en-US" altLang="zh-CN" b="1" smtClean="0">
                <a:latin typeface="Times New Roman" pitchFamily="18" charset="0"/>
                <a:ea typeface="华文新魏" pitchFamily="2" charset="-122"/>
              </a:rPr>
              <a:t>γ</a:t>
            </a:r>
            <a:r>
              <a:rPr lang="zh-CN" altLang="en-US" b="1" smtClean="0">
                <a:latin typeface="Times New Roman" pitchFamily="18" charset="0"/>
                <a:ea typeface="华文新魏" pitchFamily="2" charset="-122"/>
              </a:rPr>
              <a:t>变成了</a:t>
            </a:r>
            <a:r>
              <a:rPr lang="en-US" altLang="zh-CN" b="1" smtClean="0">
                <a:latin typeface="Times New Roman" pitchFamily="18" charset="0"/>
                <a:ea typeface="华文新魏" pitchFamily="2" charset="-122"/>
              </a:rPr>
              <a:t>A</a:t>
            </a:r>
            <a:r>
              <a:rPr lang="zh-CN" altLang="en-US" b="1" smtClean="0">
                <a:latin typeface="Times New Roman" pitchFamily="18" charset="0"/>
                <a:ea typeface="华文新魏" pitchFamily="2" charset="-122"/>
              </a:rPr>
              <a:t>，所以，一般称将</a:t>
            </a:r>
            <a:r>
              <a:rPr lang="en-US" altLang="zh-CN" b="1" smtClean="0">
                <a:latin typeface="Times New Roman" pitchFamily="18" charset="0"/>
                <a:ea typeface="华文新魏" pitchFamily="2" charset="-122"/>
              </a:rPr>
              <a:t>γ</a:t>
            </a:r>
            <a:r>
              <a:rPr lang="zh-CN" altLang="en-US" b="1" smtClean="0">
                <a:latin typeface="Times New Roman" pitchFamily="18" charset="0"/>
                <a:ea typeface="华文新魏" pitchFamily="2" charset="-122"/>
              </a:rPr>
              <a:t>归约为</a:t>
            </a:r>
            <a:r>
              <a:rPr lang="en-US" altLang="zh-CN" b="1" smtClean="0">
                <a:latin typeface="Times New Roman" pitchFamily="18" charset="0"/>
                <a:ea typeface="华文新魏" pitchFamily="2" charset="-122"/>
              </a:rPr>
              <a:t>A</a:t>
            </a: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0D6C470-7BF1-43A8-AA20-710FBE685F69}" type="datetime1">
              <a:rPr lang="zh-CN" altLang="en-US"/>
              <a:pPr/>
              <a:t>2017/2/24</a:t>
            </a:fld>
            <a:endParaRPr lang="en-US" altLang="zh-CN"/>
          </a:p>
        </p:txBody>
      </p:sp>
      <p:sp>
        <p:nvSpPr>
          <p:cNvPr id="3993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582CDF4-ECB8-4D4D-BAA4-B51A470BE3FC}" type="slidenum">
              <a:rPr lang="zh-CN" altLang="en-US"/>
              <a:pPr/>
              <a:t>35</a:t>
            </a:fld>
            <a:endParaRPr lang="en-US" altLang="zh-CN"/>
          </a:p>
        </p:txBody>
      </p:sp>
      <p:sp>
        <p:nvSpPr>
          <p:cNvPr id="39940" name="Rectangle 2"/>
          <p:cNvSpPr>
            <a:spLocks noGrp="1" noRot="1" noChangeArrowheads="1"/>
          </p:cNvSpPr>
          <p:nvPr>
            <p:ph type="title"/>
          </p:nvPr>
        </p:nvSpPr>
        <p:spPr>
          <a:xfrm>
            <a:off x="301625" y="692150"/>
            <a:ext cx="5564188" cy="865188"/>
          </a:xfrm>
        </p:spPr>
        <p:txBody>
          <a:bodyPr/>
          <a:lstStyle/>
          <a:p>
            <a:pPr eaLnBrk="1" hangingPunct="1"/>
            <a:r>
              <a:rPr lang="en-US" altLang="zh-CN" b="1" smtClean="0">
                <a:solidFill>
                  <a:srgbClr val="000099"/>
                </a:solidFill>
                <a:latin typeface="Times New Roman" pitchFamily="18" charset="0"/>
                <a:ea typeface="华文新魏" pitchFamily="2" charset="-122"/>
              </a:rPr>
              <a:t>(</a:t>
            </a:r>
            <a:r>
              <a:rPr lang="zh-CN" altLang="en-US" b="1" smtClean="0">
                <a:solidFill>
                  <a:srgbClr val="000099"/>
                </a:solidFill>
                <a:latin typeface="Times New Roman" pitchFamily="18" charset="0"/>
                <a:ea typeface="华文新魏" pitchFamily="2" charset="-122"/>
              </a:rPr>
              <a:t>多步</a:t>
            </a:r>
            <a:r>
              <a:rPr lang="en-US" altLang="zh-CN" b="1" smtClean="0">
                <a:solidFill>
                  <a:srgbClr val="000099"/>
                </a:solidFill>
                <a:latin typeface="Times New Roman" pitchFamily="18" charset="0"/>
                <a:ea typeface="华文新魏" pitchFamily="2" charset="-122"/>
              </a:rPr>
              <a:t>)</a:t>
            </a:r>
            <a:r>
              <a:rPr lang="zh-CN" altLang="en-US" b="1" smtClean="0">
                <a:solidFill>
                  <a:srgbClr val="000099"/>
                </a:solidFill>
                <a:latin typeface="Times New Roman" pitchFamily="18" charset="0"/>
                <a:ea typeface="华文新魏" pitchFamily="2" charset="-122"/>
              </a:rPr>
              <a:t>推导</a:t>
            </a:r>
            <a:r>
              <a:rPr lang="en-US" altLang="zh-CN" b="1" smtClean="0">
                <a:solidFill>
                  <a:srgbClr val="000099"/>
                </a:solidFill>
                <a:latin typeface="Times New Roman" pitchFamily="18" charset="0"/>
                <a:ea typeface="华文新魏" pitchFamily="2" charset="-122"/>
              </a:rPr>
              <a:t>/</a:t>
            </a:r>
            <a:r>
              <a:rPr lang="zh-CN" altLang="en-US" b="1" smtClean="0">
                <a:solidFill>
                  <a:srgbClr val="000099"/>
                </a:solidFill>
                <a:latin typeface="Times New Roman" pitchFamily="18" charset="0"/>
                <a:ea typeface="华文新魏" pitchFamily="2" charset="-122"/>
              </a:rPr>
              <a:t>归约</a:t>
            </a:r>
            <a:endParaRPr lang="zh-CN" altLang="en-US" smtClean="0">
              <a:solidFill>
                <a:srgbClr val="000099"/>
              </a:solidFill>
              <a:latin typeface="Times New Roman" pitchFamily="18" charset="0"/>
              <a:ea typeface="华文新魏" pitchFamily="2" charset="-122"/>
            </a:endParaRPr>
          </a:p>
        </p:txBody>
      </p:sp>
      <p:sp>
        <p:nvSpPr>
          <p:cNvPr id="459779" name="Rectangle 3"/>
          <p:cNvSpPr>
            <a:spLocks noGrp="1" noRot="1" noChangeArrowheads="1"/>
          </p:cNvSpPr>
          <p:nvPr>
            <p:ph type="body" idx="1"/>
          </p:nvPr>
        </p:nvSpPr>
        <p:spPr>
          <a:xfrm>
            <a:off x="539750" y="1700213"/>
            <a:ext cx="8153400" cy="4608512"/>
          </a:xfrm>
        </p:spPr>
        <p:txBody>
          <a:bodyPr/>
          <a:lstStyle/>
          <a:p>
            <a:pPr eaLnBrk="1" hangingPunct="1">
              <a:spcBef>
                <a:spcPct val="30000"/>
              </a:spcBef>
            </a:pPr>
            <a:r>
              <a:rPr lang="en-US" altLang="zh-CN" b="1" dirty="0" smtClean="0">
                <a:latin typeface="Times New Roman" pitchFamily="18" charset="0"/>
              </a:rPr>
              <a:t>E </a:t>
            </a:r>
            <a:r>
              <a:rPr lang="en-US" altLang="zh-CN" b="1" dirty="0" smtClean="0">
                <a:latin typeface="Times New Roman" pitchFamily="18" charset="0"/>
                <a:sym typeface="Symbol" pitchFamily="18" charset="2"/>
              </a:rPr>
              <a:t></a:t>
            </a:r>
            <a:r>
              <a:rPr lang="en-US" altLang="zh-CN" b="1" baseline="30000" dirty="0" smtClean="0">
                <a:latin typeface="Times New Roman" pitchFamily="18" charset="0"/>
                <a:sym typeface="Symbol" pitchFamily="18" charset="2"/>
              </a:rPr>
              <a:t>5</a:t>
            </a:r>
            <a:r>
              <a:rPr lang="en-US" altLang="zh-CN" b="1" dirty="0" smtClean="0">
                <a:latin typeface="Times New Roman" pitchFamily="18" charset="0"/>
              </a:rPr>
              <a:t> id* id +id</a:t>
            </a:r>
          </a:p>
          <a:p>
            <a:pPr eaLnBrk="1" hangingPunct="1">
              <a:spcBef>
                <a:spcPct val="30000"/>
              </a:spcBef>
            </a:pPr>
            <a:r>
              <a:rPr lang="en-US" altLang="zh-CN" b="1" dirty="0" smtClean="0">
                <a:solidFill>
                  <a:srgbClr val="339933"/>
                </a:solidFill>
                <a:latin typeface="Times New Roman" pitchFamily="18" charset="0"/>
                <a:ea typeface="华文新魏" pitchFamily="2" charset="-122"/>
              </a:rPr>
              <a:t>id* id +id</a:t>
            </a:r>
            <a:r>
              <a:rPr lang="en-US" altLang="zh-CN" b="1" dirty="0" smtClean="0">
                <a:solidFill>
                  <a:srgbClr val="339933"/>
                </a:solidFill>
                <a:latin typeface="Times New Roman" pitchFamily="18" charset="0"/>
                <a:ea typeface="华文新魏" pitchFamily="2" charset="-122"/>
                <a:sym typeface="Symbol" pitchFamily="18" charset="2"/>
              </a:rPr>
              <a:t>  </a:t>
            </a:r>
            <a:r>
              <a:rPr lang="en-US" altLang="zh-CN" b="1" baseline="30000" dirty="0" smtClean="0">
                <a:latin typeface="Times New Roman" pitchFamily="18" charset="0"/>
                <a:sym typeface="Symbol" pitchFamily="18" charset="2"/>
              </a:rPr>
              <a:t>5</a:t>
            </a:r>
            <a:r>
              <a:rPr lang="en-US" altLang="zh-CN" b="1" dirty="0" smtClean="0">
                <a:latin typeface="Times New Roman" pitchFamily="18" charset="0"/>
              </a:rPr>
              <a:t> </a:t>
            </a:r>
            <a:r>
              <a:rPr lang="en-US" altLang="zh-CN" b="1" dirty="0" smtClean="0">
                <a:solidFill>
                  <a:srgbClr val="339933"/>
                </a:solidFill>
                <a:latin typeface="Times New Roman" pitchFamily="18" charset="0"/>
                <a:ea typeface="华文新魏" pitchFamily="2" charset="-122"/>
              </a:rPr>
              <a:t>E</a:t>
            </a:r>
            <a:endParaRPr lang="en-US" altLang="zh-CN" sz="3600" b="1" dirty="0" smtClean="0">
              <a:latin typeface="Times New Roman" pitchFamily="18" charset="0"/>
              <a:ea typeface="华文新魏" pitchFamily="2" charset="-122"/>
              <a:sym typeface="Symbol" pitchFamily="18" charset="2"/>
            </a:endParaRPr>
          </a:p>
          <a:p>
            <a:pPr eaLnBrk="1" hangingPunct="1">
              <a:spcBef>
                <a:spcPct val="30000"/>
              </a:spcBef>
            </a:pPr>
            <a:r>
              <a:rPr lang="en-US" altLang="zh-CN" sz="3600" b="1" dirty="0" smtClean="0">
                <a:latin typeface="Times New Roman" pitchFamily="18" charset="0"/>
                <a:ea typeface="华文新魏" pitchFamily="2" charset="-122"/>
              </a:rPr>
              <a:t>α</a:t>
            </a:r>
            <a:r>
              <a:rPr lang="en-US" altLang="zh-CN" sz="3600" b="1" baseline="-25000" dirty="0" smtClean="0">
                <a:latin typeface="Times New Roman" pitchFamily="18" charset="0"/>
                <a:ea typeface="华文新魏" pitchFamily="2" charset="-122"/>
              </a:rPr>
              <a:t>0</a:t>
            </a:r>
            <a:r>
              <a:rPr lang="en-US" altLang="zh-CN" sz="3600" b="1" dirty="0" smtClean="0">
                <a:latin typeface="Times New Roman" pitchFamily="18" charset="0"/>
                <a:ea typeface="华文新魏" pitchFamily="2" charset="-122"/>
                <a:sym typeface="Symbol" pitchFamily="18" charset="2"/>
              </a:rPr>
              <a:t></a:t>
            </a:r>
            <a:r>
              <a:rPr lang="en-US" altLang="zh-CN" sz="3600" b="1" dirty="0" smtClean="0">
                <a:latin typeface="Times New Roman" pitchFamily="18" charset="0"/>
                <a:ea typeface="华文新魏" pitchFamily="2" charset="-122"/>
              </a:rPr>
              <a:t>α</a:t>
            </a:r>
            <a:r>
              <a:rPr lang="en-US" altLang="zh-CN" sz="3600" b="1" baseline="-25000" dirty="0" smtClean="0">
                <a:latin typeface="Times New Roman" pitchFamily="18" charset="0"/>
                <a:ea typeface="华文新魏" pitchFamily="2" charset="-122"/>
              </a:rPr>
              <a:t>1</a:t>
            </a:r>
            <a:r>
              <a:rPr lang="en-US" altLang="zh-CN" sz="3600" b="1" dirty="0" smtClean="0">
                <a:latin typeface="Times New Roman" pitchFamily="18" charset="0"/>
                <a:ea typeface="华文新魏" pitchFamily="2" charset="-122"/>
                <a:sym typeface="Symbol" pitchFamily="18" charset="2"/>
              </a:rPr>
              <a:t></a:t>
            </a:r>
            <a:r>
              <a:rPr lang="en-US" altLang="zh-CN" sz="3600" b="1" dirty="0" smtClean="0">
                <a:latin typeface="Times New Roman" pitchFamily="18" charset="0"/>
                <a:ea typeface="华文新魏" pitchFamily="2" charset="-122"/>
              </a:rPr>
              <a:t>α</a:t>
            </a:r>
            <a:r>
              <a:rPr lang="en-US" altLang="zh-CN" sz="3600" b="1" baseline="-25000" dirty="0" smtClean="0">
                <a:latin typeface="Times New Roman" pitchFamily="18" charset="0"/>
                <a:ea typeface="华文新魏" pitchFamily="2" charset="-122"/>
              </a:rPr>
              <a:t>2 </a:t>
            </a:r>
            <a:r>
              <a:rPr lang="en-US" altLang="zh-CN" sz="3600" b="1" dirty="0" smtClean="0">
                <a:latin typeface="Times New Roman" pitchFamily="18" charset="0"/>
                <a:ea typeface="华文新魏" pitchFamily="2" charset="-122"/>
                <a:sym typeface="Symbol" pitchFamily="18" charset="2"/>
              </a:rPr>
              <a:t></a:t>
            </a:r>
            <a:r>
              <a:rPr lang="en-US" altLang="zh-CN" sz="3600" b="1" dirty="0" smtClean="0">
                <a:latin typeface="Times New Roman" pitchFamily="18" charset="0"/>
                <a:ea typeface="华文新魏" pitchFamily="2" charset="-122"/>
              </a:rPr>
              <a:t>…</a:t>
            </a:r>
            <a:r>
              <a:rPr lang="en-US" altLang="zh-CN" sz="3600" b="1" dirty="0" smtClean="0">
                <a:latin typeface="Times New Roman" pitchFamily="18" charset="0"/>
                <a:ea typeface="华文新魏" pitchFamily="2" charset="-122"/>
                <a:sym typeface="Symbol" pitchFamily="18" charset="2"/>
              </a:rPr>
              <a:t></a:t>
            </a:r>
            <a:r>
              <a:rPr lang="en-US" altLang="zh-CN" sz="3600" b="1" dirty="0" smtClean="0">
                <a:latin typeface="Times New Roman" pitchFamily="18" charset="0"/>
                <a:ea typeface="华文新魏" pitchFamily="2" charset="-122"/>
              </a:rPr>
              <a:t>α</a:t>
            </a:r>
            <a:r>
              <a:rPr lang="en-US" altLang="zh-CN" sz="3600" b="1" baseline="-25000" dirty="0" smtClean="0">
                <a:latin typeface="Times New Roman" pitchFamily="18" charset="0"/>
                <a:ea typeface="华文新魏" pitchFamily="2" charset="-122"/>
              </a:rPr>
              <a:t>n </a:t>
            </a:r>
          </a:p>
          <a:p>
            <a:pPr lvl="1" eaLnBrk="1" hangingPunct="1">
              <a:spcBef>
                <a:spcPct val="30000"/>
              </a:spcBef>
            </a:pPr>
            <a:r>
              <a:rPr lang="zh-CN" altLang="en-US" sz="3200" b="1" dirty="0" smtClean="0">
                <a:latin typeface="Times New Roman" pitchFamily="18" charset="0"/>
                <a:ea typeface="华文新魏" pitchFamily="2" charset="-122"/>
              </a:rPr>
              <a:t>记为 </a:t>
            </a:r>
            <a:r>
              <a:rPr lang="en-US" altLang="zh-CN" sz="3200" b="1" dirty="0" smtClean="0">
                <a:latin typeface="Times New Roman" pitchFamily="18" charset="0"/>
                <a:ea typeface="华文新魏" pitchFamily="2" charset="-122"/>
              </a:rPr>
              <a:t>α</a:t>
            </a:r>
            <a:r>
              <a:rPr lang="en-US" altLang="zh-CN" sz="3200" b="1" baseline="-25000" dirty="0" smtClean="0">
                <a:latin typeface="Times New Roman" pitchFamily="18" charset="0"/>
                <a:ea typeface="华文新魏" pitchFamily="2" charset="-122"/>
              </a:rPr>
              <a:t>0</a:t>
            </a:r>
            <a:r>
              <a:rPr lang="en-US" altLang="zh-CN" sz="3200" b="1" dirty="0" smtClean="0">
                <a:latin typeface="Times New Roman" pitchFamily="18" charset="0"/>
                <a:ea typeface="华文新魏" pitchFamily="2" charset="-122"/>
                <a:sym typeface="Symbol" pitchFamily="18" charset="2"/>
              </a:rPr>
              <a:t></a:t>
            </a:r>
            <a:r>
              <a:rPr lang="en-US" altLang="zh-CN" sz="3200" b="1" baseline="30000" dirty="0" smtClean="0">
                <a:latin typeface="Times New Roman" pitchFamily="18" charset="0"/>
                <a:ea typeface="华文新魏" pitchFamily="2" charset="-122"/>
                <a:sym typeface="Symbol" pitchFamily="18" charset="2"/>
              </a:rPr>
              <a:t>n</a:t>
            </a:r>
            <a:r>
              <a:rPr lang="en-US" altLang="zh-CN" sz="3200" b="1" dirty="0" smtClean="0">
                <a:latin typeface="Times New Roman" pitchFamily="18" charset="0"/>
                <a:ea typeface="华文新魏" pitchFamily="2" charset="-122"/>
                <a:sym typeface="Symbol" pitchFamily="18" charset="2"/>
              </a:rPr>
              <a:t> </a:t>
            </a:r>
            <a:r>
              <a:rPr lang="en-US" altLang="zh-CN" sz="3200" b="1" dirty="0" smtClean="0">
                <a:latin typeface="Times New Roman" pitchFamily="18" charset="0"/>
                <a:ea typeface="华文新魏" pitchFamily="2" charset="-122"/>
              </a:rPr>
              <a:t>α</a:t>
            </a:r>
            <a:r>
              <a:rPr lang="en-US" altLang="zh-CN" sz="3200" b="1" baseline="-25000" dirty="0" smtClean="0">
                <a:latin typeface="Times New Roman" pitchFamily="18" charset="0"/>
                <a:ea typeface="华文新魏" pitchFamily="2" charset="-122"/>
              </a:rPr>
              <a:t>n</a:t>
            </a:r>
            <a:r>
              <a:rPr lang="en-US" altLang="zh-CN" sz="3200" b="1" dirty="0" smtClean="0">
                <a:latin typeface="Times New Roman" pitchFamily="18" charset="0"/>
                <a:ea typeface="华文新魏" pitchFamily="2" charset="-122"/>
              </a:rPr>
              <a:t> </a:t>
            </a:r>
            <a:r>
              <a:rPr lang="en-US" altLang="zh-CN" b="1" dirty="0" smtClean="0">
                <a:latin typeface="Times New Roman" pitchFamily="18" charset="0"/>
                <a:ea typeface="华文新魏" pitchFamily="2" charset="-122"/>
              </a:rPr>
              <a:t>(</a:t>
            </a:r>
            <a:r>
              <a:rPr lang="zh-CN" altLang="en-US" b="1" dirty="0" smtClean="0">
                <a:latin typeface="Times New Roman" pitchFamily="18" charset="0"/>
                <a:ea typeface="华文新魏" pitchFamily="2" charset="-122"/>
              </a:rPr>
              <a:t>恰用</a:t>
            </a:r>
            <a:r>
              <a:rPr lang="en-US" altLang="zh-CN" b="1" dirty="0" smtClean="0">
                <a:latin typeface="Times New Roman" pitchFamily="18" charset="0"/>
                <a:ea typeface="华文新魏" pitchFamily="2" charset="-122"/>
              </a:rPr>
              <a:t>n</a:t>
            </a:r>
            <a:r>
              <a:rPr lang="zh-CN" altLang="en-US" b="1" dirty="0" smtClean="0">
                <a:latin typeface="Times New Roman" pitchFamily="18" charset="0"/>
                <a:ea typeface="华文新魏" pitchFamily="2" charset="-122"/>
              </a:rPr>
              <a:t>步</a:t>
            </a:r>
            <a:r>
              <a:rPr lang="en-US" altLang="zh-CN" b="1" dirty="0" smtClean="0">
                <a:latin typeface="Times New Roman" pitchFamily="18" charset="0"/>
                <a:ea typeface="华文新魏" pitchFamily="2" charset="-122"/>
              </a:rPr>
              <a:t>)</a:t>
            </a:r>
          </a:p>
          <a:p>
            <a:pPr eaLnBrk="1" hangingPunct="1">
              <a:spcBef>
                <a:spcPct val="30000"/>
              </a:spcBef>
            </a:pPr>
            <a:r>
              <a:rPr lang="en-US" altLang="zh-CN" sz="3600" b="1" dirty="0" smtClean="0">
                <a:latin typeface="Times New Roman" pitchFamily="18" charset="0"/>
                <a:ea typeface="华文新魏" pitchFamily="2" charset="-122"/>
              </a:rPr>
              <a:t>α</a:t>
            </a:r>
            <a:r>
              <a:rPr lang="en-US" altLang="zh-CN" sz="3600" b="1" baseline="-25000" dirty="0" smtClean="0">
                <a:latin typeface="Times New Roman" pitchFamily="18" charset="0"/>
                <a:ea typeface="华文新魏" pitchFamily="2" charset="-122"/>
              </a:rPr>
              <a:t>0</a:t>
            </a:r>
            <a:r>
              <a:rPr lang="en-US" altLang="zh-CN" sz="3600" b="1" dirty="0" smtClean="0">
                <a:latin typeface="Times New Roman" pitchFamily="18" charset="0"/>
                <a:ea typeface="华文新魏" pitchFamily="2" charset="-122"/>
                <a:sym typeface="Symbol" pitchFamily="18" charset="2"/>
              </a:rPr>
              <a:t></a:t>
            </a:r>
            <a:r>
              <a:rPr lang="en-US" altLang="zh-CN" sz="3600" b="1" baseline="30000" dirty="0" smtClean="0">
                <a:latin typeface="Times New Roman" pitchFamily="18" charset="0"/>
                <a:ea typeface="华文新魏" pitchFamily="2" charset="-122"/>
                <a:sym typeface="Symbol" pitchFamily="18" charset="2"/>
              </a:rPr>
              <a:t>+</a:t>
            </a:r>
            <a:r>
              <a:rPr lang="en-US" altLang="zh-CN" sz="3600" b="1" dirty="0" smtClean="0">
                <a:latin typeface="Times New Roman" pitchFamily="18" charset="0"/>
                <a:ea typeface="华文新魏" pitchFamily="2" charset="-122"/>
                <a:sym typeface="Symbol" pitchFamily="18" charset="2"/>
              </a:rPr>
              <a:t> </a:t>
            </a:r>
            <a:r>
              <a:rPr lang="en-US" altLang="zh-CN" sz="3600" b="1" dirty="0" smtClean="0">
                <a:latin typeface="Times New Roman" pitchFamily="18" charset="0"/>
                <a:ea typeface="华文新魏" pitchFamily="2" charset="-122"/>
              </a:rPr>
              <a:t>α</a:t>
            </a:r>
            <a:r>
              <a:rPr lang="en-US" altLang="zh-CN" sz="3600" b="1" baseline="-25000" dirty="0" smtClean="0">
                <a:latin typeface="Times New Roman" pitchFamily="18" charset="0"/>
                <a:ea typeface="华文新魏" pitchFamily="2" charset="-122"/>
              </a:rPr>
              <a:t>n</a:t>
            </a:r>
            <a:r>
              <a:rPr lang="en-US" altLang="zh-CN" sz="3600" b="1" dirty="0" smtClean="0">
                <a:latin typeface="Times New Roman" pitchFamily="18" charset="0"/>
                <a:ea typeface="华文新魏" pitchFamily="2" charset="-122"/>
              </a:rPr>
              <a:t> </a:t>
            </a:r>
            <a:r>
              <a:rPr lang="en-US" altLang="zh-CN" b="1" dirty="0" smtClean="0">
                <a:latin typeface="Times New Roman" pitchFamily="18" charset="0"/>
                <a:ea typeface="华文新魏" pitchFamily="2" charset="-122"/>
              </a:rPr>
              <a:t>(</a:t>
            </a:r>
            <a:r>
              <a:rPr lang="zh-CN" altLang="en-US" b="1" dirty="0" smtClean="0">
                <a:latin typeface="Times New Roman" pitchFamily="18" charset="0"/>
                <a:ea typeface="华文新魏" pitchFamily="2" charset="-122"/>
              </a:rPr>
              <a:t>至少一步</a:t>
            </a:r>
            <a:r>
              <a:rPr lang="en-US" altLang="zh-CN" b="1" dirty="0" smtClean="0">
                <a:latin typeface="Times New Roman" pitchFamily="18" charset="0"/>
                <a:ea typeface="华文新魏" pitchFamily="2" charset="-122"/>
              </a:rPr>
              <a:t>)</a:t>
            </a:r>
          </a:p>
          <a:p>
            <a:pPr eaLnBrk="1" hangingPunct="1">
              <a:spcBef>
                <a:spcPct val="30000"/>
              </a:spcBef>
            </a:pPr>
            <a:r>
              <a:rPr lang="en-US" altLang="zh-CN" sz="3600" b="1" dirty="0" smtClean="0">
                <a:latin typeface="Times New Roman" pitchFamily="18" charset="0"/>
                <a:ea typeface="华文新魏" pitchFamily="2" charset="-122"/>
              </a:rPr>
              <a:t>α</a:t>
            </a:r>
            <a:r>
              <a:rPr lang="en-US" altLang="zh-CN" sz="3600" b="1" baseline="-25000" dirty="0" smtClean="0">
                <a:latin typeface="Times New Roman" pitchFamily="18" charset="0"/>
                <a:ea typeface="华文新魏" pitchFamily="2" charset="-122"/>
              </a:rPr>
              <a:t>0</a:t>
            </a:r>
            <a:r>
              <a:rPr lang="en-US" altLang="zh-CN" sz="3600" b="1" dirty="0" smtClean="0">
                <a:latin typeface="Times New Roman" pitchFamily="18" charset="0"/>
                <a:ea typeface="华文新魏" pitchFamily="2" charset="-122"/>
                <a:sym typeface="Symbol" pitchFamily="18" charset="2"/>
              </a:rPr>
              <a:t></a:t>
            </a:r>
            <a:r>
              <a:rPr lang="en-US" altLang="zh-CN" sz="3600" b="1" baseline="30000" dirty="0" smtClean="0">
                <a:latin typeface="Times New Roman" pitchFamily="18" charset="0"/>
                <a:ea typeface="华文新魏" pitchFamily="2" charset="-122"/>
                <a:sym typeface="Symbol" pitchFamily="18" charset="2"/>
              </a:rPr>
              <a:t>*</a:t>
            </a:r>
            <a:r>
              <a:rPr lang="en-US" altLang="zh-CN" sz="3600" b="1" dirty="0" smtClean="0">
                <a:latin typeface="Times New Roman" pitchFamily="18" charset="0"/>
                <a:ea typeface="华文新魏" pitchFamily="2" charset="-122"/>
                <a:sym typeface="Symbol" pitchFamily="18" charset="2"/>
              </a:rPr>
              <a:t> </a:t>
            </a:r>
            <a:r>
              <a:rPr lang="en-US" altLang="zh-CN" sz="3600" b="1" dirty="0" smtClean="0">
                <a:latin typeface="Times New Roman" pitchFamily="18" charset="0"/>
                <a:ea typeface="华文新魏" pitchFamily="2" charset="-122"/>
              </a:rPr>
              <a:t>α</a:t>
            </a:r>
            <a:r>
              <a:rPr lang="en-US" altLang="zh-CN" sz="3600" b="1" baseline="-25000" dirty="0" smtClean="0">
                <a:latin typeface="Times New Roman" pitchFamily="18" charset="0"/>
                <a:ea typeface="华文新魏" pitchFamily="2" charset="-122"/>
              </a:rPr>
              <a:t>n</a:t>
            </a:r>
            <a:r>
              <a:rPr lang="en-US" altLang="zh-CN" sz="3600" b="1" dirty="0" smtClean="0">
                <a:latin typeface="Times New Roman" pitchFamily="18" charset="0"/>
                <a:ea typeface="华文新魏" pitchFamily="2" charset="-122"/>
              </a:rPr>
              <a:t> </a:t>
            </a:r>
            <a:r>
              <a:rPr lang="en-US" altLang="zh-CN" b="1" dirty="0" smtClean="0">
                <a:latin typeface="Times New Roman" pitchFamily="18" charset="0"/>
                <a:ea typeface="华文新魏" pitchFamily="2" charset="-122"/>
              </a:rPr>
              <a:t>(</a:t>
            </a:r>
            <a:r>
              <a:rPr lang="zh-CN" altLang="en-US" b="1" dirty="0" smtClean="0">
                <a:latin typeface="Times New Roman" pitchFamily="18" charset="0"/>
                <a:ea typeface="华文新魏" pitchFamily="2" charset="-122"/>
              </a:rPr>
              <a:t>若干步:零步或多步</a:t>
            </a:r>
            <a:r>
              <a:rPr lang="en-US" altLang="zh-CN" b="1" dirty="0" smtClean="0">
                <a:latin typeface="Times New Roman" pitchFamily="18" charset="0"/>
                <a:ea typeface="华文新魏" pitchFamily="2" charset="-122"/>
              </a:rPr>
              <a:t>)</a:t>
            </a:r>
          </a:p>
        </p:txBody>
      </p:sp>
      <p:sp>
        <p:nvSpPr>
          <p:cNvPr id="454660" name="Rectangle 4"/>
          <p:cNvSpPr>
            <a:spLocks noChangeArrowheads="1"/>
          </p:cNvSpPr>
          <p:nvPr/>
        </p:nvSpPr>
        <p:spPr bwMode="auto">
          <a:xfrm>
            <a:off x="6661150" y="76200"/>
            <a:ext cx="2159000" cy="2282825"/>
          </a:xfrm>
          <a:prstGeom prst="rect">
            <a:avLst/>
          </a:prstGeom>
          <a:solidFill>
            <a:schemeClr val="tx1"/>
          </a:solidFill>
          <a:ln w="9525">
            <a:noFill/>
            <a:miter lim="800000"/>
            <a:headEnd/>
            <a:tailEnd/>
          </a:ln>
          <a:effectLst/>
        </p:spPr>
        <p:txBody>
          <a:bodyPr lIns="92075" tIns="46038" rIns="92075" bIns="46038">
            <a:spAutoFit/>
          </a:bodyPr>
          <a:lstStyle/>
          <a:p>
            <a:pPr marL="190500" lvl="1"/>
            <a:r>
              <a:rPr lang="en-US" altLang="zh-CN" sz="2400" b="1">
                <a:solidFill>
                  <a:schemeClr val="bg1"/>
                </a:solidFill>
              </a:rPr>
              <a:t> E</a:t>
            </a:r>
          </a:p>
          <a:p>
            <a:pPr marL="190500" lvl="1"/>
            <a:r>
              <a:rPr lang="en-US" altLang="zh-CN" sz="2400" b="1">
                <a:solidFill>
                  <a:schemeClr val="bg1"/>
                </a:solidFill>
                <a:sym typeface="Symbol" pitchFamily="18" charset="2"/>
              </a:rPr>
              <a:t></a:t>
            </a:r>
            <a:r>
              <a:rPr lang="en-US" altLang="zh-CN" sz="2400" b="1">
                <a:solidFill>
                  <a:schemeClr val="bg1"/>
                </a:solidFill>
              </a:rPr>
              <a:t> E + E </a:t>
            </a:r>
          </a:p>
          <a:p>
            <a:pPr marL="190500" lvl="1"/>
            <a:r>
              <a:rPr lang="zh-CN" altLang="en-US" sz="2400" b="1">
                <a:solidFill>
                  <a:schemeClr val="bg1"/>
                </a:solidFill>
                <a:sym typeface="Symbol" pitchFamily="18" charset="2"/>
              </a:rPr>
              <a:t> </a:t>
            </a:r>
            <a:r>
              <a:rPr lang="en-US" altLang="zh-CN" sz="2400" b="1">
                <a:solidFill>
                  <a:schemeClr val="bg1"/>
                </a:solidFill>
              </a:rPr>
              <a:t>E * E + E</a:t>
            </a:r>
          </a:p>
          <a:p>
            <a:pPr marL="190500" lvl="1"/>
            <a:r>
              <a:rPr lang="zh-CN" altLang="en-US" sz="2400" b="1">
                <a:solidFill>
                  <a:schemeClr val="bg1"/>
                </a:solidFill>
                <a:sym typeface="Symbol" pitchFamily="18" charset="2"/>
              </a:rPr>
              <a:t></a:t>
            </a:r>
            <a:r>
              <a:rPr lang="zh-CN" altLang="en-US" sz="2400" b="1">
                <a:solidFill>
                  <a:schemeClr val="bg1"/>
                </a:solidFill>
              </a:rPr>
              <a:t> </a:t>
            </a:r>
            <a:r>
              <a:rPr lang="en-US" altLang="zh-CN" sz="2400" b="1">
                <a:solidFill>
                  <a:schemeClr val="bg1"/>
                </a:solidFill>
              </a:rPr>
              <a:t>id * E + E </a:t>
            </a:r>
          </a:p>
          <a:p>
            <a:pPr marL="190500" lvl="1"/>
            <a:r>
              <a:rPr lang="zh-CN" altLang="en-US" sz="2400" b="1">
                <a:solidFill>
                  <a:schemeClr val="bg1"/>
                </a:solidFill>
                <a:sym typeface="Symbol" pitchFamily="18" charset="2"/>
              </a:rPr>
              <a:t></a:t>
            </a:r>
            <a:r>
              <a:rPr lang="zh-CN" altLang="en-US" sz="2400" b="1">
                <a:solidFill>
                  <a:schemeClr val="bg1"/>
                </a:solidFill>
              </a:rPr>
              <a:t> </a:t>
            </a:r>
            <a:r>
              <a:rPr lang="en-US" altLang="zh-CN" sz="2400" b="1">
                <a:solidFill>
                  <a:schemeClr val="bg1"/>
                </a:solidFill>
              </a:rPr>
              <a:t>id * id + E </a:t>
            </a:r>
          </a:p>
          <a:p>
            <a:pPr marL="190500" lvl="1"/>
            <a:r>
              <a:rPr lang="zh-CN" altLang="en-US" sz="2400" b="1">
                <a:solidFill>
                  <a:schemeClr val="bg1"/>
                </a:solidFill>
                <a:sym typeface="Symbol" pitchFamily="18" charset="2"/>
              </a:rPr>
              <a:t></a:t>
            </a:r>
            <a:r>
              <a:rPr lang="zh-CN" altLang="en-US" sz="2400" b="1">
                <a:solidFill>
                  <a:schemeClr val="bg1"/>
                </a:solidFill>
              </a:rPr>
              <a:t> </a:t>
            </a:r>
            <a:r>
              <a:rPr lang="en-US" altLang="zh-CN" sz="2400" b="1">
                <a:solidFill>
                  <a:schemeClr val="bg1"/>
                </a:solidFill>
              </a:rPr>
              <a:t>id * id + id</a:t>
            </a:r>
          </a:p>
        </p:txBody>
      </p:sp>
      <p:sp>
        <p:nvSpPr>
          <p:cNvPr id="458757" name="Rectangle 5"/>
          <p:cNvSpPr>
            <a:spLocks noRot="1" noChangeArrowheads="1"/>
          </p:cNvSpPr>
          <p:nvPr/>
        </p:nvSpPr>
        <p:spPr bwMode="auto">
          <a:xfrm>
            <a:off x="6659563" y="2708275"/>
            <a:ext cx="2232025" cy="2282825"/>
          </a:xfrm>
          <a:prstGeom prst="rect">
            <a:avLst/>
          </a:prstGeom>
          <a:solidFill>
            <a:schemeClr val="tx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p>
            <a:pPr marL="342900" indent="-342900"/>
            <a:r>
              <a:rPr lang="en-US" altLang="zh-CN" sz="2400" b="1">
                <a:solidFill>
                  <a:schemeClr val="bg1"/>
                </a:solidFill>
              </a:rPr>
              <a:t>id * id + id</a:t>
            </a:r>
          </a:p>
          <a:p>
            <a:pPr marL="342900" indent="-342900"/>
            <a:r>
              <a:rPr lang="en-US" altLang="zh-CN" sz="2400" b="1">
                <a:solidFill>
                  <a:schemeClr val="bg1"/>
                </a:solidFill>
                <a:sym typeface="Symbol" pitchFamily="18" charset="2"/>
              </a:rPr>
              <a:t></a:t>
            </a:r>
            <a:r>
              <a:rPr lang="zh-CN" altLang="en-US" sz="2400" b="1">
                <a:solidFill>
                  <a:schemeClr val="bg1"/>
                </a:solidFill>
              </a:rPr>
              <a:t> </a:t>
            </a:r>
            <a:r>
              <a:rPr lang="en-US" altLang="zh-CN" sz="2400" b="1">
                <a:solidFill>
                  <a:schemeClr val="bg1"/>
                </a:solidFill>
              </a:rPr>
              <a:t>E</a:t>
            </a:r>
            <a:r>
              <a:rPr lang="zh-CN" altLang="en-US" sz="2400" b="1">
                <a:solidFill>
                  <a:schemeClr val="bg1"/>
                </a:solidFill>
              </a:rPr>
              <a:t> </a:t>
            </a:r>
            <a:r>
              <a:rPr lang="en-US" altLang="zh-CN" sz="2400" b="1">
                <a:solidFill>
                  <a:schemeClr val="bg1"/>
                </a:solidFill>
              </a:rPr>
              <a:t>* id + id </a:t>
            </a:r>
          </a:p>
          <a:p>
            <a:pPr marL="342900" indent="-342900"/>
            <a:r>
              <a:rPr lang="en-US" altLang="zh-CN" sz="2400" b="1">
                <a:solidFill>
                  <a:schemeClr val="bg1"/>
                </a:solidFill>
                <a:sym typeface="Symbol" pitchFamily="18" charset="2"/>
              </a:rPr>
              <a:t></a:t>
            </a:r>
            <a:r>
              <a:rPr lang="zh-CN" altLang="en-US" sz="2400" b="1">
                <a:solidFill>
                  <a:schemeClr val="bg1"/>
                </a:solidFill>
              </a:rPr>
              <a:t> </a:t>
            </a:r>
            <a:r>
              <a:rPr lang="en-US" altLang="zh-CN" sz="2400" b="1">
                <a:solidFill>
                  <a:schemeClr val="bg1"/>
                </a:solidFill>
              </a:rPr>
              <a:t>E * E + id</a:t>
            </a:r>
          </a:p>
          <a:p>
            <a:pPr marL="342900" indent="-342900"/>
            <a:r>
              <a:rPr lang="en-US" altLang="zh-CN" sz="2400" b="1">
                <a:solidFill>
                  <a:schemeClr val="bg1"/>
                </a:solidFill>
                <a:sym typeface="Symbol" pitchFamily="18" charset="2"/>
              </a:rPr>
              <a:t></a:t>
            </a:r>
            <a:r>
              <a:rPr lang="zh-CN" altLang="en-US" sz="2400" b="1">
                <a:solidFill>
                  <a:schemeClr val="bg1"/>
                </a:solidFill>
                <a:sym typeface="Symbol" pitchFamily="18" charset="2"/>
              </a:rPr>
              <a:t> </a:t>
            </a:r>
            <a:r>
              <a:rPr lang="en-US" altLang="zh-CN" sz="2400" b="1">
                <a:solidFill>
                  <a:schemeClr val="bg1"/>
                </a:solidFill>
              </a:rPr>
              <a:t>E + id</a:t>
            </a:r>
          </a:p>
          <a:p>
            <a:pPr marL="342900" indent="-342900"/>
            <a:r>
              <a:rPr lang="en-US" altLang="zh-CN" sz="2400" b="1">
                <a:solidFill>
                  <a:schemeClr val="bg1"/>
                </a:solidFill>
                <a:sym typeface="Symbol" pitchFamily="18" charset="2"/>
              </a:rPr>
              <a:t></a:t>
            </a:r>
            <a:r>
              <a:rPr lang="en-US" altLang="zh-CN" sz="2400" b="1">
                <a:solidFill>
                  <a:schemeClr val="bg1"/>
                </a:solidFill>
              </a:rPr>
              <a:t> E + E</a:t>
            </a:r>
            <a:endParaRPr lang="zh-CN" altLang="en-US" sz="2400" b="1">
              <a:solidFill>
                <a:schemeClr val="bg1"/>
              </a:solidFill>
            </a:endParaRPr>
          </a:p>
          <a:p>
            <a:pPr marL="342900" indent="-342900"/>
            <a:r>
              <a:rPr lang="en-US" altLang="zh-CN" sz="2400" b="1">
                <a:solidFill>
                  <a:schemeClr val="bg1"/>
                </a:solidFill>
                <a:sym typeface="Symbol" pitchFamily="18" charset="2"/>
              </a:rPr>
              <a:t></a:t>
            </a:r>
            <a:r>
              <a:rPr lang="zh-CN" altLang="en-US" sz="2400" b="1">
                <a:solidFill>
                  <a:schemeClr val="bg1"/>
                </a:solidFill>
              </a:rPr>
              <a:t> </a:t>
            </a:r>
            <a:r>
              <a:rPr lang="en-US" altLang="zh-CN" sz="2400" b="1">
                <a:solidFill>
                  <a:schemeClr val="bg1"/>
                </a:solidFill>
              </a:rPr>
              <a:t>E</a:t>
            </a:r>
            <a:r>
              <a:rPr lang="zh-CN" altLang="en-US" sz="2400" b="1">
                <a:solidFill>
                  <a:schemeClr val="bg1"/>
                </a:solidFill>
              </a:rPr>
              <a:t> </a:t>
            </a:r>
            <a:r>
              <a:rPr lang="en-US" altLang="zh-CN" sz="2400" b="1">
                <a:solidFill>
                  <a:schemeClr val="bg1"/>
                </a:solidFill>
                <a:sym typeface="Symbol" pitchFamily="18" charset="2"/>
              </a:rPr>
              <a:t> </a:t>
            </a:r>
            <a:endParaRPr lang="zh-CN" altLang="en-US" sz="2400" b="1">
              <a:solidFill>
                <a:schemeClr val="bg1"/>
              </a:solidFill>
              <a:sym typeface="Symbol" pitchFamily="18" charset="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D6B6767-4B23-43A1-8036-DABD3B1832F5}" type="datetime1">
              <a:rPr lang="zh-CN" altLang="en-US"/>
              <a:pPr/>
              <a:t>2017/2/24</a:t>
            </a:fld>
            <a:endParaRPr lang="en-US" altLang="zh-CN"/>
          </a:p>
        </p:txBody>
      </p:sp>
      <p:sp>
        <p:nvSpPr>
          <p:cNvPr id="4096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F37DCDB-39DA-4C63-BDF5-0A228D16A8EB}" type="slidenum">
              <a:rPr lang="zh-CN" altLang="en-US"/>
              <a:pPr/>
              <a:t>36</a:t>
            </a:fld>
            <a:endParaRPr lang="en-US" altLang="zh-CN"/>
          </a:p>
        </p:txBody>
      </p:sp>
      <p:sp>
        <p:nvSpPr>
          <p:cNvPr id="40964" name="Rectangle 2"/>
          <p:cNvSpPr>
            <a:spLocks noGrp="1" noRot="1" noChangeArrowheads="1"/>
          </p:cNvSpPr>
          <p:nvPr>
            <p:ph type="title"/>
          </p:nvPr>
        </p:nvSpPr>
        <p:spPr>
          <a:xfrm>
            <a:off x="323850" y="404813"/>
            <a:ext cx="4319588" cy="762000"/>
          </a:xfrm>
        </p:spPr>
        <p:txBody>
          <a:bodyPr/>
          <a:lstStyle/>
          <a:p>
            <a:pPr algn="l" eaLnBrk="1" hangingPunct="1"/>
            <a:r>
              <a:rPr lang="zh-CN" altLang="en-US" b="1" smtClean="0">
                <a:solidFill>
                  <a:srgbClr val="000099"/>
                </a:solidFill>
                <a:latin typeface="Times New Roman" pitchFamily="18" charset="0"/>
                <a:ea typeface="华文新魏" pitchFamily="2" charset="-122"/>
              </a:rPr>
              <a:t>再看推导/归约</a:t>
            </a:r>
          </a:p>
        </p:txBody>
      </p:sp>
      <p:sp>
        <p:nvSpPr>
          <p:cNvPr id="460803" name="Rectangle 3"/>
          <p:cNvSpPr>
            <a:spLocks noGrp="1" noRot="1" noChangeArrowheads="1"/>
          </p:cNvSpPr>
          <p:nvPr>
            <p:ph type="body" idx="1"/>
          </p:nvPr>
        </p:nvSpPr>
        <p:spPr>
          <a:xfrm>
            <a:off x="1028700" y="2133600"/>
            <a:ext cx="6207125" cy="4191000"/>
          </a:xfrm>
        </p:spPr>
        <p:txBody>
          <a:bodyPr/>
          <a:lstStyle/>
          <a:p>
            <a:pPr marL="0" indent="0" eaLnBrk="1" hangingPunct="1">
              <a:buFont typeface="Wingdings" pitchFamily="2" charset="2"/>
              <a:buNone/>
            </a:pPr>
            <a:r>
              <a:rPr lang="en-US" altLang="zh-CN" sz="2800" b="1" smtClean="0">
                <a:latin typeface="Times New Roman" pitchFamily="18" charset="0"/>
                <a:ea typeface="华文新魏" pitchFamily="2" charset="-122"/>
                <a:sym typeface="Symbol" pitchFamily="18" charset="2"/>
              </a:rPr>
              <a:t></a:t>
            </a:r>
            <a:r>
              <a:rPr lang="en-US" altLang="zh-CN" sz="2800" b="1" smtClean="0">
                <a:latin typeface="Times New Roman" pitchFamily="18" charset="0"/>
                <a:ea typeface="华文新魏" pitchFamily="2" charset="-122"/>
              </a:rPr>
              <a:t> E + E   		(1)  	</a:t>
            </a:r>
            <a:r>
              <a:rPr lang="zh-CN" altLang="en-US" sz="2800" b="1" smtClean="0">
                <a:latin typeface="Times New Roman" pitchFamily="18" charset="0"/>
                <a:ea typeface="华文新魏" pitchFamily="2" charset="-122"/>
              </a:rPr>
              <a:t>串中含有变量</a:t>
            </a:r>
          </a:p>
          <a:p>
            <a:pPr marL="0" indent="0" eaLnBrk="1" hangingPunct="1">
              <a:buFont typeface="Wingdings" pitchFamily="2" charset="2"/>
              <a:buNone/>
            </a:pPr>
            <a:r>
              <a:rPr lang="zh-CN" altLang="en-US" sz="2800" b="1" smtClean="0">
                <a:latin typeface="Times New Roman" pitchFamily="18" charset="0"/>
                <a:ea typeface="华文新魏" pitchFamily="2" charset="-122"/>
                <a:sym typeface="Symbol" pitchFamily="18" charset="2"/>
              </a:rPr>
              <a:t></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id + E 		(4) 	 </a:t>
            </a:r>
            <a:r>
              <a:rPr lang="zh-CN" altLang="en-US" sz="2800" b="1" smtClean="0">
                <a:latin typeface="Times New Roman" pitchFamily="18" charset="0"/>
                <a:ea typeface="华文新魏" pitchFamily="2" charset="-122"/>
              </a:rPr>
              <a:t>串中含有变量</a:t>
            </a:r>
          </a:p>
          <a:p>
            <a:pPr marL="0" indent="0" eaLnBrk="1" hangingPunct="1">
              <a:buFont typeface="Wingdings" pitchFamily="2" charset="2"/>
              <a:buNone/>
            </a:pPr>
            <a:r>
              <a:rPr lang="zh-CN" altLang="en-US" sz="2800" b="1" smtClean="0">
                <a:latin typeface="Times New Roman" pitchFamily="18" charset="0"/>
                <a:ea typeface="华文新魏" pitchFamily="2" charset="-122"/>
                <a:sym typeface="Symbol" pitchFamily="18" charset="2"/>
              </a:rPr>
              <a:t></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id + E * E 	(2) 	 </a:t>
            </a:r>
            <a:r>
              <a:rPr lang="zh-CN" altLang="en-US" sz="2800" b="1" smtClean="0">
                <a:latin typeface="Times New Roman" pitchFamily="18" charset="0"/>
                <a:ea typeface="华文新魏" pitchFamily="2" charset="-122"/>
              </a:rPr>
              <a:t>串中含有变量</a:t>
            </a:r>
          </a:p>
          <a:p>
            <a:pPr marL="0" indent="0" eaLnBrk="1" hangingPunct="1">
              <a:buFont typeface="Wingdings" pitchFamily="2" charset="2"/>
              <a:buNone/>
            </a:pPr>
            <a:r>
              <a:rPr lang="zh-CN" altLang="en-US" sz="2800" b="1" smtClean="0">
                <a:latin typeface="Times New Roman" pitchFamily="18" charset="0"/>
                <a:ea typeface="华文新魏" pitchFamily="2" charset="-122"/>
                <a:sym typeface="Symbol" pitchFamily="18" charset="2"/>
              </a:rPr>
              <a:t></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id + id * E	(4) 	 </a:t>
            </a:r>
            <a:r>
              <a:rPr lang="zh-CN" altLang="en-US" sz="2800" b="1" smtClean="0">
                <a:latin typeface="Times New Roman" pitchFamily="18" charset="0"/>
                <a:ea typeface="华文新魏" pitchFamily="2" charset="-122"/>
              </a:rPr>
              <a:t>串中含有变量</a:t>
            </a:r>
          </a:p>
          <a:p>
            <a:pPr marL="0" indent="0" eaLnBrk="1" hangingPunct="1">
              <a:buFont typeface="Wingdings" pitchFamily="2" charset="2"/>
              <a:buNone/>
            </a:pPr>
            <a:r>
              <a:rPr lang="zh-CN" altLang="en-US" sz="2800" b="1" smtClean="0">
                <a:latin typeface="Times New Roman" pitchFamily="18" charset="0"/>
                <a:ea typeface="华文新魏" pitchFamily="2" charset="-122"/>
                <a:sym typeface="Symbol" pitchFamily="18" charset="2"/>
              </a:rPr>
              <a:t></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id + id * id	(4) 	 </a:t>
            </a:r>
            <a:r>
              <a:rPr lang="zh-CN" altLang="en-US" sz="2800" b="1" smtClean="0">
                <a:latin typeface="Times New Roman" pitchFamily="18" charset="0"/>
                <a:ea typeface="华文新魏" pitchFamily="2" charset="-122"/>
              </a:rPr>
              <a:t>串中</a:t>
            </a:r>
            <a:r>
              <a:rPr lang="zh-CN" altLang="en-US" sz="2800" b="1" smtClean="0">
                <a:solidFill>
                  <a:schemeClr val="hlink"/>
                </a:solidFill>
                <a:latin typeface="Times New Roman" pitchFamily="18" charset="0"/>
                <a:ea typeface="华文新魏" pitchFamily="2" charset="-122"/>
              </a:rPr>
              <a:t>没有</a:t>
            </a:r>
            <a:r>
              <a:rPr lang="zh-CN" altLang="en-US" sz="2800" b="1" smtClean="0">
                <a:latin typeface="Times New Roman" pitchFamily="18" charset="0"/>
                <a:ea typeface="华文新魏" pitchFamily="2" charset="-122"/>
              </a:rPr>
              <a:t>变量</a:t>
            </a:r>
          </a:p>
          <a:p>
            <a:pPr marL="0" indent="0" eaLnBrk="1" hangingPunct="1">
              <a:spcBef>
                <a:spcPct val="80000"/>
              </a:spcBef>
              <a:buFont typeface="Wingdings" pitchFamily="2" charset="2"/>
              <a:buNone/>
            </a:pPr>
            <a:r>
              <a:rPr lang="zh-CN" altLang="en-US" sz="3600" b="1" smtClean="0">
                <a:latin typeface="Times New Roman" pitchFamily="18" charset="0"/>
                <a:ea typeface="华文新魏" pitchFamily="2" charset="-122"/>
              </a:rPr>
              <a:t>到此串中已经没有</a:t>
            </a:r>
            <a:r>
              <a:rPr lang="en-US" altLang="zh-CN" sz="3600" b="1" smtClean="0">
                <a:latin typeface="Times New Roman" pitchFamily="18" charset="0"/>
                <a:ea typeface="华文新魏" pitchFamily="2" charset="-122"/>
              </a:rPr>
              <a:t>(</a:t>
            </a:r>
            <a:r>
              <a:rPr lang="zh-CN" altLang="en-US" sz="3600" b="1" smtClean="0">
                <a:latin typeface="Times New Roman" pitchFamily="18" charset="0"/>
                <a:ea typeface="华文新魏" pitchFamily="2" charset="-122"/>
              </a:rPr>
              <a:t>语法</a:t>
            </a:r>
            <a:r>
              <a:rPr lang="en-US" altLang="zh-CN" sz="3600" b="1" smtClean="0">
                <a:latin typeface="Times New Roman" pitchFamily="18" charset="0"/>
                <a:ea typeface="华文新魏" pitchFamily="2" charset="-122"/>
              </a:rPr>
              <a:t>)</a:t>
            </a:r>
            <a:r>
              <a:rPr lang="zh-CN" altLang="en-US" sz="3600" b="1" smtClean="0">
                <a:latin typeface="Times New Roman" pitchFamily="18" charset="0"/>
                <a:ea typeface="华文新魏" pitchFamily="2" charset="-122"/>
              </a:rPr>
              <a:t>变量了</a:t>
            </a:r>
            <a:r>
              <a:rPr lang="en-US" altLang="zh-CN" sz="3600" b="1" smtClean="0">
                <a:latin typeface="Times New Roman" pitchFamily="18" charset="0"/>
                <a:ea typeface="华文新魏" pitchFamily="2" charset="-122"/>
              </a:rPr>
              <a:t>——</a:t>
            </a:r>
            <a:r>
              <a:rPr lang="zh-CN" altLang="en-US" sz="3600" b="1" smtClean="0">
                <a:latin typeface="Times New Roman" pitchFamily="18" charset="0"/>
                <a:ea typeface="华文新魏" pitchFamily="2" charset="-122"/>
              </a:rPr>
              <a:t>一个只含终极符的行</a:t>
            </a:r>
            <a:endParaRPr lang="zh-CN" altLang="en-US" sz="3600" b="1" smtClean="0">
              <a:solidFill>
                <a:schemeClr val="hlink"/>
              </a:solidFill>
              <a:latin typeface="Times New Roman" pitchFamily="18" charset="0"/>
              <a:ea typeface="华文新魏" pitchFamily="2" charset="-122"/>
            </a:endParaRPr>
          </a:p>
        </p:txBody>
      </p:sp>
      <p:grpSp>
        <p:nvGrpSpPr>
          <p:cNvPr id="40975" name="Group 15"/>
          <p:cNvGrpSpPr>
            <a:grpSpLocks/>
          </p:cNvGrpSpPr>
          <p:nvPr/>
        </p:nvGrpSpPr>
        <p:grpSpPr bwMode="auto">
          <a:xfrm>
            <a:off x="3203575" y="2420938"/>
            <a:ext cx="5200650" cy="1584325"/>
            <a:chOff x="1882" y="1539"/>
            <a:chExt cx="3186" cy="998"/>
          </a:xfrm>
        </p:grpSpPr>
        <p:sp>
          <p:nvSpPr>
            <p:cNvPr id="40970" name="AutoShape 10"/>
            <p:cNvSpPr>
              <a:spLocks/>
            </p:cNvSpPr>
            <p:nvPr/>
          </p:nvSpPr>
          <p:spPr bwMode="auto">
            <a:xfrm>
              <a:off x="1882" y="1539"/>
              <a:ext cx="182" cy="998"/>
            </a:xfrm>
            <a:prstGeom prst="rightBrace">
              <a:avLst>
                <a:gd name="adj1" fmla="val 45696"/>
                <a:gd name="adj2" fmla="val 50000"/>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1" name="AutoShape 11"/>
            <p:cNvSpPr>
              <a:spLocks noChangeArrowheads="1"/>
            </p:cNvSpPr>
            <p:nvPr/>
          </p:nvSpPr>
          <p:spPr bwMode="auto">
            <a:xfrm>
              <a:off x="2064" y="1993"/>
              <a:ext cx="2268" cy="90"/>
            </a:xfrm>
            <a:prstGeom prst="rightArrow">
              <a:avLst>
                <a:gd name="adj1" fmla="val 50000"/>
                <a:gd name="adj2" fmla="val 63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2" name="Rectangle 12"/>
            <p:cNvSpPr>
              <a:spLocks noChangeArrowheads="1"/>
            </p:cNvSpPr>
            <p:nvPr/>
          </p:nvSpPr>
          <p:spPr bwMode="auto">
            <a:xfrm>
              <a:off x="4332" y="1752"/>
              <a:ext cx="736" cy="442"/>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4000" b="1">
                  <a:solidFill>
                    <a:srgbClr val="FFFF99"/>
                  </a:solidFill>
                  <a:latin typeface="Arial" charset="0"/>
                  <a:ea typeface="华文新魏" pitchFamily="2" charset="-122"/>
                </a:rPr>
                <a:t>句型</a:t>
              </a:r>
            </a:p>
          </p:txBody>
        </p:sp>
      </p:grpSp>
      <p:grpSp>
        <p:nvGrpSpPr>
          <p:cNvPr id="40974" name="Group 14"/>
          <p:cNvGrpSpPr>
            <a:grpSpLocks/>
          </p:cNvGrpSpPr>
          <p:nvPr/>
        </p:nvGrpSpPr>
        <p:grpSpPr bwMode="auto">
          <a:xfrm>
            <a:off x="3419475" y="4076700"/>
            <a:ext cx="5018088" cy="701675"/>
            <a:chOff x="1927" y="2568"/>
            <a:chExt cx="3161" cy="442"/>
          </a:xfrm>
        </p:grpSpPr>
        <p:sp>
          <p:nvSpPr>
            <p:cNvPr id="40969" name="Rectangle 9"/>
            <p:cNvSpPr>
              <a:spLocks noChangeArrowheads="1"/>
            </p:cNvSpPr>
            <p:nvPr/>
          </p:nvSpPr>
          <p:spPr bwMode="auto">
            <a:xfrm>
              <a:off x="4332" y="2568"/>
              <a:ext cx="756" cy="442"/>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4000" b="1">
                  <a:solidFill>
                    <a:srgbClr val="FFFF99"/>
                  </a:solidFill>
                  <a:latin typeface="Arial" charset="0"/>
                  <a:ea typeface="华文新魏" pitchFamily="2" charset="-122"/>
                </a:rPr>
                <a:t>句子</a:t>
              </a:r>
            </a:p>
          </p:txBody>
        </p:sp>
        <p:sp>
          <p:nvSpPr>
            <p:cNvPr id="40973" name="AutoShape 13"/>
            <p:cNvSpPr>
              <a:spLocks noChangeArrowheads="1"/>
            </p:cNvSpPr>
            <p:nvPr/>
          </p:nvSpPr>
          <p:spPr bwMode="auto">
            <a:xfrm>
              <a:off x="1927" y="2750"/>
              <a:ext cx="2405" cy="90"/>
            </a:xfrm>
            <a:prstGeom prst="rightArrow">
              <a:avLst>
                <a:gd name="adj1" fmla="val 50000"/>
                <a:gd name="adj2" fmla="val 668056"/>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54660" name="Rectangle 4"/>
          <p:cNvSpPr>
            <a:spLocks noChangeArrowheads="1"/>
          </p:cNvSpPr>
          <p:nvPr/>
        </p:nvSpPr>
        <p:spPr bwMode="auto">
          <a:xfrm>
            <a:off x="4572000" y="76200"/>
            <a:ext cx="2159000" cy="1373188"/>
          </a:xfrm>
          <a:prstGeom prst="rect">
            <a:avLst/>
          </a:prstGeom>
          <a:solidFill>
            <a:schemeClr val="tx1"/>
          </a:solidFill>
          <a:ln w="9525">
            <a:noFill/>
            <a:miter lim="800000"/>
            <a:headEnd/>
            <a:tailEnd/>
          </a:ln>
          <a:effectLst/>
        </p:spPr>
        <p:txBody>
          <a:bodyPr lIns="92075" tIns="46038" rIns="92075" bIns="46038">
            <a:spAutoFit/>
          </a:bodyPr>
          <a:lstStyle/>
          <a:p>
            <a:pPr marL="342900" indent="-342900">
              <a:buClr>
                <a:schemeClr val="hlink"/>
              </a:buClr>
              <a:buSzPct val="75000"/>
              <a:buFont typeface="Monotype Sorts" pitchFamily="2" charset="2"/>
              <a:buNone/>
            </a:pPr>
            <a:r>
              <a:rPr kumimoji="1" lang="zh-CN" altLang="en-US" sz="2800" b="1">
                <a:solidFill>
                  <a:schemeClr val="bg1"/>
                </a:solidFill>
                <a:effectLst>
                  <a:outerShdw blurRad="38100" dist="38100" dir="2700000" algn="tl">
                    <a:srgbClr val="000000"/>
                  </a:outerShdw>
                </a:effectLst>
              </a:rPr>
              <a:t>1   </a:t>
            </a:r>
            <a:r>
              <a:rPr kumimoji="1" lang="en-US" altLang="zh-CN" sz="2800" b="1">
                <a:solidFill>
                  <a:schemeClr val="bg1"/>
                </a:solidFill>
                <a:effectLst>
                  <a:outerShdw blurRad="38100" dist="38100" dir="2700000" algn="tl">
                    <a:srgbClr val="000000"/>
                  </a:outerShdw>
                </a:effectLst>
              </a:rPr>
              <a:t>E→E+E            </a:t>
            </a:r>
          </a:p>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2   E→E*E      </a:t>
            </a:r>
          </a:p>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3   E→(E)</a:t>
            </a:r>
          </a:p>
        </p:txBody>
      </p:sp>
      <p:sp>
        <p:nvSpPr>
          <p:cNvPr id="2" name="Rectangle 4"/>
          <p:cNvSpPr>
            <a:spLocks noChangeArrowheads="1"/>
          </p:cNvSpPr>
          <p:nvPr/>
        </p:nvSpPr>
        <p:spPr bwMode="auto">
          <a:xfrm>
            <a:off x="6877050" y="76200"/>
            <a:ext cx="2159000" cy="1373188"/>
          </a:xfrm>
          <a:prstGeom prst="rect">
            <a:avLst/>
          </a:prstGeom>
          <a:solidFill>
            <a:schemeClr val="tx1"/>
          </a:solidFill>
          <a:ln w="9525">
            <a:noFill/>
            <a:miter lim="800000"/>
            <a:headEnd/>
            <a:tailEnd/>
          </a:ln>
          <a:effectLst/>
        </p:spPr>
        <p:txBody>
          <a:bodyPr lIns="92075" tIns="46038" rIns="92075" bIns="46038">
            <a:spAutoFit/>
          </a:bodyPr>
          <a:lstStyle/>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4   E→id</a:t>
            </a:r>
          </a:p>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5   E→E-E </a:t>
            </a:r>
          </a:p>
          <a:p>
            <a:pPr marL="342900" indent="-342900">
              <a:buClr>
                <a:schemeClr va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6   E→E/E </a:t>
            </a:r>
          </a:p>
        </p:txBody>
      </p:sp>
      <p:sp>
        <p:nvSpPr>
          <p:cNvPr id="40978" name="AutoShape 18"/>
          <p:cNvSpPr>
            <a:spLocks noChangeArrowheads="1"/>
          </p:cNvSpPr>
          <p:nvPr/>
        </p:nvSpPr>
        <p:spPr bwMode="auto">
          <a:xfrm>
            <a:off x="0" y="981075"/>
            <a:ext cx="2843213" cy="504825"/>
          </a:xfrm>
          <a:prstGeom prst="wedgeRectCallout">
            <a:avLst>
              <a:gd name="adj1" fmla="val 8963"/>
              <a:gd name="adj2" fmla="val 111319"/>
            </a:avLst>
          </a:prstGeom>
          <a:solidFill>
            <a:srgbClr val="3399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a:solidFill>
                  <a:schemeClr val="bg1"/>
                </a:solidFill>
                <a:ea typeface="华文新魏" pitchFamily="2" charset="-122"/>
              </a:rPr>
              <a:t>从开始符号出发</a:t>
            </a:r>
          </a:p>
        </p:txBody>
      </p:sp>
      <p:sp>
        <p:nvSpPr>
          <p:cNvPr id="40979" name="Rectangle 19"/>
          <p:cNvSpPr>
            <a:spLocks noChangeArrowheads="1"/>
          </p:cNvSpPr>
          <p:nvPr/>
        </p:nvSpPr>
        <p:spPr bwMode="auto">
          <a:xfrm>
            <a:off x="1476375" y="1628775"/>
            <a:ext cx="4206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t>E</a:t>
            </a:r>
            <a:endParaRPr lang="zh-CN" altLang="en-US" sz="2800" b="1"/>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212DAFE-3AA9-4150-ABF1-B90537113E12}" type="datetime1">
              <a:rPr lang="zh-CN" altLang="en-US"/>
              <a:pPr/>
              <a:t>2017/2/24</a:t>
            </a:fld>
            <a:endParaRPr lang="en-US" altLang="zh-CN"/>
          </a:p>
        </p:txBody>
      </p:sp>
      <p:sp>
        <p:nvSpPr>
          <p:cNvPr id="4198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A6C4550-5F84-4E07-A92F-38B0441F6AA1}" type="slidenum">
              <a:rPr lang="zh-CN" altLang="en-US"/>
              <a:pPr/>
              <a:t>37</a:t>
            </a:fld>
            <a:endParaRPr lang="en-US" altLang="zh-CN"/>
          </a:p>
        </p:txBody>
      </p:sp>
      <p:sp>
        <p:nvSpPr>
          <p:cNvPr id="461826" name="Rectangle 2"/>
          <p:cNvSpPr>
            <a:spLocks noGrp="1" noRot="1" noChangeArrowheads="1"/>
          </p:cNvSpPr>
          <p:nvPr>
            <p:ph type="title"/>
          </p:nvPr>
        </p:nvSpPr>
        <p:spPr>
          <a:xfrm>
            <a:off x="539750" y="836613"/>
            <a:ext cx="3810000" cy="838200"/>
          </a:xfrm>
        </p:spPr>
        <p:txBody>
          <a:bodyPr/>
          <a:lstStyle/>
          <a:p>
            <a:pPr eaLnBrk="1" hangingPunct="1"/>
            <a:r>
              <a:rPr lang="zh-CN" altLang="en-US" b="1" smtClean="0">
                <a:solidFill>
                  <a:srgbClr val="000099"/>
                </a:solidFill>
                <a:latin typeface="Times New Roman" pitchFamily="18" charset="0"/>
                <a:ea typeface="华文新魏" pitchFamily="2" charset="-122"/>
              </a:rPr>
              <a:t>句型与句子</a:t>
            </a:r>
          </a:p>
        </p:txBody>
      </p:sp>
      <p:sp>
        <p:nvSpPr>
          <p:cNvPr id="461827" name="Rectangle 3"/>
          <p:cNvSpPr>
            <a:spLocks noGrp="1" noRot="1" noChangeArrowheads="1"/>
          </p:cNvSpPr>
          <p:nvPr>
            <p:ph type="body" idx="1"/>
          </p:nvPr>
        </p:nvSpPr>
        <p:spPr>
          <a:xfrm>
            <a:off x="381000" y="1628775"/>
            <a:ext cx="8534400" cy="4924425"/>
          </a:xfrm>
        </p:spPr>
        <p:txBody>
          <a:bodyPr/>
          <a:lstStyle/>
          <a:p>
            <a:pPr eaLnBrk="1" hangingPunct="1">
              <a:lnSpc>
                <a:spcPct val="120000"/>
              </a:lnSpc>
            </a:pPr>
            <a:r>
              <a:rPr lang="zh-CN" altLang="en-US" b="1" smtClean="0">
                <a:latin typeface="Times New Roman" pitchFamily="18" charset="0"/>
                <a:ea typeface="华文新魏" pitchFamily="2" charset="-122"/>
              </a:rPr>
              <a:t>定义</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如果</a:t>
            </a:r>
            <a:r>
              <a:rPr lang="en-US" altLang="zh-CN" b="1" smtClean="0">
                <a:latin typeface="Times New Roman" pitchFamily="18" charset="0"/>
                <a:ea typeface="华文新魏" pitchFamily="2" charset="-122"/>
              </a:rPr>
              <a:t>S</a:t>
            </a:r>
            <a:r>
              <a:rPr lang="en-US" altLang="zh-CN" b="1" smtClean="0">
                <a:latin typeface="Times New Roman" pitchFamily="18" charset="0"/>
                <a:ea typeface="华文新魏" pitchFamily="2" charset="-122"/>
                <a:sym typeface="Symbol" pitchFamily="18" charset="2"/>
              </a:rPr>
              <a:t></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α，α∈(</a:t>
            </a:r>
            <a:r>
              <a:rPr lang="en-US" altLang="zh-CN" b="1" smtClean="0">
                <a:solidFill>
                  <a:srgbClr val="000099"/>
                </a:solidFill>
                <a:latin typeface="Times New Roman" pitchFamily="18" charset="0"/>
                <a:ea typeface="华文新魏" pitchFamily="2" charset="-122"/>
              </a:rPr>
              <a:t>V</a:t>
            </a:r>
            <a:r>
              <a:rPr lang="en-US" altLang="zh-CN" b="1" smtClean="0">
                <a:latin typeface="Times New Roman" pitchFamily="18" charset="0"/>
                <a:ea typeface="华文新魏" pitchFamily="2" charset="-122"/>
              </a:rPr>
              <a:t>∪</a:t>
            </a:r>
            <a:r>
              <a:rPr lang="en-US" altLang="zh-CN" b="1" smtClean="0">
                <a:solidFill>
                  <a:srgbClr val="000099"/>
                </a:solidFill>
                <a:latin typeface="Times New Roman" pitchFamily="18" charset="0"/>
                <a:ea typeface="华文新魏" pitchFamily="2" charset="-122"/>
              </a:rPr>
              <a:t>T</a:t>
            </a:r>
            <a:r>
              <a:rPr lang="en-US" altLang="zh-CN" b="1" smtClean="0">
                <a:latin typeface="Times New Roman" pitchFamily="18" charset="0"/>
                <a:ea typeface="华文新魏" pitchFamily="2" charset="-122"/>
              </a:rPr>
              <a:t>)</a:t>
            </a:r>
            <a:r>
              <a:rPr lang="en-US" altLang="zh-CN" b="1" baseline="30000" smtClean="0">
                <a:latin typeface="Times New Roman" pitchFamily="18" charset="0"/>
                <a:ea typeface="华文新魏" pitchFamily="2" charset="-122"/>
              </a:rPr>
              <a:t>*</a:t>
            </a:r>
            <a:r>
              <a:rPr lang="zh-CN" altLang="en-US" b="1" smtClean="0">
                <a:latin typeface="Times New Roman" pitchFamily="18" charset="0"/>
                <a:ea typeface="华文新魏" pitchFamily="2" charset="-122"/>
              </a:rPr>
              <a:t>则称</a:t>
            </a:r>
            <a:r>
              <a:rPr lang="en-US" altLang="zh-CN" b="1" smtClean="0">
                <a:latin typeface="Times New Roman" pitchFamily="18" charset="0"/>
                <a:ea typeface="华文新魏" pitchFamily="2" charset="-122"/>
              </a:rPr>
              <a:t>α</a:t>
            </a:r>
            <a:r>
              <a:rPr lang="zh-CN" altLang="en-US" b="1" smtClean="0">
                <a:latin typeface="Times New Roman" pitchFamily="18" charset="0"/>
                <a:ea typeface="华文新魏" pitchFamily="2" charset="-122"/>
              </a:rPr>
              <a:t>是</a:t>
            </a:r>
            <a:r>
              <a:rPr lang="en-US" altLang="zh-CN" b="1" smtClean="0">
                <a:latin typeface="Times New Roman" pitchFamily="18" charset="0"/>
                <a:ea typeface="华文新魏" pitchFamily="2" charset="-122"/>
              </a:rPr>
              <a:t>G</a:t>
            </a:r>
            <a:r>
              <a:rPr lang="zh-CN" altLang="en-US" b="1" smtClean="0">
                <a:latin typeface="Times New Roman" pitchFamily="18" charset="0"/>
                <a:ea typeface="华文新魏" pitchFamily="2" charset="-122"/>
              </a:rPr>
              <a:t>产生的一个</a:t>
            </a:r>
            <a:r>
              <a:rPr lang="zh-CN" altLang="en-US" b="1" smtClean="0">
                <a:solidFill>
                  <a:schemeClr val="hlink"/>
                </a:solidFill>
                <a:latin typeface="Times New Roman" pitchFamily="18" charset="0"/>
                <a:ea typeface="华文新魏" pitchFamily="2" charset="-122"/>
              </a:rPr>
              <a:t>句型</a:t>
            </a:r>
            <a:r>
              <a:rPr lang="en-US" altLang="zh-CN" b="1" smtClean="0">
                <a:latin typeface="Times New Roman" pitchFamily="18" charset="0"/>
                <a:ea typeface="华文新魏" pitchFamily="2" charset="-122"/>
              </a:rPr>
              <a:t>(Sentential Form)</a:t>
            </a:r>
          </a:p>
          <a:p>
            <a:pPr eaLnBrk="1" hangingPunct="1">
              <a:lnSpc>
                <a:spcPct val="120000"/>
              </a:lnSpc>
            </a:pPr>
            <a:r>
              <a:rPr lang="en-US" altLang="zh-CN" b="1" smtClean="0">
                <a:latin typeface="Times New Roman" pitchFamily="18" charset="0"/>
                <a:ea typeface="华文新魏" pitchFamily="2" charset="-122"/>
              </a:rPr>
              <a:t>E </a:t>
            </a:r>
            <a:r>
              <a:rPr lang="en-US" altLang="zh-CN" b="1" smtClean="0">
                <a:latin typeface="Times New Roman" pitchFamily="18" charset="0"/>
                <a:ea typeface="华文新魏" pitchFamily="2" charset="-122"/>
                <a:sym typeface="Symbol" pitchFamily="18" charset="2"/>
              </a:rPr>
              <a:t></a:t>
            </a:r>
            <a:r>
              <a:rPr lang="en-US" altLang="zh-CN" b="1" smtClean="0">
                <a:latin typeface="Times New Roman" pitchFamily="18" charset="0"/>
                <a:ea typeface="华文新魏" pitchFamily="2" charset="-122"/>
              </a:rPr>
              <a:t> E + E </a:t>
            </a:r>
            <a:r>
              <a:rPr lang="en-US" altLang="zh-CN" b="1" smtClean="0">
                <a:latin typeface="Times New Roman" pitchFamily="18" charset="0"/>
                <a:ea typeface="华文新魏" pitchFamily="2" charset="-122"/>
                <a:sym typeface="Symbol" pitchFamily="18" charset="2"/>
              </a:rPr>
              <a:t>E</a:t>
            </a:r>
            <a:r>
              <a:rPr lang="en-US" altLang="zh-CN" b="1" smtClean="0">
                <a:latin typeface="Times New Roman" pitchFamily="18" charset="0"/>
                <a:ea typeface="华文新魏" pitchFamily="2" charset="-122"/>
              </a:rPr>
              <a:t> + E * E </a:t>
            </a:r>
            <a:r>
              <a:rPr lang="en-US" altLang="zh-CN" b="1" smtClean="0">
                <a:latin typeface="Times New Roman" pitchFamily="18" charset="0"/>
                <a:ea typeface="华文新魏" pitchFamily="2" charset="-122"/>
                <a:sym typeface="Symbol" pitchFamily="18" charset="2"/>
              </a:rPr>
              <a:t></a:t>
            </a:r>
            <a:r>
              <a:rPr lang="en-US" altLang="zh-CN" b="1" baseline="30000" smtClean="0">
                <a:latin typeface="Times New Roman" pitchFamily="18" charset="0"/>
                <a:ea typeface="华文新魏" pitchFamily="2" charset="-122"/>
                <a:sym typeface="Symbol" pitchFamily="18" charset="2"/>
              </a:rPr>
              <a:t>3</a:t>
            </a:r>
            <a:r>
              <a:rPr lang="en-US" altLang="zh-CN" b="1" smtClean="0">
                <a:latin typeface="Times New Roman" pitchFamily="18" charset="0"/>
                <a:ea typeface="华文新魏" pitchFamily="2" charset="-122"/>
              </a:rPr>
              <a:t> id + id * id</a:t>
            </a:r>
          </a:p>
          <a:p>
            <a:pPr eaLnBrk="1" hangingPunct="1">
              <a:lnSpc>
                <a:spcPct val="120000"/>
              </a:lnSpc>
            </a:pPr>
            <a:r>
              <a:rPr lang="en-US" altLang="zh-CN" b="1" smtClean="0">
                <a:latin typeface="Times New Roman" pitchFamily="18" charset="0"/>
                <a:ea typeface="华文新魏" pitchFamily="2" charset="-122"/>
              </a:rPr>
              <a:t>E </a:t>
            </a:r>
            <a:r>
              <a:rPr lang="en-US" altLang="zh-CN" b="1" smtClean="0">
                <a:latin typeface="Times New Roman" pitchFamily="18" charset="0"/>
                <a:ea typeface="华文新魏" pitchFamily="2" charset="-122"/>
                <a:sym typeface="Symbol" pitchFamily="18" charset="2"/>
              </a:rPr>
              <a:t></a:t>
            </a:r>
            <a:r>
              <a:rPr lang="en-US" altLang="zh-CN" b="1" baseline="30000" smtClean="0">
                <a:latin typeface="Times New Roman" pitchFamily="18" charset="0"/>
                <a:ea typeface="华文新魏" pitchFamily="2" charset="-122"/>
                <a:sym typeface="Symbol" pitchFamily="18" charset="2"/>
              </a:rPr>
              <a:t>4</a:t>
            </a:r>
            <a:r>
              <a:rPr lang="en-US" altLang="zh-CN" b="1" smtClean="0">
                <a:latin typeface="Times New Roman" pitchFamily="18" charset="0"/>
                <a:ea typeface="华文新魏" pitchFamily="2" charset="-122"/>
              </a:rPr>
              <a:t> id + id * E</a:t>
            </a:r>
          </a:p>
          <a:p>
            <a:pPr eaLnBrk="1" hangingPunct="1">
              <a:lnSpc>
                <a:spcPct val="120000"/>
              </a:lnSpc>
            </a:pPr>
            <a:r>
              <a:rPr lang="zh-CN" altLang="en-US" b="1" smtClean="0">
                <a:latin typeface="Times New Roman" pitchFamily="18" charset="0"/>
                <a:ea typeface="华文新魏" pitchFamily="2" charset="-122"/>
              </a:rPr>
              <a:t>定义</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如果</a:t>
            </a:r>
            <a:r>
              <a:rPr lang="en-US" altLang="zh-CN" b="1" smtClean="0">
                <a:latin typeface="Times New Roman" pitchFamily="18" charset="0"/>
                <a:ea typeface="华文新魏" pitchFamily="2" charset="-122"/>
              </a:rPr>
              <a:t>S </a:t>
            </a:r>
            <a:r>
              <a:rPr lang="en-US" altLang="zh-CN" b="1" smtClean="0">
                <a:latin typeface="Times New Roman" pitchFamily="18" charset="0"/>
                <a:ea typeface="华文新魏" pitchFamily="2" charset="-122"/>
                <a:sym typeface="Symbol" pitchFamily="18" charset="2"/>
              </a:rPr>
              <a:t></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 x，</a:t>
            </a:r>
            <a:r>
              <a:rPr lang="zh-CN" altLang="en-US" b="1" smtClean="0">
                <a:latin typeface="Times New Roman" pitchFamily="18" charset="0"/>
                <a:ea typeface="华文新魏" pitchFamily="2" charset="-122"/>
              </a:rPr>
              <a:t>且</a:t>
            </a:r>
            <a:r>
              <a:rPr lang="en-US" altLang="zh-CN" b="1" smtClean="0">
                <a:latin typeface="Times New Roman" pitchFamily="18" charset="0"/>
                <a:ea typeface="华文新魏" pitchFamily="2" charset="-122"/>
              </a:rPr>
              <a:t>x∈T</a:t>
            </a:r>
            <a:r>
              <a:rPr lang="en-US" altLang="zh-CN" b="1" baseline="30000" smtClean="0">
                <a:latin typeface="Times New Roman" pitchFamily="18" charset="0"/>
                <a:ea typeface="华文新魏" pitchFamily="2" charset="-122"/>
              </a:rPr>
              <a:t>* </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则称</a:t>
            </a:r>
            <a:r>
              <a:rPr lang="en-US" altLang="zh-CN" b="1" smtClean="0">
                <a:latin typeface="Times New Roman" pitchFamily="18" charset="0"/>
                <a:ea typeface="华文新魏" pitchFamily="2" charset="-122"/>
              </a:rPr>
              <a:t>x</a:t>
            </a:r>
            <a:r>
              <a:rPr lang="zh-CN" altLang="en-US" b="1" smtClean="0">
                <a:latin typeface="Times New Roman" pitchFamily="18" charset="0"/>
                <a:ea typeface="华文新魏" pitchFamily="2" charset="-122"/>
              </a:rPr>
              <a:t>是</a:t>
            </a:r>
            <a:r>
              <a:rPr lang="en-US" altLang="zh-CN" b="1" smtClean="0">
                <a:latin typeface="Times New Roman" pitchFamily="18" charset="0"/>
                <a:ea typeface="华文新魏" pitchFamily="2" charset="-122"/>
              </a:rPr>
              <a:t>G</a:t>
            </a:r>
            <a:r>
              <a:rPr lang="zh-CN" altLang="en-US" b="1" smtClean="0">
                <a:latin typeface="Times New Roman" pitchFamily="18" charset="0"/>
                <a:ea typeface="华文新魏" pitchFamily="2" charset="-122"/>
              </a:rPr>
              <a:t>产生的一个</a:t>
            </a:r>
            <a:r>
              <a:rPr lang="zh-CN" altLang="en-US" b="1" smtClean="0">
                <a:solidFill>
                  <a:schemeClr val="hlink"/>
                </a:solidFill>
                <a:latin typeface="Times New Roman" pitchFamily="18" charset="0"/>
                <a:ea typeface="华文新魏" pitchFamily="2" charset="-122"/>
              </a:rPr>
              <a:t>句子</a:t>
            </a:r>
            <a:r>
              <a:rPr lang="en-US" altLang="zh-CN" b="1" smtClean="0">
                <a:latin typeface="Times New Roman" pitchFamily="18" charset="0"/>
                <a:ea typeface="华文新魏" pitchFamily="2" charset="-122"/>
              </a:rPr>
              <a:t>(Sentence)</a:t>
            </a:r>
          </a:p>
          <a:p>
            <a:pPr eaLnBrk="1" hangingPunct="1">
              <a:lnSpc>
                <a:spcPct val="120000"/>
              </a:lnSpc>
            </a:pPr>
            <a:r>
              <a:rPr lang="en-US" altLang="zh-CN" b="1" smtClean="0">
                <a:latin typeface="Times New Roman" pitchFamily="18" charset="0"/>
                <a:ea typeface="华文新魏" pitchFamily="2" charset="-122"/>
              </a:rPr>
              <a:t>E </a:t>
            </a:r>
            <a:r>
              <a:rPr lang="en-US" altLang="zh-CN" b="1" smtClean="0">
                <a:latin typeface="Times New Roman" pitchFamily="18" charset="0"/>
                <a:ea typeface="华文新魏" pitchFamily="2" charset="-122"/>
                <a:sym typeface="Symbol" pitchFamily="18" charset="2"/>
              </a:rPr>
              <a:t></a:t>
            </a:r>
            <a:r>
              <a:rPr lang="en-US" altLang="zh-CN" b="1" baseline="30000" smtClean="0">
                <a:latin typeface="Times New Roman" pitchFamily="18" charset="0"/>
                <a:ea typeface="华文新魏" pitchFamily="2" charset="-122"/>
                <a:sym typeface="Symbol" pitchFamily="18" charset="2"/>
              </a:rPr>
              <a:t>5</a:t>
            </a:r>
            <a:r>
              <a:rPr lang="en-US" altLang="zh-CN" b="1" smtClean="0">
                <a:latin typeface="Times New Roman" pitchFamily="18" charset="0"/>
                <a:ea typeface="华文新魏" pitchFamily="2" charset="-122"/>
              </a:rPr>
              <a:t> id + id * id</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692DE58-C395-4221-A0E9-382817E8CFBF}" type="datetime1">
              <a:rPr lang="zh-CN" altLang="en-US"/>
              <a:pPr/>
              <a:t>2017/2/24</a:t>
            </a:fld>
            <a:endParaRPr lang="en-US" altLang="zh-CN"/>
          </a:p>
        </p:txBody>
      </p:sp>
      <p:sp>
        <p:nvSpPr>
          <p:cNvPr id="4301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9A223CF-8BEF-4887-A66E-E7F9439C12B9}" type="slidenum">
              <a:rPr lang="zh-CN" altLang="en-US"/>
              <a:pPr/>
              <a:t>38</a:t>
            </a:fld>
            <a:endParaRPr lang="en-US" altLang="zh-CN"/>
          </a:p>
        </p:txBody>
      </p:sp>
      <p:sp>
        <p:nvSpPr>
          <p:cNvPr id="43012" name="Rectangle 2"/>
          <p:cNvSpPr>
            <a:spLocks noGrp="1" noRot="1" noChangeArrowheads="1"/>
          </p:cNvSpPr>
          <p:nvPr>
            <p:ph type="title"/>
          </p:nvPr>
        </p:nvSpPr>
        <p:spPr>
          <a:xfrm>
            <a:off x="990600" y="695325"/>
            <a:ext cx="5097463" cy="903288"/>
          </a:xfrm>
          <a:noFill/>
        </p:spPr>
        <p:txBody>
          <a:bodyPr lIns="92075" tIns="46038" rIns="92075" bIns="46038"/>
          <a:lstStyle/>
          <a:p>
            <a:pPr eaLnBrk="1" hangingPunct="1"/>
            <a:r>
              <a:rPr lang="zh-CN" altLang="en-US" b="1" smtClean="0">
                <a:solidFill>
                  <a:srgbClr val="000099"/>
                </a:solidFill>
                <a:latin typeface="Times New Roman" pitchFamily="18" charset="0"/>
                <a:ea typeface="华文新魏" pitchFamily="2" charset="-122"/>
              </a:rPr>
              <a:t>文法</a:t>
            </a:r>
            <a:r>
              <a:rPr lang="en-US" altLang="zh-CN" b="1" smtClean="0">
                <a:solidFill>
                  <a:srgbClr val="000099"/>
                </a:solidFill>
                <a:latin typeface="Times New Roman" pitchFamily="18" charset="0"/>
                <a:ea typeface="华文新魏" pitchFamily="2" charset="-122"/>
              </a:rPr>
              <a:t>G</a:t>
            </a:r>
            <a:r>
              <a:rPr lang="zh-CN" altLang="en-US" b="1" smtClean="0">
                <a:solidFill>
                  <a:srgbClr val="000099"/>
                </a:solidFill>
                <a:latin typeface="Times New Roman" pitchFamily="18" charset="0"/>
                <a:ea typeface="华文新魏" pitchFamily="2" charset="-122"/>
              </a:rPr>
              <a:t>产生的</a:t>
            </a:r>
            <a:r>
              <a:rPr lang="zh-CN" altLang="en-US" b="1" smtClean="0">
                <a:solidFill>
                  <a:schemeClr val="hlink"/>
                </a:solidFill>
                <a:latin typeface="Times New Roman" pitchFamily="18" charset="0"/>
                <a:ea typeface="华文新魏" pitchFamily="2" charset="-122"/>
              </a:rPr>
              <a:t>语言</a:t>
            </a:r>
          </a:p>
        </p:txBody>
      </p:sp>
      <p:sp>
        <p:nvSpPr>
          <p:cNvPr id="462851" name="Rectangle 3"/>
          <p:cNvSpPr>
            <a:spLocks noGrp="1" noRot="1" noChangeArrowheads="1"/>
          </p:cNvSpPr>
          <p:nvPr>
            <p:ph type="body" idx="1"/>
          </p:nvPr>
        </p:nvSpPr>
        <p:spPr>
          <a:xfrm>
            <a:off x="395288" y="1773238"/>
            <a:ext cx="8424862" cy="4932362"/>
          </a:xfrm>
          <a:noFill/>
        </p:spPr>
        <p:txBody>
          <a:bodyPr lIns="92075" tIns="46038" rIns="92075" bIns="46038"/>
          <a:lstStyle/>
          <a:p>
            <a:pPr marL="0" indent="0" eaLnBrk="1" hangingPunct="1">
              <a:lnSpc>
                <a:spcPct val="140000"/>
              </a:lnSpc>
              <a:buFont typeface="Wingdings" pitchFamily="2" charset="2"/>
              <a:buNone/>
            </a:pPr>
            <a:r>
              <a:rPr lang="zh-CN" altLang="en-US" b="1" smtClean="0">
                <a:latin typeface="Times New Roman" pitchFamily="18" charset="0"/>
                <a:ea typeface="华文新魏" pitchFamily="2" charset="-122"/>
              </a:rPr>
              <a:t>定义：</a:t>
            </a:r>
            <a:r>
              <a:rPr lang="en-US" altLang="zh-CN" b="1" smtClean="0">
                <a:latin typeface="Times New Roman" pitchFamily="18" charset="0"/>
                <a:ea typeface="华文新魏" pitchFamily="2" charset="-122"/>
              </a:rPr>
              <a:t>L(G)={x|S</a:t>
            </a:r>
            <a:r>
              <a:rPr lang="zh-CN" altLang="en-US" b="1" smtClean="0">
                <a:latin typeface="Times New Roman" pitchFamily="18" charset="0"/>
                <a:ea typeface="华文新魏" pitchFamily="2" charset="-122"/>
                <a:sym typeface="Symbol" pitchFamily="18" charset="2"/>
              </a:rPr>
              <a:t></a:t>
            </a:r>
            <a:r>
              <a:rPr lang="zh-CN" altLang="en-US" b="1" baseline="30000" smtClean="0">
                <a:latin typeface="Times New Roman" pitchFamily="18" charset="0"/>
                <a:ea typeface="华文新魏" pitchFamily="2" charset="-122"/>
                <a:sym typeface="Symbol" pitchFamily="18" charset="2"/>
              </a:rPr>
              <a:t>*</a:t>
            </a:r>
            <a:r>
              <a:rPr lang="en-US" altLang="zh-CN" b="1" smtClean="0">
                <a:latin typeface="Times New Roman" pitchFamily="18" charset="0"/>
                <a:ea typeface="华文新魏" pitchFamily="2" charset="-122"/>
              </a:rPr>
              <a:t>x </a:t>
            </a:r>
            <a:r>
              <a:rPr lang="en-US" altLang="zh-CN" b="1" smtClean="0">
                <a:latin typeface="Times New Roman" pitchFamily="18" charset="0"/>
              </a:rPr>
              <a:t>&amp;</a:t>
            </a:r>
            <a:r>
              <a:rPr lang="en-US" altLang="zh-CN" smtClean="0">
                <a:latin typeface="Times New Roman" pitchFamily="18" charset="0"/>
              </a:rPr>
              <a:t> </a:t>
            </a:r>
            <a:r>
              <a:rPr lang="en-US" altLang="zh-CN" b="1" smtClean="0">
                <a:latin typeface="Times New Roman" pitchFamily="18" charset="0"/>
                <a:ea typeface="华文新魏" pitchFamily="2" charset="-122"/>
              </a:rPr>
              <a:t>x∈T</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a:t>
            </a:r>
          </a:p>
          <a:p>
            <a:pPr marL="190500" lvl="1" indent="0" eaLnBrk="1" hangingPunct="1">
              <a:lnSpc>
                <a:spcPct val="140000"/>
              </a:lnSpc>
            </a:pPr>
            <a:r>
              <a:rPr lang="zh-CN" altLang="en-US" b="1" smtClean="0">
                <a:latin typeface="Times New Roman" pitchFamily="18" charset="0"/>
                <a:ea typeface="华文新魏" pitchFamily="2" charset="-122"/>
              </a:rPr>
              <a:t>文法 </a:t>
            </a:r>
            <a:r>
              <a:rPr lang="en-US" altLang="zh-CN" b="1" smtClean="0">
                <a:latin typeface="Times New Roman" pitchFamily="18" charset="0"/>
                <a:ea typeface="华文新魏" pitchFamily="2" charset="-122"/>
              </a:rPr>
              <a:t>E→E+E|E*E|(E)|id</a:t>
            </a:r>
            <a:r>
              <a:rPr lang="zh-CN" altLang="en-US" b="1" smtClean="0">
                <a:latin typeface="Times New Roman" pitchFamily="18" charset="0"/>
                <a:ea typeface="华文新魏" pitchFamily="2" charset="-122"/>
              </a:rPr>
              <a:t>可以产生出多少个句子？</a:t>
            </a:r>
          </a:p>
          <a:p>
            <a:pPr marL="190500" lvl="1" indent="0" eaLnBrk="1" hangingPunct="1">
              <a:lnSpc>
                <a:spcPct val="140000"/>
              </a:lnSpc>
            </a:pPr>
            <a:r>
              <a:rPr lang="zh-CN" altLang="en-US" b="1" smtClean="0">
                <a:latin typeface="Times New Roman" pitchFamily="18" charset="0"/>
                <a:ea typeface="华文新魏" pitchFamily="2" charset="-122"/>
              </a:rPr>
              <a:t>文法</a:t>
            </a:r>
            <a:r>
              <a:rPr lang="en-US" altLang="zh-CN" b="1" smtClean="0">
                <a:latin typeface="Times New Roman" pitchFamily="18" charset="0"/>
                <a:ea typeface="华文新魏" pitchFamily="2" charset="-122"/>
              </a:rPr>
              <a:t>G</a:t>
            </a:r>
            <a:r>
              <a:rPr lang="zh-CN" altLang="en-US" b="1" smtClean="0">
                <a:latin typeface="Times New Roman" pitchFamily="18" charset="0"/>
                <a:ea typeface="华文新魏" pitchFamily="2" charset="-122"/>
              </a:rPr>
              <a:t>的作用——语言的有穷描述</a:t>
            </a:r>
          </a:p>
          <a:p>
            <a:pPr marL="1177925" lvl="2" eaLnBrk="1" hangingPunct="1">
              <a:lnSpc>
                <a:spcPct val="140000"/>
              </a:lnSpc>
            </a:pPr>
            <a:r>
              <a:rPr lang="zh-CN" altLang="en-US" b="1" smtClean="0">
                <a:latin typeface="Times New Roman" pitchFamily="18" charset="0"/>
                <a:ea typeface="华文新魏" pitchFamily="2" charset="-122"/>
              </a:rPr>
              <a:t>以有限的规则描述无限的语言现象</a:t>
            </a:r>
          </a:p>
          <a:p>
            <a:pPr marL="190500" lvl="1" indent="0" eaLnBrk="1" hangingPunct="1">
              <a:lnSpc>
                <a:spcPct val="140000"/>
              </a:lnSpc>
            </a:pPr>
            <a:r>
              <a:rPr lang="zh-CN" altLang="en-US" b="1" smtClean="0">
                <a:latin typeface="Times New Roman" pitchFamily="18" charset="0"/>
                <a:ea typeface="华文新魏" pitchFamily="2" charset="-122"/>
              </a:rPr>
              <a:t>有限</a:t>
            </a:r>
            <a:r>
              <a:rPr lang="en-US" altLang="zh-CN" b="1" smtClean="0">
                <a:latin typeface="Times New Roman" pitchFamily="18" charset="0"/>
                <a:ea typeface="华文新魏" pitchFamily="2" charset="-122"/>
              </a:rPr>
              <a:t>:</a:t>
            </a:r>
            <a:r>
              <a:rPr lang="zh-CN" altLang="en-US" sz="2400" b="1" smtClean="0">
                <a:latin typeface="Times New Roman" pitchFamily="18" charset="0"/>
                <a:ea typeface="华文新魏" pitchFamily="2" charset="-122"/>
              </a:rPr>
              <a:t>产生式集合</a:t>
            </a:r>
            <a:r>
              <a:rPr lang="en-US" altLang="zh-CN" sz="2400" b="1" smtClean="0">
                <a:latin typeface="Times New Roman" pitchFamily="18" charset="0"/>
                <a:ea typeface="华文新魏" pitchFamily="2" charset="-122"/>
              </a:rPr>
              <a:t>P</a:t>
            </a:r>
            <a:r>
              <a:rPr lang="zh-CN" altLang="en-US" sz="2400" b="1" smtClean="0">
                <a:latin typeface="Times New Roman" pitchFamily="18" charset="0"/>
                <a:ea typeface="华文新魏" pitchFamily="2" charset="-122"/>
              </a:rPr>
              <a:t>、终结符集合</a:t>
            </a:r>
            <a:r>
              <a:rPr lang="en-US" altLang="zh-CN" sz="2400" b="1" smtClean="0">
                <a:latin typeface="Times New Roman" pitchFamily="18" charset="0"/>
                <a:ea typeface="华文新魏" pitchFamily="2" charset="-122"/>
              </a:rPr>
              <a:t>T</a:t>
            </a:r>
            <a:r>
              <a:rPr lang="zh-CN" altLang="en-US" sz="2400" b="1" smtClean="0">
                <a:latin typeface="Times New Roman" pitchFamily="18" charset="0"/>
                <a:ea typeface="华文新魏" pitchFamily="2" charset="-122"/>
              </a:rPr>
              <a:t>、非终结符集合</a:t>
            </a:r>
            <a:r>
              <a:rPr lang="en-US" altLang="zh-CN" sz="2400" b="1" smtClean="0">
                <a:latin typeface="Times New Roman" pitchFamily="18" charset="0"/>
                <a:ea typeface="华文新魏" pitchFamily="2" charset="-122"/>
              </a:rPr>
              <a:t>V</a:t>
            </a:r>
          </a:p>
          <a:p>
            <a:pPr marL="190500" lvl="1" indent="0" eaLnBrk="1" hangingPunct="1">
              <a:lnSpc>
                <a:spcPct val="140000"/>
              </a:lnSpc>
            </a:pPr>
            <a:r>
              <a:rPr lang="zh-CN" altLang="en-US" b="1" smtClean="0">
                <a:latin typeface="Times New Roman" pitchFamily="18" charset="0"/>
                <a:ea typeface="华文新魏" pitchFamily="2" charset="-122"/>
              </a:rPr>
              <a:t>无限：</a:t>
            </a:r>
            <a:r>
              <a:rPr lang="zh-CN" altLang="en-US" sz="2400" b="1" smtClean="0">
                <a:latin typeface="Times New Roman" pitchFamily="18" charset="0"/>
                <a:ea typeface="华文新魏" pitchFamily="2" charset="-122"/>
              </a:rPr>
              <a:t>可以导出无穷多个句子</a:t>
            </a:r>
          </a:p>
          <a:p>
            <a:pPr marL="1177925" lvl="2" eaLnBrk="1" hangingPunct="1">
              <a:lnSpc>
                <a:spcPct val="140000"/>
              </a:lnSpc>
            </a:pPr>
            <a:r>
              <a:rPr lang="zh-CN" altLang="en-US" sz="2000" b="1" smtClean="0">
                <a:latin typeface="Times New Roman" pitchFamily="18" charset="0"/>
                <a:ea typeface="华文新魏" pitchFamily="2" charset="-122"/>
              </a:rPr>
              <a:t>注：</a:t>
            </a:r>
            <a:r>
              <a:rPr lang="en-US" altLang="zh-CN" sz="2000" b="1" smtClean="0">
                <a:latin typeface="Times New Roman" pitchFamily="18" charset="0"/>
                <a:ea typeface="华文新魏" pitchFamily="2" charset="-122"/>
              </a:rPr>
              <a:t>L</a:t>
            </a:r>
            <a:r>
              <a:rPr lang="zh-CN" altLang="en-US" sz="2000" b="1" smtClean="0">
                <a:latin typeface="Times New Roman" pitchFamily="18" charset="0"/>
                <a:ea typeface="华文新魏" pitchFamily="2" charset="-122"/>
              </a:rPr>
              <a:t>也可是有穷</a:t>
            </a:r>
            <a:endParaRPr lang="en-US" altLang="zh-CN" sz="2000" b="1" smtClean="0">
              <a:latin typeface="Times New Roman" pitchFamily="18" charset="0"/>
              <a:ea typeface="华文新魏" pitchFamily="2" charset="-122"/>
            </a:endParaRP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日期占位符 1"/>
          <p:cNvSpPr>
            <a:spLocks noGrp="1"/>
          </p:cNvSpPr>
          <p:nvPr>
            <p:ph type="dt" sz="quarter" idx="10"/>
          </p:nvPr>
        </p:nvSpPr>
        <p:spPr>
          <a:xfrm>
            <a:off x="323850" y="6381750"/>
            <a:ext cx="2289175"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18EAACE-37A1-4F00-94F0-9CE46A9FC02E}" type="datetime1">
              <a:rPr lang="zh-CN" altLang="en-US"/>
              <a:pPr/>
              <a:t>2017/2/24</a:t>
            </a:fld>
            <a:endParaRPr lang="en-US" altLang="zh-CN"/>
          </a:p>
        </p:txBody>
      </p:sp>
      <p:sp>
        <p:nvSpPr>
          <p:cNvPr id="44035"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F29C575-927E-42F2-A4B7-F96650DC2BAC}" type="slidenum">
              <a:rPr lang="zh-CN" altLang="en-US"/>
              <a:pPr/>
              <a:t>39</a:t>
            </a:fld>
            <a:endParaRPr lang="en-US" altLang="zh-CN"/>
          </a:p>
        </p:txBody>
      </p:sp>
      <p:sp>
        <p:nvSpPr>
          <p:cNvPr id="508930" name="Text Box 2"/>
          <p:cNvSpPr txBox="1">
            <a:spLocks noChangeArrowheads="1"/>
          </p:cNvSpPr>
          <p:nvPr/>
        </p:nvSpPr>
        <p:spPr bwMode="auto">
          <a:xfrm>
            <a:off x="228600" y="2057400"/>
            <a:ext cx="8534400"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latin typeface="Times New Roman" pitchFamily="18" charset="0"/>
                <a:ea typeface="华文新魏" pitchFamily="2" charset="-122"/>
                <a:sym typeface="Symbol" pitchFamily="18" charset="2"/>
              </a:rPr>
              <a:t>句子主语 </a:t>
            </a:r>
            <a:r>
              <a:rPr kumimoji="1" lang="zh-CN" altLang="zh-CN" sz="2400" b="1">
                <a:latin typeface="Times New Roman" pitchFamily="18" charset="0"/>
                <a:ea typeface="华文新魏" pitchFamily="2" charset="-122"/>
                <a:sym typeface="Symbol" pitchFamily="18" charset="2"/>
              </a:rPr>
              <a:t>谓语</a:t>
            </a:r>
            <a:r>
              <a:rPr kumimoji="1" lang="zh-CN" altLang="en-US" sz="2400" b="1">
                <a:latin typeface="Times New Roman" pitchFamily="18" charset="0"/>
                <a:ea typeface="华文新魏" pitchFamily="2" charset="-122"/>
                <a:sym typeface="Symbol" pitchFamily="18" charset="2"/>
              </a:rPr>
              <a:t>   </a:t>
            </a:r>
          </a:p>
          <a:p>
            <a:pPr eaLnBrk="1" hangingPunct="1"/>
            <a:r>
              <a:rPr kumimoji="1" lang="zh-CN" altLang="en-US" sz="2400" b="1">
                <a:latin typeface="Times New Roman" pitchFamily="18" charset="0"/>
                <a:ea typeface="华文新魏" pitchFamily="2" charset="-122"/>
                <a:sym typeface="Symbol" pitchFamily="18" charset="2"/>
              </a:rPr>
              <a:t>       冠词 </a:t>
            </a:r>
            <a:r>
              <a:rPr kumimoji="1" lang="zh-CN" altLang="zh-CN" sz="2400" b="1">
                <a:latin typeface="Times New Roman" pitchFamily="18" charset="0"/>
                <a:ea typeface="华文新魏" pitchFamily="2" charset="-122"/>
                <a:sym typeface="Symbol" pitchFamily="18" charset="2"/>
              </a:rPr>
              <a:t>形容词</a:t>
            </a:r>
            <a:r>
              <a:rPr kumimoji="1" lang="zh-CN" altLang="en-US" sz="2400" b="1">
                <a:latin typeface="Times New Roman" pitchFamily="18" charset="0"/>
                <a:ea typeface="华文新魏" pitchFamily="2" charset="-122"/>
                <a:sym typeface="Symbol" pitchFamily="18" charset="2"/>
              </a:rPr>
              <a:t> 名词 </a:t>
            </a:r>
            <a:r>
              <a:rPr kumimoji="1" lang="zh-CN" altLang="zh-CN" sz="2400" b="1">
                <a:latin typeface="Times New Roman" pitchFamily="18" charset="0"/>
                <a:ea typeface="华文新魏" pitchFamily="2" charset="-122"/>
                <a:sym typeface="Symbol" pitchFamily="18" charset="2"/>
              </a:rPr>
              <a:t>谓语</a:t>
            </a:r>
            <a:r>
              <a:rPr kumimoji="1" lang="zh-CN" altLang="en-US" sz="2400" b="1">
                <a:latin typeface="Times New Roman" pitchFamily="18" charset="0"/>
                <a:ea typeface="华文新魏" pitchFamily="2" charset="-122"/>
                <a:sym typeface="Symbol" pitchFamily="18" charset="2"/>
              </a:rPr>
              <a:t></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a:t>
            </a:r>
            <a:r>
              <a:rPr kumimoji="1" lang="zh-CN" altLang="en-US" sz="2400" b="1">
                <a:latin typeface="Times New Roman" pitchFamily="18" charset="0"/>
                <a:ea typeface="华文新魏" pitchFamily="2" charset="-122"/>
                <a:sym typeface="Symbol" pitchFamily="18" charset="2"/>
              </a:rPr>
              <a:t></a:t>
            </a:r>
            <a:r>
              <a:rPr kumimoji="1" lang="zh-CN" altLang="zh-CN" sz="2400" b="1">
                <a:latin typeface="Times New Roman" pitchFamily="18" charset="0"/>
                <a:ea typeface="华文新魏" pitchFamily="2" charset="-122"/>
                <a:sym typeface="Symbol" pitchFamily="18" charset="2"/>
              </a:rPr>
              <a:t>形容词</a:t>
            </a:r>
            <a:r>
              <a:rPr kumimoji="1" lang="zh-CN" altLang="en-US" sz="2400" b="1">
                <a:latin typeface="Times New Roman" pitchFamily="18" charset="0"/>
                <a:ea typeface="华文新魏" pitchFamily="2" charset="-122"/>
                <a:sym typeface="Symbol" pitchFamily="18" charset="2"/>
              </a:rPr>
              <a:t> 名词 </a:t>
            </a:r>
            <a:r>
              <a:rPr kumimoji="1" lang="zh-CN" altLang="zh-CN" sz="2400" b="1">
                <a:latin typeface="Times New Roman" pitchFamily="18" charset="0"/>
                <a:ea typeface="华文新魏" pitchFamily="2" charset="-122"/>
                <a:sym typeface="Symbol" pitchFamily="18" charset="2"/>
              </a:rPr>
              <a:t>谓语</a:t>
            </a:r>
            <a:r>
              <a:rPr kumimoji="1" lang="zh-CN" altLang="en-US" sz="2400" b="1">
                <a:latin typeface="Times New Roman" pitchFamily="18" charset="0"/>
                <a:ea typeface="华文新魏" pitchFamily="2" charset="-122"/>
                <a:sym typeface="Symbol" pitchFamily="18" charset="2"/>
              </a:rPr>
              <a:t></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a:t>
            </a:r>
            <a:r>
              <a:rPr kumimoji="1" lang="zh-CN" altLang="en-US" sz="2400" b="1">
                <a:latin typeface="Times New Roman" pitchFamily="18" charset="0"/>
                <a:ea typeface="华文新魏" pitchFamily="2" charset="-122"/>
                <a:sym typeface="Symbol" pitchFamily="18" charset="2"/>
              </a:rPr>
              <a:t>名词 </a:t>
            </a:r>
            <a:r>
              <a:rPr kumimoji="1" lang="zh-CN" altLang="zh-CN" sz="2400" b="1">
                <a:latin typeface="Times New Roman" pitchFamily="18" charset="0"/>
                <a:ea typeface="华文新魏" pitchFamily="2" charset="-122"/>
                <a:sym typeface="Symbol" pitchFamily="18" charset="2"/>
              </a:rPr>
              <a:t>谓语</a:t>
            </a:r>
            <a:r>
              <a:rPr kumimoji="1" lang="zh-CN" altLang="en-US" sz="2400" b="1">
                <a:latin typeface="Times New Roman" pitchFamily="18" charset="0"/>
                <a:ea typeface="华文新魏" pitchFamily="2" charset="-122"/>
                <a:sym typeface="Symbol" pitchFamily="18" charset="2"/>
              </a:rPr>
              <a:t></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a:t>
            </a:r>
            <a:r>
              <a:rPr kumimoji="1" lang="zh-CN" altLang="en-US" sz="2400" b="1">
                <a:latin typeface="Times New Roman" pitchFamily="18" charset="0"/>
                <a:ea typeface="华文新魏" pitchFamily="2" charset="-122"/>
                <a:sym typeface="Symbol" pitchFamily="18" charset="2"/>
              </a:rPr>
              <a:t></a:t>
            </a:r>
            <a:r>
              <a:rPr kumimoji="1" lang="zh-CN" altLang="zh-CN" sz="2400" b="1">
                <a:latin typeface="Times New Roman" pitchFamily="18" charset="0"/>
                <a:ea typeface="华文新魏" pitchFamily="2" charset="-122"/>
                <a:sym typeface="Symbol" pitchFamily="18" charset="2"/>
              </a:rPr>
              <a:t>谓语</a:t>
            </a:r>
            <a:r>
              <a:rPr kumimoji="1" lang="zh-CN" altLang="en-US" sz="2400" b="1">
                <a:latin typeface="Times New Roman" pitchFamily="18" charset="0"/>
                <a:ea typeface="华文新魏" pitchFamily="2" charset="-122"/>
                <a:sym typeface="Symbol" pitchFamily="18" charset="2"/>
              </a:rPr>
              <a:t></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a:t>
            </a:r>
            <a:r>
              <a:rPr kumimoji="1" lang="zh-CN" altLang="en-US" sz="2400" b="1">
                <a:latin typeface="Times New Roman" pitchFamily="18" charset="0"/>
                <a:ea typeface="华文新魏" pitchFamily="2" charset="-122"/>
                <a:sym typeface="Symbol" pitchFamily="18" charset="2"/>
              </a:rPr>
              <a:t></a:t>
            </a:r>
            <a:r>
              <a:rPr kumimoji="1" lang="zh-CN" altLang="zh-CN" sz="2400" b="1">
                <a:latin typeface="Times New Roman" pitchFamily="18" charset="0"/>
                <a:ea typeface="华文新魏" pitchFamily="2" charset="-122"/>
                <a:sym typeface="Symbol" pitchFamily="18" charset="2"/>
              </a:rPr>
              <a:t> </a:t>
            </a:r>
            <a:r>
              <a:rPr kumimoji="1" lang="zh-CN" altLang="en-US" sz="2400" b="1">
                <a:latin typeface="Times New Roman" pitchFamily="18" charset="0"/>
                <a:ea typeface="华文新魏" pitchFamily="2" charset="-122"/>
                <a:sym typeface="Symbol" pitchFamily="18" charset="2"/>
              </a:rPr>
              <a:t>动词 直接宾语 </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a:t>
            </a:r>
            <a:r>
              <a:rPr kumimoji="1" lang="zh-CN" altLang="en-US" sz="2400" b="1">
                <a:latin typeface="Times New Roman" pitchFamily="18" charset="0"/>
                <a:ea typeface="华文新魏" pitchFamily="2" charset="-122"/>
                <a:sym typeface="Symbol" pitchFamily="18" charset="2"/>
              </a:rPr>
              <a:t>助动词 动词原</a:t>
            </a:r>
            <a:r>
              <a:rPr kumimoji="1" lang="zh-CN" altLang="zh-CN" sz="2400" b="1">
                <a:latin typeface="Times New Roman" pitchFamily="18" charset="0"/>
                <a:ea typeface="华文新魏" pitchFamily="2" charset="-122"/>
                <a:sym typeface="Symbol" pitchFamily="18" charset="2"/>
              </a:rPr>
              <a:t>形</a:t>
            </a:r>
            <a:r>
              <a:rPr kumimoji="1" lang="zh-CN" altLang="en-US" sz="2400" b="1">
                <a:latin typeface="Times New Roman" pitchFamily="18" charset="0"/>
                <a:ea typeface="华文新魏" pitchFamily="2" charset="-122"/>
                <a:sym typeface="Symbol" pitchFamily="18" charset="2"/>
              </a:rPr>
              <a:t> 直接宾语</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will</a:t>
            </a:r>
            <a:r>
              <a:rPr kumimoji="1" lang="zh-CN" altLang="en-US" sz="2400" b="1">
                <a:latin typeface="Times New Roman" pitchFamily="18" charset="0"/>
                <a:ea typeface="华文新魏" pitchFamily="2" charset="-122"/>
                <a:sym typeface="Symbol" pitchFamily="18" charset="2"/>
              </a:rPr>
              <a:t> 动词原</a:t>
            </a:r>
            <a:r>
              <a:rPr kumimoji="1" lang="zh-CN" altLang="zh-CN" sz="2400" b="1">
                <a:latin typeface="Times New Roman" pitchFamily="18" charset="0"/>
                <a:ea typeface="华文新魏" pitchFamily="2" charset="-122"/>
                <a:sym typeface="Symbol" pitchFamily="18" charset="2"/>
              </a:rPr>
              <a:t>形</a:t>
            </a:r>
            <a:r>
              <a:rPr kumimoji="1" lang="zh-CN" altLang="en-US" sz="2400" b="1">
                <a:latin typeface="Times New Roman" pitchFamily="18" charset="0"/>
                <a:ea typeface="华文新魏" pitchFamily="2" charset="-122"/>
                <a:sym typeface="Symbol" pitchFamily="18" charset="2"/>
              </a:rPr>
              <a:t> 直接宾语</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will eat </a:t>
            </a:r>
            <a:r>
              <a:rPr kumimoji="1" lang="zh-CN" altLang="en-US" sz="2400" b="1">
                <a:latin typeface="Times New Roman" pitchFamily="18" charset="0"/>
                <a:ea typeface="华文新魏" pitchFamily="2" charset="-122"/>
                <a:sym typeface="Symbol" pitchFamily="18" charset="2"/>
              </a:rPr>
              <a:t>直接宾语</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will eat </a:t>
            </a:r>
            <a:r>
              <a:rPr kumimoji="1" lang="zh-CN" altLang="en-US" sz="2400" b="1">
                <a:latin typeface="Times New Roman" pitchFamily="18" charset="0"/>
                <a:ea typeface="华文新魏" pitchFamily="2" charset="-122"/>
                <a:sym typeface="Symbol" pitchFamily="18" charset="2"/>
              </a:rPr>
              <a:t></a:t>
            </a:r>
            <a:r>
              <a:rPr kumimoji="1" lang="zh-CN" altLang="zh-CN" sz="2400" b="1">
                <a:latin typeface="Times New Roman" pitchFamily="18" charset="0"/>
                <a:ea typeface="华文新魏" pitchFamily="2" charset="-122"/>
                <a:sym typeface="Symbol" pitchFamily="18" charset="2"/>
              </a:rPr>
              <a:t> </a:t>
            </a:r>
            <a:r>
              <a:rPr kumimoji="1" lang="zh-CN" altLang="en-US" sz="2400" b="1">
                <a:latin typeface="Times New Roman" pitchFamily="18" charset="0"/>
                <a:ea typeface="华文新魏" pitchFamily="2" charset="-122"/>
                <a:sym typeface="Symbol" pitchFamily="18" charset="2"/>
              </a:rPr>
              <a:t>冠词 名词</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will eat the </a:t>
            </a:r>
            <a:r>
              <a:rPr kumimoji="1" lang="zh-CN" altLang="en-US" sz="2400" b="1">
                <a:latin typeface="Times New Roman" pitchFamily="18" charset="0"/>
                <a:ea typeface="华文新魏" pitchFamily="2" charset="-122"/>
                <a:sym typeface="Symbol" pitchFamily="18" charset="2"/>
              </a:rPr>
              <a:t>名词</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a:t>
            </a:r>
            <a:r>
              <a:rPr kumimoji="1" lang="en-US" altLang="en-US" sz="2400" b="1">
                <a:latin typeface="Times New Roman" pitchFamily="18" charset="0"/>
                <a:ea typeface="华文新魏" pitchFamily="2" charset="-122"/>
              </a:rPr>
              <a:t>will eat the  goat</a:t>
            </a:r>
            <a:endParaRPr kumimoji="1" lang="zh-CN" altLang="en-US" sz="2400" b="1">
              <a:latin typeface="Times New Roman" pitchFamily="18" charset="0"/>
              <a:ea typeface="华文新魏" pitchFamily="2" charset="-122"/>
            </a:endParaRPr>
          </a:p>
        </p:txBody>
      </p:sp>
      <p:sp>
        <p:nvSpPr>
          <p:cNvPr id="44037" name="Rectangle 3"/>
          <p:cNvSpPr>
            <a:spLocks noGrp="1" noRot="1" noChangeArrowheads="1"/>
          </p:cNvSpPr>
          <p:nvPr>
            <p:ph type="title" idx="4294967295"/>
          </p:nvPr>
        </p:nvSpPr>
        <p:spPr>
          <a:xfrm>
            <a:off x="1042988" y="595313"/>
            <a:ext cx="7354887" cy="838200"/>
          </a:xfrm>
        </p:spPr>
        <p:txBody>
          <a:bodyPr/>
          <a:lstStyle/>
          <a:p>
            <a:pPr eaLnBrk="1" hangingPunct="1"/>
            <a:r>
              <a:rPr lang="zh-CN" altLang="en-US" b="1" smtClean="0">
                <a:solidFill>
                  <a:srgbClr val="000099"/>
                </a:solidFill>
                <a:latin typeface="Times New Roman" pitchFamily="18" charset="0"/>
                <a:ea typeface="华文新魏" pitchFamily="2" charset="-122"/>
              </a:rPr>
              <a:t>句子是根据文法推导的结果</a:t>
            </a:r>
            <a:endParaRPr lang="en-US" altLang="zh-CN" b="1" smtClean="0">
              <a:solidFill>
                <a:srgbClr val="000099"/>
              </a:solidFill>
              <a:latin typeface="Times New Roman" pitchFamily="18" charset="0"/>
              <a:ea typeface="华文新魏" pitchFamily="2" charset="-122"/>
            </a:endParaRPr>
          </a:p>
        </p:txBody>
      </p:sp>
      <p:sp>
        <p:nvSpPr>
          <p:cNvPr id="44038" name="Rectangle 4"/>
          <p:cNvSpPr>
            <a:spLocks noChangeArrowheads="1"/>
          </p:cNvSpPr>
          <p:nvPr/>
        </p:nvSpPr>
        <p:spPr bwMode="auto">
          <a:xfrm>
            <a:off x="5435600" y="1700213"/>
            <a:ext cx="3744913" cy="190341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40000"/>
              </a:spcBef>
            </a:pPr>
            <a:r>
              <a:rPr kumimoji="1" lang="zh-CN" altLang="en-US" b="1">
                <a:solidFill>
                  <a:schemeClr val="bg1"/>
                </a:solidFill>
                <a:latin typeface="Tahoma" pitchFamily="34" charset="0"/>
                <a:ea typeface="华文新魏" pitchFamily="2" charset="-122"/>
                <a:sym typeface="Symbol" pitchFamily="18" charset="2"/>
              </a:rPr>
              <a:t>句子 </a:t>
            </a:r>
            <a:r>
              <a:rPr kumimoji="1" lang="en-US" altLang="zh-CN" b="1">
                <a:solidFill>
                  <a:schemeClr val="bg1"/>
                </a:solidFill>
                <a:latin typeface="Tahoma" pitchFamily="34" charset="0"/>
                <a:ea typeface="华文新魏" pitchFamily="2" charset="-122"/>
              </a:rPr>
              <a:t>→</a:t>
            </a:r>
            <a:r>
              <a:rPr kumimoji="1" lang="zh-CN" altLang="zh-CN" b="1">
                <a:solidFill>
                  <a:schemeClr val="bg1"/>
                </a:solidFill>
                <a:latin typeface="Tahoma" pitchFamily="34" charset="0"/>
                <a:ea typeface="华文新魏" pitchFamily="2" charset="-122"/>
                <a:sym typeface="Symbol" pitchFamily="18" charset="2"/>
              </a:rPr>
              <a:t> </a:t>
            </a:r>
            <a:r>
              <a:rPr kumimoji="1" lang="zh-CN" altLang="en-US" b="1">
                <a:solidFill>
                  <a:schemeClr val="bg1"/>
                </a:solidFill>
                <a:latin typeface="Tahoma" pitchFamily="34" charset="0"/>
                <a:ea typeface="华文新魏" pitchFamily="2" charset="-122"/>
                <a:sym typeface="Symbol" pitchFamily="18" charset="2"/>
              </a:rPr>
              <a:t>主语</a:t>
            </a:r>
            <a:r>
              <a:rPr kumimoji="1" lang="zh-CN" altLang="zh-CN" b="1">
                <a:solidFill>
                  <a:schemeClr val="bg1"/>
                </a:solidFill>
                <a:latin typeface="Tahoma" pitchFamily="34" charset="0"/>
                <a:ea typeface="华文新魏" pitchFamily="2" charset="-122"/>
                <a:sym typeface="Symbol" pitchFamily="18" charset="2"/>
              </a:rPr>
              <a:t>谓语</a:t>
            </a:r>
            <a:r>
              <a:rPr kumimoji="1" lang="zh-CN" altLang="en-US" b="1">
                <a:solidFill>
                  <a:schemeClr val="bg1"/>
                </a:solidFill>
                <a:latin typeface="Tahoma" pitchFamily="34" charset="0"/>
                <a:ea typeface="华文新魏" pitchFamily="2" charset="-122"/>
                <a:sym typeface="Symbol" pitchFamily="18" charset="2"/>
              </a:rPr>
              <a:t> </a:t>
            </a:r>
          </a:p>
          <a:p>
            <a:pPr eaLnBrk="1" hangingPunct="1">
              <a:spcBef>
                <a:spcPct val="40000"/>
              </a:spcBef>
            </a:pPr>
            <a:r>
              <a:rPr kumimoji="1" lang="zh-CN" altLang="en-US" b="1">
                <a:solidFill>
                  <a:schemeClr val="bg1"/>
                </a:solidFill>
                <a:latin typeface="Tahoma" pitchFamily="34" charset="0"/>
                <a:ea typeface="华文新魏" pitchFamily="2" charset="-122"/>
                <a:sym typeface="Symbol" pitchFamily="18" charset="2"/>
              </a:rPr>
              <a:t>主语 </a:t>
            </a:r>
            <a:r>
              <a:rPr kumimoji="1" lang="en-US" altLang="zh-CN" b="1">
                <a:solidFill>
                  <a:schemeClr val="bg1"/>
                </a:solidFill>
                <a:latin typeface="Tahoma" pitchFamily="34" charset="0"/>
                <a:ea typeface="华文新魏" pitchFamily="2" charset="-122"/>
              </a:rPr>
              <a:t>→</a:t>
            </a:r>
            <a:r>
              <a:rPr kumimoji="1" lang="zh-CN" altLang="en-US" b="1">
                <a:solidFill>
                  <a:schemeClr val="bg1"/>
                </a:solidFill>
                <a:latin typeface="Tahoma" pitchFamily="34" charset="0"/>
                <a:ea typeface="华文新魏" pitchFamily="2" charset="-122"/>
                <a:sym typeface="Symbol" pitchFamily="18" charset="2"/>
              </a:rPr>
              <a:t> 冠词 </a:t>
            </a:r>
            <a:r>
              <a:rPr kumimoji="1" lang="zh-CN" altLang="zh-CN" b="1">
                <a:solidFill>
                  <a:schemeClr val="bg1"/>
                </a:solidFill>
                <a:latin typeface="Tahoma" pitchFamily="34" charset="0"/>
                <a:ea typeface="华文新魏" pitchFamily="2" charset="-122"/>
                <a:sym typeface="Symbol" pitchFamily="18" charset="2"/>
              </a:rPr>
              <a:t>形容词</a:t>
            </a:r>
            <a:r>
              <a:rPr kumimoji="1" lang="zh-CN" altLang="en-US" b="1">
                <a:solidFill>
                  <a:schemeClr val="bg1"/>
                </a:solidFill>
                <a:latin typeface="Tahoma" pitchFamily="34" charset="0"/>
                <a:ea typeface="华文新魏" pitchFamily="2" charset="-122"/>
                <a:sym typeface="Symbol" pitchFamily="18" charset="2"/>
              </a:rPr>
              <a:t> 名词</a:t>
            </a:r>
          </a:p>
          <a:p>
            <a:pPr eaLnBrk="1" hangingPunct="1">
              <a:spcBef>
                <a:spcPct val="40000"/>
              </a:spcBef>
            </a:pPr>
            <a:r>
              <a:rPr kumimoji="1" lang="zh-CN" altLang="en-US" b="1">
                <a:solidFill>
                  <a:schemeClr val="bg1"/>
                </a:solidFill>
                <a:latin typeface="Tahoma" pitchFamily="34" charset="0"/>
                <a:ea typeface="华文新魏" pitchFamily="2" charset="-122"/>
                <a:sym typeface="Symbol" pitchFamily="18" charset="2"/>
              </a:rPr>
              <a:t></a:t>
            </a:r>
            <a:r>
              <a:rPr kumimoji="1" lang="zh-CN" altLang="zh-CN" b="1">
                <a:solidFill>
                  <a:schemeClr val="bg1"/>
                </a:solidFill>
                <a:latin typeface="Tahoma" pitchFamily="34" charset="0"/>
                <a:ea typeface="华文新魏" pitchFamily="2" charset="-122"/>
                <a:sym typeface="Symbol" pitchFamily="18" charset="2"/>
              </a:rPr>
              <a:t> 谓语</a:t>
            </a:r>
            <a:r>
              <a:rPr kumimoji="1" lang="zh-CN" altLang="en-US" b="1">
                <a:solidFill>
                  <a:schemeClr val="bg1"/>
                </a:solidFill>
                <a:latin typeface="Tahoma" pitchFamily="34" charset="0"/>
                <a:ea typeface="华文新魏" pitchFamily="2" charset="-122"/>
                <a:sym typeface="Symbol" pitchFamily="18" charset="2"/>
              </a:rPr>
              <a:t> </a:t>
            </a:r>
            <a:r>
              <a:rPr kumimoji="1" lang="en-US" altLang="zh-CN" b="1">
                <a:solidFill>
                  <a:schemeClr val="bg1"/>
                </a:solidFill>
                <a:latin typeface="Tahoma" pitchFamily="34" charset="0"/>
                <a:ea typeface="华文新魏" pitchFamily="2" charset="-122"/>
              </a:rPr>
              <a:t>→</a:t>
            </a:r>
            <a:r>
              <a:rPr kumimoji="1" lang="zh-CN" altLang="en-US" b="1">
                <a:solidFill>
                  <a:schemeClr val="bg1"/>
                </a:solidFill>
                <a:latin typeface="Tahoma" pitchFamily="34" charset="0"/>
                <a:ea typeface="华文新魏" pitchFamily="2" charset="-122"/>
                <a:sym typeface="Symbol" pitchFamily="18" charset="2"/>
              </a:rPr>
              <a:t> </a:t>
            </a:r>
            <a:r>
              <a:rPr kumimoji="1" lang="zh-CN" altLang="zh-CN" b="1">
                <a:solidFill>
                  <a:schemeClr val="bg1"/>
                </a:solidFill>
                <a:latin typeface="Tahoma" pitchFamily="34" charset="0"/>
                <a:ea typeface="华文新魏" pitchFamily="2" charset="-122"/>
                <a:sym typeface="Symbol" pitchFamily="18" charset="2"/>
              </a:rPr>
              <a:t> </a:t>
            </a:r>
            <a:r>
              <a:rPr kumimoji="1" lang="zh-CN" altLang="en-US" b="1">
                <a:solidFill>
                  <a:schemeClr val="bg1"/>
                </a:solidFill>
                <a:latin typeface="Tahoma" pitchFamily="34" charset="0"/>
                <a:ea typeface="华文新魏" pitchFamily="2" charset="-122"/>
                <a:sym typeface="Symbol" pitchFamily="18" charset="2"/>
              </a:rPr>
              <a:t>动词 直接宾语</a:t>
            </a:r>
          </a:p>
          <a:p>
            <a:pPr eaLnBrk="1" hangingPunct="1">
              <a:spcBef>
                <a:spcPct val="40000"/>
              </a:spcBef>
              <a:buFont typeface="Symbol" pitchFamily="18" charset="2"/>
              <a:buChar char="&lt;"/>
            </a:pPr>
            <a:r>
              <a:rPr kumimoji="1" lang="zh-CN" altLang="en-US" b="1">
                <a:solidFill>
                  <a:schemeClr val="bg1"/>
                </a:solidFill>
                <a:latin typeface="Tahoma" pitchFamily="34" charset="0"/>
                <a:ea typeface="华文新魏" pitchFamily="2" charset="-122"/>
                <a:sym typeface="Symbol" pitchFamily="18" charset="2"/>
              </a:rPr>
              <a:t>动词 </a:t>
            </a:r>
            <a:r>
              <a:rPr kumimoji="1" lang="en-US" altLang="zh-CN" b="1">
                <a:solidFill>
                  <a:schemeClr val="bg1"/>
                </a:solidFill>
                <a:latin typeface="Tahoma" pitchFamily="34" charset="0"/>
                <a:ea typeface="华文新魏" pitchFamily="2" charset="-122"/>
              </a:rPr>
              <a:t>→</a:t>
            </a:r>
            <a:r>
              <a:rPr kumimoji="1" lang="zh-CN" altLang="en-US" b="1">
                <a:solidFill>
                  <a:schemeClr val="bg1"/>
                </a:solidFill>
                <a:latin typeface="Tahoma" pitchFamily="34" charset="0"/>
                <a:ea typeface="华文新魏" pitchFamily="2" charset="-122"/>
                <a:sym typeface="Symbol" pitchFamily="18" charset="2"/>
              </a:rPr>
              <a:t> 助动词 动词原</a:t>
            </a:r>
            <a:r>
              <a:rPr kumimoji="1" lang="zh-CN" altLang="zh-CN" b="1">
                <a:solidFill>
                  <a:schemeClr val="bg1"/>
                </a:solidFill>
                <a:latin typeface="Tahoma" pitchFamily="34" charset="0"/>
                <a:ea typeface="华文新魏" pitchFamily="2" charset="-122"/>
                <a:sym typeface="Symbol" pitchFamily="18" charset="2"/>
              </a:rPr>
              <a:t>形</a:t>
            </a:r>
            <a:r>
              <a:rPr kumimoji="1" lang="zh-CN" altLang="en-US" b="1">
                <a:solidFill>
                  <a:schemeClr val="bg1"/>
                </a:solidFill>
                <a:latin typeface="Tahoma" pitchFamily="34" charset="0"/>
                <a:ea typeface="华文新魏" pitchFamily="2" charset="-122"/>
                <a:sym typeface="Symbol" pitchFamily="18" charset="2"/>
              </a:rPr>
              <a:t></a:t>
            </a:r>
          </a:p>
          <a:p>
            <a:pPr eaLnBrk="1" hangingPunct="1">
              <a:spcBef>
                <a:spcPct val="40000"/>
              </a:spcBef>
              <a:buFont typeface="Symbol" pitchFamily="18" charset="2"/>
              <a:buNone/>
            </a:pPr>
            <a:r>
              <a:rPr kumimoji="1" lang="zh-CN" altLang="en-US" b="1">
                <a:solidFill>
                  <a:schemeClr val="bg1"/>
                </a:solidFill>
                <a:latin typeface="Tahoma" pitchFamily="34" charset="0"/>
                <a:ea typeface="华文新魏" pitchFamily="2" charset="-122"/>
                <a:sym typeface="Symbol" pitchFamily="18" charset="2"/>
              </a:rPr>
              <a:t>直接宾语 </a:t>
            </a:r>
            <a:r>
              <a:rPr kumimoji="1" lang="en-US" altLang="zh-CN" b="1">
                <a:solidFill>
                  <a:schemeClr val="bg1"/>
                </a:solidFill>
                <a:latin typeface="Tahoma" pitchFamily="34" charset="0"/>
                <a:ea typeface="华文新魏" pitchFamily="2" charset="-122"/>
              </a:rPr>
              <a:t>→</a:t>
            </a:r>
            <a:r>
              <a:rPr kumimoji="1" lang="zh-CN" altLang="en-US" b="1">
                <a:solidFill>
                  <a:schemeClr val="bg1"/>
                </a:solidFill>
                <a:latin typeface="Tahoma" pitchFamily="34" charset="0"/>
                <a:ea typeface="华文新魏" pitchFamily="2" charset="-122"/>
                <a:sym typeface="Symbol" pitchFamily="18" charset="2"/>
              </a:rPr>
              <a:t> </a:t>
            </a:r>
            <a:r>
              <a:rPr kumimoji="1" lang="zh-CN" altLang="zh-CN" b="1">
                <a:solidFill>
                  <a:schemeClr val="bg1"/>
                </a:solidFill>
                <a:latin typeface="Tahoma" pitchFamily="34" charset="0"/>
                <a:ea typeface="华文新魏" pitchFamily="2" charset="-122"/>
                <a:sym typeface="Symbol" pitchFamily="18" charset="2"/>
              </a:rPr>
              <a:t> </a:t>
            </a:r>
            <a:r>
              <a:rPr kumimoji="1" lang="zh-CN" altLang="en-US" b="1">
                <a:solidFill>
                  <a:schemeClr val="bg1"/>
                </a:solidFill>
                <a:latin typeface="Tahoma" pitchFamily="34" charset="0"/>
                <a:ea typeface="华文新魏" pitchFamily="2" charset="-122"/>
                <a:sym typeface="Symbol" pitchFamily="18" charset="2"/>
              </a:rPr>
              <a:t>冠词 名词</a:t>
            </a:r>
          </a:p>
        </p:txBody>
      </p:sp>
      <p:sp>
        <p:nvSpPr>
          <p:cNvPr id="44039" name="Rectangle 5"/>
          <p:cNvSpPr>
            <a:spLocks noChangeArrowheads="1"/>
          </p:cNvSpPr>
          <p:nvPr/>
        </p:nvSpPr>
        <p:spPr bwMode="auto">
          <a:xfrm>
            <a:off x="7054850" y="4776788"/>
            <a:ext cx="2125663" cy="208121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25000"/>
              </a:spcBef>
              <a:buFont typeface="Symbol" pitchFamily="18" charset="2"/>
              <a:buNone/>
            </a:pPr>
            <a:r>
              <a:rPr kumimoji="1" lang="zh-CN" altLang="en-US" b="1">
                <a:solidFill>
                  <a:schemeClr val="bg1"/>
                </a:solidFill>
                <a:ea typeface="华文新魏" pitchFamily="2" charset="-122"/>
                <a:sym typeface="Symbol" pitchFamily="18" charset="2"/>
              </a:rPr>
              <a:t>冠词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the</a:t>
            </a:r>
            <a:endParaRPr kumimoji="1" lang="zh-CN" altLang="en-US" b="1">
              <a:solidFill>
                <a:schemeClr val="bg1"/>
              </a:solidFill>
              <a:ea typeface="华文新魏" pitchFamily="2" charset="-122"/>
              <a:sym typeface="Symbol" pitchFamily="18" charset="2"/>
            </a:endParaRPr>
          </a:p>
          <a:p>
            <a:pPr eaLnBrk="1" hangingPunct="1">
              <a:spcBef>
                <a:spcPct val="25000"/>
              </a:spcBef>
              <a:buFont typeface="Symbol" pitchFamily="18" charset="2"/>
              <a:buNone/>
            </a:pPr>
            <a:r>
              <a:rPr kumimoji="1" lang="en-US" altLang="zh-CN" b="1">
                <a:solidFill>
                  <a:schemeClr val="bg1"/>
                </a:solidFill>
                <a:ea typeface="华文新魏" pitchFamily="2" charset="-122"/>
                <a:sym typeface="Symbol" pitchFamily="18" charset="2"/>
              </a:rPr>
              <a:t></a:t>
            </a:r>
            <a:r>
              <a:rPr kumimoji="1" lang="zh-CN" altLang="zh-CN" b="1">
                <a:solidFill>
                  <a:schemeClr val="bg1"/>
                </a:solidFill>
                <a:ea typeface="华文新魏" pitchFamily="2" charset="-122"/>
                <a:sym typeface="Symbol" pitchFamily="18" charset="2"/>
              </a:rPr>
              <a:t>形容词</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gray</a:t>
            </a:r>
            <a:r>
              <a:rPr kumimoji="1" lang="zh-CN" altLang="en-US" b="1">
                <a:solidFill>
                  <a:schemeClr val="bg1"/>
                </a:solidFill>
                <a:ea typeface="华文新魏" pitchFamily="2" charset="-122"/>
                <a:sym typeface="Symbol" pitchFamily="18" charset="2"/>
              </a:rPr>
              <a:t> </a:t>
            </a:r>
          </a:p>
          <a:p>
            <a:pPr eaLnBrk="1" hangingPunct="1">
              <a:spcBef>
                <a:spcPct val="25000"/>
              </a:spcBef>
              <a:buFont typeface="Symbol" pitchFamily="18" charset="2"/>
              <a:buNone/>
            </a:pPr>
            <a:r>
              <a:rPr kumimoji="1" lang="zh-CN" altLang="en-US" b="1">
                <a:solidFill>
                  <a:schemeClr val="bg1"/>
                </a:solidFill>
                <a:ea typeface="华文新魏" pitchFamily="2" charset="-122"/>
                <a:sym typeface="Symbol" pitchFamily="18" charset="2"/>
              </a:rPr>
              <a:t>助动词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will </a:t>
            </a:r>
            <a:endParaRPr kumimoji="1" lang="zh-CN" altLang="en-US" b="1">
              <a:solidFill>
                <a:schemeClr val="bg1"/>
              </a:solidFill>
              <a:ea typeface="华文新魏" pitchFamily="2" charset="-122"/>
              <a:sym typeface="Symbol" pitchFamily="18" charset="2"/>
            </a:endParaRPr>
          </a:p>
          <a:p>
            <a:pPr eaLnBrk="1" hangingPunct="1">
              <a:spcBef>
                <a:spcPct val="25000"/>
              </a:spcBef>
              <a:buFont typeface="Symbol" pitchFamily="18" charset="2"/>
              <a:buNone/>
            </a:pPr>
            <a:r>
              <a:rPr kumimoji="1" lang="en-US" altLang="zh-CN" b="1">
                <a:solidFill>
                  <a:schemeClr val="bg1"/>
                </a:solidFill>
                <a:ea typeface="华文新魏" pitchFamily="2" charset="-122"/>
                <a:sym typeface="Symbol" pitchFamily="18" charset="2"/>
              </a:rPr>
              <a:t></a:t>
            </a:r>
            <a:r>
              <a:rPr kumimoji="1" lang="zh-CN" altLang="en-US" b="1">
                <a:solidFill>
                  <a:schemeClr val="bg1"/>
                </a:solidFill>
                <a:ea typeface="华文新魏" pitchFamily="2" charset="-122"/>
                <a:sym typeface="Symbol" pitchFamily="18" charset="2"/>
              </a:rPr>
              <a:t>动词原</a:t>
            </a:r>
            <a:r>
              <a:rPr kumimoji="1" lang="zh-CN" altLang="zh-CN" b="1">
                <a:solidFill>
                  <a:schemeClr val="bg1"/>
                </a:solidFill>
                <a:ea typeface="华文新魏" pitchFamily="2" charset="-122"/>
                <a:sym typeface="Symbol" pitchFamily="18" charset="2"/>
              </a:rPr>
              <a:t>形</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eat </a:t>
            </a:r>
            <a:endParaRPr kumimoji="1" lang="zh-CN" altLang="en-US" b="1">
              <a:solidFill>
                <a:schemeClr val="bg1"/>
              </a:solidFill>
              <a:ea typeface="华文新魏" pitchFamily="2" charset="-122"/>
              <a:sym typeface="Symbol" pitchFamily="18" charset="2"/>
            </a:endParaRPr>
          </a:p>
          <a:p>
            <a:pPr eaLnBrk="1" hangingPunct="1">
              <a:spcBef>
                <a:spcPct val="25000"/>
              </a:spcBef>
              <a:buFont typeface="Symbol" pitchFamily="18" charset="2"/>
              <a:buNone/>
            </a:pPr>
            <a:r>
              <a:rPr kumimoji="1" lang="zh-CN" altLang="en-US" b="1">
                <a:solidFill>
                  <a:schemeClr val="bg1"/>
                </a:solidFill>
                <a:ea typeface="华文新魏" pitchFamily="2" charset="-122"/>
                <a:sym typeface="Symbol" pitchFamily="18" charset="2"/>
              </a:rPr>
              <a:t>名词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wolf</a:t>
            </a:r>
            <a:endParaRPr kumimoji="1" lang="zh-CN" altLang="en-US" b="1">
              <a:solidFill>
                <a:schemeClr val="bg1"/>
              </a:solidFill>
              <a:ea typeface="华文新魏" pitchFamily="2" charset="-122"/>
              <a:sym typeface="Symbol" pitchFamily="18" charset="2"/>
            </a:endParaRPr>
          </a:p>
          <a:p>
            <a:pPr eaLnBrk="1" hangingPunct="1">
              <a:spcBef>
                <a:spcPct val="25000"/>
              </a:spcBef>
              <a:buFont typeface="Symbol" pitchFamily="18" charset="2"/>
              <a:buNone/>
            </a:pPr>
            <a:r>
              <a:rPr kumimoji="1" lang="en-US" altLang="zh-CN" b="1">
                <a:solidFill>
                  <a:schemeClr val="bg1"/>
                </a:solidFill>
                <a:ea typeface="华文新魏" pitchFamily="2" charset="-122"/>
                <a:sym typeface="Symbol" pitchFamily="18" charset="2"/>
              </a:rPr>
              <a:t></a:t>
            </a:r>
            <a:r>
              <a:rPr kumimoji="1" lang="zh-CN" altLang="zh-CN" b="1">
                <a:solidFill>
                  <a:schemeClr val="bg1"/>
                </a:solidFill>
                <a:ea typeface="华文新魏" pitchFamily="2" charset="-122"/>
                <a:sym typeface="Symbol" pitchFamily="18" charset="2"/>
              </a:rPr>
              <a:t>名词</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goat</a:t>
            </a:r>
            <a:endParaRPr kumimoji="1" lang="zh-CN" altLang="en-US" b="1">
              <a:solidFill>
                <a:schemeClr val="bg1"/>
              </a:solidFill>
              <a:ea typeface="华文新魏" pitchFamily="2" charset="-122"/>
              <a:sym typeface="Symbol" pitchFamily="18" charset="2"/>
            </a:endParaRPr>
          </a:p>
        </p:txBody>
      </p:sp>
    </p:spTree>
    <p:extLst>
      <p:ext uri="{BB962C8B-B14F-4D97-AF65-F5344CB8AC3E}">
        <p14:creationId xmlns:p14="http://schemas.microsoft.com/office/powerpoint/2010/main" val="360785973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日期占位符 1"/>
          <p:cNvSpPr>
            <a:spLocks noGrp="1"/>
          </p:cNvSpPr>
          <p:nvPr>
            <p:ph type="dt" sz="quarter" idx="10"/>
          </p:nvPr>
        </p:nvSpPr>
        <p:spPr>
          <a:xfrm>
            <a:off x="323850" y="6381750"/>
            <a:ext cx="2289175"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18EAACE-37A1-4F00-94F0-9CE46A9FC02E}" type="datetime1">
              <a:rPr lang="zh-CN" altLang="en-US"/>
              <a:pPr/>
              <a:t>2017/2/24</a:t>
            </a:fld>
            <a:endParaRPr lang="en-US" altLang="zh-CN"/>
          </a:p>
        </p:txBody>
      </p:sp>
      <p:sp>
        <p:nvSpPr>
          <p:cNvPr id="44035"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F29C575-927E-42F2-A4B7-F96650DC2BAC}" type="slidenum">
              <a:rPr lang="zh-CN" altLang="en-US"/>
              <a:pPr/>
              <a:t>40</a:t>
            </a:fld>
            <a:endParaRPr lang="en-US" altLang="zh-CN"/>
          </a:p>
        </p:txBody>
      </p:sp>
      <p:sp>
        <p:nvSpPr>
          <p:cNvPr id="508930" name="Text Box 2"/>
          <p:cNvSpPr txBox="1">
            <a:spLocks noChangeArrowheads="1"/>
          </p:cNvSpPr>
          <p:nvPr/>
        </p:nvSpPr>
        <p:spPr bwMode="auto">
          <a:xfrm>
            <a:off x="228600" y="2057400"/>
            <a:ext cx="8534400"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latin typeface="Times New Roman" pitchFamily="18" charset="0"/>
                <a:ea typeface="华文新魏" pitchFamily="2" charset="-122"/>
                <a:sym typeface="Symbol" pitchFamily="18" charset="2"/>
              </a:rPr>
              <a:t>句子主语 </a:t>
            </a:r>
            <a:r>
              <a:rPr kumimoji="1" lang="zh-CN" altLang="zh-CN" sz="2400" b="1">
                <a:latin typeface="Times New Roman" pitchFamily="18" charset="0"/>
                <a:ea typeface="华文新魏" pitchFamily="2" charset="-122"/>
                <a:sym typeface="Symbol" pitchFamily="18" charset="2"/>
              </a:rPr>
              <a:t>谓语</a:t>
            </a:r>
            <a:r>
              <a:rPr kumimoji="1" lang="zh-CN" altLang="en-US" sz="2400" b="1">
                <a:latin typeface="Times New Roman" pitchFamily="18" charset="0"/>
                <a:ea typeface="华文新魏" pitchFamily="2" charset="-122"/>
                <a:sym typeface="Symbol" pitchFamily="18" charset="2"/>
              </a:rPr>
              <a:t>   </a:t>
            </a:r>
          </a:p>
          <a:p>
            <a:pPr eaLnBrk="1" hangingPunct="1"/>
            <a:r>
              <a:rPr kumimoji="1" lang="zh-CN" altLang="en-US" sz="2400" b="1">
                <a:latin typeface="Times New Roman" pitchFamily="18" charset="0"/>
                <a:ea typeface="华文新魏" pitchFamily="2" charset="-122"/>
                <a:sym typeface="Symbol" pitchFamily="18" charset="2"/>
              </a:rPr>
              <a:t>       冠词 </a:t>
            </a:r>
            <a:r>
              <a:rPr kumimoji="1" lang="zh-CN" altLang="zh-CN" sz="2400" b="1">
                <a:latin typeface="Times New Roman" pitchFamily="18" charset="0"/>
                <a:ea typeface="华文新魏" pitchFamily="2" charset="-122"/>
                <a:sym typeface="Symbol" pitchFamily="18" charset="2"/>
              </a:rPr>
              <a:t>形容词</a:t>
            </a:r>
            <a:r>
              <a:rPr kumimoji="1" lang="zh-CN" altLang="en-US" sz="2400" b="1">
                <a:latin typeface="Times New Roman" pitchFamily="18" charset="0"/>
                <a:ea typeface="华文新魏" pitchFamily="2" charset="-122"/>
                <a:sym typeface="Symbol" pitchFamily="18" charset="2"/>
              </a:rPr>
              <a:t> 名词 </a:t>
            </a:r>
            <a:r>
              <a:rPr kumimoji="1" lang="zh-CN" altLang="zh-CN" sz="2400" b="1">
                <a:latin typeface="Times New Roman" pitchFamily="18" charset="0"/>
                <a:ea typeface="华文新魏" pitchFamily="2" charset="-122"/>
                <a:sym typeface="Symbol" pitchFamily="18" charset="2"/>
              </a:rPr>
              <a:t>谓语</a:t>
            </a:r>
            <a:r>
              <a:rPr kumimoji="1" lang="zh-CN" altLang="en-US" sz="2400" b="1">
                <a:latin typeface="Times New Roman" pitchFamily="18" charset="0"/>
                <a:ea typeface="华文新魏" pitchFamily="2" charset="-122"/>
                <a:sym typeface="Symbol" pitchFamily="18" charset="2"/>
              </a:rPr>
              <a:t></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a:t>
            </a:r>
            <a:r>
              <a:rPr kumimoji="1" lang="zh-CN" altLang="en-US" sz="2400" b="1">
                <a:latin typeface="Times New Roman" pitchFamily="18" charset="0"/>
                <a:ea typeface="华文新魏" pitchFamily="2" charset="-122"/>
                <a:sym typeface="Symbol" pitchFamily="18" charset="2"/>
              </a:rPr>
              <a:t></a:t>
            </a:r>
            <a:r>
              <a:rPr kumimoji="1" lang="zh-CN" altLang="zh-CN" sz="2400" b="1">
                <a:latin typeface="Times New Roman" pitchFamily="18" charset="0"/>
                <a:ea typeface="华文新魏" pitchFamily="2" charset="-122"/>
                <a:sym typeface="Symbol" pitchFamily="18" charset="2"/>
              </a:rPr>
              <a:t>形容词</a:t>
            </a:r>
            <a:r>
              <a:rPr kumimoji="1" lang="zh-CN" altLang="en-US" sz="2400" b="1">
                <a:latin typeface="Times New Roman" pitchFamily="18" charset="0"/>
                <a:ea typeface="华文新魏" pitchFamily="2" charset="-122"/>
                <a:sym typeface="Symbol" pitchFamily="18" charset="2"/>
              </a:rPr>
              <a:t> 名词 </a:t>
            </a:r>
            <a:r>
              <a:rPr kumimoji="1" lang="zh-CN" altLang="zh-CN" sz="2400" b="1">
                <a:latin typeface="Times New Roman" pitchFamily="18" charset="0"/>
                <a:ea typeface="华文新魏" pitchFamily="2" charset="-122"/>
                <a:sym typeface="Symbol" pitchFamily="18" charset="2"/>
              </a:rPr>
              <a:t>谓语</a:t>
            </a:r>
            <a:r>
              <a:rPr kumimoji="1" lang="zh-CN" altLang="en-US" sz="2400" b="1">
                <a:latin typeface="Times New Roman" pitchFamily="18" charset="0"/>
                <a:ea typeface="华文新魏" pitchFamily="2" charset="-122"/>
                <a:sym typeface="Symbol" pitchFamily="18" charset="2"/>
              </a:rPr>
              <a:t></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a:t>
            </a:r>
            <a:r>
              <a:rPr kumimoji="1" lang="zh-CN" altLang="en-US" sz="2400" b="1">
                <a:latin typeface="Times New Roman" pitchFamily="18" charset="0"/>
                <a:ea typeface="华文新魏" pitchFamily="2" charset="-122"/>
                <a:sym typeface="Symbol" pitchFamily="18" charset="2"/>
              </a:rPr>
              <a:t>名词 </a:t>
            </a:r>
            <a:r>
              <a:rPr kumimoji="1" lang="zh-CN" altLang="zh-CN" sz="2400" b="1">
                <a:latin typeface="Times New Roman" pitchFamily="18" charset="0"/>
                <a:ea typeface="华文新魏" pitchFamily="2" charset="-122"/>
                <a:sym typeface="Symbol" pitchFamily="18" charset="2"/>
              </a:rPr>
              <a:t>谓语</a:t>
            </a:r>
            <a:r>
              <a:rPr kumimoji="1" lang="zh-CN" altLang="en-US" sz="2400" b="1">
                <a:latin typeface="Times New Roman" pitchFamily="18" charset="0"/>
                <a:ea typeface="华文新魏" pitchFamily="2" charset="-122"/>
                <a:sym typeface="Symbol" pitchFamily="18" charset="2"/>
              </a:rPr>
              <a:t></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a:t>
            </a:r>
            <a:r>
              <a:rPr kumimoji="1" lang="zh-CN" altLang="en-US" sz="2400" b="1">
                <a:latin typeface="Times New Roman" pitchFamily="18" charset="0"/>
                <a:ea typeface="华文新魏" pitchFamily="2" charset="-122"/>
                <a:sym typeface="Symbol" pitchFamily="18" charset="2"/>
              </a:rPr>
              <a:t></a:t>
            </a:r>
            <a:r>
              <a:rPr kumimoji="1" lang="zh-CN" altLang="zh-CN" sz="2400" b="1">
                <a:latin typeface="Times New Roman" pitchFamily="18" charset="0"/>
                <a:ea typeface="华文新魏" pitchFamily="2" charset="-122"/>
                <a:sym typeface="Symbol" pitchFamily="18" charset="2"/>
              </a:rPr>
              <a:t>谓语</a:t>
            </a:r>
            <a:r>
              <a:rPr kumimoji="1" lang="zh-CN" altLang="en-US" sz="2400" b="1">
                <a:latin typeface="Times New Roman" pitchFamily="18" charset="0"/>
                <a:ea typeface="华文新魏" pitchFamily="2" charset="-122"/>
                <a:sym typeface="Symbol" pitchFamily="18" charset="2"/>
              </a:rPr>
              <a:t></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a:t>
            </a:r>
            <a:r>
              <a:rPr kumimoji="1" lang="zh-CN" altLang="en-US" sz="2400" b="1">
                <a:latin typeface="Times New Roman" pitchFamily="18" charset="0"/>
                <a:ea typeface="华文新魏" pitchFamily="2" charset="-122"/>
                <a:sym typeface="Symbol" pitchFamily="18" charset="2"/>
              </a:rPr>
              <a:t></a:t>
            </a:r>
            <a:r>
              <a:rPr kumimoji="1" lang="zh-CN" altLang="zh-CN" sz="2400" b="1">
                <a:latin typeface="Times New Roman" pitchFamily="18" charset="0"/>
                <a:ea typeface="华文新魏" pitchFamily="2" charset="-122"/>
                <a:sym typeface="Symbol" pitchFamily="18" charset="2"/>
              </a:rPr>
              <a:t> </a:t>
            </a:r>
            <a:r>
              <a:rPr kumimoji="1" lang="zh-CN" altLang="en-US" sz="2400" b="1">
                <a:latin typeface="Times New Roman" pitchFamily="18" charset="0"/>
                <a:ea typeface="华文新魏" pitchFamily="2" charset="-122"/>
                <a:sym typeface="Symbol" pitchFamily="18" charset="2"/>
              </a:rPr>
              <a:t>动词 直接宾语 </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a:t>
            </a:r>
            <a:r>
              <a:rPr kumimoji="1" lang="zh-CN" altLang="en-US" sz="2400" b="1">
                <a:latin typeface="Times New Roman" pitchFamily="18" charset="0"/>
                <a:ea typeface="华文新魏" pitchFamily="2" charset="-122"/>
                <a:sym typeface="Symbol" pitchFamily="18" charset="2"/>
              </a:rPr>
              <a:t>助动词 动词原</a:t>
            </a:r>
            <a:r>
              <a:rPr kumimoji="1" lang="zh-CN" altLang="zh-CN" sz="2400" b="1">
                <a:latin typeface="Times New Roman" pitchFamily="18" charset="0"/>
                <a:ea typeface="华文新魏" pitchFamily="2" charset="-122"/>
                <a:sym typeface="Symbol" pitchFamily="18" charset="2"/>
              </a:rPr>
              <a:t>形</a:t>
            </a:r>
            <a:r>
              <a:rPr kumimoji="1" lang="zh-CN" altLang="en-US" sz="2400" b="1">
                <a:latin typeface="Times New Roman" pitchFamily="18" charset="0"/>
                <a:ea typeface="华文新魏" pitchFamily="2" charset="-122"/>
                <a:sym typeface="Symbol" pitchFamily="18" charset="2"/>
              </a:rPr>
              <a:t> 直接宾语</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will</a:t>
            </a:r>
            <a:r>
              <a:rPr kumimoji="1" lang="zh-CN" altLang="en-US" sz="2400" b="1">
                <a:latin typeface="Times New Roman" pitchFamily="18" charset="0"/>
                <a:ea typeface="华文新魏" pitchFamily="2" charset="-122"/>
                <a:sym typeface="Symbol" pitchFamily="18" charset="2"/>
              </a:rPr>
              <a:t> 动词原</a:t>
            </a:r>
            <a:r>
              <a:rPr kumimoji="1" lang="zh-CN" altLang="zh-CN" sz="2400" b="1">
                <a:latin typeface="Times New Roman" pitchFamily="18" charset="0"/>
                <a:ea typeface="华文新魏" pitchFamily="2" charset="-122"/>
                <a:sym typeface="Symbol" pitchFamily="18" charset="2"/>
              </a:rPr>
              <a:t>形</a:t>
            </a:r>
            <a:r>
              <a:rPr kumimoji="1" lang="zh-CN" altLang="en-US" sz="2400" b="1">
                <a:latin typeface="Times New Roman" pitchFamily="18" charset="0"/>
                <a:ea typeface="华文新魏" pitchFamily="2" charset="-122"/>
                <a:sym typeface="Symbol" pitchFamily="18" charset="2"/>
              </a:rPr>
              <a:t> 直接宾语</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will eat </a:t>
            </a:r>
            <a:r>
              <a:rPr kumimoji="1" lang="zh-CN" altLang="en-US" sz="2400" b="1">
                <a:latin typeface="Times New Roman" pitchFamily="18" charset="0"/>
                <a:ea typeface="华文新魏" pitchFamily="2" charset="-122"/>
                <a:sym typeface="Symbol" pitchFamily="18" charset="2"/>
              </a:rPr>
              <a:t>直接宾语</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will eat </a:t>
            </a:r>
            <a:r>
              <a:rPr kumimoji="1" lang="zh-CN" altLang="en-US" sz="2400" b="1">
                <a:latin typeface="Times New Roman" pitchFamily="18" charset="0"/>
                <a:ea typeface="华文新魏" pitchFamily="2" charset="-122"/>
                <a:sym typeface="Symbol" pitchFamily="18" charset="2"/>
              </a:rPr>
              <a:t></a:t>
            </a:r>
            <a:r>
              <a:rPr kumimoji="1" lang="zh-CN" altLang="zh-CN" sz="2400" b="1">
                <a:latin typeface="Times New Roman" pitchFamily="18" charset="0"/>
                <a:ea typeface="华文新魏" pitchFamily="2" charset="-122"/>
                <a:sym typeface="Symbol" pitchFamily="18" charset="2"/>
              </a:rPr>
              <a:t> </a:t>
            </a:r>
            <a:r>
              <a:rPr kumimoji="1" lang="zh-CN" altLang="en-US" sz="2400" b="1">
                <a:latin typeface="Times New Roman" pitchFamily="18" charset="0"/>
                <a:ea typeface="华文新魏" pitchFamily="2" charset="-122"/>
                <a:sym typeface="Symbol" pitchFamily="18" charset="2"/>
              </a:rPr>
              <a:t>冠词 名词</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will eat the </a:t>
            </a:r>
            <a:r>
              <a:rPr kumimoji="1" lang="zh-CN" altLang="en-US" sz="2400" b="1">
                <a:latin typeface="Times New Roman" pitchFamily="18" charset="0"/>
                <a:ea typeface="华文新魏" pitchFamily="2" charset="-122"/>
                <a:sym typeface="Symbol" pitchFamily="18" charset="2"/>
              </a:rPr>
              <a:t>名词</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a:t>
            </a:r>
            <a:r>
              <a:rPr kumimoji="1" lang="en-US" altLang="en-US" sz="2400" b="1">
                <a:latin typeface="Times New Roman" pitchFamily="18" charset="0"/>
                <a:ea typeface="华文新魏" pitchFamily="2" charset="-122"/>
              </a:rPr>
              <a:t>will eat the  goat</a:t>
            </a:r>
            <a:endParaRPr kumimoji="1" lang="zh-CN" altLang="en-US" sz="2400" b="1">
              <a:latin typeface="Times New Roman" pitchFamily="18" charset="0"/>
              <a:ea typeface="华文新魏" pitchFamily="2" charset="-122"/>
            </a:endParaRPr>
          </a:p>
        </p:txBody>
      </p:sp>
      <p:sp>
        <p:nvSpPr>
          <p:cNvPr id="44037" name="Rectangle 3"/>
          <p:cNvSpPr>
            <a:spLocks noGrp="1" noRot="1" noChangeArrowheads="1"/>
          </p:cNvSpPr>
          <p:nvPr>
            <p:ph type="title" idx="4294967295"/>
          </p:nvPr>
        </p:nvSpPr>
        <p:spPr>
          <a:xfrm>
            <a:off x="1042988" y="595313"/>
            <a:ext cx="7354887" cy="838200"/>
          </a:xfrm>
        </p:spPr>
        <p:txBody>
          <a:bodyPr/>
          <a:lstStyle/>
          <a:p>
            <a:pPr eaLnBrk="1" hangingPunct="1"/>
            <a:r>
              <a:rPr lang="zh-CN" altLang="en-US" b="1" smtClean="0">
                <a:solidFill>
                  <a:srgbClr val="000099"/>
                </a:solidFill>
                <a:latin typeface="Times New Roman" pitchFamily="18" charset="0"/>
                <a:ea typeface="华文新魏" pitchFamily="2" charset="-122"/>
              </a:rPr>
              <a:t>句子是根据文法推导的结果</a:t>
            </a:r>
            <a:endParaRPr lang="en-US" altLang="zh-CN" b="1" smtClean="0">
              <a:solidFill>
                <a:srgbClr val="000099"/>
              </a:solidFill>
              <a:latin typeface="Times New Roman" pitchFamily="18" charset="0"/>
              <a:ea typeface="华文新魏" pitchFamily="2" charset="-122"/>
            </a:endParaRPr>
          </a:p>
        </p:txBody>
      </p:sp>
      <p:sp>
        <p:nvSpPr>
          <p:cNvPr id="44038" name="Rectangle 4"/>
          <p:cNvSpPr>
            <a:spLocks noChangeArrowheads="1"/>
          </p:cNvSpPr>
          <p:nvPr/>
        </p:nvSpPr>
        <p:spPr bwMode="auto">
          <a:xfrm>
            <a:off x="5435600" y="1700213"/>
            <a:ext cx="3744913" cy="190341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40000"/>
              </a:spcBef>
            </a:pPr>
            <a:r>
              <a:rPr kumimoji="1" lang="zh-CN" altLang="en-US" b="1">
                <a:solidFill>
                  <a:schemeClr val="bg1"/>
                </a:solidFill>
                <a:latin typeface="Tahoma" pitchFamily="34" charset="0"/>
                <a:ea typeface="华文新魏" pitchFamily="2" charset="-122"/>
                <a:sym typeface="Symbol" pitchFamily="18" charset="2"/>
              </a:rPr>
              <a:t>句子 </a:t>
            </a:r>
            <a:r>
              <a:rPr kumimoji="1" lang="en-US" altLang="zh-CN" b="1">
                <a:solidFill>
                  <a:schemeClr val="bg1"/>
                </a:solidFill>
                <a:latin typeface="Tahoma" pitchFamily="34" charset="0"/>
                <a:ea typeface="华文新魏" pitchFamily="2" charset="-122"/>
              </a:rPr>
              <a:t>→</a:t>
            </a:r>
            <a:r>
              <a:rPr kumimoji="1" lang="zh-CN" altLang="zh-CN" b="1">
                <a:solidFill>
                  <a:schemeClr val="bg1"/>
                </a:solidFill>
                <a:latin typeface="Tahoma" pitchFamily="34" charset="0"/>
                <a:ea typeface="华文新魏" pitchFamily="2" charset="-122"/>
                <a:sym typeface="Symbol" pitchFamily="18" charset="2"/>
              </a:rPr>
              <a:t> </a:t>
            </a:r>
            <a:r>
              <a:rPr kumimoji="1" lang="zh-CN" altLang="en-US" b="1">
                <a:solidFill>
                  <a:schemeClr val="bg1"/>
                </a:solidFill>
                <a:latin typeface="Tahoma" pitchFamily="34" charset="0"/>
                <a:ea typeface="华文新魏" pitchFamily="2" charset="-122"/>
                <a:sym typeface="Symbol" pitchFamily="18" charset="2"/>
              </a:rPr>
              <a:t>主语</a:t>
            </a:r>
            <a:r>
              <a:rPr kumimoji="1" lang="zh-CN" altLang="zh-CN" b="1">
                <a:solidFill>
                  <a:schemeClr val="bg1"/>
                </a:solidFill>
                <a:latin typeface="Tahoma" pitchFamily="34" charset="0"/>
                <a:ea typeface="华文新魏" pitchFamily="2" charset="-122"/>
                <a:sym typeface="Symbol" pitchFamily="18" charset="2"/>
              </a:rPr>
              <a:t>谓语</a:t>
            </a:r>
            <a:r>
              <a:rPr kumimoji="1" lang="zh-CN" altLang="en-US" b="1">
                <a:solidFill>
                  <a:schemeClr val="bg1"/>
                </a:solidFill>
                <a:latin typeface="Tahoma" pitchFamily="34" charset="0"/>
                <a:ea typeface="华文新魏" pitchFamily="2" charset="-122"/>
                <a:sym typeface="Symbol" pitchFamily="18" charset="2"/>
              </a:rPr>
              <a:t> </a:t>
            </a:r>
          </a:p>
          <a:p>
            <a:pPr eaLnBrk="1" hangingPunct="1">
              <a:spcBef>
                <a:spcPct val="40000"/>
              </a:spcBef>
            </a:pPr>
            <a:r>
              <a:rPr kumimoji="1" lang="zh-CN" altLang="en-US" b="1">
                <a:solidFill>
                  <a:schemeClr val="bg1"/>
                </a:solidFill>
                <a:latin typeface="Tahoma" pitchFamily="34" charset="0"/>
                <a:ea typeface="华文新魏" pitchFamily="2" charset="-122"/>
                <a:sym typeface="Symbol" pitchFamily="18" charset="2"/>
              </a:rPr>
              <a:t>主语 </a:t>
            </a:r>
            <a:r>
              <a:rPr kumimoji="1" lang="en-US" altLang="zh-CN" b="1">
                <a:solidFill>
                  <a:schemeClr val="bg1"/>
                </a:solidFill>
                <a:latin typeface="Tahoma" pitchFamily="34" charset="0"/>
                <a:ea typeface="华文新魏" pitchFamily="2" charset="-122"/>
              </a:rPr>
              <a:t>→</a:t>
            </a:r>
            <a:r>
              <a:rPr kumimoji="1" lang="zh-CN" altLang="en-US" b="1">
                <a:solidFill>
                  <a:schemeClr val="bg1"/>
                </a:solidFill>
                <a:latin typeface="Tahoma" pitchFamily="34" charset="0"/>
                <a:ea typeface="华文新魏" pitchFamily="2" charset="-122"/>
                <a:sym typeface="Symbol" pitchFamily="18" charset="2"/>
              </a:rPr>
              <a:t> 冠词 </a:t>
            </a:r>
            <a:r>
              <a:rPr kumimoji="1" lang="zh-CN" altLang="zh-CN" b="1">
                <a:solidFill>
                  <a:schemeClr val="bg1"/>
                </a:solidFill>
                <a:latin typeface="Tahoma" pitchFamily="34" charset="0"/>
                <a:ea typeface="华文新魏" pitchFamily="2" charset="-122"/>
                <a:sym typeface="Symbol" pitchFamily="18" charset="2"/>
              </a:rPr>
              <a:t>形容词</a:t>
            </a:r>
            <a:r>
              <a:rPr kumimoji="1" lang="zh-CN" altLang="en-US" b="1">
                <a:solidFill>
                  <a:schemeClr val="bg1"/>
                </a:solidFill>
                <a:latin typeface="Tahoma" pitchFamily="34" charset="0"/>
                <a:ea typeface="华文新魏" pitchFamily="2" charset="-122"/>
                <a:sym typeface="Symbol" pitchFamily="18" charset="2"/>
              </a:rPr>
              <a:t> 名词</a:t>
            </a:r>
          </a:p>
          <a:p>
            <a:pPr eaLnBrk="1" hangingPunct="1">
              <a:spcBef>
                <a:spcPct val="40000"/>
              </a:spcBef>
            </a:pPr>
            <a:r>
              <a:rPr kumimoji="1" lang="zh-CN" altLang="en-US" b="1">
                <a:solidFill>
                  <a:schemeClr val="bg1"/>
                </a:solidFill>
                <a:latin typeface="Tahoma" pitchFamily="34" charset="0"/>
                <a:ea typeface="华文新魏" pitchFamily="2" charset="-122"/>
                <a:sym typeface="Symbol" pitchFamily="18" charset="2"/>
              </a:rPr>
              <a:t></a:t>
            </a:r>
            <a:r>
              <a:rPr kumimoji="1" lang="zh-CN" altLang="zh-CN" b="1">
                <a:solidFill>
                  <a:schemeClr val="bg1"/>
                </a:solidFill>
                <a:latin typeface="Tahoma" pitchFamily="34" charset="0"/>
                <a:ea typeface="华文新魏" pitchFamily="2" charset="-122"/>
                <a:sym typeface="Symbol" pitchFamily="18" charset="2"/>
              </a:rPr>
              <a:t> 谓语</a:t>
            </a:r>
            <a:r>
              <a:rPr kumimoji="1" lang="zh-CN" altLang="en-US" b="1">
                <a:solidFill>
                  <a:schemeClr val="bg1"/>
                </a:solidFill>
                <a:latin typeface="Tahoma" pitchFamily="34" charset="0"/>
                <a:ea typeface="华文新魏" pitchFamily="2" charset="-122"/>
                <a:sym typeface="Symbol" pitchFamily="18" charset="2"/>
              </a:rPr>
              <a:t> </a:t>
            </a:r>
            <a:r>
              <a:rPr kumimoji="1" lang="en-US" altLang="zh-CN" b="1">
                <a:solidFill>
                  <a:schemeClr val="bg1"/>
                </a:solidFill>
                <a:latin typeface="Tahoma" pitchFamily="34" charset="0"/>
                <a:ea typeface="华文新魏" pitchFamily="2" charset="-122"/>
              </a:rPr>
              <a:t>→</a:t>
            </a:r>
            <a:r>
              <a:rPr kumimoji="1" lang="zh-CN" altLang="en-US" b="1">
                <a:solidFill>
                  <a:schemeClr val="bg1"/>
                </a:solidFill>
                <a:latin typeface="Tahoma" pitchFamily="34" charset="0"/>
                <a:ea typeface="华文新魏" pitchFamily="2" charset="-122"/>
                <a:sym typeface="Symbol" pitchFamily="18" charset="2"/>
              </a:rPr>
              <a:t> </a:t>
            </a:r>
            <a:r>
              <a:rPr kumimoji="1" lang="zh-CN" altLang="zh-CN" b="1">
                <a:solidFill>
                  <a:schemeClr val="bg1"/>
                </a:solidFill>
                <a:latin typeface="Tahoma" pitchFamily="34" charset="0"/>
                <a:ea typeface="华文新魏" pitchFamily="2" charset="-122"/>
                <a:sym typeface="Symbol" pitchFamily="18" charset="2"/>
              </a:rPr>
              <a:t> </a:t>
            </a:r>
            <a:r>
              <a:rPr kumimoji="1" lang="zh-CN" altLang="en-US" b="1">
                <a:solidFill>
                  <a:schemeClr val="bg1"/>
                </a:solidFill>
                <a:latin typeface="Tahoma" pitchFamily="34" charset="0"/>
                <a:ea typeface="华文新魏" pitchFamily="2" charset="-122"/>
                <a:sym typeface="Symbol" pitchFamily="18" charset="2"/>
              </a:rPr>
              <a:t>动词 直接宾语</a:t>
            </a:r>
          </a:p>
          <a:p>
            <a:pPr eaLnBrk="1" hangingPunct="1">
              <a:spcBef>
                <a:spcPct val="40000"/>
              </a:spcBef>
              <a:buFont typeface="Symbol" pitchFamily="18" charset="2"/>
              <a:buChar char="&lt;"/>
            </a:pPr>
            <a:r>
              <a:rPr kumimoji="1" lang="zh-CN" altLang="en-US" b="1">
                <a:solidFill>
                  <a:schemeClr val="bg1"/>
                </a:solidFill>
                <a:latin typeface="Tahoma" pitchFamily="34" charset="0"/>
                <a:ea typeface="华文新魏" pitchFamily="2" charset="-122"/>
                <a:sym typeface="Symbol" pitchFamily="18" charset="2"/>
              </a:rPr>
              <a:t>动词 </a:t>
            </a:r>
            <a:r>
              <a:rPr kumimoji="1" lang="en-US" altLang="zh-CN" b="1">
                <a:solidFill>
                  <a:schemeClr val="bg1"/>
                </a:solidFill>
                <a:latin typeface="Tahoma" pitchFamily="34" charset="0"/>
                <a:ea typeface="华文新魏" pitchFamily="2" charset="-122"/>
              </a:rPr>
              <a:t>→</a:t>
            </a:r>
            <a:r>
              <a:rPr kumimoji="1" lang="zh-CN" altLang="en-US" b="1">
                <a:solidFill>
                  <a:schemeClr val="bg1"/>
                </a:solidFill>
                <a:latin typeface="Tahoma" pitchFamily="34" charset="0"/>
                <a:ea typeface="华文新魏" pitchFamily="2" charset="-122"/>
                <a:sym typeface="Symbol" pitchFamily="18" charset="2"/>
              </a:rPr>
              <a:t> 助动词 动词原</a:t>
            </a:r>
            <a:r>
              <a:rPr kumimoji="1" lang="zh-CN" altLang="zh-CN" b="1">
                <a:solidFill>
                  <a:schemeClr val="bg1"/>
                </a:solidFill>
                <a:latin typeface="Tahoma" pitchFamily="34" charset="0"/>
                <a:ea typeface="华文新魏" pitchFamily="2" charset="-122"/>
                <a:sym typeface="Symbol" pitchFamily="18" charset="2"/>
              </a:rPr>
              <a:t>形</a:t>
            </a:r>
            <a:r>
              <a:rPr kumimoji="1" lang="zh-CN" altLang="en-US" b="1">
                <a:solidFill>
                  <a:schemeClr val="bg1"/>
                </a:solidFill>
                <a:latin typeface="Tahoma" pitchFamily="34" charset="0"/>
                <a:ea typeface="华文新魏" pitchFamily="2" charset="-122"/>
                <a:sym typeface="Symbol" pitchFamily="18" charset="2"/>
              </a:rPr>
              <a:t></a:t>
            </a:r>
          </a:p>
          <a:p>
            <a:pPr eaLnBrk="1" hangingPunct="1">
              <a:spcBef>
                <a:spcPct val="40000"/>
              </a:spcBef>
              <a:buFont typeface="Symbol" pitchFamily="18" charset="2"/>
              <a:buNone/>
            </a:pPr>
            <a:r>
              <a:rPr kumimoji="1" lang="zh-CN" altLang="en-US" b="1">
                <a:solidFill>
                  <a:schemeClr val="bg1"/>
                </a:solidFill>
                <a:latin typeface="Tahoma" pitchFamily="34" charset="0"/>
                <a:ea typeface="华文新魏" pitchFamily="2" charset="-122"/>
                <a:sym typeface="Symbol" pitchFamily="18" charset="2"/>
              </a:rPr>
              <a:t>直接宾语 </a:t>
            </a:r>
            <a:r>
              <a:rPr kumimoji="1" lang="en-US" altLang="zh-CN" b="1">
                <a:solidFill>
                  <a:schemeClr val="bg1"/>
                </a:solidFill>
                <a:latin typeface="Tahoma" pitchFamily="34" charset="0"/>
                <a:ea typeface="华文新魏" pitchFamily="2" charset="-122"/>
              </a:rPr>
              <a:t>→</a:t>
            </a:r>
            <a:r>
              <a:rPr kumimoji="1" lang="zh-CN" altLang="en-US" b="1">
                <a:solidFill>
                  <a:schemeClr val="bg1"/>
                </a:solidFill>
                <a:latin typeface="Tahoma" pitchFamily="34" charset="0"/>
                <a:ea typeface="华文新魏" pitchFamily="2" charset="-122"/>
                <a:sym typeface="Symbol" pitchFamily="18" charset="2"/>
              </a:rPr>
              <a:t> </a:t>
            </a:r>
            <a:r>
              <a:rPr kumimoji="1" lang="zh-CN" altLang="zh-CN" b="1">
                <a:solidFill>
                  <a:schemeClr val="bg1"/>
                </a:solidFill>
                <a:latin typeface="Tahoma" pitchFamily="34" charset="0"/>
                <a:ea typeface="华文新魏" pitchFamily="2" charset="-122"/>
                <a:sym typeface="Symbol" pitchFamily="18" charset="2"/>
              </a:rPr>
              <a:t> </a:t>
            </a:r>
            <a:r>
              <a:rPr kumimoji="1" lang="zh-CN" altLang="en-US" b="1">
                <a:solidFill>
                  <a:schemeClr val="bg1"/>
                </a:solidFill>
                <a:latin typeface="Tahoma" pitchFamily="34" charset="0"/>
                <a:ea typeface="华文新魏" pitchFamily="2" charset="-122"/>
                <a:sym typeface="Symbol" pitchFamily="18" charset="2"/>
              </a:rPr>
              <a:t>冠词 名词</a:t>
            </a:r>
          </a:p>
        </p:txBody>
      </p:sp>
      <p:sp>
        <p:nvSpPr>
          <p:cNvPr id="44039" name="Rectangle 5"/>
          <p:cNvSpPr>
            <a:spLocks noChangeArrowheads="1"/>
          </p:cNvSpPr>
          <p:nvPr/>
        </p:nvSpPr>
        <p:spPr bwMode="auto">
          <a:xfrm>
            <a:off x="7054850" y="4776788"/>
            <a:ext cx="2125663" cy="208121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25000"/>
              </a:spcBef>
              <a:buFont typeface="Symbol" pitchFamily="18" charset="2"/>
              <a:buNone/>
            </a:pPr>
            <a:r>
              <a:rPr kumimoji="1" lang="zh-CN" altLang="en-US" b="1">
                <a:solidFill>
                  <a:schemeClr val="bg1"/>
                </a:solidFill>
                <a:ea typeface="华文新魏" pitchFamily="2" charset="-122"/>
                <a:sym typeface="Symbol" pitchFamily="18" charset="2"/>
              </a:rPr>
              <a:t>冠词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the</a:t>
            </a:r>
            <a:endParaRPr kumimoji="1" lang="zh-CN" altLang="en-US" b="1">
              <a:solidFill>
                <a:schemeClr val="bg1"/>
              </a:solidFill>
              <a:ea typeface="华文新魏" pitchFamily="2" charset="-122"/>
              <a:sym typeface="Symbol" pitchFamily="18" charset="2"/>
            </a:endParaRPr>
          </a:p>
          <a:p>
            <a:pPr eaLnBrk="1" hangingPunct="1">
              <a:spcBef>
                <a:spcPct val="25000"/>
              </a:spcBef>
              <a:buFont typeface="Symbol" pitchFamily="18" charset="2"/>
              <a:buNone/>
            </a:pPr>
            <a:r>
              <a:rPr kumimoji="1" lang="en-US" altLang="zh-CN" b="1">
                <a:solidFill>
                  <a:schemeClr val="bg1"/>
                </a:solidFill>
                <a:ea typeface="华文新魏" pitchFamily="2" charset="-122"/>
                <a:sym typeface="Symbol" pitchFamily="18" charset="2"/>
              </a:rPr>
              <a:t></a:t>
            </a:r>
            <a:r>
              <a:rPr kumimoji="1" lang="zh-CN" altLang="zh-CN" b="1">
                <a:solidFill>
                  <a:schemeClr val="bg1"/>
                </a:solidFill>
                <a:ea typeface="华文新魏" pitchFamily="2" charset="-122"/>
                <a:sym typeface="Symbol" pitchFamily="18" charset="2"/>
              </a:rPr>
              <a:t>形容词</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gray</a:t>
            </a:r>
            <a:r>
              <a:rPr kumimoji="1" lang="zh-CN" altLang="en-US" b="1">
                <a:solidFill>
                  <a:schemeClr val="bg1"/>
                </a:solidFill>
                <a:ea typeface="华文新魏" pitchFamily="2" charset="-122"/>
                <a:sym typeface="Symbol" pitchFamily="18" charset="2"/>
              </a:rPr>
              <a:t> </a:t>
            </a:r>
          </a:p>
          <a:p>
            <a:pPr eaLnBrk="1" hangingPunct="1">
              <a:spcBef>
                <a:spcPct val="25000"/>
              </a:spcBef>
              <a:buFont typeface="Symbol" pitchFamily="18" charset="2"/>
              <a:buNone/>
            </a:pPr>
            <a:r>
              <a:rPr kumimoji="1" lang="zh-CN" altLang="en-US" b="1">
                <a:solidFill>
                  <a:schemeClr val="bg1"/>
                </a:solidFill>
                <a:ea typeface="华文新魏" pitchFamily="2" charset="-122"/>
                <a:sym typeface="Symbol" pitchFamily="18" charset="2"/>
              </a:rPr>
              <a:t>助动词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will </a:t>
            </a:r>
            <a:endParaRPr kumimoji="1" lang="zh-CN" altLang="en-US" b="1">
              <a:solidFill>
                <a:schemeClr val="bg1"/>
              </a:solidFill>
              <a:ea typeface="华文新魏" pitchFamily="2" charset="-122"/>
              <a:sym typeface="Symbol" pitchFamily="18" charset="2"/>
            </a:endParaRPr>
          </a:p>
          <a:p>
            <a:pPr eaLnBrk="1" hangingPunct="1">
              <a:spcBef>
                <a:spcPct val="25000"/>
              </a:spcBef>
              <a:buFont typeface="Symbol" pitchFamily="18" charset="2"/>
              <a:buNone/>
            </a:pPr>
            <a:r>
              <a:rPr kumimoji="1" lang="en-US" altLang="zh-CN" b="1">
                <a:solidFill>
                  <a:schemeClr val="bg1"/>
                </a:solidFill>
                <a:ea typeface="华文新魏" pitchFamily="2" charset="-122"/>
                <a:sym typeface="Symbol" pitchFamily="18" charset="2"/>
              </a:rPr>
              <a:t></a:t>
            </a:r>
            <a:r>
              <a:rPr kumimoji="1" lang="zh-CN" altLang="en-US" b="1">
                <a:solidFill>
                  <a:schemeClr val="bg1"/>
                </a:solidFill>
                <a:ea typeface="华文新魏" pitchFamily="2" charset="-122"/>
                <a:sym typeface="Symbol" pitchFamily="18" charset="2"/>
              </a:rPr>
              <a:t>动词原</a:t>
            </a:r>
            <a:r>
              <a:rPr kumimoji="1" lang="zh-CN" altLang="zh-CN" b="1">
                <a:solidFill>
                  <a:schemeClr val="bg1"/>
                </a:solidFill>
                <a:ea typeface="华文新魏" pitchFamily="2" charset="-122"/>
                <a:sym typeface="Symbol" pitchFamily="18" charset="2"/>
              </a:rPr>
              <a:t>形</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eat </a:t>
            </a:r>
            <a:endParaRPr kumimoji="1" lang="zh-CN" altLang="en-US" b="1">
              <a:solidFill>
                <a:schemeClr val="bg1"/>
              </a:solidFill>
              <a:ea typeface="华文新魏" pitchFamily="2" charset="-122"/>
              <a:sym typeface="Symbol" pitchFamily="18" charset="2"/>
            </a:endParaRPr>
          </a:p>
          <a:p>
            <a:pPr eaLnBrk="1" hangingPunct="1">
              <a:spcBef>
                <a:spcPct val="25000"/>
              </a:spcBef>
              <a:buFont typeface="Symbol" pitchFamily="18" charset="2"/>
              <a:buNone/>
            </a:pPr>
            <a:r>
              <a:rPr kumimoji="1" lang="zh-CN" altLang="en-US" b="1">
                <a:solidFill>
                  <a:schemeClr val="bg1"/>
                </a:solidFill>
                <a:ea typeface="华文新魏" pitchFamily="2" charset="-122"/>
                <a:sym typeface="Symbol" pitchFamily="18" charset="2"/>
              </a:rPr>
              <a:t>名词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wolf</a:t>
            </a:r>
            <a:endParaRPr kumimoji="1" lang="zh-CN" altLang="en-US" b="1">
              <a:solidFill>
                <a:schemeClr val="bg1"/>
              </a:solidFill>
              <a:ea typeface="华文新魏" pitchFamily="2" charset="-122"/>
              <a:sym typeface="Symbol" pitchFamily="18" charset="2"/>
            </a:endParaRPr>
          </a:p>
          <a:p>
            <a:pPr eaLnBrk="1" hangingPunct="1">
              <a:spcBef>
                <a:spcPct val="25000"/>
              </a:spcBef>
              <a:buFont typeface="Symbol" pitchFamily="18" charset="2"/>
              <a:buNone/>
            </a:pPr>
            <a:r>
              <a:rPr kumimoji="1" lang="en-US" altLang="zh-CN" b="1">
                <a:solidFill>
                  <a:schemeClr val="bg1"/>
                </a:solidFill>
                <a:ea typeface="华文新魏" pitchFamily="2" charset="-122"/>
                <a:sym typeface="Symbol" pitchFamily="18" charset="2"/>
              </a:rPr>
              <a:t></a:t>
            </a:r>
            <a:r>
              <a:rPr kumimoji="1" lang="zh-CN" altLang="zh-CN" b="1">
                <a:solidFill>
                  <a:schemeClr val="bg1"/>
                </a:solidFill>
                <a:ea typeface="华文新魏" pitchFamily="2" charset="-122"/>
                <a:sym typeface="Symbol" pitchFamily="18" charset="2"/>
              </a:rPr>
              <a:t>名词</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goat</a:t>
            </a:r>
            <a:endParaRPr kumimoji="1" lang="zh-CN" altLang="en-US" b="1">
              <a:solidFill>
                <a:schemeClr val="bg1"/>
              </a:solidFill>
              <a:ea typeface="华文新魏" pitchFamily="2" charset="-122"/>
              <a:sym typeface="Symbol" pitchFamily="18" charset="2"/>
            </a:endParaRPr>
          </a:p>
        </p:txBody>
      </p:sp>
      <p:sp>
        <p:nvSpPr>
          <p:cNvPr id="508935" name="Text Box 7"/>
          <p:cNvSpPr txBox="1">
            <a:spLocks noChangeArrowheads="1"/>
          </p:cNvSpPr>
          <p:nvPr/>
        </p:nvSpPr>
        <p:spPr bwMode="auto">
          <a:xfrm>
            <a:off x="4356100" y="6092825"/>
            <a:ext cx="792163"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990099"/>
                </a:solidFill>
                <a:latin typeface="Times New Roman" pitchFamily="18" charset="0"/>
              </a:rPr>
              <a:t>wolf</a:t>
            </a:r>
            <a:endParaRPr kumimoji="1" lang="zh-CN" altLang="en-US" sz="2400" b="1">
              <a:solidFill>
                <a:srgbClr val="990099"/>
              </a:solidFill>
              <a:latin typeface="Times New Roman" pitchFamily="18"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日期占位符 1"/>
          <p:cNvSpPr>
            <a:spLocks noGrp="1"/>
          </p:cNvSpPr>
          <p:nvPr>
            <p:ph type="dt" sz="quarter" idx="10"/>
          </p:nvPr>
        </p:nvSpPr>
        <p:spPr>
          <a:xfrm>
            <a:off x="323850" y="6381750"/>
            <a:ext cx="2289175"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18EAACE-37A1-4F00-94F0-9CE46A9FC02E}" type="datetime1">
              <a:rPr lang="zh-CN" altLang="en-US"/>
              <a:pPr/>
              <a:t>2017/2/24</a:t>
            </a:fld>
            <a:endParaRPr lang="en-US" altLang="zh-CN"/>
          </a:p>
        </p:txBody>
      </p:sp>
      <p:sp>
        <p:nvSpPr>
          <p:cNvPr id="44035"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F29C575-927E-42F2-A4B7-F96650DC2BAC}" type="slidenum">
              <a:rPr lang="zh-CN" altLang="en-US"/>
              <a:pPr/>
              <a:t>41</a:t>
            </a:fld>
            <a:endParaRPr lang="en-US" altLang="zh-CN"/>
          </a:p>
        </p:txBody>
      </p:sp>
      <p:sp>
        <p:nvSpPr>
          <p:cNvPr id="508930" name="Text Box 2"/>
          <p:cNvSpPr txBox="1">
            <a:spLocks noChangeArrowheads="1"/>
          </p:cNvSpPr>
          <p:nvPr/>
        </p:nvSpPr>
        <p:spPr bwMode="auto">
          <a:xfrm>
            <a:off x="228600" y="2057400"/>
            <a:ext cx="8534400"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latin typeface="Times New Roman" pitchFamily="18" charset="0"/>
                <a:ea typeface="华文新魏" pitchFamily="2" charset="-122"/>
                <a:sym typeface="Symbol" pitchFamily="18" charset="2"/>
              </a:rPr>
              <a:t>句子主语 </a:t>
            </a:r>
            <a:r>
              <a:rPr kumimoji="1" lang="zh-CN" altLang="zh-CN" sz="2400" b="1">
                <a:latin typeface="Times New Roman" pitchFamily="18" charset="0"/>
                <a:ea typeface="华文新魏" pitchFamily="2" charset="-122"/>
                <a:sym typeface="Symbol" pitchFamily="18" charset="2"/>
              </a:rPr>
              <a:t>谓语</a:t>
            </a:r>
            <a:r>
              <a:rPr kumimoji="1" lang="zh-CN" altLang="en-US" sz="2400" b="1">
                <a:latin typeface="Times New Roman" pitchFamily="18" charset="0"/>
                <a:ea typeface="华文新魏" pitchFamily="2" charset="-122"/>
                <a:sym typeface="Symbol" pitchFamily="18" charset="2"/>
              </a:rPr>
              <a:t>   </a:t>
            </a:r>
          </a:p>
          <a:p>
            <a:pPr eaLnBrk="1" hangingPunct="1"/>
            <a:r>
              <a:rPr kumimoji="1" lang="zh-CN" altLang="en-US" sz="2400" b="1">
                <a:latin typeface="Times New Roman" pitchFamily="18" charset="0"/>
                <a:ea typeface="华文新魏" pitchFamily="2" charset="-122"/>
                <a:sym typeface="Symbol" pitchFamily="18" charset="2"/>
              </a:rPr>
              <a:t>       冠词 </a:t>
            </a:r>
            <a:r>
              <a:rPr kumimoji="1" lang="zh-CN" altLang="zh-CN" sz="2400" b="1">
                <a:latin typeface="Times New Roman" pitchFamily="18" charset="0"/>
                <a:ea typeface="华文新魏" pitchFamily="2" charset="-122"/>
                <a:sym typeface="Symbol" pitchFamily="18" charset="2"/>
              </a:rPr>
              <a:t>形容词</a:t>
            </a:r>
            <a:r>
              <a:rPr kumimoji="1" lang="zh-CN" altLang="en-US" sz="2400" b="1">
                <a:latin typeface="Times New Roman" pitchFamily="18" charset="0"/>
                <a:ea typeface="华文新魏" pitchFamily="2" charset="-122"/>
                <a:sym typeface="Symbol" pitchFamily="18" charset="2"/>
              </a:rPr>
              <a:t> 名词 </a:t>
            </a:r>
            <a:r>
              <a:rPr kumimoji="1" lang="zh-CN" altLang="zh-CN" sz="2400" b="1">
                <a:latin typeface="Times New Roman" pitchFamily="18" charset="0"/>
                <a:ea typeface="华文新魏" pitchFamily="2" charset="-122"/>
                <a:sym typeface="Symbol" pitchFamily="18" charset="2"/>
              </a:rPr>
              <a:t>谓语</a:t>
            </a:r>
            <a:r>
              <a:rPr kumimoji="1" lang="zh-CN" altLang="en-US" sz="2400" b="1">
                <a:latin typeface="Times New Roman" pitchFamily="18" charset="0"/>
                <a:ea typeface="华文新魏" pitchFamily="2" charset="-122"/>
                <a:sym typeface="Symbol" pitchFamily="18" charset="2"/>
              </a:rPr>
              <a:t></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a:t>
            </a:r>
            <a:r>
              <a:rPr kumimoji="1" lang="zh-CN" altLang="en-US" sz="2400" b="1">
                <a:latin typeface="Times New Roman" pitchFamily="18" charset="0"/>
                <a:ea typeface="华文新魏" pitchFamily="2" charset="-122"/>
                <a:sym typeface="Symbol" pitchFamily="18" charset="2"/>
              </a:rPr>
              <a:t></a:t>
            </a:r>
            <a:r>
              <a:rPr kumimoji="1" lang="zh-CN" altLang="zh-CN" sz="2400" b="1">
                <a:latin typeface="Times New Roman" pitchFamily="18" charset="0"/>
                <a:ea typeface="华文新魏" pitchFamily="2" charset="-122"/>
                <a:sym typeface="Symbol" pitchFamily="18" charset="2"/>
              </a:rPr>
              <a:t>形容词</a:t>
            </a:r>
            <a:r>
              <a:rPr kumimoji="1" lang="zh-CN" altLang="en-US" sz="2400" b="1">
                <a:latin typeface="Times New Roman" pitchFamily="18" charset="0"/>
                <a:ea typeface="华文新魏" pitchFamily="2" charset="-122"/>
                <a:sym typeface="Symbol" pitchFamily="18" charset="2"/>
              </a:rPr>
              <a:t> 名词 </a:t>
            </a:r>
            <a:r>
              <a:rPr kumimoji="1" lang="zh-CN" altLang="zh-CN" sz="2400" b="1">
                <a:latin typeface="Times New Roman" pitchFamily="18" charset="0"/>
                <a:ea typeface="华文新魏" pitchFamily="2" charset="-122"/>
                <a:sym typeface="Symbol" pitchFamily="18" charset="2"/>
              </a:rPr>
              <a:t>谓语</a:t>
            </a:r>
            <a:r>
              <a:rPr kumimoji="1" lang="zh-CN" altLang="en-US" sz="2400" b="1">
                <a:latin typeface="Times New Roman" pitchFamily="18" charset="0"/>
                <a:ea typeface="华文新魏" pitchFamily="2" charset="-122"/>
                <a:sym typeface="Symbol" pitchFamily="18" charset="2"/>
              </a:rPr>
              <a:t></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a:t>
            </a:r>
            <a:r>
              <a:rPr kumimoji="1" lang="zh-CN" altLang="en-US" sz="2400" b="1">
                <a:latin typeface="Times New Roman" pitchFamily="18" charset="0"/>
                <a:ea typeface="华文新魏" pitchFamily="2" charset="-122"/>
                <a:sym typeface="Symbol" pitchFamily="18" charset="2"/>
              </a:rPr>
              <a:t>名词 </a:t>
            </a:r>
            <a:r>
              <a:rPr kumimoji="1" lang="zh-CN" altLang="zh-CN" sz="2400" b="1">
                <a:latin typeface="Times New Roman" pitchFamily="18" charset="0"/>
                <a:ea typeface="华文新魏" pitchFamily="2" charset="-122"/>
                <a:sym typeface="Symbol" pitchFamily="18" charset="2"/>
              </a:rPr>
              <a:t>谓语</a:t>
            </a:r>
            <a:r>
              <a:rPr kumimoji="1" lang="zh-CN" altLang="en-US" sz="2400" b="1">
                <a:latin typeface="Times New Roman" pitchFamily="18" charset="0"/>
                <a:ea typeface="华文新魏" pitchFamily="2" charset="-122"/>
                <a:sym typeface="Symbol" pitchFamily="18" charset="2"/>
              </a:rPr>
              <a:t></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a:t>
            </a:r>
            <a:r>
              <a:rPr kumimoji="1" lang="zh-CN" altLang="en-US" sz="2400" b="1">
                <a:latin typeface="Times New Roman" pitchFamily="18" charset="0"/>
                <a:ea typeface="华文新魏" pitchFamily="2" charset="-122"/>
                <a:sym typeface="Symbol" pitchFamily="18" charset="2"/>
              </a:rPr>
              <a:t></a:t>
            </a:r>
            <a:r>
              <a:rPr kumimoji="1" lang="zh-CN" altLang="zh-CN" sz="2400" b="1">
                <a:latin typeface="Times New Roman" pitchFamily="18" charset="0"/>
                <a:ea typeface="华文新魏" pitchFamily="2" charset="-122"/>
                <a:sym typeface="Symbol" pitchFamily="18" charset="2"/>
              </a:rPr>
              <a:t>谓语</a:t>
            </a:r>
            <a:r>
              <a:rPr kumimoji="1" lang="zh-CN" altLang="en-US" sz="2400" b="1">
                <a:latin typeface="Times New Roman" pitchFamily="18" charset="0"/>
                <a:ea typeface="华文新魏" pitchFamily="2" charset="-122"/>
                <a:sym typeface="Symbol" pitchFamily="18" charset="2"/>
              </a:rPr>
              <a:t></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a:t>
            </a:r>
            <a:r>
              <a:rPr kumimoji="1" lang="zh-CN" altLang="en-US" sz="2400" b="1">
                <a:latin typeface="Times New Roman" pitchFamily="18" charset="0"/>
                <a:ea typeface="华文新魏" pitchFamily="2" charset="-122"/>
                <a:sym typeface="Symbol" pitchFamily="18" charset="2"/>
              </a:rPr>
              <a:t></a:t>
            </a:r>
            <a:r>
              <a:rPr kumimoji="1" lang="zh-CN" altLang="zh-CN" sz="2400" b="1">
                <a:latin typeface="Times New Roman" pitchFamily="18" charset="0"/>
                <a:ea typeface="华文新魏" pitchFamily="2" charset="-122"/>
                <a:sym typeface="Symbol" pitchFamily="18" charset="2"/>
              </a:rPr>
              <a:t> </a:t>
            </a:r>
            <a:r>
              <a:rPr kumimoji="1" lang="zh-CN" altLang="en-US" sz="2400" b="1">
                <a:latin typeface="Times New Roman" pitchFamily="18" charset="0"/>
                <a:ea typeface="华文新魏" pitchFamily="2" charset="-122"/>
                <a:sym typeface="Symbol" pitchFamily="18" charset="2"/>
              </a:rPr>
              <a:t>动词 直接宾语 </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a:t>
            </a:r>
            <a:r>
              <a:rPr kumimoji="1" lang="zh-CN" altLang="en-US" sz="2400" b="1">
                <a:latin typeface="Times New Roman" pitchFamily="18" charset="0"/>
                <a:ea typeface="华文新魏" pitchFamily="2" charset="-122"/>
                <a:sym typeface="Symbol" pitchFamily="18" charset="2"/>
              </a:rPr>
              <a:t>助动词 动词原</a:t>
            </a:r>
            <a:r>
              <a:rPr kumimoji="1" lang="zh-CN" altLang="zh-CN" sz="2400" b="1">
                <a:latin typeface="Times New Roman" pitchFamily="18" charset="0"/>
                <a:ea typeface="华文新魏" pitchFamily="2" charset="-122"/>
                <a:sym typeface="Symbol" pitchFamily="18" charset="2"/>
              </a:rPr>
              <a:t>形</a:t>
            </a:r>
            <a:r>
              <a:rPr kumimoji="1" lang="zh-CN" altLang="en-US" sz="2400" b="1">
                <a:latin typeface="Times New Roman" pitchFamily="18" charset="0"/>
                <a:ea typeface="华文新魏" pitchFamily="2" charset="-122"/>
                <a:sym typeface="Symbol" pitchFamily="18" charset="2"/>
              </a:rPr>
              <a:t> 直接宾语</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will</a:t>
            </a:r>
            <a:r>
              <a:rPr kumimoji="1" lang="zh-CN" altLang="en-US" sz="2400" b="1">
                <a:latin typeface="Times New Roman" pitchFamily="18" charset="0"/>
                <a:ea typeface="华文新魏" pitchFamily="2" charset="-122"/>
                <a:sym typeface="Symbol" pitchFamily="18" charset="2"/>
              </a:rPr>
              <a:t> 动词原</a:t>
            </a:r>
            <a:r>
              <a:rPr kumimoji="1" lang="zh-CN" altLang="zh-CN" sz="2400" b="1">
                <a:latin typeface="Times New Roman" pitchFamily="18" charset="0"/>
                <a:ea typeface="华文新魏" pitchFamily="2" charset="-122"/>
                <a:sym typeface="Symbol" pitchFamily="18" charset="2"/>
              </a:rPr>
              <a:t>形</a:t>
            </a:r>
            <a:r>
              <a:rPr kumimoji="1" lang="zh-CN" altLang="en-US" sz="2400" b="1">
                <a:latin typeface="Times New Roman" pitchFamily="18" charset="0"/>
                <a:ea typeface="华文新魏" pitchFamily="2" charset="-122"/>
                <a:sym typeface="Symbol" pitchFamily="18" charset="2"/>
              </a:rPr>
              <a:t> 直接宾语</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will eat </a:t>
            </a:r>
            <a:r>
              <a:rPr kumimoji="1" lang="zh-CN" altLang="en-US" sz="2400" b="1">
                <a:latin typeface="Times New Roman" pitchFamily="18" charset="0"/>
                <a:ea typeface="华文新魏" pitchFamily="2" charset="-122"/>
                <a:sym typeface="Symbol" pitchFamily="18" charset="2"/>
              </a:rPr>
              <a:t>直接宾语</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will eat </a:t>
            </a:r>
            <a:r>
              <a:rPr kumimoji="1" lang="zh-CN" altLang="en-US" sz="2400" b="1">
                <a:latin typeface="Times New Roman" pitchFamily="18" charset="0"/>
                <a:ea typeface="华文新魏" pitchFamily="2" charset="-122"/>
                <a:sym typeface="Symbol" pitchFamily="18" charset="2"/>
              </a:rPr>
              <a:t></a:t>
            </a:r>
            <a:r>
              <a:rPr kumimoji="1" lang="zh-CN" altLang="zh-CN" sz="2400" b="1">
                <a:latin typeface="Times New Roman" pitchFamily="18" charset="0"/>
                <a:ea typeface="华文新魏" pitchFamily="2" charset="-122"/>
                <a:sym typeface="Symbol" pitchFamily="18" charset="2"/>
              </a:rPr>
              <a:t> </a:t>
            </a:r>
            <a:r>
              <a:rPr kumimoji="1" lang="zh-CN" altLang="en-US" sz="2400" b="1">
                <a:latin typeface="Times New Roman" pitchFamily="18" charset="0"/>
                <a:ea typeface="华文新魏" pitchFamily="2" charset="-122"/>
                <a:sym typeface="Symbol" pitchFamily="18" charset="2"/>
              </a:rPr>
              <a:t>冠词 名词</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will eat the </a:t>
            </a:r>
            <a:r>
              <a:rPr kumimoji="1" lang="zh-CN" altLang="en-US" sz="2400" b="1">
                <a:latin typeface="Times New Roman" pitchFamily="18" charset="0"/>
                <a:ea typeface="华文新魏" pitchFamily="2" charset="-122"/>
                <a:sym typeface="Symbol" pitchFamily="18" charset="2"/>
              </a:rPr>
              <a:t>名词</a:t>
            </a:r>
          </a:p>
          <a:p>
            <a:pPr eaLnBrk="1" hangingPunct="1"/>
            <a:r>
              <a:rPr kumimoji="1" lang="zh-CN" altLang="en-US" sz="2400" b="1">
                <a:latin typeface="Times New Roman" pitchFamily="18" charset="0"/>
                <a:ea typeface="华文新魏" pitchFamily="2" charset="-122"/>
                <a:sym typeface="Symbol" pitchFamily="18" charset="2"/>
              </a:rPr>
              <a:t>       </a:t>
            </a:r>
            <a:r>
              <a:rPr kumimoji="1" lang="en-US" altLang="zh-CN" sz="2400" b="1">
                <a:latin typeface="Times New Roman" pitchFamily="18" charset="0"/>
                <a:ea typeface="华文新魏" pitchFamily="2" charset="-122"/>
                <a:sym typeface="Symbol" pitchFamily="18" charset="2"/>
              </a:rPr>
              <a:t>the gray wolf </a:t>
            </a:r>
            <a:r>
              <a:rPr kumimoji="1" lang="en-US" altLang="en-US" sz="2400" b="1">
                <a:latin typeface="Times New Roman" pitchFamily="18" charset="0"/>
                <a:ea typeface="华文新魏" pitchFamily="2" charset="-122"/>
              </a:rPr>
              <a:t>will eat the  goat</a:t>
            </a:r>
            <a:endParaRPr kumimoji="1" lang="zh-CN" altLang="en-US" sz="2400" b="1">
              <a:latin typeface="Times New Roman" pitchFamily="18" charset="0"/>
              <a:ea typeface="华文新魏" pitchFamily="2" charset="-122"/>
            </a:endParaRPr>
          </a:p>
        </p:txBody>
      </p:sp>
      <p:sp>
        <p:nvSpPr>
          <p:cNvPr id="44037" name="Rectangle 3"/>
          <p:cNvSpPr>
            <a:spLocks noGrp="1" noRot="1" noChangeArrowheads="1"/>
          </p:cNvSpPr>
          <p:nvPr>
            <p:ph type="title" idx="4294967295"/>
          </p:nvPr>
        </p:nvSpPr>
        <p:spPr>
          <a:xfrm>
            <a:off x="1042988" y="595313"/>
            <a:ext cx="7354887" cy="838200"/>
          </a:xfrm>
        </p:spPr>
        <p:txBody>
          <a:bodyPr/>
          <a:lstStyle/>
          <a:p>
            <a:pPr eaLnBrk="1" hangingPunct="1"/>
            <a:r>
              <a:rPr lang="zh-CN" altLang="en-US" b="1" smtClean="0">
                <a:solidFill>
                  <a:srgbClr val="000099"/>
                </a:solidFill>
                <a:latin typeface="Times New Roman" pitchFamily="18" charset="0"/>
                <a:ea typeface="华文新魏" pitchFamily="2" charset="-122"/>
              </a:rPr>
              <a:t>句子是根据文法推导的结果</a:t>
            </a:r>
            <a:endParaRPr lang="en-US" altLang="zh-CN" b="1" smtClean="0">
              <a:solidFill>
                <a:srgbClr val="000099"/>
              </a:solidFill>
              <a:latin typeface="Times New Roman" pitchFamily="18" charset="0"/>
              <a:ea typeface="华文新魏" pitchFamily="2" charset="-122"/>
            </a:endParaRPr>
          </a:p>
        </p:txBody>
      </p:sp>
      <p:sp>
        <p:nvSpPr>
          <p:cNvPr id="44038" name="Rectangle 4"/>
          <p:cNvSpPr>
            <a:spLocks noChangeArrowheads="1"/>
          </p:cNvSpPr>
          <p:nvPr/>
        </p:nvSpPr>
        <p:spPr bwMode="auto">
          <a:xfrm>
            <a:off x="5435600" y="1700213"/>
            <a:ext cx="3744913" cy="190341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40000"/>
              </a:spcBef>
            </a:pPr>
            <a:r>
              <a:rPr kumimoji="1" lang="zh-CN" altLang="en-US" b="1">
                <a:solidFill>
                  <a:schemeClr val="bg1"/>
                </a:solidFill>
                <a:latin typeface="Tahoma" pitchFamily="34" charset="0"/>
                <a:ea typeface="华文新魏" pitchFamily="2" charset="-122"/>
                <a:sym typeface="Symbol" pitchFamily="18" charset="2"/>
              </a:rPr>
              <a:t>句子 </a:t>
            </a:r>
            <a:r>
              <a:rPr kumimoji="1" lang="en-US" altLang="zh-CN" b="1">
                <a:solidFill>
                  <a:schemeClr val="bg1"/>
                </a:solidFill>
                <a:latin typeface="Tahoma" pitchFamily="34" charset="0"/>
                <a:ea typeface="华文新魏" pitchFamily="2" charset="-122"/>
              </a:rPr>
              <a:t>→</a:t>
            </a:r>
            <a:r>
              <a:rPr kumimoji="1" lang="zh-CN" altLang="zh-CN" b="1">
                <a:solidFill>
                  <a:schemeClr val="bg1"/>
                </a:solidFill>
                <a:latin typeface="Tahoma" pitchFamily="34" charset="0"/>
                <a:ea typeface="华文新魏" pitchFamily="2" charset="-122"/>
                <a:sym typeface="Symbol" pitchFamily="18" charset="2"/>
              </a:rPr>
              <a:t> </a:t>
            </a:r>
            <a:r>
              <a:rPr kumimoji="1" lang="zh-CN" altLang="en-US" b="1">
                <a:solidFill>
                  <a:schemeClr val="bg1"/>
                </a:solidFill>
                <a:latin typeface="Tahoma" pitchFamily="34" charset="0"/>
                <a:ea typeface="华文新魏" pitchFamily="2" charset="-122"/>
                <a:sym typeface="Symbol" pitchFamily="18" charset="2"/>
              </a:rPr>
              <a:t>主语</a:t>
            </a:r>
            <a:r>
              <a:rPr kumimoji="1" lang="zh-CN" altLang="zh-CN" b="1">
                <a:solidFill>
                  <a:schemeClr val="bg1"/>
                </a:solidFill>
                <a:latin typeface="Tahoma" pitchFamily="34" charset="0"/>
                <a:ea typeface="华文新魏" pitchFamily="2" charset="-122"/>
                <a:sym typeface="Symbol" pitchFamily="18" charset="2"/>
              </a:rPr>
              <a:t>谓语</a:t>
            </a:r>
            <a:r>
              <a:rPr kumimoji="1" lang="zh-CN" altLang="en-US" b="1">
                <a:solidFill>
                  <a:schemeClr val="bg1"/>
                </a:solidFill>
                <a:latin typeface="Tahoma" pitchFamily="34" charset="0"/>
                <a:ea typeface="华文新魏" pitchFamily="2" charset="-122"/>
                <a:sym typeface="Symbol" pitchFamily="18" charset="2"/>
              </a:rPr>
              <a:t> </a:t>
            </a:r>
          </a:p>
          <a:p>
            <a:pPr eaLnBrk="1" hangingPunct="1">
              <a:spcBef>
                <a:spcPct val="40000"/>
              </a:spcBef>
            </a:pPr>
            <a:r>
              <a:rPr kumimoji="1" lang="zh-CN" altLang="en-US" b="1">
                <a:solidFill>
                  <a:schemeClr val="bg1"/>
                </a:solidFill>
                <a:latin typeface="Tahoma" pitchFamily="34" charset="0"/>
                <a:ea typeface="华文新魏" pitchFamily="2" charset="-122"/>
                <a:sym typeface="Symbol" pitchFamily="18" charset="2"/>
              </a:rPr>
              <a:t>主语 </a:t>
            </a:r>
            <a:r>
              <a:rPr kumimoji="1" lang="en-US" altLang="zh-CN" b="1">
                <a:solidFill>
                  <a:schemeClr val="bg1"/>
                </a:solidFill>
                <a:latin typeface="Tahoma" pitchFamily="34" charset="0"/>
                <a:ea typeface="华文新魏" pitchFamily="2" charset="-122"/>
              </a:rPr>
              <a:t>→</a:t>
            </a:r>
            <a:r>
              <a:rPr kumimoji="1" lang="zh-CN" altLang="en-US" b="1">
                <a:solidFill>
                  <a:schemeClr val="bg1"/>
                </a:solidFill>
                <a:latin typeface="Tahoma" pitchFamily="34" charset="0"/>
                <a:ea typeface="华文新魏" pitchFamily="2" charset="-122"/>
                <a:sym typeface="Symbol" pitchFamily="18" charset="2"/>
              </a:rPr>
              <a:t> 冠词 </a:t>
            </a:r>
            <a:r>
              <a:rPr kumimoji="1" lang="zh-CN" altLang="zh-CN" b="1">
                <a:solidFill>
                  <a:schemeClr val="bg1"/>
                </a:solidFill>
                <a:latin typeface="Tahoma" pitchFamily="34" charset="0"/>
                <a:ea typeface="华文新魏" pitchFamily="2" charset="-122"/>
                <a:sym typeface="Symbol" pitchFamily="18" charset="2"/>
              </a:rPr>
              <a:t>形容词</a:t>
            </a:r>
            <a:r>
              <a:rPr kumimoji="1" lang="zh-CN" altLang="en-US" b="1">
                <a:solidFill>
                  <a:schemeClr val="bg1"/>
                </a:solidFill>
                <a:latin typeface="Tahoma" pitchFamily="34" charset="0"/>
                <a:ea typeface="华文新魏" pitchFamily="2" charset="-122"/>
                <a:sym typeface="Symbol" pitchFamily="18" charset="2"/>
              </a:rPr>
              <a:t> 名词</a:t>
            </a:r>
          </a:p>
          <a:p>
            <a:pPr eaLnBrk="1" hangingPunct="1">
              <a:spcBef>
                <a:spcPct val="40000"/>
              </a:spcBef>
            </a:pPr>
            <a:r>
              <a:rPr kumimoji="1" lang="zh-CN" altLang="en-US" b="1">
                <a:solidFill>
                  <a:schemeClr val="bg1"/>
                </a:solidFill>
                <a:latin typeface="Tahoma" pitchFamily="34" charset="0"/>
                <a:ea typeface="华文新魏" pitchFamily="2" charset="-122"/>
                <a:sym typeface="Symbol" pitchFamily="18" charset="2"/>
              </a:rPr>
              <a:t></a:t>
            </a:r>
            <a:r>
              <a:rPr kumimoji="1" lang="zh-CN" altLang="zh-CN" b="1">
                <a:solidFill>
                  <a:schemeClr val="bg1"/>
                </a:solidFill>
                <a:latin typeface="Tahoma" pitchFamily="34" charset="0"/>
                <a:ea typeface="华文新魏" pitchFamily="2" charset="-122"/>
                <a:sym typeface="Symbol" pitchFamily="18" charset="2"/>
              </a:rPr>
              <a:t> 谓语</a:t>
            </a:r>
            <a:r>
              <a:rPr kumimoji="1" lang="zh-CN" altLang="en-US" b="1">
                <a:solidFill>
                  <a:schemeClr val="bg1"/>
                </a:solidFill>
                <a:latin typeface="Tahoma" pitchFamily="34" charset="0"/>
                <a:ea typeface="华文新魏" pitchFamily="2" charset="-122"/>
                <a:sym typeface="Symbol" pitchFamily="18" charset="2"/>
              </a:rPr>
              <a:t> </a:t>
            </a:r>
            <a:r>
              <a:rPr kumimoji="1" lang="en-US" altLang="zh-CN" b="1">
                <a:solidFill>
                  <a:schemeClr val="bg1"/>
                </a:solidFill>
                <a:latin typeface="Tahoma" pitchFamily="34" charset="0"/>
                <a:ea typeface="华文新魏" pitchFamily="2" charset="-122"/>
              </a:rPr>
              <a:t>→</a:t>
            </a:r>
            <a:r>
              <a:rPr kumimoji="1" lang="zh-CN" altLang="en-US" b="1">
                <a:solidFill>
                  <a:schemeClr val="bg1"/>
                </a:solidFill>
                <a:latin typeface="Tahoma" pitchFamily="34" charset="0"/>
                <a:ea typeface="华文新魏" pitchFamily="2" charset="-122"/>
                <a:sym typeface="Symbol" pitchFamily="18" charset="2"/>
              </a:rPr>
              <a:t> </a:t>
            </a:r>
            <a:r>
              <a:rPr kumimoji="1" lang="zh-CN" altLang="zh-CN" b="1">
                <a:solidFill>
                  <a:schemeClr val="bg1"/>
                </a:solidFill>
                <a:latin typeface="Tahoma" pitchFamily="34" charset="0"/>
                <a:ea typeface="华文新魏" pitchFamily="2" charset="-122"/>
                <a:sym typeface="Symbol" pitchFamily="18" charset="2"/>
              </a:rPr>
              <a:t> </a:t>
            </a:r>
            <a:r>
              <a:rPr kumimoji="1" lang="zh-CN" altLang="en-US" b="1">
                <a:solidFill>
                  <a:schemeClr val="bg1"/>
                </a:solidFill>
                <a:latin typeface="Tahoma" pitchFamily="34" charset="0"/>
                <a:ea typeface="华文新魏" pitchFamily="2" charset="-122"/>
                <a:sym typeface="Symbol" pitchFamily="18" charset="2"/>
              </a:rPr>
              <a:t>动词 直接宾语</a:t>
            </a:r>
          </a:p>
          <a:p>
            <a:pPr eaLnBrk="1" hangingPunct="1">
              <a:spcBef>
                <a:spcPct val="40000"/>
              </a:spcBef>
              <a:buFont typeface="Symbol" pitchFamily="18" charset="2"/>
              <a:buChar char="&lt;"/>
            </a:pPr>
            <a:r>
              <a:rPr kumimoji="1" lang="zh-CN" altLang="en-US" b="1">
                <a:solidFill>
                  <a:schemeClr val="bg1"/>
                </a:solidFill>
                <a:latin typeface="Tahoma" pitchFamily="34" charset="0"/>
                <a:ea typeface="华文新魏" pitchFamily="2" charset="-122"/>
                <a:sym typeface="Symbol" pitchFamily="18" charset="2"/>
              </a:rPr>
              <a:t>动词 </a:t>
            </a:r>
            <a:r>
              <a:rPr kumimoji="1" lang="en-US" altLang="zh-CN" b="1">
                <a:solidFill>
                  <a:schemeClr val="bg1"/>
                </a:solidFill>
                <a:latin typeface="Tahoma" pitchFamily="34" charset="0"/>
                <a:ea typeface="华文新魏" pitchFamily="2" charset="-122"/>
              </a:rPr>
              <a:t>→</a:t>
            </a:r>
            <a:r>
              <a:rPr kumimoji="1" lang="zh-CN" altLang="en-US" b="1">
                <a:solidFill>
                  <a:schemeClr val="bg1"/>
                </a:solidFill>
                <a:latin typeface="Tahoma" pitchFamily="34" charset="0"/>
                <a:ea typeface="华文新魏" pitchFamily="2" charset="-122"/>
                <a:sym typeface="Symbol" pitchFamily="18" charset="2"/>
              </a:rPr>
              <a:t> 助动词 动词原</a:t>
            </a:r>
            <a:r>
              <a:rPr kumimoji="1" lang="zh-CN" altLang="zh-CN" b="1">
                <a:solidFill>
                  <a:schemeClr val="bg1"/>
                </a:solidFill>
                <a:latin typeface="Tahoma" pitchFamily="34" charset="0"/>
                <a:ea typeface="华文新魏" pitchFamily="2" charset="-122"/>
                <a:sym typeface="Symbol" pitchFamily="18" charset="2"/>
              </a:rPr>
              <a:t>形</a:t>
            </a:r>
            <a:r>
              <a:rPr kumimoji="1" lang="zh-CN" altLang="en-US" b="1">
                <a:solidFill>
                  <a:schemeClr val="bg1"/>
                </a:solidFill>
                <a:latin typeface="Tahoma" pitchFamily="34" charset="0"/>
                <a:ea typeface="华文新魏" pitchFamily="2" charset="-122"/>
                <a:sym typeface="Symbol" pitchFamily="18" charset="2"/>
              </a:rPr>
              <a:t></a:t>
            </a:r>
          </a:p>
          <a:p>
            <a:pPr eaLnBrk="1" hangingPunct="1">
              <a:spcBef>
                <a:spcPct val="40000"/>
              </a:spcBef>
              <a:buFont typeface="Symbol" pitchFamily="18" charset="2"/>
              <a:buNone/>
            </a:pPr>
            <a:r>
              <a:rPr kumimoji="1" lang="zh-CN" altLang="en-US" b="1">
                <a:solidFill>
                  <a:schemeClr val="bg1"/>
                </a:solidFill>
                <a:latin typeface="Tahoma" pitchFamily="34" charset="0"/>
                <a:ea typeface="华文新魏" pitchFamily="2" charset="-122"/>
                <a:sym typeface="Symbol" pitchFamily="18" charset="2"/>
              </a:rPr>
              <a:t>直接宾语 </a:t>
            </a:r>
            <a:r>
              <a:rPr kumimoji="1" lang="en-US" altLang="zh-CN" b="1">
                <a:solidFill>
                  <a:schemeClr val="bg1"/>
                </a:solidFill>
                <a:latin typeface="Tahoma" pitchFamily="34" charset="0"/>
                <a:ea typeface="华文新魏" pitchFamily="2" charset="-122"/>
              </a:rPr>
              <a:t>→</a:t>
            </a:r>
            <a:r>
              <a:rPr kumimoji="1" lang="zh-CN" altLang="en-US" b="1">
                <a:solidFill>
                  <a:schemeClr val="bg1"/>
                </a:solidFill>
                <a:latin typeface="Tahoma" pitchFamily="34" charset="0"/>
                <a:ea typeface="华文新魏" pitchFamily="2" charset="-122"/>
                <a:sym typeface="Symbol" pitchFamily="18" charset="2"/>
              </a:rPr>
              <a:t> </a:t>
            </a:r>
            <a:r>
              <a:rPr kumimoji="1" lang="zh-CN" altLang="zh-CN" b="1">
                <a:solidFill>
                  <a:schemeClr val="bg1"/>
                </a:solidFill>
                <a:latin typeface="Tahoma" pitchFamily="34" charset="0"/>
                <a:ea typeface="华文新魏" pitchFamily="2" charset="-122"/>
                <a:sym typeface="Symbol" pitchFamily="18" charset="2"/>
              </a:rPr>
              <a:t> </a:t>
            </a:r>
            <a:r>
              <a:rPr kumimoji="1" lang="zh-CN" altLang="en-US" b="1">
                <a:solidFill>
                  <a:schemeClr val="bg1"/>
                </a:solidFill>
                <a:latin typeface="Tahoma" pitchFamily="34" charset="0"/>
                <a:ea typeface="华文新魏" pitchFamily="2" charset="-122"/>
                <a:sym typeface="Symbol" pitchFamily="18" charset="2"/>
              </a:rPr>
              <a:t>冠词 名词</a:t>
            </a:r>
          </a:p>
        </p:txBody>
      </p:sp>
      <p:sp>
        <p:nvSpPr>
          <p:cNvPr id="44039" name="Rectangle 5"/>
          <p:cNvSpPr>
            <a:spLocks noChangeArrowheads="1"/>
          </p:cNvSpPr>
          <p:nvPr/>
        </p:nvSpPr>
        <p:spPr bwMode="auto">
          <a:xfrm>
            <a:off x="7054850" y="4776788"/>
            <a:ext cx="2125663" cy="208121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25000"/>
              </a:spcBef>
              <a:buFont typeface="Symbol" pitchFamily="18" charset="2"/>
              <a:buNone/>
            </a:pPr>
            <a:r>
              <a:rPr kumimoji="1" lang="zh-CN" altLang="en-US" b="1">
                <a:solidFill>
                  <a:schemeClr val="bg1"/>
                </a:solidFill>
                <a:ea typeface="华文新魏" pitchFamily="2" charset="-122"/>
                <a:sym typeface="Symbol" pitchFamily="18" charset="2"/>
              </a:rPr>
              <a:t>冠词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the</a:t>
            </a:r>
            <a:endParaRPr kumimoji="1" lang="zh-CN" altLang="en-US" b="1">
              <a:solidFill>
                <a:schemeClr val="bg1"/>
              </a:solidFill>
              <a:ea typeface="华文新魏" pitchFamily="2" charset="-122"/>
              <a:sym typeface="Symbol" pitchFamily="18" charset="2"/>
            </a:endParaRPr>
          </a:p>
          <a:p>
            <a:pPr eaLnBrk="1" hangingPunct="1">
              <a:spcBef>
                <a:spcPct val="25000"/>
              </a:spcBef>
              <a:buFont typeface="Symbol" pitchFamily="18" charset="2"/>
              <a:buNone/>
            </a:pPr>
            <a:r>
              <a:rPr kumimoji="1" lang="en-US" altLang="zh-CN" b="1">
                <a:solidFill>
                  <a:schemeClr val="bg1"/>
                </a:solidFill>
                <a:ea typeface="华文新魏" pitchFamily="2" charset="-122"/>
                <a:sym typeface="Symbol" pitchFamily="18" charset="2"/>
              </a:rPr>
              <a:t></a:t>
            </a:r>
            <a:r>
              <a:rPr kumimoji="1" lang="zh-CN" altLang="zh-CN" b="1">
                <a:solidFill>
                  <a:schemeClr val="bg1"/>
                </a:solidFill>
                <a:ea typeface="华文新魏" pitchFamily="2" charset="-122"/>
                <a:sym typeface="Symbol" pitchFamily="18" charset="2"/>
              </a:rPr>
              <a:t>形容词</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gray</a:t>
            </a:r>
            <a:r>
              <a:rPr kumimoji="1" lang="zh-CN" altLang="en-US" b="1">
                <a:solidFill>
                  <a:schemeClr val="bg1"/>
                </a:solidFill>
                <a:ea typeface="华文新魏" pitchFamily="2" charset="-122"/>
                <a:sym typeface="Symbol" pitchFamily="18" charset="2"/>
              </a:rPr>
              <a:t> </a:t>
            </a:r>
          </a:p>
          <a:p>
            <a:pPr eaLnBrk="1" hangingPunct="1">
              <a:spcBef>
                <a:spcPct val="25000"/>
              </a:spcBef>
              <a:buFont typeface="Symbol" pitchFamily="18" charset="2"/>
              <a:buNone/>
            </a:pPr>
            <a:r>
              <a:rPr kumimoji="1" lang="zh-CN" altLang="en-US" b="1">
                <a:solidFill>
                  <a:schemeClr val="bg1"/>
                </a:solidFill>
                <a:ea typeface="华文新魏" pitchFamily="2" charset="-122"/>
                <a:sym typeface="Symbol" pitchFamily="18" charset="2"/>
              </a:rPr>
              <a:t>助动词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will </a:t>
            </a:r>
            <a:endParaRPr kumimoji="1" lang="zh-CN" altLang="en-US" b="1">
              <a:solidFill>
                <a:schemeClr val="bg1"/>
              </a:solidFill>
              <a:ea typeface="华文新魏" pitchFamily="2" charset="-122"/>
              <a:sym typeface="Symbol" pitchFamily="18" charset="2"/>
            </a:endParaRPr>
          </a:p>
          <a:p>
            <a:pPr eaLnBrk="1" hangingPunct="1">
              <a:spcBef>
                <a:spcPct val="25000"/>
              </a:spcBef>
              <a:buFont typeface="Symbol" pitchFamily="18" charset="2"/>
              <a:buNone/>
            </a:pPr>
            <a:r>
              <a:rPr kumimoji="1" lang="en-US" altLang="zh-CN" b="1">
                <a:solidFill>
                  <a:schemeClr val="bg1"/>
                </a:solidFill>
                <a:ea typeface="华文新魏" pitchFamily="2" charset="-122"/>
                <a:sym typeface="Symbol" pitchFamily="18" charset="2"/>
              </a:rPr>
              <a:t></a:t>
            </a:r>
            <a:r>
              <a:rPr kumimoji="1" lang="zh-CN" altLang="en-US" b="1">
                <a:solidFill>
                  <a:schemeClr val="bg1"/>
                </a:solidFill>
                <a:ea typeface="华文新魏" pitchFamily="2" charset="-122"/>
                <a:sym typeface="Symbol" pitchFamily="18" charset="2"/>
              </a:rPr>
              <a:t>动词原</a:t>
            </a:r>
            <a:r>
              <a:rPr kumimoji="1" lang="zh-CN" altLang="zh-CN" b="1">
                <a:solidFill>
                  <a:schemeClr val="bg1"/>
                </a:solidFill>
                <a:ea typeface="华文新魏" pitchFamily="2" charset="-122"/>
                <a:sym typeface="Symbol" pitchFamily="18" charset="2"/>
              </a:rPr>
              <a:t>形</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eat </a:t>
            </a:r>
            <a:endParaRPr kumimoji="1" lang="zh-CN" altLang="en-US" b="1">
              <a:solidFill>
                <a:schemeClr val="bg1"/>
              </a:solidFill>
              <a:ea typeface="华文新魏" pitchFamily="2" charset="-122"/>
              <a:sym typeface="Symbol" pitchFamily="18" charset="2"/>
            </a:endParaRPr>
          </a:p>
          <a:p>
            <a:pPr eaLnBrk="1" hangingPunct="1">
              <a:spcBef>
                <a:spcPct val="25000"/>
              </a:spcBef>
              <a:buFont typeface="Symbol" pitchFamily="18" charset="2"/>
              <a:buNone/>
            </a:pPr>
            <a:r>
              <a:rPr kumimoji="1" lang="zh-CN" altLang="en-US" b="1">
                <a:solidFill>
                  <a:schemeClr val="bg1"/>
                </a:solidFill>
                <a:ea typeface="华文新魏" pitchFamily="2" charset="-122"/>
                <a:sym typeface="Symbol" pitchFamily="18" charset="2"/>
              </a:rPr>
              <a:t>名词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wolf</a:t>
            </a:r>
            <a:endParaRPr kumimoji="1" lang="zh-CN" altLang="en-US" b="1">
              <a:solidFill>
                <a:schemeClr val="bg1"/>
              </a:solidFill>
              <a:ea typeface="华文新魏" pitchFamily="2" charset="-122"/>
              <a:sym typeface="Symbol" pitchFamily="18" charset="2"/>
            </a:endParaRPr>
          </a:p>
          <a:p>
            <a:pPr eaLnBrk="1" hangingPunct="1">
              <a:spcBef>
                <a:spcPct val="25000"/>
              </a:spcBef>
              <a:buFont typeface="Symbol" pitchFamily="18" charset="2"/>
              <a:buNone/>
            </a:pPr>
            <a:r>
              <a:rPr kumimoji="1" lang="en-US" altLang="zh-CN" b="1">
                <a:solidFill>
                  <a:schemeClr val="bg1"/>
                </a:solidFill>
                <a:ea typeface="华文新魏" pitchFamily="2" charset="-122"/>
                <a:sym typeface="Symbol" pitchFamily="18" charset="2"/>
              </a:rPr>
              <a:t></a:t>
            </a:r>
            <a:r>
              <a:rPr kumimoji="1" lang="zh-CN" altLang="zh-CN" b="1">
                <a:solidFill>
                  <a:schemeClr val="bg1"/>
                </a:solidFill>
                <a:ea typeface="华文新魏" pitchFamily="2" charset="-122"/>
                <a:sym typeface="Symbol" pitchFamily="18" charset="2"/>
              </a:rPr>
              <a:t>名词</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rPr>
              <a:t>→</a:t>
            </a:r>
            <a:r>
              <a:rPr kumimoji="1" lang="zh-CN" altLang="en-US" b="1">
                <a:solidFill>
                  <a:schemeClr val="bg1"/>
                </a:solidFill>
                <a:ea typeface="华文新魏" pitchFamily="2" charset="-122"/>
                <a:sym typeface="Symbol" pitchFamily="18" charset="2"/>
              </a:rPr>
              <a:t> </a:t>
            </a:r>
            <a:r>
              <a:rPr kumimoji="1" lang="en-US" altLang="zh-CN" b="1">
                <a:solidFill>
                  <a:schemeClr val="bg1"/>
                </a:solidFill>
                <a:ea typeface="华文新魏" pitchFamily="2" charset="-122"/>
                <a:sym typeface="Symbol" pitchFamily="18" charset="2"/>
              </a:rPr>
              <a:t>goat</a:t>
            </a:r>
            <a:endParaRPr kumimoji="1" lang="zh-CN" altLang="en-US" b="1">
              <a:solidFill>
                <a:schemeClr val="bg1"/>
              </a:solidFill>
              <a:ea typeface="华文新魏" pitchFamily="2" charset="-122"/>
              <a:sym typeface="Symbol" pitchFamily="18" charset="2"/>
            </a:endParaRPr>
          </a:p>
        </p:txBody>
      </p:sp>
      <p:sp>
        <p:nvSpPr>
          <p:cNvPr id="508934" name="Text Box 6"/>
          <p:cNvSpPr txBox="1">
            <a:spLocks noChangeArrowheads="1"/>
          </p:cNvSpPr>
          <p:nvPr/>
        </p:nvSpPr>
        <p:spPr bwMode="auto">
          <a:xfrm>
            <a:off x="2195513" y="3914775"/>
            <a:ext cx="793750" cy="2647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en-US" sz="2400" b="1">
                <a:solidFill>
                  <a:srgbClr val="990099"/>
                </a:solidFill>
                <a:latin typeface="Times New Roman" pitchFamily="18" charset="0"/>
              </a:rPr>
              <a:t>goat</a:t>
            </a:r>
            <a:endParaRPr kumimoji="1" lang="en-US" altLang="zh-CN" sz="2400" b="1">
              <a:solidFill>
                <a:srgbClr val="990099"/>
              </a:solidFill>
              <a:latin typeface="Times New Roman" pitchFamily="18" charset="0"/>
            </a:endParaRPr>
          </a:p>
          <a:p>
            <a:pPr eaLnBrk="1" hangingPunct="1"/>
            <a:r>
              <a:rPr kumimoji="1" lang="en-US" altLang="en-US" sz="2400" b="1">
                <a:solidFill>
                  <a:srgbClr val="990099"/>
                </a:solidFill>
                <a:latin typeface="Times New Roman" pitchFamily="18" charset="0"/>
              </a:rPr>
              <a:t>goat</a:t>
            </a:r>
            <a:endParaRPr kumimoji="1" lang="en-US" altLang="zh-CN" sz="2400" b="1">
              <a:solidFill>
                <a:srgbClr val="990099"/>
              </a:solidFill>
              <a:latin typeface="Times New Roman" pitchFamily="18" charset="0"/>
            </a:endParaRPr>
          </a:p>
          <a:p>
            <a:pPr eaLnBrk="1" hangingPunct="1"/>
            <a:r>
              <a:rPr kumimoji="1" lang="en-US" altLang="en-US" sz="2400" b="1">
                <a:solidFill>
                  <a:srgbClr val="990099"/>
                </a:solidFill>
                <a:latin typeface="Times New Roman" pitchFamily="18" charset="0"/>
              </a:rPr>
              <a:t>goat</a:t>
            </a:r>
            <a:endParaRPr kumimoji="1" lang="en-US" altLang="zh-CN" sz="2400" b="1">
              <a:solidFill>
                <a:srgbClr val="990099"/>
              </a:solidFill>
              <a:latin typeface="Times New Roman" pitchFamily="18" charset="0"/>
            </a:endParaRPr>
          </a:p>
          <a:p>
            <a:pPr eaLnBrk="1" hangingPunct="1"/>
            <a:r>
              <a:rPr kumimoji="1" lang="en-US" altLang="en-US" sz="2400" b="1">
                <a:solidFill>
                  <a:srgbClr val="990099"/>
                </a:solidFill>
                <a:latin typeface="Times New Roman" pitchFamily="18" charset="0"/>
              </a:rPr>
              <a:t>goat</a:t>
            </a:r>
            <a:endParaRPr kumimoji="1" lang="en-US" altLang="zh-CN" sz="2400" b="1">
              <a:solidFill>
                <a:srgbClr val="990099"/>
              </a:solidFill>
              <a:latin typeface="Times New Roman" pitchFamily="18" charset="0"/>
            </a:endParaRPr>
          </a:p>
          <a:p>
            <a:pPr eaLnBrk="1" hangingPunct="1"/>
            <a:r>
              <a:rPr kumimoji="1" lang="en-US" altLang="en-US" sz="2400" b="1">
                <a:solidFill>
                  <a:srgbClr val="990099"/>
                </a:solidFill>
                <a:latin typeface="Times New Roman" pitchFamily="18" charset="0"/>
              </a:rPr>
              <a:t>goat</a:t>
            </a:r>
            <a:endParaRPr kumimoji="1" lang="en-US" altLang="zh-CN" sz="2400" b="1">
              <a:solidFill>
                <a:srgbClr val="990099"/>
              </a:solidFill>
              <a:latin typeface="Times New Roman" pitchFamily="18" charset="0"/>
            </a:endParaRPr>
          </a:p>
          <a:p>
            <a:pPr eaLnBrk="1" hangingPunct="1"/>
            <a:r>
              <a:rPr kumimoji="1" lang="en-US" altLang="en-US" sz="2400" b="1">
                <a:solidFill>
                  <a:srgbClr val="990099"/>
                </a:solidFill>
                <a:latin typeface="Times New Roman" pitchFamily="18" charset="0"/>
              </a:rPr>
              <a:t>goat</a:t>
            </a:r>
            <a:endParaRPr kumimoji="1" lang="en-US" altLang="zh-CN" sz="2400" b="1">
              <a:solidFill>
                <a:srgbClr val="990099"/>
              </a:solidFill>
              <a:latin typeface="Times New Roman" pitchFamily="18" charset="0"/>
            </a:endParaRPr>
          </a:p>
          <a:p>
            <a:pPr eaLnBrk="1" hangingPunct="1"/>
            <a:r>
              <a:rPr kumimoji="1" lang="en-US" altLang="en-US" sz="2400" b="1">
                <a:solidFill>
                  <a:srgbClr val="990099"/>
                </a:solidFill>
                <a:latin typeface="Times New Roman" pitchFamily="18" charset="0"/>
              </a:rPr>
              <a:t>goat</a:t>
            </a:r>
            <a:endParaRPr kumimoji="1" lang="zh-CN" altLang="en-US" sz="2400" b="1">
              <a:solidFill>
                <a:srgbClr val="990099"/>
              </a:solidFill>
              <a:latin typeface="Times New Roman" pitchFamily="18" charset="0"/>
            </a:endParaRPr>
          </a:p>
        </p:txBody>
      </p:sp>
      <p:sp>
        <p:nvSpPr>
          <p:cNvPr id="508935" name="Text Box 7"/>
          <p:cNvSpPr txBox="1">
            <a:spLocks noChangeArrowheads="1"/>
          </p:cNvSpPr>
          <p:nvPr/>
        </p:nvSpPr>
        <p:spPr bwMode="auto">
          <a:xfrm>
            <a:off x="4356100" y="6092825"/>
            <a:ext cx="792163"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990099"/>
                </a:solidFill>
                <a:latin typeface="Times New Roman" pitchFamily="18" charset="0"/>
              </a:rPr>
              <a:t>wolf</a:t>
            </a:r>
            <a:endParaRPr kumimoji="1" lang="zh-CN" altLang="en-US" sz="2400" b="1">
              <a:solidFill>
                <a:srgbClr val="990099"/>
              </a:solidFill>
              <a:latin typeface="Times New Roman" pitchFamily="18" charset="0"/>
            </a:endParaRPr>
          </a:p>
        </p:txBody>
      </p:sp>
      <p:sp>
        <p:nvSpPr>
          <p:cNvPr id="2" name="Text Box 6"/>
          <p:cNvSpPr txBox="1">
            <a:spLocks noChangeArrowheads="1"/>
          </p:cNvSpPr>
          <p:nvPr/>
        </p:nvSpPr>
        <p:spPr bwMode="auto">
          <a:xfrm>
            <a:off x="2195513" y="3544888"/>
            <a:ext cx="79375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990099"/>
                </a:solidFill>
                <a:latin typeface="Times New Roman" pitchFamily="18" charset="0"/>
              </a:rPr>
              <a:t>g</a:t>
            </a:r>
            <a:r>
              <a:rPr kumimoji="1" lang="en-US" altLang="en-US" sz="2400" b="1">
                <a:solidFill>
                  <a:srgbClr val="990099"/>
                </a:solidFill>
                <a:latin typeface="Times New Roman" pitchFamily="18" charset="0"/>
              </a:rPr>
              <a:t>oat</a:t>
            </a:r>
            <a:endParaRPr kumimoji="1" lang="zh-CN" altLang="en-US" sz="2400" b="1">
              <a:solidFill>
                <a:srgbClr val="990099"/>
              </a:solidFill>
              <a:latin typeface="Times New Roman" pitchFamily="18" charset="0"/>
            </a:endParaRPr>
          </a:p>
        </p:txBody>
      </p:sp>
    </p:spTree>
    <p:extLst>
      <p:ext uri="{BB962C8B-B14F-4D97-AF65-F5344CB8AC3E}">
        <p14:creationId xmlns:p14="http://schemas.microsoft.com/office/powerpoint/2010/main" val="425321619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日期占位符 1"/>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3216778-8F65-4F02-919F-B55D68C4777C}" type="datetime1">
              <a:rPr lang="zh-CN" altLang="en-US"/>
              <a:pPr/>
              <a:t>2017/2/24</a:t>
            </a:fld>
            <a:endParaRPr lang="en-US" altLang="zh-CN"/>
          </a:p>
        </p:txBody>
      </p:sp>
      <p:sp>
        <p:nvSpPr>
          <p:cNvPr id="45059"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5FA035CC-A317-40DE-8602-4D2F3AF6B9F9}" type="slidenum">
              <a:rPr lang="zh-CN" altLang="en-US"/>
              <a:pPr/>
              <a:t>42</a:t>
            </a:fld>
            <a:endParaRPr lang="en-US" altLang="zh-CN"/>
          </a:p>
        </p:txBody>
      </p:sp>
      <p:sp>
        <p:nvSpPr>
          <p:cNvPr id="45060" name="Text Box 2"/>
          <p:cNvSpPr txBox="1">
            <a:spLocks noChangeArrowheads="1"/>
          </p:cNvSpPr>
          <p:nvPr/>
        </p:nvSpPr>
        <p:spPr bwMode="auto">
          <a:xfrm>
            <a:off x="609600" y="2057400"/>
            <a:ext cx="8283575"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zh-CN" altLang="en-US" sz="3200" b="1">
                <a:latin typeface="Times New Roman" pitchFamily="18" charset="0"/>
                <a:ea typeface="华文新魏" pitchFamily="2" charset="-122"/>
                <a:sym typeface="Symbol" pitchFamily="18" charset="2"/>
              </a:rPr>
              <a:t>句子       </a:t>
            </a:r>
            <a:r>
              <a:rPr kumimoji="1" lang="en-US" altLang="zh-CN" sz="3200" b="1">
                <a:latin typeface="Times New Roman" pitchFamily="18" charset="0"/>
                <a:ea typeface="华文新魏" pitchFamily="2" charset="-122"/>
                <a:sym typeface="Symbol" pitchFamily="18" charset="2"/>
              </a:rPr>
              <a:t>the  gray  wolf  </a:t>
            </a:r>
            <a:r>
              <a:rPr kumimoji="1" lang="en-US" altLang="en-US" sz="3200" b="1">
                <a:latin typeface="Times New Roman" pitchFamily="18" charset="0"/>
                <a:ea typeface="华文新魏" pitchFamily="2" charset="-122"/>
              </a:rPr>
              <a:t>will  eat  the  goat</a:t>
            </a:r>
          </a:p>
          <a:p>
            <a:pPr eaLnBrk="1" hangingPunct="1">
              <a:spcBef>
                <a:spcPct val="50000"/>
              </a:spcBef>
            </a:pPr>
            <a:r>
              <a:rPr kumimoji="1" lang="en-US" altLang="en-US" sz="3200" b="1">
                <a:latin typeface="Times New Roman" pitchFamily="18" charset="0"/>
                <a:ea typeface="华文新魏" pitchFamily="2" charset="-122"/>
              </a:rPr>
              <a:t>                    </a:t>
            </a:r>
            <a:r>
              <a:rPr kumimoji="1" lang="en-US" altLang="zh-CN" sz="3200" b="1">
                <a:latin typeface="Times New Roman" pitchFamily="18" charset="0"/>
                <a:ea typeface="华文新魏" pitchFamily="2" charset="-122"/>
                <a:sym typeface="Symbol" pitchFamily="18" charset="2"/>
              </a:rPr>
              <a:t>the  gray  wolf  </a:t>
            </a:r>
            <a:r>
              <a:rPr kumimoji="1" lang="en-US" altLang="en-US" sz="3200" b="1">
                <a:latin typeface="Times New Roman" pitchFamily="18" charset="0"/>
                <a:ea typeface="华文新魏" pitchFamily="2" charset="-122"/>
              </a:rPr>
              <a:t>will  eat  the </a:t>
            </a:r>
            <a:r>
              <a:rPr kumimoji="1" lang="en-US" altLang="zh-CN" sz="3200" b="1">
                <a:latin typeface="Times New Roman" pitchFamily="18" charset="0"/>
                <a:ea typeface="华文新魏" pitchFamily="2" charset="-122"/>
                <a:sym typeface="Symbol" pitchFamily="18" charset="2"/>
              </a:rPr>
              <a:t>wolf</a:t>
            </a:r>
            <a:r>
              <a:rPr kumimoji="1" lang="en-US" altLang="en-US" sz="3200" b="1">
                <a:latin typeface="Times New Roman" pitchFamily="18" charset="0"/>
                <a:ea typeface="华文新魏" pitchFamily="2" charset="-122"/>
              </a:rPr>
              <a:t> </a:t>
            </a:r>
          </a:p>
          <a:p>
            <a:pPr eaLnBrk="1" hangingPunct="1">
              <a:spcBef>
                <a:spcPct val="50000"/>
              </a:spcBef>
            </a:pPr>
            <a:r>
              <a:rPr kumimoji="1" lang="en-US" altLang="zh-CN" sz="3200" b="1">
                <a:latin typeface="Times New Roman" pitchFamily="18" charset="0"/>
                <a:ea typeface="华文新魏" pitchFamily="2" charset="-122"/>
                <a:sym typeface="Symbol" pitchFamily="18" charset="2"/>
              </a:rPr>
              <a:t>                     the  gray </a:t>
            </a:r>
            <a:r>
              <a:rPr kumimoji="1" lang="en-US" altLang="en-US" sz="3200" b="1">
                <a:latin typeface="Times New Roman" pitchFamily="18" charset="0"/>
                <a:ea typeface="华文新魏" pitchFamily="2" charset="-122"/>
              </a:rPr>
              <a:t>goat</a:t>
            </a:r>
            <a:r>
              <a:rPr kumimoji="1" lang="en-US" altLang="zh-CN" sz="3200" b="1">
                <a:latin typeface="Times New Roman" pitchFamily="18" charset="0"/>
                <a:ea typeface="华文新魏" pitchFamily="2" charset="-122"/>
                <a:sym typeface="Symbol" pitchFamily="18" charset="2"/>
              </a:rPr>
              <a:t> </a:t>
            </a:r>
            <a:r>
              <a:rPr kumimoji="1" lang="en-US" altLang="en-US" sz="3200" b="1">
                <a:latin typeface="Times New Roman" pitchFamily="18" charset="0"/>
                <a:ea typeface="华文新魏" pitchFamily="2" charset="-122"/>
              </a:rPr>
              <a:t>will  eat  the </a:t>
            </a:r>
            <a:r>
              <a:rPr kumimoji="1" lang="en-US" altLang="zh-CN" sz="3200" b="1">
                <a:latin typeface="Times New Roman" pitchFamily="18" charset="0"/>
                <a:ea typeface="华文新魏" pitchFamily="2" charset="-122"/>
                <a:sym typeface="Symbol" pitchFamily="18" charset="2"/>
              </a:rPr>
              <a:t>wolf</a:t>
            </a:r>
          </a:p>
          <a:p>
            <a:pPr eaLnBrk="1" hangingPunct="1">
              <a:spcBef>
                <a:spcPct val="50000"/>
              </a:spcBef>
            </a:pPr>
            <a:r>
              <a:rPr kumimoji="1" lang="en-US" altLang="zh-CN" sz="3200" b="1">
                <a:latin typeface="Times New Roman" pitchFamily="18" charset="0"/>
                <a:ea typeface="华文新魏" pitchFamily="2" charset="-122"/>
                <a:sym typeface="Symbol" pitchFamily="18" charset="2"/>
              </a:rPr>
              <a:t>                     the  gray </a:t>
            </a:r>
            <a:r>
              <a:rPr kumimoji="1" lang="en-US" altLang="en-US" sz="3200" b="1">
                <a:latin typeface="Times New Roman" pitchFamily="18" charset="0"/>
                <a:ea typeface="华文新魏" pitchFamily="2" charset="-122"/>
              </a:rPr>
              <a:t>goat</a:t>
            </a:r>
            <a:r>
              <a:rPr kumimoji="1" lang="en-US" altLang="zh-CN" sz="3200" b="1">
                <a:latin typeface="Times New Roman" pitchFamily="18" charset="0"/>
                <a:ea typeface="华文新魏" pitchFamily="2" charset="-122"/>
                <a:sym typeface="Symbol" pitchFamily="18" charset="2"/>
              </a:rPr>
              <a:t> </a:t>
            </a:r>
            <a:r>
              <a:rPr kumimoji="1" lang="en-US" altLang="en-US" sz="3200" b="1">
                <a:latin typeface="Times New Roman" pitchFamily="18" charset="0"/>
                <a:ea typeface="华文新魏" pitchFamily="2" charset="-122"/>
              </a:rPr>
              <a:t>will  eat  the goat</a:t>
            </a:r>
            <a:endParaRPr kumimoji="1" lang="en-US" altLang="zh-CN" sz="3200" b="1">
              <a:latin typeface="Times New Roman" pitchFamily="18" charset="0"/>
              <a:ea typeface="华文新魏" pitchFamily="2" charset="-122"/>
              <a:sym typeface="Symbol" pitchFamily="18" charset="2"/>
            </a:endParaRPr>
          </a:p>
          <a:p>
            <a:pPr eaLnBrk="1" hangingPunct="1">
              <a:spcBef>
                <a:spcPct val="50000"/>
              </a:spcBef>
            </a:pPr>
            <a:r>
              <a:rPr kumimoji="1" lang="zh-CN" altLang="en-US" sz="3200" b="1">
                <a:latin typeface="Times New Roman" pitchFamily="18" charset="0"/>
                <a:ea typeface="华文新魏" pitchFamily="2" charset="-122"/>
                <a:sym typeface="Symbol" pitchFamily="18" charset="2"/>
              </a:rPr>
              <a:t>符合语义的句子仅是：</a:t>
            </a:r>
          </a:p>
          <a:p>
            <a:pPr eaLnBrk="1" hangingPunct="1">
              <a:spcBef>
                <a:spcPct val="50000"/>
              </a:spcBef>
            </a:pPr>
            <a:r>
              <a:rPr kumimoji="1" lang="zh-CN" altLang="en-US" sz="3200" b="1">
                <a:latin typeface="Times New Roman" pitchFamily="18" charset="0"/>
                <a:ea typeface="华文新魏" pitchFamily="2" charset="-122"/>
                <a:sym typeface="Symbol" pitchFamily="18" charset="2"/>
              </a:rPr>
              <a:t>                   </a:t>
            </a:r>
            <a:r>
              <a:rPr kumimoji="1" lang="en-US" altLang="zh-CN" sz="3200" b="1">
                <a:latin typeface="Times New Roman" pitchFamily="18" charset="0"/>
                <a:ea typeface="华文新魏" pitchFamily="2" charset="-122"/>
                <a:sym typeface="Symbol" pitchFamily="18" charset="2"/>
              </a:rPr>
              <a:t>the  gray  wolf  </a:t>
            </a:r>
            <a:r>
              <a:rPr kumimoji="1" lang="en-US" altLang="en-US" sz="3200" b="1">
                <a:latin typeface="Times New Roman" pitchFamily="18" charset="0"/>
                <a:ea typeface="华文新魏" pitchFamily="2" charset="-122"/>
              </a:rPr>
              <a:t>will  eat  the  goat</a:t>
            </a:r>
            <a:endParaRPr kumimoji="1" lang="zh-CN" altLang="en-US" sz="3200" b="1">
              <a:latin typeface="Times New Roman" pitchFamily="18" charset="0"/>
              <a:ea typeface="华文新魏" pitchFamily="2" charset="-122"/>
            </a:endParaRPr>
          </a:p>
        </p:txBody>
      </p:sp>
      <p:sp>
        <p:nvSpPr>
          <p:cNvPr id="45061" name="Rectangle 3"/>
          <p:cNvSpPr>
            <a:spLocks noGrp="1" noRot="1" noChangeArrowheads="1"/>
          </p:cNvSpPr>
          <p:nvPr>
            <p:ph type="title" idx="4294967295"/>
          </p:nvPr>
        </p:nvSpPr>
        <p:spPr>
          <a:xfrm>
            <a:off x="612775" y="700088"/>
            <a:ext cx="7920038" cy="788987"/>
          </a:xfrm>
        </p:spPr>
        <p:txBody>
          <a:bodyPr/>
          <a:lstStyle/>
          <a:p>
            <a:pPr eaLnBrk="1" hangingPunct="1"/>
            <a:r>
              <a:rPr kumimoji="1" lang="zh-CN" altLang="zh-CN" sz="4800" b="1" smtClean="0">
                <a:solidFill>
                  <a:srgbClr val="000099"/>
                </a:solidFill>
                <a:latin typeface="Times New Roman" pitchFamily="18" charset="0"/>
                <a:ea typeface="华文新魏" pitchFamily="2" charset="-122"/>
              </a:rPr>
              <a:t>还可以“得出”其他“句子”</a:t>
            </a:r>
            <a:endParaRPr lang="en-US" altLang="zh-CN" sz="4800" b="1" smtClean="0">
              <a:solidFill>
                <a:srgbClr val="000099"/>
              </a:solidFill>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日期占位符 3"/>
          <p:cNvSpPr>
            <a:spLocks noGrp="1"/>
          </p:cNvSpPr>
          <p:nvPr>
            <p:ph type="dt" sz="quarter" idx="10"/>
          </p:nvPr>
        </p:nvSpPr>
        <p:spPr>
          <a:xfrm>
            <a:off x="301625" y="6308725"/>
            <a:ext cx="2289175"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6C0BDA09-FCBD-4DBF-BD8D-F88AF98349C2}" type="datetime1">
              <a:rPr lang="zh-CN" altLang="en-US"/>
              <a:pPr/>
              <a:t>2017/2/24</a:t>
            </a:fld>
            <a:endParaRPr lang="en-US" altLang="zh-CN"/>
          </a:p>
        </p:txBody>
      </p:sp>
      <p:sp>
        <p:nvSpPr>
          <p:cNvPr id="46083" name="灯片编号占位符 5"/>
          <p:cNvSpPr>
            <a:spLocks noGrp="1"/>
          </p:cNvSpPr>
          <p:nvPr>
            <p:ph type="sldNum" sz="quarter" idx="12"/>
          </p:nvPr>
        </p:nvSpPr>
        <p:spPr>
          <a:xfrm>
            <a:off x="6553200" y="6308725"/>
            <a:ext cx="2289175"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5A98581E-ADE8-47A3-98FB-F54B92DD2EF6}" type="slidenum">
              <a:rPr lang="zh-CN" altLang="en-US"/>
              <a:pPr/>
              <a:t>43</a:t>
            </a:fld>
            <a:endParaRPr lang="en-US" altLang="zh-CN"/>
          </a:p>
        </p:txBody>
      </p:sp>
      <p:sp>
        <p:nvSpPr>
          <p:cNvPr id="46084" name="Rectangle 2"/>
          <p:cNvSpPr>
            <a:spLocks noGrp="1" noRot="1" noChangeArrowheads="1"/>
          </p:cNvSpPr>
          <p:nvPr>
            <p:ph type="title"/>
          </p:nvPr>
        </p:nvSpPr>
        <p:spPr>
          <a:xfrm>
            <a:off x="323850" y="549275"/>
            <a:ext cx="8469313" cy="847725"/>
          </a:xfrm>
        </p:spPr>
        <p:txBody>
          <a:bodyPr/>
          <a:lstStyle/>
          <a:p>
            <a:pPr eaLnBrk="1" hangingPunct="1"/>
            <a:r>
              <a:rPr lang="en-US" altLang="zh-CN" sz="4000" b="1" smtClean="0">
                <a:solidFill>
                  <a:srgbClr val="000099"/>
                </a:solidFill>
                <a:latin typeface="Times New Roman" pitchFamily="18" charset="0"/>
                <a:ea typeface="华文新魏" pitchFamily="2" charset="-122"/>
              </a:rPr>
              <a:t>id+id*id</a:t>
            </a:r>
            <a:r>
              <a:rPr lang="zh-CN" altLang="en-US" sz="4000" b="1" smtClean="0">
                <a:solidFill>
                  <a:srgbClr val="000099"/>
                </a:solidFill>
                <a:latin typeface="Times New Roman" pitchFamily="18" charset="0"/>
                <a:ea typeface="华文新魏" pitchFamily="2" charset="-122"/>
              </a:rPr>
              <a:t>的不同推导     </a:t>
            </a:r>
            <a:r>
              <a:rPr lang="en-US" altLang="zh-CN" sz="2800" b="1" smtClean="0">
                <a:solidFill>
                  <a:srgbClr val="000099"/>
                </a:solidFill>
                <a:latin typeface="Times New Roman" pitchFamily="18" charset="0"/>
                <a:ea typeface="华文新魏" pitchFamily="2" charset="-122"/>
              </a:rPr>
              <a:t>E→E+E|E*E|(E)|id</a:t>
            </a:r>
          </a:p>
        </p:txBody>
      </p:sp>
      <p:sp>
        <p:nvSpPr>
          <p:cNvPr id="465923" name="Rectangle 3"/>
          <p:cNvSpPr>
            <a:spLocks noChangeArrowheads="1"/>
          </p:cNvSpPr>
          <p:nvPr/>
        </p:nvSpPr>
        <p:spPr bwMode="auto">
          <a:xfrm>
            <a:off x="2971800" y="1447800"/>
            <a:ext cx="2667000" cy="3082925"/>
          </a:xfrm>
          <a:prstGeom prst="rect">
            <a:avLst/>
          </a:prstGeom>
          <a:noFill/>
          <a:ln w="9525">
            <a:noFill/>
            <a:miter lim="800000"/>
            <a:headEnd/>
            <a:tailEnd/>
          </a:ln>
          <a:effectLst/>
        </p:spPr>
        <p:txBody>
          <a:bodyPr lIns="92075" tIns="46038" rIns="92075" bIns="46038">
            <a:spAutoFit/>
          </a:bodyPr>
          <a:lstStyle/>
          <a:p>
            <a:pPr marL="190500" lvl="1">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rPr>
              <a:t>      </a:t>
            </a:r>
            <a:r>
              <a:rPr kumimoji="1" lang="en-US" altLang="zh-CN" sz="2800" b="1">
                <a:solidFill>
                  <a:srgbClr val="FF0000"/>
                </a:solidFill>
                <a:effectLst>
                  <a:outerShdw blurRad="38100" dist="38100" dir="2700000" algn="tl">
                    <a:srgbClr val="C0C0C0"/>
                  </a:outerShdw>
                </a:effectLst>
              </a:rPr>
              <a:t>E</a:t>
            </a:r>
          </a:p>
          <a:p>
            <a:pPr marL="190500" lvl="1">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rPr>
              <a:t> </a:t>
            </a:r>
            <a:r>
              <a:rPr kumimoji="1" lang="en-US" altLang="zh-CN" sz="2800" b="1">
                <a:effectLst>
                  <a:outerShdw blurRad="38100" dist="38100" dir="2700000" algn="tl">
                    <a:srgbClr val="C0C0C0"/>
                  </a:outerShdw>
                </a:effectLst>
                <a:sym typeface="Symbol" pitchFamily="18" charset="2"/>
              </a:rPr>
              <a:t></a:t>
            </a:r>
            <a:r>
              <a:rPr kumimoji="1" lang="en-US" altLang="zh-CN" sz="2800" b="1">
                <a:effectLst>
                  <a:outerShdw blurRad="38100" dist="38100" dir="2700000" algn="tl">
                    <a:srgbClr val="C0C0C0"/>
                  </a:outerShdw>
                </a:effectLst>
              </a:rPr>
              <a:t> </a:t>
            </a:r>
            <a:r>
              <a:rPr kumimoji="1" lang="en-US" altLang="zh-CN" sz="2800" b="1">
                <a:solidFill>
                  <a:srgbClr val="FF0000"/>
                </a:solidFill>
                <a:effectLst>
                  <a:outerShdw blurRad="38100" dist="38100" dir="2700000" algn="tl">
                    <a:srgbClr val="C0C0C0"/>
                  </a:outerShdw>
                </a:effectLst>
              </a:rPr>
              <a:t>E</a:t>
            </a:r>
            <a:r>
              <a:rPr kumimoji="1" lang="en-US" altLang="zh-CN" sz="2800" b="1">
                <a:effectLst>
                  <a:outerShdw blurRad="38100" dist="38100" dir="2700000" algn="tl">
                    <a:srgbClr val="C0C0C0"/>
                  </a:outerShdw>
                </a:effectLst>
              </a:rPr>
              <a:t>+E </a:t>
            </a:r>
          </a:p>
          <a:p>
            <a:pPr marL="190500" lvl="1">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sym typeface="Symbol" pitchFamily="18" charset="2"/>
              </a:rPr>
              <a:t> </a:t>
            </a:r>
            <a:r>
              <a:rPr kumimoji="1" lang="en-US" altLang="zh-CN" sz="2800" b="1">
                <a:effectLst>
                  <a:outerShdw blurRad="38100" dist="38100" dir="2700000" algn="tl">
                    <a:srgbClr val="C0C0C0"/>
                  </a:outerShdw>
                </a:effectLst>
              </a:rPr>
              <a:t> id+</a:t>
            </a:r>
            <a:r>
              <a:rPr kumimoji="1" lang="en-US" altLang="zh-CN" sz="2800" b="1">
                <a:solidFill>
                  <a:srgbClr val="FF0000"/>
                </a:solidFill>
                <a:effectLst>
                  <a:outerShdw blurRad="38100" dist="38100" dir="2700000" algn="tl">
                    <a:srgbClr val="C0C0C0"/>
                  </a:outerShdw>
                </a:effectLst>
              </a:rPr>
              <a:t>E</a:t>
            </a:r>
            <a:r>
              <a:rPr kumimoji="1" lang="en-US" altLang="zh-CN" sz="2800" b="1">
                <a:effectLst>
                  <a:outerShdw blurRad="38100" dist="38100" dir="2700000" algn="tl">
                    <a:srgbClr val="C0C0C0"/>
                  </a:outerShdw>
                </a:effectLst>
              </a:rPr>
              <a:t> </a:t>
            </a:r>
          </a:p>
          <a:p>
            <a:pPr marL="190500" lvl="1">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rPr>
              <a:t> </a:t>
            </a:r>
            <a:r>
              <a:rPr kumimoji="1" lang="en-US" altLang="zh-CN" sz="2800" b="1">
                <a:effectLst>
                  <a:outerShdw blurRad="38100" dist="38100" dir="2700000" algn="tl">
                    <a:srgbClr val="C0C0C0"/>
                  </a:outerShdw>
                </a:effectLst>
                <a:sym typeface="Symbol" pitchFamily="18" charset="2"/>
              </a:rPr>
              <a:t></a:t>
            </a:r>
            <a:r>
              <a:rPr kumimoji="1" lang="en-US" altLang="zh-CN" sz="2800" b="1">
                <a:effectLst>
                  <a:outerShdw blurRad="38100" dist="38100" dir="2700000" algn="tl">
                    <a:srgbClr val="C0C0C0"/>
                  </a:outerShdw>
                </a:effectLst>
              </a:rPr>
              <a:t> id+</a:t>
            </a:r>
            <a:r>
              <a:rPr kumimoji="1" lang="en-US" altLang="zh-CN" sz="2800" b="1">
                <a:solidFill>
                  <a:srgbClr val="FF0000"/>
                </a:solidFill>
                <a:effectLst>
                  <a:outerShdw blurRad="38100" dist="38100" dir="2700000" algn="tl">
                    <a:srgbClr val="C0C0C0"/>
                  </a:outerShdw>
                </a:effectLst>
              </a:rPr>
              <a:t>E</a:t>
            </a:r>
            <a:r>
              <a:rPr kumimoji="1" lang="en-US" altLang="zh-CN" sz="2800" b="1">
                <a:effectLst>
                  <a:outerShdw blurRad="38100" dist="38100" dir="2700000" algn="tl">
                    <a:srgbClr val="C0C0C0"/>
                  </a:outerShdw>
                </a:effectLst>
              </a:rPr>
              <a:t>*E </a:t>
            </a:r>
          </a:p>
          <a:p>
            <a:pPr marL="190500" lvl="1">
              <a:spcBef>
                <a:spcPct val="20000"/>
              </a:spcBef>
              <a:buClr>
                <a:schemeClr val="folHlink"/>
              </a:buClr>
              <a:buSzPct val="75000"/>
              <a:buFont typeface="Symbol" pitchFamily="18" charset="2"/>
              <a:buNone/>
            </a:pPr>
            <a:r>
              <a:rPr kumimoji="1" lang="en-US" altLang="zh-CN" sz="2800" b="1">
                <a:effectLst>
                  <a:outerShdw blurRad="38100" dist="38100" dir="2700000" algn="tl">
                    <a:srgbClr val="C0C0C0"/>
                  </a:outerShdw>
                </a:effectLst>
                <a:sym typeface="Symbol" pitchFamily="18" charset="2"/>
              </a:rPr>
              <a:t> </a:t>
            </a:r>
            <a:r>
              <a:rPr kumimoji="1" lang="en-US" altLang="zh-CN" sz="2800" b="1">
                <a:effectLst>
                  <a:outerShdw blurRad="38100" dist="38100" dir="2700000" algn="tl">
                    <a:srgbClr val="C0C0C0"/>
                  </a:outerShdw>
                </a:effectLst>
              </a:rPr>
              <a:t> id+id*</a:t>
            </a:r>
            <a:r>
              <a:rPr kumimoji="1" lang="en-US" altLang="zh-CN" sz="2800" b="1">
                <a:solidFill>
                  <a:srgbClr val="FF0000"/>
                </a:solidFill>
                <a:effectLst>
                  <a:outerShdw blurRad="38100" dist="38100" dir="2700000" algn="tl">
                    <a:srgbClr val="C0C0C0"/>
                  </a:outerShdw>
                </a:effectLst>
              </a:rPr>
              <a:t>E</a:t>
            </a:r>
          </a:p>
          <a:p>
            <a:pPr marL="190500" lvl="1">
              <a:spcBef>
                <a:spcPct val="20000"/>
              </a:spcBef>
              <a:buClr>
                <a:schemeClr val="folHlink"/>
              </a:buClr>
              <a:buSzPct val="75000"/>
              <a:buFont typeface="Symbol" pitchFamily="18" charset="2"/>
              <a:buNone/>
            </a:pPr>
            <a:r>
              <a:rPr kumimoji="1" lang="en-US" altLang="zh-CN" sz="2800" b="1">
                <a:effectLst>
                  <a:outerShdw blurRad="38100" dist="38100" dir="2700000" algn="tl">
                    <a:srgbClr val="C0C0C0"/>
                  </a:outerShdw>
                </a:effectLst>
              </a:rPr>
              <a:t> </a:t>
            </a:r>
            <a:r>
              <a:rPr kumimoji="1" lang="en-US" altLang="zh-CN" sz="2800" b="1">
                <a:effectLst>
                  <a:outerShdw blurRad="38100" dist="38100" dir="2700000" algn="tl">
                    <a:srgbClr val="C0C0C0"/>
                  </a:outerShdw>
                </a:effectLst>
                <a:sym typeface="Symbol" pitchFamily="18" charset="2"/>
              </a:rPr>
              <a:t></a:t>
            </a:r>
            <a:r>
              <a:rPr kumimoji="1" lang="en-US" altLang="zh-CN" sz="2800" b="1">
                <a:effectLst>
                  <a:outerShdw blurRad="38100" dist="38100" dir="2700000" algn="tl">
                    <a:srgbClr val="C0C0C0"/>
                  </a:outerShdw>
                </a:effectLst>
              </a:rPr>
              <a:t> id+id*id</a:t>
            </a:r>
          </a:p>
        </p:txBody>
      </p:sp>
      <p:sp>
        <p:nvSpPr>
          <p:cNvPr id="465924" name="Rectangle 4"/>
          <p:cNvSpPr>
            <a:spLocks noChangeArrowheads="1"/>
          </p:cNvSpPr>
          <p:nvPr/>
        </p:nvSpPr>
        <p:spPr bwMode="auto">
          <a:xfrm>
            <a:off x="5867400" y="1447800"/>
            <a:ext cx="2895600" cy="3082925"/>
          </a:xfrm>
          <a:prstGeom prst="rect">
            <a:avLst/>
          </a:prstGeom>
          <a:noFill/>
          <a:ln w="9525">
            <a:noFill/>
            <a:miter lim="800000"/>
            <a:headEnd/>
            <a:tailEnd/>
          </a:ln>
          <a:effectLst/>
        </p:spPr>
        <p:txBody>
          <a:bodyPr lIns="92075" tIns="46038" rIns="92075" bIns="46038">
            <a:spAutoFit/>
          </a:bodyPr>
          <a:lstStyle/>
          <a:p>
            <a:pPr marL="190500" lvl="1">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rPr>
              <a:t>      </a:t>
            </a:r>
            <a:r>
              <a:rPr kumimoji="1" lang="en-US" altLang="zh-CN" sz="2800" b="1">
                <a:solidFill>
                  <a:srgbClr val="FF0000"/>
                </a:solidFill>
                <a:effectLst>
                  <a:outerShdw blurRad="38100" dist="38100" dir="2700000" algn="tl">
                    <a:srgbClr val="C0C0C0"/>
                  </a:outerShdw>
                </a:effectLst>
              </a:rPr>
              <a:t>E</a:t>
            </a:r>
          </a:p>
          <a:p>
            <a:pPr marL="190500" lvl="1">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rPr>
              <a:t> </a:t>
            </a:r>
            <a:r>
              <a:rPr kumimoji="1" lang="en-US" altLang="zh-CN" sz="2800" b="1">
                <a:effectLst>
                  <a:outerShdw blurRad="38100" dist="38100" dir="2700000" algn="tl">
                    <a:srgbClr val="C0C0C0"/>
                  </a:outerShdw>
                </a:effectLst>
                <a:sym typeface="Symbol" pitchFamily="18" charset="2"/>
              </a:rPr>
              <a:t></a:t>
            </a:r>
            <a:r>
              <a:rPr kumimoji="1" lang="en-US" altLang="zh-CN" sz="2800" b="1">
                <a:effectLst>
                  <a:outerShdw blurRad="38100" dist="38100" dir="2700000" algn="tl">
                    <a:srgbClr val="C0C0C0"/>
                  </a:outerShdw>
                </a:effectLst>
              </a:rPr>
              <a:t> E+</a:t>
            </a:r>
            <a:r>
              <a:rPr kumimoji="1" lang="en-US" altLang="zh-CN" sz="2800" b="1">
                <a:solidFill>
                  <a:srgbClr val="FF0000"/>
                </a:solidFill>
                <a:effectLst>
                  <a:outerShdw blurRad="38100" dist="38100" dir="2700000" algn="tl">
                    <a:srgbClr val="C0C0C0"/>
                  </a:outerShdw>
                </a:effectLst>
              </a:rPr>
              <a:t>E</a:t>
            </a:r>
          </a:p>
          <a:p>
            <a:pPr marL="190500" lvl="1">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rPr>
              <a:t> </a:t>
            </a:r>
            <a:r>
              <a:rPr kumimoji="1" lang="en-US" altLang="zh-CN" sz="2800" b="1">
                <a:effectLst>
                  <a:outerShdw blurRad="38100" dist="38100" dir="2700000" algn="tl">
                    <a:srgbClr val="C0C0C0"/>
                  </a:outerShdw>
                </a:effectLst>
                <a:sym typeface="Symbol" pitchFamily="18" charset="2"/>
              </a:rPr>
              <a:t></a:t>
            </a:r>
            <a:r>
              <a:rPr kumimoji="1" lang="en-US" altLang="zh-CN" sz="2800" b="1">
                <a:effectLst>
                  <a:outerShdw blurRad="38100" dist="38100" dir="2700000" algn="tl">
                    <a:srgbClr val="C0C0C0"/>
                  </a:outerShdw>
                </a:effectLst>
              </a:rPr>
              <a:t> E+E*</a:t>
            </a:r>
            <a:r>
              <a:rPr kumimoji="1" lang="en-US" altLang="zh-CN" sz="2800" b="1">
                <a:solidFill>
                  <a:srgbClr val="FF0000"/>
                </a:solidFill>
                <a:effectLst>
                  <a:outerShdw blurRad="38100" dist="38100" dir="2700000" algn="tl">
                    <a:srgbClr val="C0C0C0"/>
                  </a:outerShdw>
                </a:effectLst>
              </a:rPr>
              <a:t>E</a:t>
            </a:r>
          </a:p>
          <a:p>
            <a:pPr marL="190500" lvl="1">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rPr>
              <a:t> </a:t>
            </a:r>
            <a:r>
              <a:rPr kumimoji="1" lang="en-US" altLang="zh-CN" sz="2800" b="1">
                <a:effectLst>
                  <a:outerShdw blurRad="38100" dist="38100" dir="2700000" algn="tl">
                    <a:srgbClr val="C0C0C0"/>
                  </a:outerShdw>
                </a:effectLst>
                <a:sym typeface="Symbol" pitchFamily="18" charset="2"/>
              </a:rPr>
              <a:t></a:t>
            </a:r>
            <a:r>
              <a:rPr kumimoji="1" lang="en-US" altLang="zh-CN" sz="2800" b="1">
                <a:effectLst>
                  <a:outerShdw blurRad="38100" dist="38100" dir="2700000" algn="tl">
                    <a:srgbClr val="C0C0C0"/>
                  </a:outerShdw>
                </a:effectLst>
              </a:rPr>
              <a:t> E+</a:t>
            </a:r>
            <a:r>
              <a:rPr kumimoji="1" lang="en-US" altLang="zh-CN" sz="2800" b="1">
                <a:solidFill>
                  <a:srgbClr val="FF0000"/>
                </a:solidFill>
                <a:effectLst>
                  <a:outerShdw blurRad="38100" dist="38100" dir="2700000" algn="tl">
                    <a:srgbClr val="C0C0C0"/>
                  </a:outerShdw>
                </a:effectLst>
              </a:rPr>
              <a:t>E</a:t>
            </a:r>
            <a:r>
              <a:rPr kumimoji="1" lang="en-US" altLang="zh-CN" sz="2800" b="1">
                <a:effectLst>
                  <a:outerShdw blurRad="38100" dist="38100" dir="2700000" algn="tl">
                    <a:srgbClr val="C0C0C0"/>
                  </a:outerShdw>
                </a:effectLst>
              </a:rPr>
              <a:t>*id</a:t>
            </a:r>
          </a:p>
          <a:p>
            <a:pPr marL="190500" lvl="1">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sym typeface="Symbol" pitchFamily="18" charset="2"/>
              </a:rPr>
              <a:t>  </a:t>
            </a:r>
            <a:r>
              <a:rPr kumimoji="1" lang="en-US" altLang="zh-CN" sz="2800" b="1">
                <a:solidFill>
                  <a:srgbClr val="FF0000"/>
                </a:solidFill>
                <a:effectLst>
                  <a:outerShdw blurRad="38100" dist="38100" dir="2700000" algn="tl">
                    <a:srgbClr val="C0C0C0"/>
                  </a:outerShdw>
                </a:effectLst>
              </a:rPr>
              <a:t>E</a:t>
            </a:r>
            <a:r>
              <a:rPr kumimoji="1" lang="en-US" altLang="zh-CN" sz="2800" b="1">
                <a:effectLst>
                  <a:outerShdw blurRad="38100" dist="38100" dir="2700000" algn="tl">
                    <a:srgbClr val="C0C0C0"/>
                  </a:outerShdw>
                </a:effectLst>
              </a:rPr>
              <a:t>+id*id</a:t>
            </a:r>
          </a:p>
          <a:p>
            <a:pPr marL="190500" lvl="1">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rPr>
              <a:t> </a:t>
            </a:r>
            <a:r>
              <a:rPr kumimoji="1" lang="en-US" altLang="zh-CN" sz="2800" b="1">
                <a:effectLst>
                  <a:outerShdw blurRad="38100" dist="38100" dir="2700000" algn="tl">
                    <a:srgbClr val="C0C0C0"/>
                  </a:outerShdw>
                </a:effectLst>
                <a:sym typeface="Symbol" pitchFamily="18" charset="2"/>
              </a:rPr>
              <a:t></a:t>
            </a:r>
            <a:r>
              <a:rPr kumimoji="1" lang="en-US" altLang="zh-CN" sz="2800" b="1">
                <a:effectLst>
                  <a:outerShdw blurRad="38100" dist="38100" dir="2700000" algn="tl">
                    <a:srgbClr val="C0C0C0"/>
                  </a:outerShdw>
                </a:effectLst>
              </a:rPr>
              <a:t> id+id*id</a:t>
            </a:r>
          </a:p>
        </p:txBody>
      </p:sp>
      <p:sp>
        <p:nvSpPr>
          <p:cNvPr id="465925" name="Rectangle 5"/>
          <p:cNvSpPr>
            <a:spLocks noChangeArrowheads="1"/>
          </p:cNvSpPr>
          <p:nvPr/>
        </p:nvSpPr>
        <p:spPr bwMode="auto">
          <a:xfrm>
            <a:off x="304800" y="1447800"/>
            <a:ext cx="2971800" cy="3082925"/>
          </a:xfrm>
          <a:prstGeom prst="rect">
            <a:avLst/>
          </a:prstGeom>
          <a:noFill/>
          <a:ln w="9525">
            <a:noFill/>
            <a:miter lim="800000"/>
            <a:headEnd/>
            <a:tailEnd/>
          </a:ln>
          <a:effectLst/>
        </p:spPr>
        <p:txBody>
          <a:bodyPr lIns="92075" tIns="46038" rIns="92075" bIns="46038">
            <a:spAutoFit/>
          </a:bodyPr>
          <a:lstStyle/>
          <a:p>
            <a:pPr marL="190500" lvl="1">
              <a:spcBef>
                <a:spcPct val="20000"/>
              </a:spcBef>
              <a:buClr>
                <a:schemeClr val="folHlink"/>
              </a:buClr>
              <a:buSzPct val="75000"/>
              <a:buFont typeface="Monotype Sorts" pitchFamily="2" charset="2"/>
              <a:buNone/>
            </a:pPr>
            <a:r>
              <a:rPr kumimoji="1" lang="en-US" altLang="zh-CN" sz="2800" b="1">
                <a:solidFill>
                  <a:srgbClr val="FF0000"/>
                </a:solidFill>
                <a:effectLst>
                  <a:outerShdw blurRad="38100" dist="38100" dir="2700000" algn="tl">
                    <a:srgbClr val="C0C0C0"/>
                  </a:outerShdw>
                </a:effectLst>
              </a:rPr>
              <a:t>     E</a:t>
            </a:r>
            <a:r>
              <a:rPr kumimoji="1" lang="en-US" altLang="zh-CN" sz="2800" b="1">
                <a:effectLst>
                  <a:outerShdw blurRad="38100" dist="38100" dir="2700000" algn="tl">
                    <a:srgbClr val="C0C0C0"/>
                  </a:outerShdw>
                </a:effectLst>
              </a:rPr>
              <a:t> </a:t>
            </a:r>
          </a:p>
          <a:p>
            <a:pPr marL="190500" lvl="1">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sym typeface="Symbol" pitchFamily="18" charset="2"/>
              </a:rPr>
              <a:t></a:t>
            </a:r>
            <a:r>
              <a:rPr kumimoji="1" lang="en-US" altLang="zh-CN" sz="2800" b="1">
                <a:effectLst>
                  <a:outerShdw blurRad="38100" dist="38100" dir="2700000" algn="tl">
                    <a:srgbClr val="C0C0C0"/>
                  </a:outerShdw>
                </a:effectLst>
              </a:rPr>
              <a:t> </a:t>
            </a:r>
            <a:r>
              <a:rPr kumimoji="1" lang="en-US" altLang="zh-CN" sz="2800" b="1">
                <a:solidFill>
                  <a:srgbClr val="FF0000"/>
                </a:solidFill>
                <a:effectLst>
                  <a:outerShdw blurRad="38100" dist="38100" dir="2700000" algn="tl">
                    <a:srgbClr val="C0C0C0"/>
                  </a:outerShdw>
                </a:effectLst>
              </a:rPr>
              <a:t>E</a:t>
            </a:r>
            <a:r>
              <a:rPr kumimoji="1" lang="en-US" altLang="zh-CN" sz="2800" b="1">
                <a:effectLst>
                  <a:outerShdw blurRad="38100" dist="38100" dir="2700000" algn="tl">
                    <a:srgbClr val="C0C0C0"/>
                  </a:outerShdw>
                </a:effectLst>
              </a:rPr>
              <a:t>*E </a:t>
            </a:r>
          </a:p>
          <a:p>
            <a:pPr marL="190500" lvl="1">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sym typeface="Symbol" pitchFamily="18" charset="2"/>
              </a:rPr>
              <a:t></a:t>
            </a:r>
            <a:r>
              <a:rPr kumimoji="1" lang="en-US" altLang="zh-CN" sz="2800" b="1">
                <a:effectLst>
                  <a:outerShdw blurRad="38100" dist="38100" dir="2700000" algn="tl">
                    <a:srgbClr val="C0C0C0"/>
                  </a:outerShdw>
                </a:effectLst>
              </a:rPr>
              <a:t> E+</a:t>
            </a:r>
            <a:r>
              <a:rPr kumimoji="1" lang="en-US" altLang="zh-CN" sz="2800" b="1">
                <a:solidFill>
                  <a:srgbClr val="FF0000"/>
                </a:solidFill>
                <a:effectLst>
                  <a:outerShdw blurRad="38100" dist="38100" dir="2700000" algn="tl">
                    <a:srgbClr val="C0C0C0"/>
                  </a:outerShdw>
                </a:effectLst>
              </a:rPr>
              <a:t>E</a:t>
            </a:r>
            <a:r>
              <a:rPr kumimoji="1" lang="en-US" altLang="zh-CN" sz="2800" b="1">
                <a:effectLst>
                  <a:outerShdw blurRad="38100" dist="38100" dir="2700000" algn="tl">
                    <a:srgbClr val="C0C0C0"/>
                  </a:outerShdw>
                </a:effectLst>
              </a:rPr>
              <a:t>*E</a:t>
            </a:r>
          </a:p>
          <a:p>
            <a:pPr marL="190500" lvl="1">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sym typeface="Symbol" pitchFamily="18" charset="2"/>
              </a:rPr>
              <a:t></a:t>
            </a:r>
            <a:r>
              <a:rPr kumimoji="1" lang="en-US" altLang="zh-CN" sz="2800" b="1">
                <a:effectLst>
                  <a:outerShdw blurRad="38100" dist="38100" dir="2700000" algn="tl">
                    <a:srgbClr val="C0C0C0"/>
                  </a:outerShdw>
                </a:effectLst>
              </a:rPr>
              <a:t> </a:t>
            </a:r>
            <a:r>
              <a:rPr kumimoji="1" lang="en-US" altLang="zh-CN" sz="2800" b="1">
                <a:solidFill>
                  <a:srgbClr val="FF0000"/>
                </a:solidFill>
                <a:effectLst>
                  <a:outerShdw blurRad="38100" dist="38100" dir="2700000" algn="tl">
                    <a:srgbClr val="C0C0C0"/>
                  </a:outerShdw>
                </a:effectLst>
              </a:rPr>
              <a:t>E</a:t>
            </a:r>
            <a:r>
              <a:rPr kumimoji="1" lang="en-US" altLang="zh-CN" sz="2800" b="1">
                <a:effectLst>
                  <a:outerShdw blurRad="38100" dist="38100" dir="2700000" algn="tl">
                    <a:srgbClr val="C0C0C0"/>
                  </a:outerShdw>
                </a:effectLst>
              </a:rPr>
              <a:t>+id*E</a:t>
            </a:r>
          </a:p>
          <a:p>
            <a:pPr marL="190500" lvl="1">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sym typeface="Symbol" pitchFamily="18" charset="2"/>
              </a:rPr>
              <a:t></a:t>
            </a:r>
            <a:r>
              <a:rPr kumimoji="1" lang="en-US" altLang="zh-CN" sz="2800" b="1">
                <a:effectLst>
                  <a:outerShdw blurRad="38100" dist="38100" dir="2700000" algn="tl">
                    <a:srgbClr val="C0C0C0"/>
                  </a:outerShdw>
                </a:effectLst>
              </a:rPr>
              <a:t> id+id*</a:t>
            </a:r>
            <a:r>
              <a:rPr kumimoji="1" lang="en-US" altLang="zh-CN" sz="2800" b="1">
                <a:solidFill>
                  <a:srgbClr val="FF0000"/>
                </a:solidFill>
                <a:effectLst>
                  <a:outerShdw blurRad="38100" dist="38100" dir="2700000" algn="tl">
                    <a:srgbClr val="C0C0C0"/>
                  </a:outerShdw>
                </a:effectLst>
              </a:rPr>
              <a:t>E</a:t>
            </a:r>
          </a:p>
          <a:p>
            <a:pPr marL="190500" lvl="1">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sym typeface="Symbol" pitchFamily="18" charset="2"/>
              </a:rPr>
              <a:t></a:t>
            </a:r>
            <a:r>
              <a:rPr kumimoji="1" lang="en-US" altLang="zh-CN" sz="2800" b="1">
                <a:effectLst>
                  <a:outerShdw blurRad="38100" dist="38100" dir="2700000" algn="tl">
                    <a:srgbClr val="C0C0C0"/>
                  </a:outerShdw>
                </a:effectLst>
              </a:rPr>
              <a:t> id+id*id</a:t>
            </a:r>
          </a:p>
        </p:txBody>
      </p:sp>
      <p:sp>
        <p:nvSpPr>
          <p:cNvPr id="465926" name="Rectangle 6"/>
          <p:cNvSpPr>
            <a:spLocks noChangeArrowheads="1"/>
          </p:cNvSpPr>
          <p:nvPr/>
        </p:nvSpPr>
        <p:spPr bwMode="auto">
          <a:xfrm>
            <a:off x="28575" y="4586288"/>
            <a:ext cx="2743200" cy="1493837"/>
          </a:xfrm>
          <a:prstGeom prst="rect">
            <a:avLst/>
          </a:prstGeom>
          <a:solidFill>
            <a:schemeClr val="tx1"/>
          </a:solidFill>
          <a:ln w="9525">
            <a:noFill/>
            <a:miter lim="800000"/>
            <a:headEnd/>
            <a:tailEnd/>
          </a:ln>
          <a:effectLst/>
        </p:spPr>
        <p:txBody>
          <a:bodyPr lIns="92075" tIns="46038" rIns="92075" bIns="46038">
            <a:spAutoFit/>
          </a:bodyPr>
          <a:lstStyle/>
          <a:p>
            <a:pPr marL="342900" indent="-342900" algn="ctr">
              <a:spcBef>
                <a:spcPct val="25000"/>
              </a:spcBef>
              <a:buClr>
                <a:schemeClr val="folHlink"/>
              </a:buClr>
              <a:buSzPct val="75000"/>
              <a:buFont typeface="Monotype Sorts" pitchFamily="2" charset="2"/>
              <a:buNone/>
            </a:pPr>
            <a:r>
              <a:rPr kumimoji="1" lang="zh-CN" altLang="en-US" sz="3200" b="1">
                <a:solidFill>
                  <a:schemeClr val="bg1"/>
                </a:solidFill>
                <a:effectLst>
                  <a:outerShdw blurRad="38100" dist="38100" dir="2700000" algn="tl">
                    <a:srgbClr val="000000"/>
                  </a:outerShdw>
                </a:effectLst>
                <a:ea typeface="华文新魏" pitchFamily="2" charset="-122"/>
              </a:rPr>
              <a:t>不做限制</a:t>
            </a:r>
          </a:p>
          <a:p>
            <a:pPr marL="342900" indent="-342900" algn="ctr">
              <a:spcBef>
                <a:spcPct val="25000"/>
              </a:spcBef>
              <a:buClr>
                <a:schemeClr val="folHlink"/>
              </a:buClr>
              <a:buSzPct val="75000"/>
              <a:buFont typeface="Monotype Sorts" pitchFamily="2" charset="2"/>
              <a:buNone/>
            </a:pPr>
            <a:r>
              <a:rPr kumimoji="1" lang="zh-CN" altLang="en-US" sz="2400" b="1">
                <a:solidFill>
                  <a:schemeClr val="bg1"/>
                </a:solidFill>
                <a:effectLst>
                  <a:outerShdw blurRad="38100" dist="38100" dir="2700000" algn="tl">
                    <a:srgbClr val="000000"/>
                  </a:outerShdw>
                </a:effectLst>
                <a:ea typeface="华文新魏" pitchFamily="2" charset="-122"/>
              </a:rPr>
              <a:t>句型</a:t>
            </a:r>
            <a:r>
              <a:rPr kumimoji="1" lang="zh-CN" altLang="en-US" sz="1400" b="1">
                <a:solidFill>
                  <a:schemeClr val="bg1"/>
                </a:solidFill>
                <a:effectLst>
                  <a:outerShdw blurRad="38100" dist="38100" dir="2700000" algn="tl">
                    <a:srgbClr val="000000"/>
                  </a:outerShdw>
                </a:effectLst>
                <a:ea typeface="华文新魏" pitchFamily="2" charset="-122"/>
              </a:rPr>
              <a:t> </a:t>
            </a:r>
            <a:r>
              <a:rPr kumimoji="1" lang="en-US" altLang="zh-CN" sz="1400" b="1">
                <a:solidFill>
                  <a:schemeClr val="bg1"/>
                </a:solidFill>
                <a:effectLst>
                  <a:outerShdw blurRad="38100" dist="38100" dir="2700000" algn="tl">
                    <a:srgbClr val="000000"/>
                  </a:outerShdw>
                </a:effectLst>
                <a:ea typeface="华文新魏" pitchFamily="2" charset="-122"/>
              </a:rPr>
              <a:t>(sentential Form)</a:t>
            </a:r>
          </a:p>
          <a:p>
            <a:pPr marL="342900" indent="-342900" algn="ctr">
              <a:spcBef>
                <a:spcPct val="25000"/>
              </a:spcBef>
              <a:buClr>
                <a:schemeClr val="folHlink"/>
              </a:buClr>
              <a:buSzPct val="75000"/>
              <a:buFont typeface="Monotype Sorts" pitchFamily="2" charset="2"/>
              <a:buNone/>
            </a:pPr>
            <a:r>
              <a:rPr kumimoji="1" lang="en-US" altLang="zh-CN" sz="2400" b="1">
                <a:solidFill>
                  <a:schemeClr val="bg1"/>
                </a:solidFill>
                <a:effectLst>
                  <a:outerShdw blurRad="38100" dist="38100" dir="2700000" algn="tl">
                    <a:srgbClr val="000000"/>
                  </a:outerShdw>
                </a:effectLst>
                <a:ea typeface="华文新魏" pitchFamily="2" charset="-122"/>
              </a:rPr>
              <a:t>(</a:t>
            </a:r>
            <a:r>
              <a:rPr kumimoji="1" lang="zh-CN" altLang="en-US" sz="2400" b="1">
                <a:solidFill>
                  <a:schemeClr val="bg1"/>
                </a:solidFill>
                <a:effectLst>
                  <a:outerShdw blurRad="38100" dist="38100" dir="2700000" algn="tl">
                    <a:srgbClr val="000000"/>
                  </a:outerShdw>
                </a:effectLst>
                <a:ea typeface="华文新魏" pitchFamily="2" charset="-122"/>
              </a:rPr>
              <a:t>归约</a:t>
            </a:r>
            <a:r>
              <a:rPr kumimoji="1" lang="en-US" altLang="zh-CN" sz="2400" b="1">
                <a:solidFill>
                  <a:schemeClr val="bg1"/>
                </a:solidFill>
                <a:effectLst>
                  <a:outerShdw blurRad="38100" dist="38100" dir="2700000" algn="tl">
                    <a:srgbClr val="000000"/>
                  </a:outerShdw>
                </a:effectLst>
                <a:ea typeface="华文新魏" pitchFamily="2" charset="-122"/>
              </a:rPr>
              <a:t>)</a:t>
            </a:r>
            <a:endParaRPr kumimoji="1" lang="en-US" altLang="zh-CN" sz="2800" b="1">
              <a:solidFill>
                <a:schemeClr val="bg1"/>
              </a:solidFill>
              <a:effectLst>
                <a:outerShdw blurRad="38100" dist="38100" dir="2700000" algn="tl">
                  <a:srgbClr val="000000"/>
                </a:outerShdw>
              </a:effectLst>
              <a:ea typeface="华文新魏" pitchFamily="2" charset="-122"/>
            </a:endParaRPr>
          </a:p>
        </p:txBody>
      </p:sp>
      <p:sp>
        <p:nvSpPr>
          <p:cNvPr id="465927" name="Rectangle 7"/>
          <p:cNvSpPr>
            <a:spLocks noChangeArrowheads="1"/>
          </p:cNvSpPr>
          <p:nvPr/>
        </p:nvSpPr>
        <p:spPr bwMode="auto">
          <a:xfrm>
            <a:off x="5988050" y="4657725"/>
            <a:ext cx="3048000" cy="1455738"/>
          </a:xfrm>
          <a:prstGeom prst="rect">
            <a:avLst/>
          </a:prstGeom>
          <a:solidFill>
            <a:schemeClr val="tx1"/>
          </a:solidFill>
          <a:ln w="9525">
            <a:noFill/>
            <a:miter lim="800000"/>
            <a:headEnd/>
            <a:tailEnd/>
          </a:ln>
          <a:effectLst/>
        </p:spPr>
        <p:txBody>
          <a:bodyPr lIns="92075" tIns="46038" rIns="92075" bIns="46038">
            <a:spAutoFit/>
          </a:bodyPr>
          <a:lstStyle/>
          <a:p>
            <a:pPr marL="342900" indent="-342900" algn="ctr">
              <a:lnSpc>
                <a:spcPct val="85000"/>
              </a:lnSpc>
              <a:spcBef>
                <a:spcPct val="20000"/>
              </a:spcBef>
              <a:buClr>
                <a:schemeClr val="folHlink"/>
              </a:buClr>
              <a:buSzPct val="75000"/>
              <a:buFont typeface="Monotype Sorts" pitchFamily="2" charset="2"/>
              <a:buNone/>
            </a:pPr>
            <a:r>
              <a:rPr kumimoji="1" lang="zh-CN" altLang="en-US" sz="3200" b="1">
                <a:solidFill>
                  <a:schemeClr val="bg1"/>
                </a:solidFill>
                <a:effectLst>
                  <a:outerShdw blurRad="38100" dist="38100" dir="2700000" algn="tl">
                    <a:srgbClr val="000000"/>
                  </a:outerShdw>
                </a:effectLst>
                <a:ea typeface="华文新魏" pitchFamily="2" charset="-122"/>
              </a:rPr>
              <a:t>施于最右变量</a:t>
            </a:r>
          </a:p>
          <a:p>
            <a:pPr marL="342900" indent="-342900" algn="ctr">
              <a:lnSpc>
                <a:spcPct val="85000"/>
              </a:lnSpc>
              <a:spcBef>
                <a:spcPct val="20000"/>
              </a:spcBef>
              <a:buClr>
                <a:schemeClr val="folHlink"/>
              </a:buClr>
              <a:buSzPct val="75000"/>
              <a:buFont typeface="Monotype Sorts" pitchFamily="2" charset="2"/>
              <a:buNone/>
            </a:pPr>
            <a:r>
              <a:rPr kumimoji="1" lang="zh-CN" altLang="en-US" sz="2400" b="1">
                <a:solidFill>
                  <a:schemeClr val="bg1"/>
                </a:solidFill>
                <a:effectLst>
                  <a:outerShdw blurRad="38100" dist="38100" dir="2700000" algn="tl">
                    <a:srgbClr val="000000"/>
                  </a:outerShdw>
                </a:effectLst>
                <a:ea typeface="华文新魏" pitchFamily="2" charset="-122"/>
              </a:rPr>
              <a:t>右句型/规范句型	 </a:t>
            </a:r>
            <a:r>
              <a:rPr kumimoji="1" lang="en-US" altLang="zh-CN" sz="1400" b="1">
                <a:solidFill>
                  <a:schemeClr val="bg1"/>
                </a:solidFill>
                <a:effectLst>
                  <a:outerShdw blurRad="38100" dist="38100" dir="2700000" algn="tl">
                    <a:srgbClr val="000000"/>
                  </a:outerShdw>
                </a:effectLst>
                <a:ea typeface="华文新魏" pitchFamily="2" charset="-122"/>
              </a:rPr>
              <a:t>(canonical ~) </a:t>
            </a:r>
          </a:p>
          <a:p>
            <a:pPr marL="342900" indent="-342900" algn="ctr">
              <a:lnSpc>
                <a:spcPct val="85000"/>
              </a:lnSpc>
              <a:spcBef>
                <a:spcPct val="20000"/>
              </a:spcBef>
              <a:buClr>
                <a:schemeClr val="folHlink"/>
              </a:buClr>
              <a:buSzPct val="75000"/>
              <a:buFont typeface="Monotype Sorts" pitchFamily="2" charset="2"/>
              <a:buNone/>
            </a:pPr>
            <a:r>
              <a:rPr kumimoji="1" lang="en-US" altLang="zh-CN" sz="2400" b="1">
                <a:solidFill>
                  <a:schemeClr val="bg1"/>
                </a:solidFill>
                <a:effectLst>
                  <a:outerShdw blurRad="38100" dist="38100" dir="2700000" algn="tl">
                    <a:srgbClr val="000000"/>
                  </a:outerShdw>
                </a:effectLst>
                <a:ea typeface="华文新魏" pitchFamily="2" charset="-122"/>
              </a:rPr>
              <a:t>(</a:t>
            </a:r>
            <a:r>
              <a:rPr kumimoji="1" lang="zh-CN" altLang="en-US" sz="2400" b="1">
                <a:solidFill>
                  <a:schemeClr val="bg1"/>
                </a:solidFill>
                <a:effectLst>
                  <a:outerShdw blurRad="38100" dist="38100" dir="2700000" algn="tl">
                    <a:srgbClr val="000000"/>
                  </a:outerShdw>
                </a:effectLst>
                <a:ea typeface="华文新魏" pitchFamily="2" charset="-122"/>
              </a:rPr>
              <a:t>最左/规范归约</a:t>
            </a:r>
            <a:r>
              <a:rPr kumimoji="1" lang="en-US" altLang="zh-CN" sz="2400" b="1">
                <a:solidFill>
                  <a:schemeClr val="bg1"/>
                </a:solidFill>
                <a:effectLst>
                  <a:outerShdw blurRad="38100" dist="38100" dir="2700000" algn="tl">
                    <a:srgbClr val="000000"/>
                  </a:outerShdw>
                </a:effectLst>
                <a:ea typeface="华文新魏" pitchFamily="2" charset="-122"/>
              </a:rPr>
              <a:t>)</a:t>
            </a:r>
          </a:p>
        </p:txBody>
      </p:sp>
      <p:sp>
        <p:nvSpPr>
          <p:cNvPr id="465928" name="Rectangle 8"/>
          <p:cNvSpPr>
            <a:spLocks noChangeArrowheads="1"/>
          </p:cNvSpPr>
          <p:nvPr/>
        </p:nvSpPr>
        <p:spPr bwMode="auto">
          <a:xfrm>
            <a:off x="2914650" y="4600575"/>
            <a:ext cx="2952750" cy="1493838"/>
          </a:xfrm>
          <a:prstGeom prst="rect">
            <a:avLst/>
          </a:prstGeom>
          <a:solidFill>
            <a:schemeClr val="tx1"/>
          </a:solidFill>
          <a:ln w="9525">
            <a:noFill/>
            <a:miter lim="800000"/>
            <a:headEnd/>
            <a:tailEnd/>
          </a:ln>
          <a:effectLst/>
        </p:spPr>
        <p:txBody>
          <a:bodyPr lIns="92075" tIns="46038" rIns="92075" bIns="46038">
            <a:spAutoFit/>
          </a:bodyPr>
          <a:lstStyle/>
          <a:p>
            <a:pPr marL="342900" indent="-342900" algn="ctr">
              <a:spcBef>
                <a:spcPct val="25000"/>
              </a:spcBef>
              <a:buClr>
                <a:schemeClr val="folHlink"/>
              </a:buClr>
              <a:buSzPct val="75000"/>
              <a:buFont typeface="Symbol" pitchFamily="18" charset="2"/>
              <a:buNone/>
            </a:pPr>
            <a:r>
              <a:rPr kumimoji="1" lang="zh-CN" altLang="en-US" sz="3200" b="1">
                <a:solidFill>
                  <a:schemeClr val="bg1"/>
                </a:solidFill>
                <a:effectLst>
                  <a:outerShdw blurRad="38100" dist="38100" dir="2700000" algn="tl">
                    <a:srgbClr val="000000"/>
                  </a:outerShdw>
                </a:effectLst>
                <a:ea typeface="华文新魏" pitchFamily="2" charset="-122"/>
              </a:rPr>
              <a:t>施于最左变量</a:t>
            </a:r>
          </a:p>
          <a:p>
            <a:pPr marL="342900" indent="-342900" algn="ctr">
              <a:spcBef>
                <a:spcPct val="25000"/>
              </a:spcBef>
              <a:buClr>
                <a:schemeClr val="folHlink"/>
              </a:buClr>
              <a:buSzPct val="75000"/>
              <a:buFont typeface="Monotype Sorts" pitchFamily="2" charset="2"/>
              <a:buNone/>
            </a:pPr>
            <a:r>
              <a:rPr kumimoji="1" lang="zh-CN" altLang="en-US" sz="2400" b="1">
                <a:solidFill>
                  <a:schemeClr val="bg1"/>
                </a:solidFill>
                <a:effectLst>
                  <a:outerShdw blurRad="38100" dist="38100" dir="2700000" algn="tl">
                    <a:srgbClr val="000000"/>
                  </a:outerShdw>
                </a:effectLst>
                <a:ea typeface="华文新魏" pitchFamily="2" charset="-122"/>
              </a:rPr>
              <a:t>左句型</a:t>
            </a:r>
            <a:r>
              <a:rPr kumimoji="1" lang="en-US" altLang="zh-CN" sz="1400" b="1">
                <a:solidFill>
                  <a:schemeClr val="bg1"/>
                </a:solidFill>
                <a:effectLst>
                  <a:outerShdw blurRad="38100" dist="38100" dir="2700000" algn="tl">
                    <a:srgbClr val="000000"/>
                  </a:outerShdw>
                </a:effectLst>
                <a:ea typeface="华文新魏" pitchFamily="2" charset="-122"/>
              </a:rPr>
              <a:t>(left-~) </a:t>
            </a:r>
          </a:p>
          <a:p>
            <a:pPr marL="342900" indent="-342900" algn="ctr">
              <a:spcBef>
                <a:spcPct val="25000"/>
              </a:spcBef>
              <a:buClr>
                <a:schemeClr val="folHlink"/>
              </a:buClr>
              <a:buSzPct val="75000"/>
              <a:buFont typeface="Monotype Sorts" pitchFamily="2" charset="2"/>
              <a:buNone/>
            </a:pPr>
            <a:r>
              <a:rPr kumimoji="1" lang="en-US" altLang="zh-CN" sz="2400" b="1">
                <a:solidFill>
                  <a:schemeClr val="bg1"/>
                </a:solidFill>
                <a:effectLst>
                  <a:outerShdw blurRad="38100" dist="38100" dir="2700000" algn="tl">
                    <a:srgbClr val="000000"/>
                  </a:outerShdw>
                </a:effectLst>
                <a:ea typeface="华文新魏" pitchFamily="2" charset="-122"/>
              </a:rPr>
              <a:t>(</a:t>
            </a:r>
            <a:r>
              <a:rPr kumimoji="1" lang="zh-CN" altLang="en-US" sz="2400" b="1">
                <a:solidFill>
                  <a:schemeClr val="bg1"/>
                </a:solidFill>
                <a:effectLst>
                  <a:outerShdw blurRad="38100" dist="38100" dir="2700000" algn="tl">
                    <a:srgbClr val="000000"/>
                  </a:outerShdw>
                </a:effectLst>
                <a:ea typeface="华文新魏" pitchFamily="2" charset="-122"/>
              </a:rPr>
              <a:t>最右归约</a:t>
            </a:r>
            <a:r>
              <a:rPr kumimoji="1" lang="en-US" altLang="zh-CN" sz="2400" b="1">
                <a:solidFill>
                  <a:schemeClr val="bg1"/>
                </a:solidFill>
                <a:effectLst>
                  <a:outerShdw blurRad="38100" dist="38100" dir="2700000" algn="tl">
                    <a:srgbClr val="000000"/>
                  </a:outerShdw>
                </a:effectLst>
                <a:ea typeface="华文新魏" pitchFamily="2" charset="-122"/>
              </a:rPr>
              <a:t>)</a:t>
            </a:r>
            <a:endParaRPr kumimoji="1" lang="en-US" altLang="zh-CN" sz="2800" b="1">
              <a:solidFill>
                <a:schemeClr val="bg1"/>
              </a:solidFill>
              <a:effectLst>
                <a:outerShdw blurRad="38100" dist="38100" dir="2700000" algn="tl">
                  <a:srgbClr val="000000"/>
                </a:outerShdw>
              </a:effectLst>
              <a:ea typeface="华文新魏" pitchFamily="2" charset="-122"/>
            </a:endParaRPr>
          </a:p>
        </p:txBody>
      </p:sp>
      <p:sp>
        <p:nvSpPr>
          <p:cNvPr id="465932" name="Rectangle 12"/>
          <p:cNvSpPr>
            <a:spLocks noChangeArrowheads="1"/>
          </p:cNvSpPr>
          <p:nvPr/>
        </p:nvSpPr>
        <p:spPr bwMode="auto">
          <a:xfrm>
            <a:off x="323850" y="6113463"/>
            <a:ext cx="8496300" cy="519112"/>
          </a:xfrm>
          <a:prstGeom prst="rect">
            <a:avLst/>
          </a:prstGeom>
          <a:noFill/>
          <a:ln w="9525">
            <a:noFill/>
            <a:miter lim="800000"/>
            <a:headEnd/>
            <a:tailEnd/>
          </a:ln>
          <a:effectLst/>
        </p:spPr>
        <p:txBody>
          <a:bodyPr lIns="92075" tIns="46038" rIns="92075" bIns="46038">
            <a:spAutoFit/>
          </a:bodyPr>
          <a:lstStyle/>
          <a:p>
            <a:pPr marL="190500" lvl="1">
              <a:spcBef>
                <a:spcPct val="50000"/>
              </a:spcBef>
              <a:buClr>
                <a:schemeClr val="folHlink"/>
              </a:buClr>
              <a:buSzPct val="75000"/>
              <a:buFont typeface="Symbol" pitchFamily="18" charset="2"/>
              <a:buNone/>
            </a:pPr>
            <a:r>
              <a:rPr kumimoji="1" lang="en-US" altLang="zh-CN" sz="2800" b="1">
                <a:effectLst>
                  <a:outerShdw blurRad="38100" dist="38100" dir="2700000" algn="tl">
                    <a:srgbClr val="C0C0C0"/>
                  </a:outerShdw>
                </a:effectLst>
              </a:rPr>
              <a:t>E</a:t>
            </a:r>
            <a:r>
              <a:rPr kumimoji="1" lang="en-US" altLang="zh-CN" sz="2800" b="1">
                <a:effectLst>
                  <a:outerShdw blurRad="38100" dist="38100" dir="2700000" algn="tl">
                    <a:srgbClr val="C0C0C0"/>
                  </a:outerShdw>
                </a:effectLst>
                <a:sym typeface="Symbol" pitchFamily="18" charset="2"/>
              </a:rPr>
              <a:t></a:t>
            </a:r>
            <a:r>
              <a:rPr kumimoji="1" lang="en-US" altLang="zh-CN" sz="2800" b="1" baseline="30000">
                <a:effectLst>
                  <a:outerShdw blurRad="38100" dist="38100" dir="2700000" algn="tl">
                    <a:srgbClr val="C0C0C0"/>
                  </a:outerShdw>
                </a:effectLst>
                <a:sym typeface="Symbol" pitchFamily="18" charset="2"/>
              </a:rPr>
              <a:t>5</a:t>
            </a:r>
            <a:r>
              <a:rPr kumimoji="1" lang="en-US" altLang="zh-CN" sz="2800" b="1">
                <a:effectLst>
                  <a:outerShdw blurRad="38100" dist="38100" dir="2700000" algn="tl">
                    <a:srgbClr val="C0C0C0"/>
                  </a:outerShdw>
                </a:effectLst>
                <a:sym typeface="Symbol" pitchFamily="18" charset="2"/>
              </a:rPr>
              <a:t> </a:t>
            </a:r>
            <a:r>
              <a:rPr kumimoji="1" lang="en-US" altLang="zh-CN" sz="2800" b="1">
                <a:effectLst>
                  <a:outerShdw blurRad="38100" dist="38100" dir="2700000" algn="tl">
                    <a:srgbClr val="C0C0C0"/>
                  </a:outerShdw>
                </a:effectLst>
              </a:rPr>
              <a:t>id+id*id</a:t>
            </a:r>
            <a:r>
              <a:rPr kumimoji="1" lang="en-US" altLang="zh-CN" sz="2800"/>
              <a:t> 	</a:t>
            </a:r>
            <a:r>
              <a:rPr kumimoji="1" lang="en-US" altLang="zh-CN" sz="2800" b="1">
                <a:effectLst>
                  <a:outerShdw blurRad="38100" dist="38100" dir="2700000" algn="tl">
                    <a:srgbClr val="C0C0C0"/>
                  </a:outerShdw>
                </a:effectLst>
                <a:ea typeface="华文新魏" pitchFamily="2" charset="-122"/>
              </a:rPr>
              <a:t>E</a:t>
            </a:r>
            <a:r>
              <a:rPr kumimoji="1" lang="en-US" altLang="zh-CN" sz="2800" b="1">
                <a:effectLst>
                  <a:outerShdw blurRad="38100" dist="38100" dir="2700000" algn="tl">
                    <a:srgbClr val="C0C0C0"/>
                  </a:outerShdw>
                </a:effectLst>
                <a:ea typeface="华文新魏" pitchFamily="2" charset="-122"/>
                <a:sym typeface="Symbol" pitchFamily="18" charset="2"/>
              </a:rPr>
              <a:t></a:t>
            </a:r>
            <a:r>
              <a:rPr kumimoji="1" lang="en-US" altLang="zh-CN" sz="2800" b="1" baseline="30000">
                <a:effectLst>
                  <a:outerShdw blurRad="38100" dist="38100" dir="2700000" algn="tl">
                    <a:srgbClr val="C0C0C0"/>
                  </a:outerShdw>
                </a:effectLst>
                <a:ea typeface="华文新魏" pitchFamily="2" charset="-122"/>
                <a:sym typeface="Symbol" pitchFamily="18" charset="2"/>
              </a:rPr>
              <a:t>+</a:t>
            </a:r>
            <a:r>
              <a:rPr kumimoji="1" lang="en-US" altLang="zh-CN" sz="2800" b="1">
                <a:effectLst>
                  <a:outerShdw blurRad="38100" dist="38100" dir="2700000" algn="tl">
                    <a:srgbClr val="C0C0C0"/>
                  </a:outerShdw>
                </a:effectLst>
                <a:ea typeface="华文新魏" pitchFamily="2" charset="-122"/>
                <a:sym typeface="Symbol" pitchFamily="18" charset="2"/>
              </a:rPr>
              <a:t> </a:t>
            </a:r>
            <a:r>
              <a:rPr kumimoji="1" lang="en-US" altLang="zh-CN" sz="2800" b="1">
                <a:effectLst>
                  <a:outerShdw blurRad="38100" dist="38100" dir="2700000" algn="tl">
                    <a:srgbClr val="C0C0C0"/>
                  </a:outerShdw>
                </a:effectLst>
                <a:ea typeface="华文新魏" pitchFamily="2" charset="-122"/>
              </a:rPr>
              <a:t>id+id*id	</a:t>
            </a:r>
            <a:r>
              <a:rPr kumimoji="1" lang="en-US" altLang="zh-CN" sz="2800" b="1">
                <a:effectLst>
                  <a:outerShdw blurRad="38100" dist="38100" dir="2700000" algn="tl">
                    <a:srgbClr val="C0C0C0"/>
                  </a:outerShdw>
                </a:effectLst>
              </a:rPr>
              <a:t>E</a:t>
            </a:r>
            <a:r>
              <a:rPr kumimoji="1" lang="en-US" altLang="zh-CN" sz="2800" b="1">
                <a:effectLst>
                  <a:outerShdw blurRad="38100" dist="38100" dir="2700000" algn="tl">
                    <a:srgbClr val="C0C0C0"/>
                  </a:outerShdw>
                </a:effectLst>
                <a:sym typeface="Symbol" pitchFamily="18" charset="2"/>
              </a:rPr>
              <a:t></a:t>
            </a:r>
            <a:r>
              <a:rPr kumimoji="1" lang="en-US" altLang="zh-CN" sz="2800" b="1" baseline="30000">
                <a:effectLst>
                  <a:outerShdw blurRad="38100" dist="38100" dir="2700000" algn="tl">
                    <a:srgbClr val="C0C0C0"/>
                  </a:outerShdw>
                </a:effectLst>
                <a:sym typeface="Symbol" pitchFamily="18" charset="2"/>
              </a:rPr>
              <a:t>*</a:t>
            </a:r>
            <a:r>
              <a:rPr kumimoji="1" lang="en-US" altLang="zh-CN" sz="2800" b="1">
                <a:effectLst>
                  <a:outerShdw blurRad="38100" dist="38100" dir="2700000" algn="tl">
                    <a:srgbClr val="C0C0C0"/>
                  </a:outerShdw>
                </a:effectLst>
                <a:sym typeface="Symbol" pitchFamily="18" charset="2"/>
              </a:rPr>
              <a:t> </a:t>
            </a:r>
            <a:r>
              <a:rPr kumimoji="1" lang="en-US" altLang="zh-CN" sz="2800" b="1">
                <a:effectLst>
                  <a:outerShdw blurRad="38100" dist="38100" dir="2700000" algn="tl">
                    <a:srgbClr val="C0C0C0"/>
                  </a:outerShdw>
                </a:effectLst>
              </a:rPr>
              <a:t>id+id*id</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712FC68-A182-4223-B0D8-A421B944F345}" type="datetime1">
              <a:rPr lang="zh-CN" altLang="en-US"/>
              <a:pPr/>
              <a:t>2017/2/24</a:t>
            </a:fld>
            <a:endParaRPr lang="en-US" altLang="zh-CN"/>
          </a:p>
        </p:txBody>
      </p:sp>
      <p:sp>
        <p:nvSpPr>
          <p:cNvPr id="4710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9EB2A02-BA89-44C6-831A-21366A1C4988}" type="slidenum">
              <a:rPr lang="zh-CN" altLang="en-US"/>
              <a:pPr/>
              <a:t>44</a:t>
            </a:fld>
            <a:endParaRPr lang="en-US" altLang="zh-CN"/>
          </a:p>
        </p:txBody>
      </p:sp>
      <p:sp>
        <p:nvSpPr>
          <p:cNvPr id="47108" name="Rectangle 2"/>
          <p:cNvSpPr>
            <a:spLocks noGrp="1" noRot="1" noChangeArrowheads="1"/>
          </p:cNvSpPr>
          <p:nvPr>
            <p:ph type="title"/>
          </p:nvPr>
        </p:nvSpPr>
        <p:spPr>
          <a:xfrm>
            <a:off x="762000" y="609600"/>
            <a:ext cx="6248400" cy="989013"/>
          </a:xfrm>
        </p:spPr>
        <p:txBody>
          <a:bodyPr/>
          <a:lstStyle/>
          <a:p>
            <a:pPr eaLnBrk="1" hangingPunct="1"/>
            <a:r>
              <a:rPr lang="zh-CN" altLang="en-US" sz="4000" b="1" smtClean="0">
                <a:solidFill>
                  <a:srgbClr val="000099"/>
                </a:solidFill>
                <a:latin typeface="Times New Roman" pitchFamily="18" charset="0"/>
                <a:ea typeface="华文新魏" pitchFamily="2" charset="-122"/>
              </a:rPr>
              <a:t>最左推导与最右推导</a:t>
            </a:r>
            <a:endParaRPr lang="en-US" altLang="zh-CN" sz="2400" b="1" smtClean="0">
              <a:solidFill>
                <a:srgbClr val="000099"/>
              </a:solidFill>
              <a:latin typeface="Times New Roman" pitchFamily="18" charset="0"/>
              <a:ea typeface="华文新魏" pitchFamily="2" charset="-122"/>
            </a:endParaRPr>
          </a:p>
        </p:txBody>
      </p:sp>
      <p:sp>
        <p:nvSpPr>
          <p:cNvPr id="466947" name="Rectangle 3"/>
          <p:cNvSpPr>
            <a:spLocks noGrp="1" noRot="1" noChangeArrowheads="1"/>
          </p:cNvSpPr>
          <p:nvPr>
            <p:ph type="body" idx="1"/>
          </p:nvPr>
        </p:nvSpPr>
        <p:spPr>
          <a:xfrm>
            <a:off x="685800" y="1981200"/>
            <a:ext cx="7772400" cy="4343400"/>
          </a:xfrm>
        </p:spPr>
        <p:txBody>
          <a:bodyPr/>
          <a:lstStyle/>
          <a:p>
            <a:pPr marL="0" indent="0" eaLnBrk="1" hangingPunct="1"/>
            <a:r>
              <a:rPr lang="zh-CN" altLang="en-US" b="1" smtClean="0">
                <a:solidFill>
                  <a:srgbClr val="990099"/>
                </a:solidFill>
                <a:latin typeface="Times New Roman" pitchFamily="18" charset="0"/>
                <a:ea typeface="华文新魏" pitchFamily="2" charset="-122"/>
              </a:rPr>
              <a:t>最左推导</a:t>
            </a:r>
            <a:r>
              <a:rPr lang="en-US" altLang="zh-CN" b="1" smtClean="0">
                <a:solidFill>
                  <a:srgbClr val="990099"/>
                </a:solidFill>
                <a:latin typeface="Times New Roman" pitchFamily="18" charset="0"/>
                <a:ea typeface="华文新魏" pitchFamily="2" charset="-122"/>
              </a:rPr>
              <a:t>(Left-most Derivation)</a:t>
            </a:r>
          </a:p>
          <a:p>
            <a:pPr marL="198438" lvl="1" indent="0" eaLnBrk="1" hangingPunct="1"/>
            <a:r>
              <a:rPr lang="zh-CN" altLang="en-US" sz="3200" b="1" smtClean="0">
                <a:latin typeface="Times New Roman" pitchFamily="18" charset="0"/>
                <a:ea typeface="华文新魏" pitchFamily="2" charset="-122"/>
              </a:rPr>
              <a:t>每次推导都施加在句型最左边的语法变量上——与最右归约对应</a:t>
            </a:r>
          </a:p>
          <a:p>
            <a:pPr marL="0" indent="0" eaLnBrk="1" hangingPunct="1">
              <a:spcBef>
                <a:spcPct val="100000"/>
              </a:spcBef>
            </a:pPr>
            <a:r>
              <a:rPr lang="zh-CN" altLang="en-US" b="1" smtClean="0">
                <a:solidFill>
                  <a:srgbClr val="990099"/>
                </a:solidFill>
                <a:latin typeface="Times New Roman" pitchFamily="18" charset="0"/>
                <a:ea typeface="华文新魏" pitchFamily="2" charset="-122"/>
              </a:rPr>
              <a:t>最右推导</a:t>
            </a:r>
            <a:r>
              <a:rPr lang="en-US" altLang="zh-CN" b="1" smtClean="0">
                <a:solidFill>
                  <a:srgbClr val="990099"/>
                </a:solidFill>
                <a:latin typeface="Times New Roman" pitchFamily="18" charset="0"/>
                <a:ea typeface="华文新魏" pitchFamily="2" charset="-122"/>
              </a:rPr>
              <a:t>(Right-most Derivation)</a:t>
            </a:r>
          </a:p>
          <a:p>
            <a:pPr marL="198438" lvl="1" indent="0" eaLnBrk="1" hangingPunct="1"/>
            <a:r>
              <a:rPr lang="zh-CN" altLang="en-US" sz="3200" b="1" smtClean="0">
                <a:latin typeface="Times New Roman" pitchFamily="18" charset="0"/>
                <a:ea typeface="华文新魏" pitchFamily="2" charset="-122"/>
              </a:rPr>
              <a:t>每次推导都施加在句型最右边的语法变量上——与最左归约</a:t>
            </a:r>
            <a:r>
              <a:rPr lang="en-US" altLang="zh-CN" sz="3200" b="1" smtClean="0">
                <a:latin typeface="Times New Roman" pitchFamily="18" charset="0"/>
                <a:ea typeface="华文新魏" pitchFamily="2" charset="-122"/>
              </a:rPr>
              <a:t>(</a:t>
            </a:r>
            <a:r>
              <a:rPr lang="zh-CN" altLang="en-US" sz="3200" b="1" smtClean="0">
                <a:latin typeface="Times New Roman" pitchFamily="18" charset="0"/>
                <a:ea typeface="华文新魏" pitchFamily="2" charset="-122"/>
              </a:rPr>
              <a:t>规范规约</a:t>
            </a:r>
            <a:r>
              <a:rPr lang="en-US" altLang="zh-CN" sz="3200" b="1" smtClean="0">
                <a:latin typeface="Times New Roman" pitchFamily="18" charset="0"/>
                <a:ea typeface="华文新魏" pitchFamily="2" charset="-122"/>
              </a:rPr>
              <a:t>)</a:t>
            </a:r>
            <a:r>
              <a:rPr lang="zh-CN" altLang="en-US" sz="3200" b="1" smtClean="0">
                <a:latin typeface="Times New Roman" pitchFamily="18" charset="0"/>
                <a:ea typeface="华文新魏" pitchFamily="2" charset="-122"/>
              </a:rPr>
              <a:t>对应的规范</a:t>
            </a:r>
            <a:r>
              <a:rPr lang="en-US" altLang="zh-CN" sz="3200" b="1" smtClean="0">
                <a:latin typeface="Times New Roman" pitchFamily="18" charset="0"/>
                <a:ea typeface="华文新魏" pitchFamily="2" charset="-122"/>
              </a:rPr>
              <a:t>(Canonical)</a:t>
            </a:r>
            <a:r>
              <a:rPr lang="zh-CN" altLang="en-US" sz="3200" b="1" smtClean="0">
                <a:latin typeface="Times New Roman" pitchFamily="18" charset="0"/>
                <a:ea typeface="华文新魏" pitchFamily="2" charset="-122"/>
              </a:rPr>
              <a:t>句型</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03E220F-85C5-49D5-9FED-B55F55462B8A}" type="datetime1">
              <a:rPr lang="zh-CN" altLang="en-US"/>
              <a:pPr/>
              <a:t>2017/2/24</a:t>
            </a:fld>
            <a:endParaRPr lang="en-US" altLang="zh-CN"/>
          </a:p>
        </p:txBody>
      </p:sp>
      <p:sp>
        <p:nvSpPr>
          <p:cNvPr id="4813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F2FF3AB2-46AD-4CA6-91B4-A8EB3693B7ED}" type="slidenum">
              <a:rPr lang="zh-CN" altLang="en-US"/>
              <a:pPr/>
              <a:t>45</a:t>
            </a:fld>
            <a:endParaRPr lang="en-US" altLang="zh-CN"/>
          </a:p>
        </p:txBody>
      </p:sp>
      <p:sp>
        <p:nvSpPr>
          <p:cNvPr id="48132" name="Rectangle 2"/>
          <p:cNvSpPr>
            <a:spLocks noGrp="1" noRot="1" noChangeArrowheads="1"/>
          </p:cNvSpPr>
          <p:nvPr>
            <p:ph type="title"/>
          </p:nvPr>
        </p:nvSpPr>
        <p:spPr>
          <a:xfrm>
            <a:off x="971550" y="620713"/>
            <a:ext cx="6838950" cy="655637"/>
          </a:xfrm>
        </p:spPr>
        <p:txBody>
          <a:bodyPr/>
          <a:lstStyle/>
          <a:p>
            <a:pPr eaLnBrk="1" hangingPunct="1"/>
            <a:r>
              <a:rPr lang="zh-CN" altLang="en-US" b="1" smtClean="0">
                <a:latin typeface="Times New Roman" pitchFamily="18" charset="0"/>
                <a:ea typeface="华文新魏" pitchFamily="2" charset="-122"/>
              </a:rPr>
              <a:t>例2-2  标识符的文法1</a:t>
            </a:r>
          </a:p>
        </p:txBody>
      </p:sp>
      <p:sp>
        <p:nvSpPr>
          <p:cNvPr id="309251" name="Rectangle 3"/>
          <p:cNvSpPr>
            <a:spLocks noGrp="1" noRot="1" noChangeArrowheads="1"/>
          </p:cNvSpPr>
          <p:nvPr>
            <p:ph type="body" idx="1"/>
          </p:nvPr>
        </p:nvSpPr>
        <p:spPr>
          <a:xfrm>
            <a:off x="468313" y="1844675"/>
            <a:ext cx="8134350" cy="4464050"/>
          </a:xfrm>
        </p:spPr>
        <p:txBody>
          <a:bodyPr/>
          <a:lstStyle/>
          <a:p>
            <a:pPr eaLnBrk="1" hangingPunct="1">
              <a:lnSpc>
                <a:spcPct val="80000"/>
              </a:lnSpc>
            </a:pPr>
            <a:r>
              <a:rPr lang="zh-CN" altLang="en-US" sz="2800" b="1" smtClean="0">
                <a:latin typeface="Times New Roman" pitchFamily="18" charset="0"/>
                <a:ea typeface="华文新魏" pitchFamily="2" charset="-122"/>
              </a:rPr>
              <a:t>标识符：字母开头的字母数字串</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递归定义</a:t>
            </a:r>
            <a:r>
              <a:rPr lang="en-US" altLang="zh-CN" sz="2800" b="1" smtClean="0">
                <a:latin typeface="Times New Roman" pitchFamily="18" charset="0"/>
                <a:ea typeface="华文新魏" pitchFamily="2" charset="-122"/>
              </a:rPr>
              <a:t>)</a:t>
            </a:r>
          </a:p>
          <a:p>
            <a:pPr eaLnBrk="1" hangingPunct="1">
              <a:lnSpc>
                <a:spcPct val="80000"/>
              </a:lnSpc>
            </a:pPr>
            <a:r>
              <a:rPr lang="zh-CN" altLang="en-US" sz="2800" b="1" smtClean="0">
                <a:latin typeface="Times New Roman" pitchFamily="18" charset="0"/>
                <a:ea typeface="华文新魏" pitchFamily="2" charset="-122"/>
              </a:rPr>
              <a:t>“符号化”：</a:t>
            </a:r>
            <a:r>
              <a:rPr lang="en-US" altLang="zh-CN" sz="2800" b="1" smtClean="0">
                <a:latin typeface="Times New Roman" pitchFamily="18" charset="0"/>
                <a:ea typeface="华文新魏" pitchFamily="2" charset="-122"/>
              </a:rPr>
              <a:t>I</a:t>
            </a:r>
            <a:r>
              <a:rPr lang="en-US" altLang="zh-CN" sz="2000" b="1" smtClean="0">
                <a:latin typeface="Times New Roman" pitchFamily="18" charset="0"/>
                <a:ea typeface="华文新魏" pitchFamily="2" charset="-122"/>
              </a:rPr>
              <a:t>dentifier</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标识符，</a:t>
            </a:r>
            <a:r>
              <a:rPr lang="en-US" altLang="zh-CN" sz="2800" b="1" smtClean="0">
                <a:latin typeface="Times New Roman" pitchFamily="18" charset="0"/>
                <a:ea typeface="华文新魏" pitchFamily="2" charset="-122"/>
              </a:rPr>
              <a:t>L</a:t>
            </a:r>
            <a:r>
              <a:rPr lang="en-US" altLang="zh-CN" sz="2000" b="1" smtClean="0">
                <a:latin typeface="Times New Roman" pitchFamily="18" charset="0"/>
                <a:ea typeface="华文新魏" pitchFamily="2" charset="-122"/>
              </a:rPr>
              <a:t>etter</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字母，</a:t>
            </a:r>
            <a:r>
              <a:rPr lang="en-US" altLang="zh-CN" sz="2800" b="1" smtClean="0">
                <a:latin typeface="Times New Roman" pitchFamily="18" charset="0"/>
                <a:ea typeface="华文新魏" pitchFamily="2" charset="-122"/>
              </a:rPr>
              <a:t>N</a:t>
            </a:r>
            <a:r>
              <a:rPr lang="en-US" altLang="zh-CN" sz="2000" b="1" smtClean="0">
                <a:latin typeface="Times New Roman" pitchFamily="18" charset="0"/>
                <a:ea typeface="华文新魏" pitchFamily="2" charset="-122"/>
              </a:rPr>
              <a:t>umber</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数字，</a:t>
            </a:r>
            <a:r>
              <a:rPr lang="en-US" altLang="zh-CN" sz="2800" b="1" smtClean="0">
                <a:latin typeface="Times New Roman" pitchFamily="18" charset="0"/>
                <a:ea typeface="华文新魏" pitchFamily="2" charset="-122"/>
              </a:rPr>
              <a:t>T</a:t>
            </a:r>
            <a:r>
              <a:rPr lang="en-US" altLang="zh-CN" sz="2000" b="1" smtClean="0">
                <a:latin typeface="Times New Roman" pitchFamily="18" charset="0"/>
                <a:ea typeface="华文新魏" pitchFamily="2" charset="-122"/>
              </a:rPr>
              <a:t>ail</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尾</a:t>
            </a:r>
          </a:p>
          <a:p>
            <a:pPr eaLnBrk="1" hangingPunct="1">
              <a:lnSpc>
                <a:spcPct val="80000"/>
              </a:lnSpc>
            </a:pPr>
            <a:r>
              <a:rPr lang="en-US" altLang="zh-CN" sz="2800" b="1" smtClean="0">
                <a:latin typeface="Times New Roman" pitchFamily="18" charset="0"/>
                <a:ea typeface="华文新魏" pitchFamily="2" charset="-122"/>
              </a:rPr>
              <a:t>G</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t>
            </a:r>
          </a:p>
          <a:p>
            <a:pPr eaLnBrk="1" hangingPunct="1">
              <a:lnSpc>
                <a:spcPct val="80000"/>
              </a:lnSpc>
              <a:buFont typeface="Wingdings" pitchFamily="2" charset="2"/>
              <a:buNone/>
            </a:pPr>
            <a:r>
              <a:rPr lang="en-US" altLang="zh-CN" sz="2800" b="1" smtClean="0">
                <a:latin typeface="Times New Roman" pitchFamily="18" charset="0"/>
                <a:ea typeface="华文新魏" pitchFamily="2" charset="-122"/>
              </a:rPr>
              <a:t>    I  → L | LT</a:t>
            </a:r>
          </a:p>
          <a:p>
            <a:pPr eaLnBrk="1" hangingPunct="1">
              <a:lnSpc>
                <a:spcPct val="80000"/>
              </a:lnSpc>
              <a:buFont typeface="Wingdings" pitchFamily="2" charset="2"/>
              <a:buNone/>
            </a:pPr>
            <a:r>
              <a:rPr lang="en-US" altLang="zh-CN" sz="2800" b="1" smtClean="0">
                <a:latin typeface="Times New Roman" pitchFamily="18" charset="0"/>
                <a:ea typeface="华文新魏" pitchFamily="2" charset="-122"/>
              </a:rPr>
              <a:t>	T → L | N | LT | NT </a:t>
            </a:r>
          </a:p>
          <a:p>
            <a:pPr eaLnBrk="1" hangingPunct="1">
              <a:lnSpc>
                <a:spcPct val="80000"/>
              </a:lnSpc>
              <a:buFont typeface="Wingdings" pitchFamily="2" charset="2"/>
              <a:buNone/>
            </a:pPr>
            <a:r>
              <a:rPr lang="en-US" altLang="zh-CN" sz="2800" b="1" smtClean="0">
                <a:latin typeface="Times New Roman" pitchFamily="18" charset="0"/>
                <a:ea typeface="华文新魏" pitchFamily="2" charset="-122"/>
              </a:rPr>
              <a:t>	L → a | b | c | d				letter</a:t>
            </a:r>
          </a:p>
          <a:p>
            <a:pPr eaLnBrk="1" hangingPunct="1">
              <a:lnSpc>
                <a:spcPct val="80000"/>
              </a:lnSpc>
              <a:buFont typeface="Wingdings" pitchFamily="2" charset="2"/>
              <a:buNone/>
            </a:pPr>
            <a:r>
              <a:rPr lang="en-US" altLang="zh-CN" sz="2800" b="1" smtClean="0">
                <a:latin typeface="Times New Roman" pitchFamily="18" charset="0"/>
                <a:ea typeface="华文新魏" pitchFamily="2" charset="-122"/>
              </a:rPr>
              <a:t>	N → 0 | 1 | 2 | 3 | 4 | 5	    		digit</a:t>
            </a:r>
          </a:p>
          <a:p>
            <a:pPr eaLnBrk="1" hangingPunct="1">
              <a:lnSpc>
                <a:spcPct val="80000"/>
              </a:lnSpc>
              <a:buFont typeface="Wingdings" pitchFamily="2" charset="2"/>
              <a:buNone/>
            </a:pPr>
            <a:endParaRPr lang="en-US" altLang="zh-CN" sz="2800" b="1" smtClean="0">
              <a:latin typeface="Times New Roman" pitchFamily="18" charset="0"/>
              <a:ea typeface="华文新魏" pitchFamily="2" charset="-122"/>
            </a:endParaRPr>
          </a:p>
          <a:p>
            <a:pPr eaLnBrk="1" hangingPunct="1">
              <a:lnSpc>
                <a:spcPct val="80000"/>
              </a:lnSpc>
            </a:pP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正整数的文法；正实数的文法</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日期占位符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562DD14-634A-42EA-AA35-AB0C07E3AAC3}" type="datetime1">
              <a:rPr lang="zh-CN" altLang="en-US">
                <a:latin typeface="Times New Roman" pitchFamily="18" charset="0"/>
              </a:rPr>
              <a:pPr/>
              <a:t>2017/2/24</a:t>
            </a:fld>
            <a:endParaRPr lang="en-US" altLang="zh-CN">
              <a:latin typeface="Times New Roman" pitchFamily="18" charset="0"/>
            </a:endParaRPr>
          </a:p>
        </p:txBody>
      </p:sp>
      <p:sp>
        <p:nvSpPr>
          <p:cNvPr id="49155" name="灯片编号占位符 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C06A9D9-9E31-4519-B44A-CE4A3DFE1790}" type="slidenum">
              <a:rPr lang="zh-CN" altLang="en-US">
                <a:latin typeface="Times New Roman" pitchFamily="18" charset="0"/>
              </a:rPr>
              <a:pPr/>
              <a:t>46</a:t>
            </a:fld>
            <a:endParaRPr lang="en-US" altLang="zh-CN">
              <a:latin typeface="Times New Roman" pitchFamily="18" charset="0"/>
            </a:endParaRPr>
          </a:p>
        </p:txBody>
      </p:sp>
      <p:sp>
        <p:nvSpPr>
          <p:cNvPr id="365570" name="Rectangle 2"/>
          <p:cNvSpPr>
            <a:spLocks noGrp="1" noRot="1" noChangeArrowheads="1"/>
          </p:cNvSpPr>
          <p:nvPr>
            <p:ph type="title" sz="quarter"/>
          </p:nvPr>
        </p:nvSpPr>
        <p:spPr/>
        <p:txBody>
          <a:bodyPr/>
          <a:lstStyle/>
          <a:p>
            <a:pPr eaLnBrk="1" hangingPunct="1"/>
            <a:r>
              <a:rPr lang="zh-CN" altLang="en-US" sz="5400" b="1" smtClean="0">
                <a:solidFill>
                  <a:srgbClr val="000099"/>
                </a:solidFill>
                <a:latin typeface="Times New Roman" pitchFamily="18" charset="0"/>
                <a:ea typeface="华文新魏" pitchFamily="2" charset="-122"/>
              </a:rPr>
              <a:t>不同类型的文法</a:t>
            </a:r>
            <a:endParaRPr lang="en-US" altLang="zh-CN" sz="5400" b="1" smtClean="0">
              <a:solidFill>
                <a:srgbClr val="000099"/>
              </a:solidFill>
              <a:latin typeface="Times New Roman" pitchFamily="18" charset="0"/>
              <a:ea typeface="华文新魏" pitchFamily="2" charset="-122"/>
            </a:endParaRPr>
          </a:p>
        </p:txBody>
      </p:sp>
      <p:graphicFrame>
        <p:nvGraphicFramePr>
          <p:cNvPr id="49203" name="Group 51"/>
          <p:cNvGraphicFramePr>
            <a:graphicFrameLocks noGrp="1"/>
          </p:cNvGraphicFramePr>
          <p:nvPr>
            <p:ph sz="quarter" idx="1"/>
          </p:nvPr>
        </p:nvGraphicFramePr>
        <p:xfrm>
          <a:off x="301625" y="1628775"/>
          <a:ext cx="1606550" cy="4810125"/>
        </p:xfrm>
        <a:graphic>
          <a:graphicData uri="http://schemas.openxmlformats.org/drawingml/2006/table">
            <a:tbl>
              <a:tblPr/>
              <a:tblGrid>
                <a:gridCol w="1606550">
                  <a:extLst>
                    <a:ext uri="{9D8B030D-6E8A-4147-A177-3AD203B41FA5}">
                      <a16:colId xmlns:a16="http://schemas.microsoft.com/office/drawing/2014/main" val="20000"/>
                    </a:ext>
                  </a:extLst>
                </a:gridCol>
              </a:tblGrid>
              <a:tr h="1152525">
                <a:tc>
                  <a:txBody>
                    <a:bodyPr/>
                    <a:lstStyle/>
                    <a:p>
                      <a:pPr marL="0" marR="0" lvl="0" indent="0" algn="ctr" defTabSz="914400" rtl="0" eaLnBrk="1" fontAlgn="base" latinLnBrk="0" hangingPunct="1">
                        <a:lnSpc>
                          <a:spcPct val="120000"/>
                        </a:lnSpc>
                        <a:spcBef>
                          <a:spcPct val="20000"/>
                        </a:spcBef>
                        <a:spcAft>
                          <a:spcPct val="0"/>
                        </a:spcAft>
                        <a:buClr>
                          <a:schemeClr val="hlink"/>
                        </a:buClr>
                        <a:buSzPct val="75000"/>
                        <a:buFont typeface="Wingdings" pitchFamily="2" charset="2"/>
                        <a:buNone/>
                        <a:tabLst/>
                      </a:pPr>
                      <a:endParaRPr kumimoji="0" lang="zh-CN" altLang="en-US" sz="2600" b="1" i="0" u="none" strike="noStrike" cap="none" normalizeH="0" baseline="0" smtClean="0">
                        <a:ln>
                          <a:noFill/>
                        </a:ln>
                        <a:solidFill>
                          <a:schemeClr val="tx1"/>
                        </a:solidFill>
                        <a:effectLst/>
                        <a:latin typeface="Times New Roman" pitchFamily="18" charset="0"/>
                        <a:ea typeface="华文新魏" pitchFamily="2" charset="-122"/>
                      </a:endParaRPr>
                    </a:p>
                    <a:p>
                      <a:pPr marL="0" marR="0" lvl="0" indent="0" algn="ctr" defTabSz="914400" rtl="0" eaLnBrk="1" fontAlgn="base" latinLnBrk="0" hangingPunct="1">
                        <a:lnSpc>
                          <a:spcPct val="120000"/>
                        </a:lnSpc>
                        <a:spcBef>
                          <a:spcPct val="20000"/>
                        </a:spcBef>
                        <a:spcAft>
                          <a:spcPct val="0"/>
                        </a:spcAft>
                        <a:buClr>
                          <a:schemeClr val="hlink"/>
                        </a:buClr>
                        <a:buSzPct val="75000"/>
                        <a:buFont typeface="Wingdings" pitchFamily="2" charset="2"/>
                        <a:buNone/>
                        <a:tabLst/>
                      </a:pPr>
                      <a:endParaRPr kumimoji="0" lang="zh-CN" altLang="en-US" sz="2600" b="1" i="0" u="none" strike="noStrike" cap="none" normalizeH="0" baseline="0" smtClean="0">
                        <a:ln>
                          <a:noFill/>
                        </a:ln>
                        <a:solidFill>
                          <a:schemeClr val="tx1"/>
                        </a:solidFill>
                        <a:effectLst/>
                        <a:latin typeface="Times New Roman" pitchFamily="18" charset="0"/>
                        <a:ea typeface="华文新魏"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73213">
                <a:tc>
                  <a:txBody>
                    <a:bodyPr/>
                    <a:lstStyle/>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S</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aBC</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S</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aSBC</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CB</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BC</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hlink"/>
                          </a:solidFill>
                          <a:effectLst/>
                          <a:latin typeface="Times New Roman" pitchFamily="18" charset="0"/>
                          <a:ea typeface="华文新魏" pitchFamily="2" charset="-122"/>
                        </a:rPr>
                        <a:t>aB</a:t>
                      </a:r>
                      <a:r>
                        <a:rPr kumimoji="0" lang="en-US" altLang="zh-CN" sz="2600" b="1" i="0" u="none" strike="noStrike" cap="none" normalizeH="0" baseline="0" smtClean="0">
                          <a:ln>
                            <a:noFill/>
                          </a:ln>
                          <a:solidFill>
                            <a:schemeClr val="hlink"/>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chemeClr val="hlink"/>
                          </a:solidFill>
                          <a:effectLst/>
                          <a:latin typeface="Times New Roman" pitchFamily="18" charset="0"/>
                          <a:ea typeface="华文新魏" pitchFamily="2" charset="-122"/>
                        </a:rPr>
                        <a:t>d</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bB</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bb</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bC</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b</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cC</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 cc</a:t>
                      </a:r>
                      <a:endParaRPr kumimoji="0" lang="zh-CN" altLang="en-US" sz="2600" b="1" i="0" u="none" strike="noStrike" cap="none" normalizeH="0" baseline="0" smtClean="0">
                        <a:ln>
                          <a:noFill/>
                        </a:ln>
                        <a:solidFill>
                          <a:schemeClr val="tx1"/>
                        </a:solidFill>
                        <a:effectLst/>
                        <a:latin typeface="Times New Roman" pitchFamily="18" charset="0"/>
                        <a:ea typeface="华文新魏"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365761" name="Group 193"/>
          <p:cNvGraphicFramePr>
            <a:graphicFrameLocks noGrp="1"/>
          </p:cNvGraphicFramePr>
          <p:nvPr>
            <p:ph sz="quarter" idx="2"/>
          </p:nvPr>
        </p:nvGraphicFramePr>
        <p:xfrm>
          <a:off x="3495675" y="1628775"/>
          <a:ext cx="1652588" cy="4824413"/>
        </p:xfrm>
        <a:graphic>
          <a:graphicData uri="http://schemas.openxmlformats.org/drawingml/2006/table">
            <a:tbl>
              <a:tblPr/>
              <a:tblGrid>
                <a:gridCol w="1652588">
                  <a:extLst>
                    <a:ext uri="{9D8B030D-6E8A-4147-A177-3AD203B41FA5}">
                      <a16:colId xmlns:a16="http://schemas.microsoft.com/office/drawing/2014/main" val="20000"/>
                    </a:ext>
                  </a:extLst>
                </a:gridCol>
              </a:tblGrid>
              <a:tr h="1131888">
                <a:tc>
                  <a:txBody>
                    <a:bodyPr/>
                    <a:lstStyle/>
                    <a:p>
                      <a:pPr marL="0" marR="0" lvl="0" indent="0" algn="ctr" defTabSz="914400" rtl="0" eaLnBrk="1" fontAlgn="base" latinLnBrk="0" hangingPunct="1">
                        <a:lnSpc>
                          <a:spcPct val="120000"/>
                        </a:lnSpc>
                        <a:spcBef>
                          <a:spcPct val="20000"/>
                        </a:spcBef>
                        <a:spcAft>
                          <a:spcPct val="0"/>
                        </a:spcAft>
                        <a:buClr>
                          <a:schemeClr val="hlink"/>
                        </a:buClr>
                        <a:buSzPct val="75000"/>
                        <a:buFont typeface="Wingdings" pitchFamily="2" charset="2"/>
                        <a:buNone/>
                        <a:tabLst/>
                      </a:pPr>
                      <a:endPar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92525">
                <a:tc>
                  <a:txBody>
                    <a:bodyPr/>
                    <a:lstStyle/>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rPr>
                        <a:t>E→E+E</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rPr>
                        <a:t>E→E*E</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rPr>
                        <a:t>E→(E)</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rPr>
                        <a:t>E→id</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rPr>
                        <a:t>E→E-E </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rPr>
                        <a:t>E→E/E</a:t>
                      </a:r>
                      <a:endParaRPr kumimoji="0" lang="zh-CN" altLang="en-US" sz="2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365767" name="Group 199"/>
          <p:cNvGraphicFramePr>
            <a:graphicFrameLocks noGrp="1"/>
          </p:cNvGraphicFramePr>
          <p:nvPr>
            <p:ph sz="quarter" idx="3"/>
          </p:nvPr>
        </p:nvGraphicFramePr>
        <p:xfrm>
          <a:off x="1908175" y="1628775"/>
          <a:ext cx="1606550" cy="4824413"/>
        </p:xfrm>
        <a:graphic>
          <a:graphicData uri="http://schemas.openxmlformats.org/drawingml/2006/table">
            <a:tbl>
              <a:tblPr/>
              <a:tblGrid>
                <a:gridCol w="1606550">
                  <a:extLst>
                    <a:ext uri="{9D8B030D-6E8A-4147-A177-3AD203B41FA5}">
                      <a16:colId xmlns:a16="http://schemas.microsoft.com/office/drawing/2014/main" val="20000"/>
                    </a:ext>
                  </a:extLst>
                </a:gridCol>
              </a:tblGrid>
              <a:tr h="1147763">
                <a:tc>
                  <a:txBody>
                    <a:bodyPr/>
                    <a:lstStyle/>
                    <a:p>
                      <a:pPr marL="0" marR="0" lvl="0" indent="0" algn="ctr" defTabSz="914400" rtl="0" eaLnBrk="1" fontAlgn="base" latinLnBrk="0" hangingPunct="1">
                        <a:lnSpc>
                          <a:spcPct val="120000"/>
                        </a:lnSpc>
                        <a:spcBef>
                          <a:spcPct val="20000"/>
                        </a:spcBef>
                        <a:spcAft>
                          <a:spcPct val="0"/>
                        </a:spcAft>
                        <a:buClr>
                          <a:schemeClr val="hlink"/>
                        </a:buClr>
                        <a:buSzPct val="75000"/>
                        <a:buFont typeface="Wingdings" pitchFamily="2" charset="2"/>
                        <a:buNone/>
                        <a:tabLst/>
                      </a:pPr>
                      <a:endPar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endParaRPr>
                    </a:p>
                    <a:p>
                      <a:pPr marL="0" marR="0" lvl="0" indent="0" algn="ctr" defTabSz="914400" rtl="0" eaLnBrk="1" fontAlgn="base" latinLnBrk="0" hangingPunct="1">
                        <a:lnSpc>
                          <a:spcPct val="120000"/>
                        </a:lnSpc>
                        <a:spcBef>
                          <a:spcPct val="20000"/>
                        </a:spcBef>
                        <a:spcAft>
                          <a:spcPct val="0"/>
                        </a:spcAft>
                        <a:buClr>
                          <a:schemeClr val="hlink"/>
                        </a:buClr>
                        <a:buSzPct val="75000"/>
                        <a:buFont typeface="Wingdings" pitchFamily="2" charset="2"/>
                        <a:buNone/>
                        <a:tabLst/>
                      </a:pPr>
                      <a:r>
                        <a:rPr kumimoji="0" lang="zh-CN" altLang="en-US" sz="2600" b="1" i="0" u="none" strike="noStrike" cap="none" normalizeH="0" baseline="0" smtClean="0">
                          <a:ln>
                            <a:noFill/>
                          </a:ln>
                          <a:solidFill>
                            <a:srgbClr val="3333FF"/>
                          </a:solidFill>
                          <a:effectLst/>
                          <a:latin typeface="Times New Roman" pitchFamily="18"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76650">
                <a:tc>
                  <a:txBody>
                    <a:bodyPr/>
                    <a:lstStyle/>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rPr>
                        <a:t>S</a:t>
                      </a:r>
                      <a:r>
                        <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rPr>
                        <a:t>aBC</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rPr>
                        <a:t>S</a:t>
                      </a:r>
                      <a:r>
                        <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rPr>
                        <a:t>aSBC</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rPr>
                        <a:t>CB</a:t>
                      </a: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rPr>
                        <a:t>BC</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rPr>
                        <a:t>aB</a:t>
                      </a: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rPr>
                        <a:t>ab</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rPr>
                        <a:t>bB</a:t>
                      </a: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rPr>
                        <a:t>bb</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rPr>
                        <a:t>bC</a:t>
                      </a: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rPr>
                        <a:t>bc</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cC</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 cc</a:t>
                      </a:r>
                      <a:endParaRPr kumimoji="0" lang="zh-CN" altLang="en-US" sz="2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365734" name="Group 166"/>
          <p:cNvGraphicFramePr>
            <a:graphicFrameLocks noGrp="1"/>
          </p:cNvGraphicFramePr>
          <p:nvPr>
            <p:ph sz="quarter" idx="4"/>
          </p:nvPr>
        </p:nvGraphicFramePr>
        <p:xfrm>
          <a:off x="5148263" y="1628775"/>
          <a:ext cx="1943100" cy="4824413"/>
        </p:xfrm>
        <a:graphic>
          <a:graphicData uri="http://schemas.openxmlformats.org/drawingml/2006/table">
            <a:tbl>
              <a:tblPr/>
              <a:tblGrid>
                <a:gridCol w="1943100">
                  <a:extLst>
                    <a:ext uri="{9D8B030D-6E8A-4147-A177-3AD203B41FA5}">
                      <a16:colId xmlns:a16="http://schemas.microsoft.com/office/drawing/2014/main" val="20000"/>
                    </a:ext>
                  </a:extLst>
                </a:gridCol>
              </a:tblGrid>
              <a:tr h="1146175">
                <a:tc>
                  <a:txBody>
                    <a:bodyPr/>
                    <a:lstStyle/>
                    <a:p>
                      <a:pPr marL="0" marR="0" lvl="0" indent="0" algn="ctr" defTabSz="914400" rtl="0" eaLnBrk="1" fontAlgn="base" latinLnBrk="0" hangingPunct="1">
                        <a:lnSpc>
                          <a:spcPct val="120000"/>
                        </a:lnSpc>
                        <a:spcBef>
                          <a:spcPct val="20000"/>
                        </a:spcBef>
                        <a:spcAft>
                          <a:spcPct val="0"/>
                        </a:spcAft>
                        <a:buClr>
                          <a:schemeClr val="hlink"/>
                        </a:buClr>
                        <a:buSzPct val="75000"/>
                        <a:buFont typeface="Wingdings" pitchFamily="2" charset="2"/>
                        <a:buNone/>
                        <a:tabLst/>
                      </a:pPr>
                      <a:endPar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78238">
                <a:tc>
                  <a:txBody>
                    <a:bodyPr/>
                    <a:lstStyle/>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rgbClr val="3333FF"/>
                          </a:solidFill>
                          <a:effectLst>
                            <a:outerShdw blurRad="38100" dist="38100" dir="2700000" algn="tl">
                              <a:srgbClr val="C0C0C0"/>
                            </a:outerShdw>
                          </a:effectLst>
                          <a:latin typeface="Times New Roman" pitchFamily="18" charset="0"/>
                          <a:ea typeface="宋体" pitchFamily="2" charset="-122"/>
                        </a:rPr>
                        <a:t>I→a|b</a:t>
                      </a:r>
                      <a:endParaRPr kumimoji="1" lang="en-US" altLang="zh-CN" sz="2600" b="1" i="1" u="none" strike="noStrike" cap="none" normalizeH="0" baseline="0" smtClean="0">
                        <a:ln>
                          <a:noFill/>
                        </a:ln>
                        <a:solidFill>
                          <a:srgbClr val="3333FF"/>
                        </a:solidFill>
                        <a:effectLst>
                          <a:outerShdw blurRad="38100" dist="38100" dir="2700000" algn="tl">
                            <a:srgbClr val="C0C0C0"/>
                          </a:outerShdw>
                        </a:effectLst>
                        <a:latin typeface="Times New Roman" pitchFamily="18" charset="0"/>
                        <a:ea typeface="宋体" pitchFamily="2" charset="-122"/>
                      </a:endParaRP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rgbClr val="3333FF"/>
                          </a:solidFill>
                          <a:effectLst>
                            <a:outerShdw blurRad="38100" dist="38100" dir="2700000" algn="tl">
                              <a:srgbClr val="C0C0C0"/>
                            </a:outerShdw>
                          </a:effectLst>
                          <a:latin typeface="Times New Roman" pitchFamily="18" charset="0"/>
                          <a:ea typeface="宋体" pitchFamily="2" charset="-122"/>
                        </a:rPr>
                        <a:t>I→aT|bT</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rgbClr val="3333FF"/>
                          </a:solidFill>
                          <a:effectLst>
                            <a:outerShdw blurRad="38100" dist="38100" dir="2700000" algn="tl">
                              <a:srgbClr val="C0C0C0"/>
                            </a:outerShdw>
                          </a:effectLst>
                          <a:latin typeface="Times New Roman" pitchFamily="18" charset="0"/>
                          <a:ea typeface="宋体" pitchFamily="2" charset="-122"/>
                        </a:rPr>
                        <a:t>T→a|b</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rgbClr val="3333FF"/>
                          </a:solidFill>
                          <a:effectLst>
                            <a:outerShdw blurRad="38100" dist="38100" dir="2700000" algn="tl">
                              <a:srgbClr val="C0C0C0"/>
                            </a:outerShdw>
                          </a:effectLst>
                          <a:latin typeface="Times New Roman" pitchFamily="18" charset="0"/>
                          <a:ea typeface="宋体" pitchFamily="2" charset="-122"/>
                        </a:rPr>
                        <a:t>T→1|2</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rgbClr val="3333FF"/>
                          </a:solidFill>
                          <a:effectLst>
                            <a:outerShdw blurRad="38100" dist="38100" dir="2700000" algn="tl">
                              <a:srgbClr val="C0C0C0"/>
                            </a:outerShdw>
                          </a:effectLst>
                          <a:latin typeface="Times New Roman" pitchFamily="18" charset="0"/>
                          <a:ea typeface="宋体" pitchFamily="2" charset="-122"/>
                        </a:rPr>
                        <a:t>T→aT|bT</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rgbClr val="3333FF"/>
                          </a:solidFill>
                          <a:effectLst>
                            <a:outerShdw blurRad="38100" dist="38100" dir="2700000" algn="tl">
                              <a:srgbClr val="C0C0C0"/>
                            </a:outerShdw>
                          </a:effectLst>
                          <a:latin typeface="Times New Roman" pitchFamily="18" charset="0"/>
                          <a:ea typeface="宋体" pitchFamily="2" charset="-122"/>
                        </a:rPr>
                        <a:t>T→1T|2T</a:t>
                      </a:r>
                      <a:endParaRPr kumimoji="1" lang="zh-CN" altLang="en-US" sz="2600" b="1" i="0" u="none" strike="noStrike" cap="none" normalizeH="0" baseline="0" smtClean="0">
                        <a:ln>
                          <a:noFill/>
                        </a:ln>
                        <a:solidFill>
                          <a:srgbClr val="3333FF"/>
                        </a:solidFill>
                        <a:effectLst>
                          <a:outerShdw blurRad="38100" dist="38100" dir="2700000" algn="tl">
                            <a:srgbClr val="C0C0C0"/>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365764" name="Group 196"/>
          <p:cNvGraphicFramePr>
            <a:graphicFrameLocks noGrp="1"/>
          </p:cNvGraphicFramePr>
          <p:nvPr/>
        </p:nvGraphicFramePr>
        <p:xfrm>
          <a:off x="7092950" y="1628775"/>
          <a:ext cx="1908175" cy="4824413"/>
        </p:xfrm>
        <a:graphic>
          <a:graphicData uri="http://schemas.openxmlformats.org/drawingml/2006/table">
            <a:tbl>
              <a:tblPr/>
              <a:tblGrid>
                <a:gridCol w="1908175">
                  <a:extLst>
                    <a:ext uri="{9D8B030D-6E8A-4147-A177-3AD203B41FA5}">
                      <a16:colId xmlns:a16="http://schemas.microsoft.com/office/drawing/2014/main" val="20000"/>
                    </a:ext>
                  </a:extLst>
                </a:gridCol>
              </a:tblGrid>
              <a:tr h="1152525">
                <a:tc>
                  <a:txBody>
                    <a:bodyPr/>
                    <a:lstStyle/>
                    <a:p>
                      <a:pPr marL="0" marR="0" lvl="0" indent="0" algn="ctr" defTabSz="914400" rtl="0" eaLnBrk="1" fontAlgn="base" latinLnBrk="0" hangingPunct="1">
                        <a:lnSpc>
                          <a:spcPct val="120000"/>
                        </a:lnSpc>
                        <a:spcBef>
                          <a:spcPct val="20000"/>
                        </a:spcBef>
                        <a:spcAft>
                          <a:spcPct val="0"/>
                        </a:spcAft>
                        <a:buClr>
                          <a:schemeClr val="hlink"/>
                        </a:buClr>
                        <a:buSzPct val="75000"/>
                        <a:buFont typeface="Wingdings" pitchFamily="2" charset="2"/>
                        <a:buNone/>
                        <a:tabLst/>
                      </a:pPr>
                      <a:endPar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71888">
                <a:tc>
                  <a:txBody>
                    <a:bodyPr/>
                    <a:lstStyle/>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chemeClr val="tx1"/>
                          </a:solidFill>
                          <a:effectLst>
                            <a:outerShdw blurRad="38100" dist="38100" dir="2700000" algn="tl">
                              <a:srgbClr val="C0C0C0"/>
                            </a:outerShdw>
                          </a:effectLst>
                          <a:latin typeface="Times New Roman" pitchFamily="18" charset="0"/>
                          <a:ea typeface="宋体" pitchFamily="2" charset="-122"/>
                        </a:rPr>
                        <a:t>I→a|b</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chemeClr val="tx1"/>
                          </a:solidFill>
                          <a:effectLst>
                            <a:outerShdw blurRad="38100" dist="38100" dir="2700000" algn="tl">
                              <a:srgbClr val="C0C0C0"/>
                            </a:outerShdw>
                          </a:effectLst>
                          <a:latin typeface="Times New Roman" pitchFamily="18" charset="0"/>
                          <a:ea typeface="宋体" pitchFamily="2" charset="-122"/>
                        </a:rPr>
                        <a:t>I→Ha|Hb</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chemeClr val="tx1"/>
                          </a:solidFill>
                          <a:effectLst>
                            <a:outerShdw blurRad="38100" dist="38100" dir="2700000" algn="tl">
                              <a:srgbClr val="C0C0C0"/>
                            </a:outerShdw>
                          </a:effectLst>
                          <a:latin typeface="Times New Roman" pitchFamily="18" charset="0"/>
                          <a:ea typeface="宋体" pitchFamily="2" charset="-122"/>
                        </a:rPr>
                        <a:t>I→H1|H2</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chemeClr val="tx1"/>
                          </a:solidFill>
                          <a:effectLst>
                            <a:outerShdw blurRad="38100" dist="38100" dir="2700000" algn="tl">
                              <a:srgbClr val="C0C0C0"/>
                            </a:outerShdw>
                          </a:effectLst>
                          <a:latin typeface="Times New Roman" pitchFamily="18" charset="0"/>
                          <a:ea typeface="宋体" pitchFamily="2" charset="-122"/>
                        </a:rPr>
                        <a:t>H→Ha|Hb</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chemeClr val="tx1"/>
                          </a:solidFill>
                          <a:effectLst>
                            <a:outerShdw blurRad="38100" dist="38100" dir="2700000" algn="tl">
                              <a:srgbClr val="C0C0C0"/>
                            </a:outerShdw>
                          </a:effectLst>
                          <a:latin typeface="Times New Roman" pitchFamily="18" charset="0"/>
                          <a:ea typeface="宋体" pitchFamily="2" charset="-122"/>
                        </a:rPr>
                        <a:t>H→H1|H2</a:t>
                      </a:r>
                      <a:endParaRPr kumimoji="1" lang="zh-CN" altLang="en-US" sz="2600" b="1" i="0" u="none" strike="noStrike" cap="none" normalizeH="0" baseline="0" smtClean="0">
                        <a:ln>
                          <a:noFill/>
                        </a:ln>
                        <a:solidFill>
                          <a:schemeClr val="tx1"/>
                        </a:solidFill>
                        <a:effectLst>
                          <a:outerShdw blurRad="38100" dist="38100" dir="2700000" algn="tl">
                            <a:srgbClr val="C0C0C0"/>
                          </a:outerShdw>
                        </a:effectLst>
                        <a:latin typeface="Times New Roman" pitchFamily="18" charset="0"/>
                        <a:ea typeface="宋体" pitchFamily="2" charset="-122"/>
                      </a:endParaRP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chemeClr val="tx1"/>
                          </a:solidFill>
                          <a:effectLst>
                            <a:outerShdw blurRad="38100" dist="38100" dir="2700000" algn="tl">
                              <a:srgbClr val="C0C0C0"/>
                            </a:outerShdw>
                          </a:effectLst>
                          <a:latin typeface="Times New Roman" pitchFamily="18" charset="0"/>
                          <a:ea typeface="宋体" pitchFamily="2" charset="-122"/>
                        </a:rPr>
                        <a:t>H→a|b</a:t>
                      </a:r>
                      <a:endParaRPr kumimoji="0" lang="zh-CN" altLang="en-US" sz="2600" b="0"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65753" name="Rectangle 185"/>
          <p:cNvSpPr>
            <a:spLocks noChangeArrowheads="1"/>
          </p:cNvSpPr>
          <p:nvPr/>
        </p:nvSpPr>
        <p:spPr bwMode="auto">
          <a:xfrm>
            <a:off x="323850" y="1773238"/>
            <a:ext cx="14398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altLang="zh-CN" sz="2800" b="1">
                <a:solidFill>
                  <a:srgbClr val="3333FF"/>
                </a:solidFill>
                <a:ea typeface="华文新魏" pitchFamily="2" charset="-122"/>
              </a:rPr>
              <a:t>0</a:t>
            </a:r>
            <a:r>
              <a:rPr lang="zh-CN" altLang="en-US" sz="2800" b="1">
                <a:solidFill>
                  <a:srgbClr val="3333FF"/>
                </a:solidFill>
                <a:ea typeface="华文新魏" pitchFamily="2" charset="-122"/>
              </a:rPr>
              <a:t>型文法</a:t>
            </a:r>
            <a:r>
              <a:rPr lang="en-US" altLang="zh-CN" sz="2800" b="1">
                <a:solidFill>
                  <a:srgbClr val="3333FF"/>
                </a:solidFill>
                <a:ea typeface="华文新魏" pitchFamily="2" charset="-122"/>
              </a:rPr>
              <a:t>(PSG)</a:t>
            </a:r>
            <a:endParaRPr lang="zh-CN" altLang="en-US" sz="2800" b="1">
              <a:solidFill>
                <a:srgbClr val="3333FF"/>
              </a:solidFill>
              <a:ea typeface="华文新魏" pitchFamily="2" charset="-122"/>
            </a:endParaRPr>
          </a:p>
        </p:txBody>
      </p:sp>
      <p:sp>
        <p:nvSpPr>
          <p:cNvPr id="365757" name="Rectangle 189"/>
          <p:cNvSpPr>
            <a:spLocks noChangeArrowheads="1"/>
          </p:cNvSpPr>
          <p:nvPr/>
        </p:nvSpPr>
        <p:spPr bwMode="auto">
          <a:xfrm>
            <a:off x="2051050" y="1773238"/>
            <a:ext cx="14398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altLang="zh-CN" sz="2800" b="1">
                <a:solidFill>
                  <a:srgbClr val="3333FF"/>
                </a:solidFill>
                <a:ea typeface="华文新魏" pitchFamily="2" charset="-122"/>
              </a:rPr>
              <a:t>1</a:t>
            </a:r>
            <a:r>
              <a:rPr lang="zh-CN" altLang="en-US" sz="2800" b="1">
                <a:solidFill>
                  <a:srgbClr val="3333FF"/>
                </a:solidFill>
                <a:ea typeface="华文新魏" pitchFamily="2" charset="-122"/>
              </a:rPr>
              <a:t>型文法</a:t>
            </a:r>
            <a:r>
              <a:rPr lang="en-US" altLang="zh-CN" sz="2800" b="1">
                <a:solidFill>
                  <a:srgbClr val="3333FF"/>
                </a:solidFill>
                <a:ea typeface="华文新魏" pitchFamily="2" charset="-122"/>
              </a:rPr>
              <a:t>(CSG)</a:t>
            </a:r>
            <a:endParaRPr lang="zh-CN" altLang="en-US" sz="2800" b="1">
              <a:solidFill>
                <a:srgbClr val="3333FF"/>
              </a:solidFill>
              <a:ea typeface="华文新魏" pitchFamily="2" charset="-122"/>
            </a:endParaRPr>
          </a:p>
        </p:txBody>
      </p:sp>
      <p:sp>
        <p:nvSpPr>
          <p:cNvPr id="365758" name="Rectangle 190"/>
          <p:cNvSpPr>
            <a:spLocks noChangeArrowheads="1"/>
          </p:cNvSpPr>
          <p:nvPr/>
        </p:nvSpPr>
        <p:spPr bwMode="auto">
          <a:xfrm>
            <a:off x="3635375" y="1773238"/>
            <a:ext cx="14398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altLang="zh-CN" sz="2800" b="1">
                <a:solidFill>
                  <a:srgbClr val="3333FF"/>
                </a:solidFill>
                <a:ea typeface="华文新魏" pitchFamily="2" charset="-122"/>
              </a:rPr>
              <a:t>2</a:t>
            </a:r>
            <a:r>
              <a:rPr lang="zh-CN" altLang="en-US" sz="2800" b="1">
                <a:solidFill>
                  <a:srgbClr val="3333FF"/>
                </a:solidFill>
                <a:ea typeface="华文新魏" pitchFamily="2" charset="-122"/>
              </a:rPr>
              <a:t>型文法</a:t>
            </a:r>
            <a:r>
              <a:rPr lang="en-US" altLang="zh-CN" sz="2800" b="1">
                <a:solidFill>
                  <a:srgbClr val="3333FF"/>
                </a:solidFill>
                <a:ea typeface="华文新魏" pitchFamily="2" charset="-122"/>
              </a:rPr>
              <a:t>(CFG)</a:t>
            </a:r>
            <a:endParaRPr lang="zh-CN" altLang="en-US" sz="2800" b="1">
              <a:solidFill>
                <a:srgbClr val="3333FF"/>
              </a:solidFill>
              <a:ea typeface="华文新魏" pitchFamily="2" charset="-122"/>
            </a:endParaRPr>
          </a:p>
        </p:txBody>
      </p:sp>
      <p:sp>
        <p:nvSpPr>
          <p:cNvPr id="365759" name="Rectangle 191"/>
          <p:cNvSpPr>
            <a:spLocks noChangeArrowheads="1"/>
          </p:cNvSpPr>
          <p:nvPr/>
        </p:nvSpPr>
        <p:spPr bwMode="auto">
          <a:xfrm>
            <a:off x="5364163" y="1773238"/>
            <a:ext cx="143986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altLang="zh-CN" sz="2800" b="1">
                <a:solidFill>
                  <a:srgbClr val="3333FF"/>
                </a:solidFill>
                <a:ea typeface="华文新魏" pitchFamily="2" charset="-122"/>
              </a:rPr>
              <a:t>3</a:t>
            </a:r>
            <a:r>
              <a:rPr lang="zh-CN" altLang="en-US" sz="2800" b="1">
                <a:solidFill>
                  <a:srgbClr val="3333FF"/>
                </a:solidFill>
                <a:ea typeface="华文新魏" pitchFamily="2" charset="-122"/>
              </a:rPr>
              <a:t>型文法</a:t>
            </a:r>
            <a:r>
              <a:rPr lang="en-US" altLang="zh-CN" sz="2800" b="1">
                <a:solidFill>
                  <a:srgbClr val="3333FF"/>
                </a:solidFill>
                <a:ea typeface="华文新魏" pitchFamily="2" charset="-122"/>
              </a:rPr>
              <a:t>(RG)</a:t>
            </a:r>
            <a:endParaRPr lang="zh-CN" altLang="en-US" sz="2800" b="1">
              <a:solidFill>
                <a:srgbClr val="3333FF"/>
              </a:solidFill>
              <a:ea typeface="华文新魏" pitchFamily="2" charset="-122"/>
            </a:endParaRPr>
          </a:p>
        </p:txBody>
      </p:sp>
      <p:sp>
        <p:nvSpPr>
          <p:cNvPr id="365760" name="Rectangle 192"/>
          <p:cNvSpPr>
            <a:spLocks noChangeArrowheads="1"/>
          </p:cNvSpPr>
          <p:nvPr/>
        </p:nvSpPr>
        <p:spPr bwMode="auto">
          <a:xfrm>
            <a:off x="7308850" y="1773238"/>
            <a:ext cx="14398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altLang="zh-CN" sz="2800" b="1">
                <a:solidFill>
                  <a:srgbClr val="3333FF"/>
                </a:solidFill>
                <a:ea typeface="华文新魏" pitchFamily="2" charset="-122"/>
              </a:rPr>
              <a:t>3</a:t>
            </a:r>
            <a:r>
              <a:rPr lang="zh-CN" altLang="en-US" sz="2800" b="1">
                <a:solidFill>
                  <a:srgbClr val="3333FF"/>
                </a:solidFill>
                <a:ea typeface="华文新魏" pitchFamily="2" charset="-122"/>
              </a:rPr>
              <a:t>型文法</a:t>
            </a:r>
            <a:r>
              <a:rPr lang="en-US" altLang="zh-CN" sz="2800" b="1">
                <a:solidFill>
                  <a:srgbClr val="3333FF"/>
                </a:solidFill>
                <a:ea typeface="华文新魏" pitchFamily="2" charset="-122"/>
              </a:rPr>
              <a:t>(RG)</a:t>
            </a:r>
            <a:endParaRPr lang="zh-CN" altLang="en-US" sz="2800" b="1">
              <a:solidFill>
                <a:srgbClr val="3333FF"/>
              </a:solidFill>
              <a:ea typeface="华文新魏" pitchFamily="2" charset="-122"/>
            </a:endParaRPr>
          </a:p>
        </p:txBody>
      </p:sp>
      <p:sp>
        <p:nvSpPr>
          <p:cNvPr id="49204" name="AutoShape 52"/>
          <p:cNvSpPr>
            <a:spLocks noChangeArrowheads="1"/>
          </p:cNvSpPr>
          <p:nvPr/>
        </p:nvSpPr>
        <p:spPr bwMode="auto">
          <a:xfrm>
            <a:off x="7235825" y="115888"/>
            <a:ext cx="1728788" cy="1441450"/>
          </a:xfrm>
          <a:prstGeom prst="wedgeRectCallout">
            <a:avLst>
              <a:gd name="adj1" fmla="val -20801"/>
              <a:gd name="adj2" fmla="val 134361"/>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kumimoji="1" lang="en-US" altLang="zh-CN" sz="2600" b="1">
                <a:solidFill>
                  <a:schemeClr val="bg1"/>
                </a:solidFill>
                <a:effectLst>
                  <a:outerShdw blurRad="38100" dist="38100" dir="2700000" algn="tl">
                    <a:srgbClr val="000000"/>
                  </a:outerShdw>
                </a:effectLst>
              </a:rPr>
              <a:t>H→Ha|Hb</a:t>
            </a:r>
          </a:p>
          <a:p>
            <a:r>
              <a:rPr kumimoji="1" lang="en-US" altLang="zh-CN" sz="2600" b="1">
                <a:solidFill>
                  <a:schemeClr val="bg1"/>
                </a:solidFill>
                <a:effectLst>
                  <a:outerShdw blurRad="38100" dist="38100" dir="2700000" algn="tl">
                    <a:srgbClr val="000000"/>
                  </a:outerShdw>
                </a:effectLst>
              </a:rPr>
              <a:t>H→H1|H2</a:t>
            </a:r>
            <a:endParaRPr kumimoji="1" lang="zh-CN" altLang="en-US" sz="2600" b="1">
              <a:solidFill>
                <a:schemeClr val="bg1"/>
              </a:solidFill>
              <a:effectLst>
                <a:outerShdw blurRad="38100" dist="38100" dir="2700000" algn="tl">
                  <a:srgbClr val="000000"/>
                </a:outerShdw>
              </a:effectLst>
            </a:endParaRPr>
          </a:p>
          <a:p>
            <a:r>
              <a:rPr kumimoji="1" lang="en-US" altLang="zh-CN" sz="2600" b="1">
                <a:solidFill>
                  <a:schemeClr val="bg1"/>
                </a:solidFill>
                <a:effectLst>
                  <a:outerShdw blurRad="38100" dist="38100" dir="2700000" algn="tl">
                    <a:srgbClr val="000000"/>
                  </a:outerShdw>
                </a:effectLst>
              </a:rPr>
              <a:t>H→a|b</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F201AE0-8F13-4E21-BBE9-34B9D37B5C4E}" type="datetime1">
              <a:rPr lang="zh-CN" altLang="en-US"/>
              <a:pPr/>
              <a:t>2017/2/24</a:t>
            </a:fld>
            <a:endParaRPr lang="en-US" altLang="zh-CN"/>
          </a:p>
        </p:txBody>
      </p:sp>
      <p:sp>
        <p:nvSpPr>
          <p:cNvPr id="5017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9DDE719-A1AF-4AF7-8A71-CB1395473391}" type="slidenum">
              <a:rPr lang="zh-CN" altLang="en-US"/>
              <a:pPr/>
              <a:t>47</a:t>
            </a:fld>
            <a:endParaRPr lang="en-US" altLang="zh-CN"/>
          </a:p>
        </p:txBody>
      </p:sp>
      <p:sp>
        <p:nvSpPr>
          <p:cNvPr id="50180" name="Rectangle 2"/>
          <p:cNvSpPr>
            <a:spLocks noGrp="1" noRot="1" noChangeArrowheads="1"/>
          </p:cNvSpPr>
          <p:nvPr>
            <p:ph type="title"/>
          </p:nvPr>
        </p:nvSpPr>
        <p:spPr>
          <a:xfrm>
            <a:off x="914400" y="763588"/>
            <a:ext cx="7772400" cy="912812"/>
          </a:xfrm>
          <a:noFill/>
        </p:spPr>
        <p:txBody>
          <a:bodyPr lIns="92075" tIns="46038" rIns="92075" bIns="46038"/>
          <a:lstStyle/>
          <a:p>
            <a:pPr eaLnBrk="1" hangingPunct="1"/>
            <a:r>
              <a:rPr lang="en-US" altLang="zh-CN" b="1" smtClean="0">
                <a:solidFill>
                  <a:srgbClr val="000099"/>
                </a:solidFill>
                <a:latin typeface="Times New Roman" pitchFamily="18" charset="0"/>
                <a:ea typeface="华文新魏" pitchFamily="2" charset="-122"/>
              </a:rPr>
              <a:t>2.4 </a:t>
            </a:r>
            <a:r>
              <a:rPr lang="zh-CN" altLang="en-US" b="1" smtClean="0">
                <a:solidFill>
                  <a:srgbClr val="000099"/>
                </a:solidFill>
                <a:latin typeface="Times New Roman" pitchFamily="18" charset="0"/>
                <a:ea typeface="华文新魏" pitchFamily="2" charset="-122"/>
              </a:rPr>
              <a:t>文法的分类</a:t>
            </a:r>
            <a:r>
              <a:rPr lang="en-US" altLang="zh-CN" b="1" smtClean="0">
                <a:solidFill>
                  <a:srgbClr val="000099"/>
                </a:solidFill>
                <a:latin typeface="Times New Roman" pitchFamily="18" charset="0"/>
                <a:ea typeface="华文新魏" pitchFamily="2" charset="-122"/>
              </a:rPr>
              <a:t>(Chomsky</a:t>
            </a:r>
            <a:r>
              <a:rPr lang="zh-CN" altLang="en-US" b="1" smtClean="0">
                <a:solidFill>
                  <a:srgbClr val="000099"/>
                </a:solidFill>
                <a:latin typeface="Times New Roman" pitchFamily="18" charset="0"/>
                <a:ea typeface="华文新魏" pitchFamily="2" charset="-122"/>
              </a:rPr>
              <a:t>体系</a:t>
            </a:r>
            <a:r>
              <a:rPr lang="en-US" altLang="zh-CN" b="1" smtClean="0">
                <a:solidFill>
                  <a:srgbClr val="000099"/>
                </a:solidFill>
                <a:latin typeface="Times New Roman" pitchFamily="18" charset="0"/>
                <a:ea typeface="华文新魏" pitchFamily="2" charset="-122"/>
              </a:rPr>
              <a:t>)</a:t>
            </a:r>
          </a:p>
        </p:txBody>
      </p:sp>
      <p:sp>
        <p:nvSpPr>
          <p:cNvPr id="310275" name="Rectangle 3"/>
          <p:cNvSpPr>
            <a:spLocks noGrp="1" noRot="1" noChangeArrowheads="1"/>
          </p:cNvSpPr>
          <p:nvPr>
            <p:ph type="body" idx="1"/>
          </p:nvPr>
        </p:nvSpPr>
        <p:spPr>
          <a:xfrm>
            <a:off x="468313" y="1981200"/>
            <a:ext cx="8280400" cy="3886200"/>
          </a:xfrm>
          <a:noFill/>
        </p:spPr>
        <p:txBody>
          <a:bodyPr lIns="92075" tIns="46038" rIns="92075" bIns="46038"/>
          <a:lstStyle/>
          <a:p>
            <a:pPr algn="just" eaLnBrk="1" hangingPunct="1">
              <a:lnSpc>
                <a:spcPct val="120000"/>
              </a:lnSpc>
            </a:pPr>
            <a:r>
              <a:rPr lang="zh-CN" altLang="en-US" b="1" smtClean="0">
                <a:latin typeface="Times New Roman" pitchFamily="18" charset="0"/>
                <a:ea typeface="华文新魏" pitchFamily="2" charset="-122"/>
              </a:rPr>
              <a:t>语言结构的复杂程度</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形式语言</a:t>
            </a:r>
            <a:r>
              <a:rPr lang="en-US" altLang="zh-CN" b="1" smtClean="0">
                <a:latin typeface="Times New Roman" pitchFamily="18" charset="0"/>
                <a:ea typeface="华文新魏" pitchFamily="2" charset="-122"/>
              </a:rPr>
              <a:t>)</a:t>
            </a:r>
          </a:p>
          <a:p>
            <a:pPr lvl="1" eaLnBrk="1" hangingPunct="1">
              <a:lnSpc>
                <a:spcPct val="120000"/>
              </a:lnSpc>
            </a:pPr>
            <a:r>
              <a:rPr lang="zh-CN" altLang="en-US" b="1" smtClean="0">
                <a:latin typeface="Times New Roman" pitchFamily="18" charset="0"/>
                <a:ea typeface="华文新魏" pitchFamily="2" charset="-122"/>
              </a:rPr>
              <a:t>涉及文法的复杂程度与分析方法的选择</a:t>
            </a:r>
          </a:p>
          <a:p>
            <a:pPr eaLnBrk="1" hangingPunct="1">
              <a:lnSpc>
                <a:spcPct val="120000"/>
              </a:lnSpc>
            </a:pPr>
            <a:r>
              <a:rPr lang="zh-CN" altLang="en-US" b="1" smtClean="0">
                <a:latin typeface="Times New Roman" pitchFamily="18" charset="0"/>
                <a:ea typeface="华文新魏" pitchFamily="2" charset="-122"/>
              </a:rPr>
              <a:t>如果</a:t>
            </a:r>
            <a:r>
              <a:rPr lang="en-US" altLang="zh-CN" b="1" smtClean="0">
                <a:latin typeface="Times New Roman" pitchFamily="18" charset="0"/>
                <a:ea typeface="华文新魏" pitchFamily="2" charset="-122"/>
              </a:rPr>
              <a:t>G</a:t>
            </a:r>
            <a:r>
              <a:rPr lang="zh-CN" altLang="en-US" b="1" smtClean="0">
                <a:latin typeface="Times New Roman" pitchFamily="18" charset="0"/>
                <a:ea typeface="华文新魏" pitchFamily="2" charset="-122"/>
              </a:rPr>
              <a:t>满足文法定义的要求，则</a:t>
            </a:r>
            <a:r>
              <a:rPr lang="en-US" altLang="zh-CN" b="1" smtClean="0">
                <a:latin typeface="Times New Roman" pitchFamily="18" charset="0"/>
                <a:ea typeface="华文新魏" pitchFamily="2" charset="-122"/>
              </a:rPr>
              <a:t>G</a:t>
            </a:r>
            <a:r>
              <a:rPr lang="zh-CN" altLang="en-US" b="1" smtClean="0">
                <a:latin typeface="Times New Roman" pitchFamily="18" charset="0"/>
                <a:ea typeface="华文新魏" pitchFamily="2" charset="-122"/>
              </a:rPr>
              <a:t>是</a:t>
            </a:r>
            <a:r>
              <a:rPr lang="en-US" altLang="zh-CN" b="1" smtClean="0">
                <a:solidFill>
                  <a:schemeClr val="hlink"/>
                </a:solidFill>
                <a:latin typeface="Times New Roman" pitchFamily="18" charset="0"/>
                <a:ea typeface="华文新魏" pitchFamily="2" charset="-122"/>
              </a:rPr>
              <a:t>0</a:t>
            </a:r>
            <a:r>
              <a:rPr lang="zh-CN" altLang="en-US" b="1" smtClean="0">
                <a:solidFill>
                  <a:schemeClr val="hlink"/>
                </a:solidFill>
                <a:latin typeface="Times New Roman" pitchFamily="18" charset="0"/>
                <a:ea typeface="华文新魏" pitchFamily="2" charset="-122"/>
              </a:rPr>
              <a:t>型文法</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短语结构文法</a:t>
            </a:r>
            <a:r>
              <a:rPr lang="en-US" altLang="zh-CN" b="1" smtClean="0">
                <a:solidFill>
                  <a:schemeClr val="hlink"/>
                </a:solidFill>
                <a:latin typeface="Times New Roman" pitchFamily="18" charset="0"/>
                <a:ea typeface="华文新魏" pitchFamily="2" charset="-122"/>
              </a:rPr>
              <a:t>PSG</a:t>
            </a:r>
            <a:r>
              <a:rPr lang="en-US" altLang="zh-CN" b="1" smtClean="0">
                <a:latin typeface="Times New Roman" pitchFamily="18" charset="0"/>
                <a:ea typeface="华文新魏" pitchFamily="2" charset="-122"/>
              </a:rPr>
              <a:t>: Phrase Structure Grammar )</a:t>
            </a:r>
          </a:p>
          <a:p>
            <a:pPr algn="just" eaLnBrk="1" hangingPunct="1">
              <a:lnSpc>
                <a:spcPct val="120000"/>
              </a:lnSpc>
            </a:pPr>
            <a:r>
              <a:rPr lang="en-US" altLang="zh-CN" b="1" smtClean="0">
                <a:latin typeface="Times New Roman" pitchFamily="18" charset="0"/>
                <a:ea typeface="华文新魏" pitchFamily="2" charset="-122"/>
              </a:rPr>
              <a:t>L(G)</a:t>
            </a:r>
            <a:r>
              <a:rPr lang="zh-CN" altLang="en-US" b="1" smtClean="0">
                <a:latin typeface="Times New Roman" pitchFamily="18" charset="0"/>
                <a:ea typeface="华文新魏" pitchFamily="2" charset="-122"/>
              </a:rPr>
              <a:t>为</a:t>
            </a:r>
            <a:r>
              <a:rPr lang="en-US" altLang="zh-CN" b="1" smtClean="0">
                <a:solidFill>
                  <a:schemeClr val="hlink"/>
                </a:solidFill>
                <a:latin typeface="Times New Roman" pitchFamily="18" charset="0"/>
                <a:ea typeface="华文新魏" pitchFamily="2" charset="-122"/>
              </a:rPr>
              <a:t>0</a:t>
            </a:r>
            <a:r>
              <a:rPr lang="zh-CN" altLang="en-US" b="1" smtClean="0">
                <a:solidFill>
                  <a:schemeClr val="hlink"/>
                </a:solidFill>
                <a:latin typeface="Times New Roman" pitchFamily="18" charset="0"/>
                <a:ea typeface="华文新魏" pitchFamily="2" charset="-122"/>
              </a:rPr>
              <a:t>型语言</a:t>
            </a:r>
            <a:r>
              <a:rPr lang="en-US" altLang="zh-CN" b="1" smtClean="0">
                <a:latin typeface="Times New Roman" pitchFamily="18" charset="0"/>
                <a:ea typeface="华文新魏" pitchFamily="2" charset="-122"/>
              </a:rPr>
              <a:t>(</a:t>
            </a:r>
            <a:r>
              <a:rPr lang="en-US" altLang="zh-CN" b="1" smtClean="0">
                <a:solidFill>
                  <a:schemeClr val="hlink"/>
                </a:solidFill>
                <a:latin typeface="Times New Roman" pitchFamily="18" charset="0"/>
                <a:ea typeface="华文新魏" pitchFamily="2" charset="-122"/>
              </a:rPr>
              <a:t>PSL</a:t>
            </a:r>
            <a:r>
              <a:rPr lang="en-US" altLang="zh-CN" b="1" smtClean="0">
                <a:latin typeface="Times New Roman" pitchFamily="18" charset="0"/>
                <a:ea typeface="华文新魏" pitchFamily="2" charset="-122"/>
              </a:rPr>
              <a:t>)</a:t>
            </a: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FB4350D-4C12-48C7-B7B8-3349BCBBD221}" type="datetime1">
              <a:rPr lang="zh-CN" altLang="en-US"/>
              <a:pPr/>
              <a:t>2017/2/24</a:t>
            </a:fld>
            <a:endParaRPr lang="en-US" altLang="zh-CN"/>
          </a:p>
        </p:txBody>
      </p:sp>
      <p:sp>
        <p:nvSpPr>
          <p:cNvPr id="5120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E8A831A-A11E-4EE7-8FB9-689F0E14156A}" type="slidenum">
              <a:rPr lang="zh-CN" altLang="en-US"/>
              <a:pPr/>
              <a:t>48</a:t>
            </a:fld>
            <a:endParaRPr lang="en-US" altLang="zh-CN"/>
          </a:p>
        </p:txBody>
      </p:sp>
      <p:sp>
        <p:nvSpPr>
          <p:cNvPr id="51204" name="Rectangle 2"/>
          <p:cNvSpPr>
            <a:spLocks noGrp="1" noRot="1" noChangeArrowheads="1"/>
          </p:cNvSpPr>
          <p:nvPr>
            <p:ph type="title"/>
          </p:nvPr>
        </p:nvSpPr>
        <p:spPr>
          <a:xfrm>
            <a:off x="1227138" y="685800"/>
            <a:ext cx="5554662" cy="1066800"/>
          </a:xfrm>
          <a:noFill/>
        </p:spPr>
        <p:txBody>
          <a:bodyPr lIns="92075" tIns="46038" rIns="92075" bIns="46038"/>
          <a:lstStyle/>
          <a:p>
            <a:pPr eaLnBrk="1" hangingPunct="1"/>
            <a:r>
              <a:rPr lang="zh-CN" altLang="en-US" b="1" smtClean="0">
                <a:solidFill>
                  <a:srgbClr val="000099"/>
                </a:solidFill>
                <a:latin typeface="Times New Roman" pitchFamily="18" charset="0"/>
                <a:ea typeface="华文新魏" pitchFamily="2" charset="-122"/>
              </a:rPr>
              <a:t>上下文有关文法</a:t>
            </a:r>
            <a:r>
              <a:rPr lang="en-US" altLang="zh-CN" b="1" smtClean="0">
                <a:solidFill>
                  <a:srgbClr val="000099"/>
                </a:solidFill>
                <a:latin typeface="Times New Roman" pitchFamily="18" charset="0"/>
                <a:ea typeface="华文新魏" pitchFamily="2" charset="-122"/>
              </a:rPr>
              <a:t>(CSG)</a:t>
            </a:r>
          </a:p>
        </p:txBody>
      </p:sp>
      <p:sp>
        <p:nvSpPr>
          <p:cNvPr id="311299" name="Rectangle 3"/>
          <p:cNvSpPr>
            <a:spLocks noGrp="1" noRot="1" noChangeArrowheads="1"/>
          </p:cNvSpPr>
          <p:nvPr>
            <p:ph type="body" idx="1"/>
          </p:nvPr>
        </p:nvSpPr>
        <p:spPr>
          <a:xfrm>
            <a:off x="541338" y="1981200"/>
            <a:ext cx="8220075" cy="4040188"/>
          </a:xfrm>
          <a:noFill/>
        </p:spPr>
        <p:txBody>
          <a:bodyPr lIns="92075" tIns="46038" rIns="92075" bIns="46038"/>
          <a:lstStyle/>
          <a:p>
            <a:pPr algn="just" eaLnBrk="1" hangingPunct="1">
              <a:lnSpc>
                <a:spcPct val="120000"/>
              </a:lnSpc>
            </a:pPr>
            <a:r>
              <a:rPr lang="zh-CN" altLang="en-US" b="1" smtClean="0">
                <a:latin typeface="Times New Roman" pitchFamily="18" charset="0"/>
                <a:ea typeface="华文新魏" pitchFamily="2" charset="-122"/>
              </a:rPr>
              <a:t>除形如</a:t>
            </a:r>
            <a:r>
              <a:rPr lang="en-US" altLang="zh-CN" b="1" smtClean="0">
                <a:latin typeface="Times New Roman" pitchFamily="18" charset="0"/>
                <a:ea typeface="华文新魏" pitchFamily="2" charset="-122"/>
              </a:rPr>
              <a:t>α→ε</a:t>
            </a:r>
            <a:r>
              <a:rPr lang="zh-CN" altLang="en-US" b="1" smtClean="0">
                <a:latin typeface="Times New Roman" pitchFamily="18" charset="0"/>
                <a:ea typeface="华文新魏" pitchFamily="2" charset="-122"/>
              </a:rPr>
              <a:t>的产生式</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称为</a:t>
            </a:r>
            <a:r>
              <a:rPr lang="en-US" altLang="zh-CN" b="1" smtClean="0">
                <a:latin typeface="Times New Roman" pitchFamily="18" charset="0"/>
                <a:ea typeface="华文新魏" pitchFamily="2" charset="-122"/>
              </a:rPr>
              <a:t>ε</a:t>
            </a:r>
            <a:r>
              <a:rPr lang="zh-CN" altLang="en-US" b="1" smtClean="0">
                <a:latin typeface="Times New Roman" pitchFamily="18" charset="0"/>
                <a:ea typeface="华文新魏" pitchFamily="2" charset="-122"/>
              </a:rPr>
              <a:t>产生式</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外</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若</a:t>
            </a:r>
            <a:r>
              <a:rPr lang="zh-CN" altLang="en-US" b="1" smtClean="0">
                <a:latin typeface="Times New Roman" pitchFamily="18" charset="0"/>
                <a:ea typeface="华文新魏" pitchFamily="2" charset="-122"/>
                <a:sym typeface="Symbol" pitchFamily="18" charset="2"/>
              </a:rPr>
              <a:t></a:t>
            </a:r>
            <a:r>
              <a:rPr lang="en-US" altLang="zh-CN" b="1" smtClean="0">
                <a:latin typeface="Times New Roman" pitchFamily="18" charset="0"/>
                <a:ea typeface="华文新魏" pitchFamily="2" charset="-122"/>
              </a:rPr>
              <a:t>α→β∈P</a:t>
            </a:r>
            <a:r>
              <a:rPr lang="zh-CN" altLang="en-US" b="1" smtClean="0">
                <a:latin typeface="Times New Roman" pitchFamily="18" charset="0"/>
                <a:ea typeface="华文新魏" pitchFamily="2" charset="-122"/>
              </a:rPr>
              <a:t>均满足</a:t>
            </a:r>
          </a:p>
          <a:p>
            <a:pPr algn="ctr" eaLnBrk="1" hangingPunct="1">
              <a:lnSpc>
                <a:spcPct val="120000"/>
              </a:lnSpc>
              <a:buFont typeface="Wingdings" pitchFamily="2" charset="2"/>
              <a:buNone/>
            </a:pP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α｜≤｜β｜</a:t>
            </a:r>
          </a:p>
          <a:p>
            <a:pPr algn="ctr" eaLnBrk="1" hangingPunct="1">
              <a:lnSpc>
                <a:spcPct val="120000"/>
              </a:lnSpc>
              <a:buFont typeface="Wingdings" pitchFamily="2" charset="2"/>
              <a:buNone/>
            </a:pPr>
            <a:r>
              <a:rPr lang="zh-CN" altLang="en-US" b="1" smtClean="0">
                <a:latin typeface="Times New Roman" pitchFamily="18" charset="0"/>
                <a:ea typeface="华文新魏" pitchFamily="2" charset="-122"/>
              </a:rPr>
              <a:t>则</a:t>
            </a:r>
            <a:r>
              <a:rPr lang="en-US" altLang="zh-CN" b="1" smtClean="0">
                <a:latin typeface="Times New Roman" pitchFamily="18" charset="0"/>
                <a:ea typeface="华文新魏" pitchFamily="2" charset="-122"/>
              </a:rPr>
              <a:t>G</a:t>
            </a:r>
            <a:r>
              <a:rPr lang="zh-CN" altLang="en-US" b="1" smtClean="0">
                <a:latin typeface="Times New Roman" pitchFamily="18" charset="0"/>
                <a:ea typeface="华文新魏" pitchFamily="2" charset="-122"/>
              </a:rPr>
              <a:t>是</a:t>
            </a:r>
            <a:r>
              <a:rPr lang="en-US" altLang="zh-CN" b="1" smtClean="0">
                <a:solidFill>
                  <a:schemeClr val="hlink"/>
                </a:solidFill>
                <a:latin typeface="Times New Roman" pitchFamily="18" charset="0"/>
                <a:ea typeface="华文新魏" pitchFamily="2" charset="-122"/>
              </a:rPr>
              <a:t>1</a:t>
            </a:r>
            <a:r>
              <a:rPr lang="zh-CN" altLang="en-US" b="1" smtClean="0">
                <a:solidFill>
                  <a:schemeClr val="hlink"/>
                </a:solidFill>
                <a:latin typeface="Times New Roman" pitchFamily="18" charset="0"/>
                <a:ea typeface="华文新魏" pitchFamily="2" charset="-122"/>
              </a:rPr>
              <a:t>型文法</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又叫</a:t>
            </a:r>
            <a:r>
              <a:rPr lang="zh-CN" altLang="en-US" b="1" smtClean="0">
                <a:solidFill>
                  <a:srgbClr val="990099"/>
                </a:solidFill>
                <a:latin typeface="Times New Roman" pitchFamily="18" charset="0"/>
                <a:ea typeface="华文新魏" pitchFamily="2" charset="-122"/>
              </a:rPr>
              <a:t>上下文有关</a:t>
            </a:r>
            <a:r>
              <a:rPr lang="zh-CN" altLang="en-US" b="1" smtClean="0">
                <a:latin typeface="Times New Roman" pitchFamily="18" charset="0"/>
                <a:ea typeface="华文新魏" pitchFamily="2" charset="-122"/>
              </a:rPr>
              <a:t>文法</a:t>
            </a:r>
            <a:r>
              <a:rPr lang="en-US" altLang="zh-CN" b="1" smtClean="0">
                <a:latin typeface="Times New Roman" pitchFamily="18" charset="0"/>
                <a:ea typeface="华文新魏" pitchFamily="2" charset="-122"/>
              </a:rPr>
              <a:t>(</a:t>
            </a:r>
            <a:r>
              <a:rPr lang="en-US" altLang="zh-CN" b="1" smtClean="0">
                <a:solidFill>
                  <a:schemeClr val="hlink"/>
                </a:solidFill>
                <a:latin typeface="Times New Roman" pitchFamily="18" charset="0"/>
                <a:ea typeface="华文新魏" pitchFamily="2" charset="-122"/>
              </a:rPr>
              <a:t>CSG</a:t>
            </a:r>
            <a:r>
              <a:rPr lang="en-US" altLang="zh-CN" b="1" smtClean="0">
                <a:latin typeface="Times New Roman" pitchFamily="18" charset="0"/>
                <a:ea typeface="华文新魏" pitchFamily="2" charset="-122"/>
              </a:rPr>
              <a:t>—Context Sensitive Grammar) </a:t>
            </a:r>
          </a:p>
          <a:p>
            <a:pPr algn="just" eaLnBrk="1" hangingPunct="1">
              <a:lnSpc>
                <a:spcPct val="120000"/>
              </a:lnSpc>
            </a:pPr>
            <a:r>
              <a:rPr lang="en-US" altLang="zh-CN" b="1" smtClean="0">
                <a:latin typeface="Times New Roman" pitchFamily="18" charset="0"/>
                <a:ea typeface="华文新魏" pitchFamily="2" charset="-122"/>
              </a:rPr>
              <a:t>L(G)</a:t>
            </a:r>
            <a:r>
              <a:rPr lang="zh-CN" altLang="en-US" b="1" smtClean="0">
                <a:latin typeface="Times New Roman" pitchFamily="18" charset="0"/>
                <a:ea typeface="华文新魏" pitchFamily="2" charset="-122"/>
              </a:rPr>
              <a:t>为1型/上下文有关/敏感语言</a:t>
            </a:r>
            <a:r>
              <a:rPr lang="en-US" altLang="zh-CN" b="1" smtClean="0">
                <a:latin typeface="Times New Roman" pitchFamily="18" charset="0"/>
                <a:ea typeface="华文新魏" pitchFamily="2" charset="-122"/>
              </a:rPr>
              <a:t>(</a:t>
            </a:r>
            <a:r>
              <a:rPr lang="en-US" altLang="zh-CN" b="1" smtClean="0">
                <a:solidFill>
                  <a:schemeClr val="hlink"/>
                </a:solidFill>
                <a:latin typeface="Times New Roman" pitchFamily="18" charset="0"/>
                <a:ea typeface="华文新魏" pitchFamily="2" charset="-122"/>
              </a:rPr>
              <a:t>CSL</a:t>
            </a:r>
            <a:r>
              <a:rPr lang="en-US" altLang="zh-CN" b="1" smtClean="0">
                <a:latin typeface="Times New Roman" pitchFamily="18" charset="0"/>
                <a:ea typeface="华文新魏" pitchFamily="2" charset="-122"/>
              </a:rPr>
              <a:t>)</a:t>
            </a:r>
            <a:endParaRPr lang="zh-CN" altLang="en-US" b="1" smtClean="0">
              <a:latin typeface="Times New Roman" pitchFamily="18" charset="0"/>
              <a:ea typeface="华文新魏" pitchFamily="2" charset="-122"/>
            </a:endParaRP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F7E47C6A-CD25-4D1D-8C2F-A4BDB0153E93}" type="datetime1">
              <a:rPr lang="zh-CN" altLang="en-US"/>
              <a:pPr/>
              <a:t>2017/2/24</a:t>
            </a:fld>
            <a:endParaRPr lang="en-US" altLang="zh-CN"/>
          </a:p>
        </p:txBody>
      </p:sp>
      <p:sp>
        <p:nvSpPr>
          <p:cNvPr id="5222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0FEF0DA-C21C-4404-B066-733591777FB4}" type="slidenum">
              <a:rPr lang="zh-CN" altLang="en-US"/>
              <a:pPr/>
              <a:t>49</a:t>
            </a:fld>
            <a:endParaRPr lang="en-US" altLang="zh-CN"/>
          </a:p>
        </p:txBody>
      </p:sp>
      <p:sp>
        <p:nvSpPr>
          <p:cNvPr id="52228" name="Rectangle 2"/>
          <p:cNvSpPr>
            <a:spLocks noGrp="1" noRot="1" noChangeArrowheads="1"/>
          </p:cNvSpPr>
          <p:nvPr>
            <p:ph type="title"/>
          </p:nvPr>
        </p:nvSpPr>
        <p:spPr>
          <a:xfrm>
            <a:off x="301625" y="977900"/>
            <a:ext cx="8518525" cy="774700"/>
          </a:xfrm>
        </p:spPr>
        <p:txBody>
          <a:bodyPr/>
          <a:lstStyle/>
          <a:p>
            <a:pPr eaLnBrk="1" hangingPunct="1"/>
            <a:r>
              <a:rPr lang="zh-CN" altLang="en-US" b="1" smtClean="0">
                <a:solidFill>
                  <a:srgbClr val="000099"/>
                </a:solidFill>
                <a:latin typeface="Times New Roman" pitchFamily="18" charset="0"/>
                <a:ea typeface="华文新魏" pitchFamily="2" charset="-122"/>
              </a:rPr>
              <a:t>上下文无关文法</a:t>
            </a:r>
            <a:r>
              <a:rPr lang="en-US" altLang="zh-CN" b="1" smtClean="0">
                <a:solidFill>
                  <a:srgbClr val="000099"/>
                </a:solidFill>
                <a:latin typeface="Times New Roman" pitchFamily="18" charset="0"/>
                <a:ea typeface="华文新魏" pitchFamily="2" charset="-122"/>
              </a:rPr>
              <a:t>(CFG)</a:t>
            </a:r>
          </a:p>
        </p:txBody>
      </p:sp>
      <p:sp>
        <p:nvSpPr>
          <p:cNvPr id="312323" name="Rectangle 3"/>
          <p:cNvSpPr>
            <a:spLocks noGrp="1" noRot="1" noChangeArrowheads="1"/>
          </p:cNvSpPr>
          <p:nvPr>
            <p:ph type="body" idx="1"/>
          </p:nvPr>
        </p:nvSpPr>
        <p:spPr>
          <a:xfrm>
            <a:off x="395288" y="1989138"/>
            <a:ext cx="8353425" cy="4114800"/>
          </a:xfrm>
        </p:spPr>
        <p:txBody>
          <a:bodyPr/>
          <a:lstStyle/>
          <a:p>
            <a:pPr eaLnBrk="1" hangingPunct="1">
              <a:lnSpc>
                <a:spcPct val="130000"/>
              </a:lnSpc>
            </a:pPr>
            <a:r>
              <a:rPr lang="zh-CN" altLang="en-US" b="1" smtClean="0">
                <a:latin typeface="Times New Roman" pitchFamily="18" charset="0"/>
                <a:ea typeface="华文新魏" pitchFamily="2" charset="-122"/>
              </a:rPr>
              <a:t>若 </a:t>
            </a:r>
            <a:r>
              <a:rPr lang="zh-CN" altLang="en-US" b="1" smtClean="0">
                <a:latin typeface="Times New Roman" pitchFamily="18" charset="0"/>
                <a:ea typeface="华文新魏" pitchFamily="2" charset="-122"/>
                <a:sym typeface="Symbol" pitchFamily="18" charset="2"/>
              </a:rPr>
              <a:t></a:t>
            </a:r>
            <a:r>
              <a:rPr lang="en-US" altLang="zh-CN" b="1" smtClean="0">
                <a:latin typeface="Times New Roman" pitchFamily="18" charset="0"/>
                <a:ea typeface="华文新魏" pitchFamily="2" charset="-122"/>
              </a:rPr>
              <a:t>α→β∈P</a:t>
            </a:r>
            <a:r>
              <a:rPr lang="zh-CN" altLang="en-US" b="1" smtClean="0">
                <a:latin typeface="Times New Roman" pitchFamily="18" charset="0"/>
                <a:ea typeface="华文新魏" pitchFamily="2" charset="-122"/>
              </a:rPr>
              <a:t>满足</a:t>
            </a:r>
            <a:r>
              <a:rPr lang="en-US" altLang="zh-CN" b="1" smtClean="0">
                <a:latin typeface="Times New Roman" pitchFamily="18" charset="0"/>
                <a:ea typeface="华文新魏" pitchFamily="2" charset="-122"/>
              </a:rPr>
              <a:t>α∈V</a:t>
            </a:r>
            <a:r>
              <a:rPr lang="en-US" altLang="zh-CN" sz="4000" b="1" baseline="-25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β∈(V∪T)</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则 </a:t>
            </a:r>
            <a:r>
              <a:rPr lang="en-US" altLang="zh-CN" b="1" smtClean="0">
                <a:latin typeface="Times New Roman" pitchFamily="18" charset="0"/>
                <a:ea typeface="华文新魏" pitchFamily="2" charset="-122"/>
              </a:rPr>
              <a:t>G </a:t>
            </a:r>
            <a:r>
              <a:rPr lang="zh-CN" altLang="en-US" b="1" smtClean="0">
                <a:latin typeface="Times New Roman" pitchFamily="18" charset="0"/>
                <a:ea typeface="华文新魏" pitchFamily="2" charset="-122"/>
              </a:rPr>
              <a:t>是</a:t>
            </a:r>
            <a:r>
              <a:rPr lang="en-US" altLang="zh-CN" b="1" smtClean="0">
                <a:solidFill>
                  <a:schemeClr val="hlink"/>
                </a:solidFill>
                <a:latin typeface="Times New Roman" pitchFamily="18" charset="0"/>
                <a:ea typeface="华文新魏" pitchFamily="2" charset="-122"/>
              </a:rPr>
              <a:t>2</a:t>
            </a:r>
            <a:r>
              <a:rPr lang="zh-CN" altLang="en-US" b="1" smtClean="0">
                <a:solidFill>
                  <a:schemeClr val="hlink"/>
                </a:solidFill>
                <a:latin typeface="Times New Roman" pitchFamily="18" charset="0"/>
                <a:ea typeface="华文新魏" pitchFamily="2" charset="-122"/>
              </a:rPr>
              <a:t>型文法</a:t>
            </a:r>
            <a:r>
              <a:rPr lang="zh-CN" altLang="en-US" b="1" smtClean="0">
                <a:latin typeface="Times New Roman" pitchFamily="18" charset="0"/>
                <a:ea typeface="华文新魏" pitchFamily="2" charset="-122"/>
              </a:rPr>
              <a:t>，又叫</a:t>
            </a:r>
            <a:r>
              <a:rPr lang="zh-CN" altLang="en-US" b="1" smtClean="0">
                <a:solidFill>
                  <a:srgbClr val="990099"/>
                </a:solidFill>
                <a:latin typeface="Times New Roman" pitchFamily="18" charset="0"/>
                <a:ea typeface="华文新魏" pitchFamily="2" charset="-122"/>
              </a:rPr>
              <a:t>上下文无关</a:t>
            </a:r>
            <a:r>
              <a:rPr lang="zh-CN" altLang="en-US" b="1" smtClean="0">
                <a:latin typeface="Times New Roman" pitchFamily="18" charset="0"/>
                <a:ea typeface="华文新魏" pitchFamily="2" charset="-122"/>
              </a:rPr>
              <a:t>文法</a:t>
            </a:r>
            <a:r>
              <a:rPr lang="en-US" altLang="zh-CN" b="1" smtClean="0">
                <a:latin typeface="Times New Roman" pitchFamily="18" charset="0"/>
                <a:ea typeface="华文新魏" pitchFamily="2" charset="-122"/>
              </a:rPr>
              <a:t>(</a:t>
            </a:r>
            <a:r>
              <a:rPr lang="en-US" altLang="zh-CN" b="1" smtClean="0">
                <a:solidFill>
                  <a:schemeClr val="hlink"/>
                </a:solidFill>
                <a:latin typeface="Times New Roman" pitchFamily="18" charset="0"/>
                <a:ea typeface="华文新魏" pitchFamily="2" charset="-122"/>
              </a:rPr>
              <a:t>CFG</a:t>
            </a:r>
            <a:r>
              <a:rPr lang="en-US" altLang="zh-CN" b="1" smtClean="0">
                <a:latin typeface="Times New Roman" pitchFamily="18" charset="0"/>
                <a:ea typeface="华文新魏" pitchFamily="2" charset="-122"/>
              </a:rPr>
              <a:t>: Context Free Grammar)</a:t>
            </a:r>
          </a:p>
          <a:p>
            <a:pPr algn="just" eaLnBrk="1" hangingPunct="1">
              <a:lnSpc>
                <a:spcPct val="130000"/>
              </a:lnSpc>
            </a:pPr>
            <a:r>
              <a:rPr lang="en-US" altLang="zh-CN" b="1" smtClean="0">
                <a:latin typeface="Times New Roman" pitchFamily="18" charset="0"/>
                <a:ea typeface="华文新魏" pitchFamily="2" charset="-122"/>
              </a:rPr>
              <a:t>L(G)</a:t>
            </a:r>
            <a:r>
              <a:rPr lang="zh-CN" altLang="en-US" b="1" smtClean="0">
                <a:latin typeface="Times New Roman" pitchFamily="18" charset="0"/>
                <a:ea typeface="华文新魏" pitchFamily="2" charset="-122"/>
              </a:rPr>
              <a:t>为2型/上下文无关语言</a:t>
            </a:r>
            <a:r>
              <a:rPr lang="en-US" altLang="zh-CN" b="1" smtClean="0">
                <a:latin typeface="Times New Roman" pitchFamily="18" charset="0"/>
                <a:ea typeface="华文新魏" pitchFamily="2" charset="-122"/>
              </a:rPr>
              <a:t>(</a:t>
            </a:r>
            <a:r>
              <a:rPr lang="en-US" altLang="zh-CN" b="1" smtClean="0">
                <a:solidFill>
                  <a:schemeClr val="hlink"/>
                </a:solidFill>
                <a:latin typeface="Times New Roman" pitchFamily="18" charset="0"/>
                <a:ea typeface="华文新魏" pitchFamily="2" charset="-122"/>
              </a:rPr>
              <a:t>CFL</a:t>
            </a:r>
            <a:r>
              <a:rPr lang="en-US" altLang="zh-CN" b="1" smtClean="0">
                <a:latin typeface="Times New Roman" pitchFamily="18" charset="0"/>
                <a:ea typeface="华文新魏" pitchFamily="2" charset="-122"/>
              </a:rPr>
              <a:t>)</a:t>
            </a:r>
          </a:p>
          <a:p>
            <a:pPr lvl="1" algn="just" eaLnBrk="1" hangingPunct="1"/>
            <a:r>
              <a:rPr lang="zh-CN" altLang="en-US" b="1" smtClean="0">
                <a:latin typeface="Times New Roman" pitchFamily="18" charset="0"/>
                <a:ea typeface="华文新魏" pitchFamily="2" charset="-122"/>
              </a:rPr>
              <a:t>程序设计语言的多数语法特征为上下文无关的</a:t>
            </a:r>
            <a:endParaRPr lang="en-US" altLang="zh-CN" b="1" smtClean="0">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D60240F-B435-4E1A-B8DB-D18CDDD7228E}" type="datetime1">
              <a:rPr lang="zh-CN" altLang="en-US"/>
              <a:pPr/>
              <a:t>2017/2/24</a:t>
            </a:fld>
            <a:endParaRPr lang="en-US" altLang="zh-CN"/>
          </a:p>
        </p:txBody>
      </p:sp>
      <p:sp>
        <p:nvSpPr>
          <p:cNvPr id="5325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0C536A8B-4E63-4C20-B09F-C79F36379DD4}" type="slidenum">
              <a:rPr lang="zh-CN" altLang="en-US"/>
              <a:pPr/>
              <a:t>50</a:t>
            </a:fld>
            <a:endParaRPr lang="en-US" altLang="zh-CN"/>
          </a:p>
        </p:txBody>
      </p:sp>
      <p:sp>
        <p:nvSpPr>
          <p:cNvPr id="53252" name="Rectangle 2"/>
          <p:cNvSpPr>
            <a:spLocks noGrp="1" noRot="1" noChangeArrowheads="1"/>
          </p:cNvSpPr>
          <p:nvPr>
            <p:ph type="title"/>
          </p:nvPr>
        </p:nvSpPr>
        <p:spPr>
          <a:xfrm>
            <a:off x="301625" y="1038225"/>
            <a:ext cx="8540750" cy="714375"/>
          </a:xfrm>
        </p:spPr>
        <p:txBody>
          <a:bodyPr/>
          <a:lstStyle/>
          <a:p>
            <a:pPr eaLnBrk="1" hangingPunct="1"/>
            <a:r>
              <a:rPr lang="zh-CN" altLang="en-US" b="1" smtClean="0">
                <a:latin typeface="Times New Roman" pitchFamily="18" charset="0"/>
                <a:ea typeface="华文新魏" pitchFamily="2" charset="-122"/>
              </a:rPr>
              <a:t>例2-3  标识符的文法2</a:t>
            </a:r>
          </a:p>
        </p:txBody>
      </p:sp>
      <p:sp>
        <p:nvSpPr>
          <p:cNvPr id="313347" name="Rectangle 3"/>
          <p:cNvSpPr>
            <a:spLocks noGrp="1" noRot="1" noChangeArrowheads="1"/>
          </p:cNvSpPr>
          <p:nvPr>
            <p:ph type="body" idx="1"/>
          </p:nvPr>
        </p:nvSpPr>
        <p:spPr>
          <a:xfrm>
            <a:off x="382588" y="2060575"/>
            <a:ext cx="3884612" cy="3889375"/>
          </a:xfrm>
        </p:spPr>
        <p:txBody>
          <a:bodyPr/>
          <a:lstStyle/>
          <a:p>
            <a:pPr eaLnBrk="1" hangingPunct="1">
              <a:lnSpc>
                <a:spcPct val="90000"/>
              </a:lnSpc>
              <a:spcBef>
                <a:spcPct val="80000"/>
              </a:spcBef>
            </a:pPr>
            <a:r>
              <a:rPr lang="en-US" altLang="zh-CN" b="1" smtClean="0">
                <a:latin typeface="Times New Roman" pitchFamily="18" charset="0"/>
                <a:ea typeface="华文新魏" pitchFamily="2" charset="-122"/>
              </a:rPr>
              <a:t>G</a:t>
            </a:r>
            <a:r>
              <a:rPr lang="en-US" altLang="zh-CN" b="1" baseline="-25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 </a:t>
            </a:r>
          </a:p>
          <a:p>
            <a:pPr eaLnBrk="1" hangingPunct="1">
              <a:lnSpc>
                <a:spcPct val="90000"/>
              </a:lnSpc>
              <a:spcBef>
                <a:spcPct val="80000"/>
              </a:spcBef>
              <a:buFont typeface="Wingdings" pitchFamily="2" charset="2"/>
              <a:buNone/>
            </a:pPr>
            <a:r>
              <a:rPr lang="en-US" altLang="zh-CN" b="1" smtClean="0">
                <a:latin typeface="Times New Roman" pitchFamily="18" charset="0"/>
                <a:ea typeface="华文新魏" pitchFamily="2" charset="-122"/>
              </a:rPr>
              <a:t>    I →L|LT</a:t>
            </a:r>
          </a:p>
          <a:p>
            <a:pPr eaLnBrk="1" hangingPunct="1">
              <a:lnSpc>
                <a:spcPct val="90000"/>
              </a:lnSpc>
              <a:spcBef>
                <a:spcPct val="80000"/>
              </a:spcBef>
              <a:buFont typeface="Wingdings" pitchFamily="2" charset="2"/>
              <a:buNone/>
            </a:pPr>
            <a:r>
              <a:rPr lang="en-US" altLang="zh-CN" b="1" smtClean="0">
                <a:latin typeface="Times New Roman" pitchFamily="18" charset="0"/>
                <a:ea typeface="华文新魏" pitchFamily="2" charset="-122"/>
              </a:rPr>
              <a:t>	T → L|N|LT|NT </a:t>
            </a:r>
          </a:p>
          <a:p>
            <a:pPr eaLnBrk="1" hangingPunct="1">
              <a:lnSpc>
                <a:spcPct val="90000"/>
              </a:lnSpc>
              <a:spcBef>
                <a:spcPct val="80000"/>
              </a:spcBef>
              <a:buFont typeface="Wingdings" pitchFamily="2" charset="2"/>
              <a:buNone/>
            </a:pPr>
            <a:r>
              <a:rPr lang="en-US" altLang="zh-CN" b="1" smtClean="0">
                <a:latin typeface="Times New Roman" pitchFamily="18" charset="0"/>
                <a:ea typeface="华文新魏" pitchFamily="2" charset="-122"/>
              </a:rPr>
              <a:t>	L → a|b|c|d</a:t>
            </a:r>
          </a:p>
          <a:p>
            <a:pPr eaLnBrk="1" hangingPunct="1">
              <a:lnSpc>
                <a:spcPct val="90000"/>
              </a:lnSpc>
              <a:spcBef>
                <a:spcPct val="80000"/>
              </a:spcBef>
              <a:buFont typeface="Wingdings" pitchFamily="2" charset="2"/>
              <a:buNone/>
            </a:pPr>
            <a:r>
              <a:rPr lang="en-US" altLang="zh-CN" b="1" smtClean="0">
                <a:latin typeface="Times New Roman" pitchFamily="18" charset="0"/>
                <a:ea typeface="华文新魏" pitchFamily="2" charset="-122"/>
              </a:rPr>
              <a:t>	N → 0|1|2|3|4|5</a:t>
            </a:r>
          </a:p>
        </p:txBody>
      </p:sp>
      <p:sp>
        <p:nvSpPr>
          <p:cNvPr id="313348" name="Rectangle 4"/>
          <p:cNvSpPr>
            <a:spLocks noChangeArrowheads="1"/>
          </p:cNvSpPr>
          <p:nvPr/>
        </p:nvSpPr>
        <p:spPr bwMode="auto">
          <a:xfrm>
            <a:off x="4267200" y="2057400"/>
            <a:ext cx="4419600" cy="3532188"/>
          </a:xfrm>
          <a:prstGeom prst="rect">
            <a:avLst/>
          </a:prstGeom>
          <a:noFill/>
          <a:ln w="9525">
            <a:noFill/>
            <a:miter lim="800000"/>
            <a:headEnd/>
            <a:tailEnd/>
          </a:ln>
          <a:effectLst/>
        </p:spPr>
        <p:txBody>
          <a:bodyPr lIns="92075" tIns="46038" rIns="92075" bIns="46038"/>
          <a:lstStyle/>
          <a:p>
            <a:pPr marL="342900" indent="-342900">
              <a:spcBef>
                <a:spcPct val="50000"/>
              </a:spcBef>
              <a:buClr>
                <a:schemeClr val="tx2"/>
              </a:buClr>
              <a:buSzPct val="75000"/>
              <a:buFont typeface="Monotype Sorts" pitchFamily="2" charset="2"/>
              <a:buChar char="n"/>
            </a:pPr>
            <a:r>
              <a:rPr kumimoji="1" lang="en-US" altLang="zh-CN" sz="3200" b="1">
                <a:effectLst>
                  <a:outerShdw blurRad="38100" dist="38100" dir="2700000" algn="tl">
                    <a:srgbClr val="C0C0C0"/>
                  </a:outerShdw>
                </a:effectLst>
              </a:rPr>
              <a:t>G</a:t>
            </a:r>
            <a:r>
              <a:rPr kumimoji="1" lang="en-US" altLang="zh-CN" sz="3200" b="1" baseline="-25000">
                <a:effectLst>
                  <a:outerShdw blurRad="38100" dist="38100" dir="2700000" algn="tl">
                    <a:srgbClr val="C0C0C0"/>
                  </a:outerShdw>
                </a:effectLst>
              </a:rPr>
              <a:t>2</a:t>
            </a:r>
            <a:r>
              <a:rPr kumimoji="1" lang="en-US" altLang="zh-CN" sz="3200" b="1">
                <a:effectLst>
                  <a:outerShdw blurRad="38100" dist="38100" dir="2700000" algn="tl">
                    <a:srgbClr val="C0C0C0"/>
                  </a:outerShdw>
                </a:effectLst>
              </a:rPr>
              <a:t>:</a:t>
            </a:r>
          </a:p>
          <a:p>
            <a:pPr marL="342900" indent="-342900">
              <a:spcBef>
                <a:spcPct val="20000"/>
              </a:spcBef>
              <a:buClr>
                <a:schemeClr val="tx2"/>
              </a:buClr>
              <a:buSzPct val="75000"/>
              <a:buFont typeface="Monotype Sorts" pitchFamily="2" charset="2"/>
              <a:buNone/>
            </a:pPr>
            <a:r>
              <a:rPr kumimoji="1" lang="en-US" altLang="zh-CN">
                <a:latin typeface="Arial" charset="0"/>
              </a:rPr>
              <a:t>     </a:t>
            </a:r>
            <a:r>
              <a:rPr kumimoji="1" lang="en-US" altLang="zh-CN" sz="3200" b="1">
                <a:effectLst>
                  <a:outerShdw blurRad="38100" dist="38100" dir="2700000" algn="tl">
                    <a:srgbClr val="C0C0C0"/>
                  </a:outerShdw>
                </a:effectLst>
              </a:rPr>
              <a:t>I  → a|b|c|d</a:t>
            </a:r>
            <a:endParaRPr kumimoji="1" lang="en-US" altLang="zh-CN" sz="3200" b="1" i="1">
              <a:solidFill>
                <a:srgbClr val="FFFF00"/>
              </a:solidFill>
              <a:effectLst>
                <a:outerShdw blurRad="38100" dist="38100" dir="2700000" algn="tl">
                  <a:srgbClr val="C0C0C0"/>
                </a:outerShdw>
              </a:effectLst>
            </a:endParaRPr>
          </a:p>
          <a:p>
            <a:pPr marL="342900" indent="-342900">
              <a:spcBef>
                <a:spcPct val="20000"/>
              </a:spcBef>
              <a:buClr>
                <a:schemeClr val="tx2"/>
              </a:buClr>
              <a:buSzPct val="75000"/>
              <a:buFont typeface="Monotype Sorts" pitchFamily="2" charset="2"/>
              <a:buNone/>
            </a:pPr>
            <a:r>
              <a:rPr kumimoji="1" lang="en-US" altLang="zh-CN" sz="3200" b="1">
                <a:effectLst>
                  <a:outerShdw blurRad="38100" dist="38100" dir="2700000" algn="tl">
                    <a:srgbClr val="C0C0C0"/>
                  </a:outerShdw>
                </a:effectLst>
              </a:rPr>
              <a:t>	I  → aT | bT | cT | dT</a:t>
            </a:r>
          </a:p>
          <a:p>
            <a:pPr marL="342900" indent="-342900">
              <a:spcBef>
                <a:spcPct val="20000"/>
              </a:spcBef>
              <a:buClr>
                <a:schemeClr val="tx2"/>
              </a:buClr>
              <a:buSzPct val="75000"/>
              <a:buFont typeface="Monotype Sorts" pitchFamily="2" charset="2"/>
              <a:buNone/>
            </a:pPr>
            <a:r>
              <a:rPr kumimoji="1" lang="en-US" altLang="zh-CN" sz="3200" b="1">
                <a:effectLst>
                  <a:outerShdw blurRad="38100" dist="38100" dir="2700000" algn="tl">
                    <a:srgbClr val="C0C0C0"/>
                  </a:outerShdw>
                </a:effectLst>
              </a:rPr>
              <a:t>	T → a|b|c|d|0|1|2|3|4|5</a:t>
            </a:r>
          </a:p>
          <a:p>
            <a:pPr marL="342900" indent="-342900">
              <a:spcBef>
                <a:spcPct val="20000"/>
              </a:spcBef>
              <a:buClr>
                <a:schemeClr val="tx2"/>
              </a:buClr>
              <a:buSzPct val="75000"/>
              <a:buFont typeface="Monotype Sorts" pitchFamily="2" charset="2"/>
              <a:buNone/>
            </a:pPr>
            <a:r>
              <a:rPr kumimoji="1" lang="en-US" altLang="zh-CN" sz="3200" b="1">
                <a:effectLst>
                  <a:outerShdw blurRad="38100" dist="38100" dir="2700000" algn="tl">
                    <a:srgbClr val="C0C0C0"/>
                  </a:outerShdw>
                </a:effectLst>
              </a:rPr>
              <a:t>	T → aT|bT|cT|dT|0T</a:t>
            </a:r>
          </a:p>
          <a:p>
            <a:pPr marL="342900" indent="-342900">
              <a:spcBef>
                <a:spcPct val="20000"/>
              </a:spcBef>
              <a:buClr>
                <a:schemeClr val="tx2"/>
              </a:buClr>
              <a:buSzPct val="75000"/>
              <a:buFont typeface="Monotype Sorts" pitchFamily="2" charset="2"/>
              <a:buNone/>
            </a:pPr>
            <a:r>
              <a:rPr kumimoji="1" lang="en-US" altLang="zh-CN" sz="3200" b="1">
                <a:effectLst>
                  <a:outerShdw blurRad="38100" dist="38100" dir="2700000" algn="tl">
                    <a:srgbClr val="C0C0C0"/>
                  </a:outerShdw>
                </a:effectLst>
              </a:rPr>
              <a:t>	T →1T|2T|3T|4T|5T</a:t>
            </a:r>
          </a:p>
        </p:txBody>
      </p:sp>
      <p:sp>
        <p:nvSpPr>
          <p:cNvPr id="313349" name="Text Box 5"/>
          <p:cNvSpPr txBox="1">
            <a:spLocks noChangeArrowheads="1"/>
          </p:cNvSpPr>
          <p:nvPr/>
        </p:nvSpPr>
        <p:spPr bwMode="auto">
          <a:xfrm>
            <a:off x="1187450" y="5945188"/>
            <a:ext cx="14398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en-US" altLang="zh-CN" sz="3200" b="1">
                <a:solidFill>
                  <a:srgbClr val="990099"/>
                </a:solidFill>
                <a:latin typeface="Times New Roman" pitchFamily="18" charset="0"/>
              </a:rPr>
              <a:t>CFG</a:t>
            </a:r>
          </a:p>
        </p:txBody>
      </p:sp>
      <p:sp>
        <p:nvSpPr>
          <p:cNvPr id="313350" name="Text Box 6"/>
          <p:cNvSpPr txBox="1">
            <a:spLocks noChangeArrowheads="1"/>
          </p:cNvSpPr>
          <p:nvPr/>
        </p:nvSpPr>
        <p:spPr bwMode="auto">
          <a:xfrm>
            <a:off x="4572000" y="5589588"/>
            <a:ext cx="3887788" cy="1066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3200" b="1">
                <a:solidFill>
                  <a:schemeClr val="bg1"/>
                </a:solidFill>
                <a:latin typeface="Times New Roman" pitchFamily="18" charset="0"/>
                <a:ea typeface="华文新魏" pitchFamily="2" charset="-122"/>
              </a:rPr>
              <a:t>右部最多只有一个变量，且都在右边</a:t>
            </a:r>
            <a:endParaRPr lang="en-US" altLang="zh-CN" sz="3200" b="1">
              <a:solidFill>
                <a:schemeClr val="bg1"/>
              </a:solidFill>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0D7ECA2D-5895-4638-91BA-13437D819E90}" type="datetime1">
              <a:rPr lang="zh-CN" altLang="en-US">
                <a:latin typeface="Times New Roman" pitchFamily="18" charset="0"/>
              </a:rPr>
              <a:pPr/>
              <a:t>2017/2/24</a:t>
            </a:fld>
            <a:endParaRPr lang="en-US" altLang="zh-CN">
              <a:latin typeface="Times New Roman" pitchFamily="18" charset="0"/>
            </a:endParaRPr>
          </a:p>
        </p:txBody>
      </p:sp>
      <p:sp>
        <p:nvSpPr>
          <p:cNvPr id="5427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D87D765-F770-402A-BF0D-AE8EE08F374B}" type="slidenum">
              <a:rPr lang="zh-CN" altLang="en-US">
                <a:latin typeface="Times New Roman" pitchFamily="18" charset="0"/>
              </a:rPr>
              <a:pPr/>
              <a:t>51</a:t>
            </a:fld>
            <a:endParaRPr lang="en-US" altLang="zh-CN">
              <a:latin typeface="Times New Roman" pitchFamily="18" charset="0"/>
            </a:endParaRPr>
          </a:p>
        </p:txBody>
      </p:sp>
      <p:sp>
        <p:nvSpPr>
          <p:cNvPr id="54276" name="Rectangle 2"/>
          <p:cNvSpPr>
            <a:spLocks noGrp="1" noRot="1" noChangeArrowheads="1"/>
          </p:cNvSpPr>
          <p:nvPr>
            <p:ph type="title"/>
          </p:nvPr>
        </p:nvSpPr>
        <p:spPr>
          <a:xfrm>
            <a:off x="323850" y="260350"/>
            <a:ext cx="8540750" cy="803275"/>
          </a:xfrm>
        </p:spPr>
        <p:txBody>
          <a:bodyPr/>
          <a:lstStyle/>
          <a:p>
            <a:pPr eaLnBrk="1" hangingPunct="1"/>
            <a:r>
              <a:rPr lang="zh-CN" altLang="en-US" b="1" smtClean="0">
                <a:latin typeface="Times New Roman" pitchFamily="18" charset="0"/>
                <a:ea typeface="华文新魏" pitchFamily="2" charset="-122"/>
              </a:rPr>
              <a:t>例2-</a:t>
            </a:r>
            <a:r>
              <a:rPr lang="en-US" altLang="zh-CN" b="1" smtClean="0">
                <a:latin typeface="Times New Roman" pitchFamily="18" charset="0"/>
                <a:ea typeface="华文新魏" pitchFamily="2" charset="-122"/>
              </a:rPr>
              <a:t>4  </a:t>
            </a:r>
            <a:r>
              <a:rPr lang="zh-CN" altLang="en-US" b="1" smtClean="0">
                <a:latin typeface="Times New Roman" pitchFamily="18" charset="0"/>
                <a:ea typeface="华文新魏" pitchFamily="2" charset="-122"/>
              </a:rPr>
              <a:t>标识符的文法</a:t>
            </a:r>
            <a:r>
              <a:rPr lang="en-US" altLang="zh-CN" b="1" smtClean="0">
                <a:latin typeface="Times New Roman" pitchFamily="18" charset="0"/>
                <a:ea typeface="华文新魏" pitchFamily="2" charset="-122"/>
              </a:rPr>
              <a:t>3</a:t>
            </a:r>
          </a:p>
        </p:txBody>
      </p:sp>
      <p:sp>
        <p:nvSpPr>
          <p:cNvPr id="368643" name="Rectangle 3"/>
          <p:cNvSpPr>
            <a:spLocks noGrp="1" noRot="1" noChangeArrowheads="1"/>
          </p:cNvSpPr>
          <p:nvPr>
            <p:ph type="body" idx="1"/>
          </p:nvPr>
        </p:nvSpPr>
        <p:spPr>
          <a:xfrm>
            <a:off x="539750" y="1125538"/>
            <a:ext cx="4176713" cy="3598862"/>
          </a:xfrm>
        </p:spPr>
        <p:txBody>
          <a:bodyPr/>
          <a:lstStyle/>
          <a:p>
            <a:pPr marL="0" indent="0" eaLnBrk="1" hangingPunct="1">
              <a:spcBef>
                <a:spcPct val="15000"/>
              </a:spcBef>
              <a:buFont typeface="Wingdings" pitchFamily="2" charset="2"/>
              <a:buNone/>
            </a:pPr>
            <a:r>
              <a:rPr kumimoji="1" lang="en-US" altLang="zh-CN" b="1" smtClean="0">
                <a:effectLst>
                  <a:outerShdw blurRad="38100" dist="38100" dir="2700000" algn="tl">
                    <a:srgbClr val="C0C0C0"/>
                  </a:outerShdw>
                </a:effectLst>
                <a:latin typeface="Times New Roman" pitchFamily="18" charset="0"/>
              </a:rPr>
              <a:t>G</a:t>
            </a:r>
            <a:r>
              <a:rPr kumimoji="1" lang="en-US" altLang="zh-CN" b="1" baseline="-25000" smtClean="0">
                <a:effectLst>
                  <a:outerShdw blurRad="38100" dist="38100" dir="2700000" algn="tl">
                    <a:srgbClr val="C0C0C0"/>
                  </a:outerShdw>
                </a:effectLst>
                <a:latin typeface="Times New Roman" pitchFamily="18" charset="0"/>
              </a:rPr>
              <a:t>2</a:t>
            </a:r>
            <a:r>
              <a:rPr kumimoji="1" lang="en-US" altLang="zh-CN" b="1" smtClean="0">
                <a:effectLst>
                  <a:outerShdw blurRad="38100" dist="38100" dir="2700000" algn="tl">
                    <a:srgbClr val="C0C0C0"/>
                  </a:outerShdw>
                </a:effectLst>
                <a:latin typeface="Times New Roman" pitchFamily="18" charset="0"/>
              </a:rPr>
              <a:t>:</a:t>
            </a:r>
            <a:r>
              <a:rPr kumimoji="1" lang="en-US" altLang="zh-CN" smtClean="0">
                <a:latin typeface="Times New Roman" pitchFamily="18" charset="0"/>
              </a:rPr>
              <a:t> </a:t>
            </a:r>
          </a:p>
          <a:p>
            <a:pPr marL="0" indent="0" eaLnBrk="1" hangingPunct="1">
              <a:spcBef>
                <a:spcPct val="15000"/>
              </a:spcBef>
              <a:buFont typeface="Wingdings" pitchFamily="2" charset="2"/>
              <a:buNone/>
            </a:pPr>
            <a:r>
              <a:rPr kumimoji="1" lang="en-US" altLang="zh-CN" b="1" smtClean="0">
                <a:effectLst>
                  <a:outerShdw blurRad="38100" dist="38100" dir="2700000" algn="tl">
                    <a:srgbClr val="C0C0C0"/>
                  </a:outerShdw>
                </a:effectLst>
                <a:latin typeface="Times New Roman" pitchFamily="18" charset="0"/>
              </a:rPr>
              <a:t>I → a|b|c|d</a:t>
            </a:r>
            <a:endParaRPr kumimoji="1" lang="en-US" altLang="zh-CN" b="1" i="1" smtClean="0">
              <a:solidFill>
                <a:srgbClr val="FFFF00"/>
              </a:solidFill>
              <a:effectLst>
                <a:outerShdw blurRad="38100" dist="38100" dir="2700000" algn="tl">
                  <a:srgbClr val="C0C0C0"/>
                </a:outerShdw>
              </a:effectLst>
              <a:latin typeface="Times New Roman" pitchFamily="18" charset="0"/>
            </a:endParaRPr>
          </a:p>
          <a:p>
            <a:pPr marL="0" indent="0" eaLnBrk="1" hangingPunct="1">
              <a:spcBef>
                <a:spcPct val="15000"/>
              </a:spcBef>
              <a:buFont typeface="Wingdings" pitchFamily="2" charset="2"/>
              <a:buNone/>
            </a:pPr>
            <a:r>
              <a:rPr kumimoji="1" lang="en-US" altLang="zh-CN" b="1" smtClean="0">
                <a:effectLst>
                  <a:outerShdw blurRad="38100" dist="38100" dir="2700000" algn="tl">
                    <a:srgbClr val="C0C0C0"/>
                  </a:outerShdw>
                </a:effectLst>
                <a:latin typeface="Times New Roman" pitchFamily="18" charset="0"/>
              </a:rPr>
              <a:t>I → aT|bT|cT|dT</a:t>
            </a:r>
          </a:p>
          <a:p>
            <a:pPr marL="0" indent="0" eaLnBrk="1" hangingPunct="1">
              <a:spcBef>
                <a:spcPct val="15000"/>
              </a:spcBef>
              <a:buFont typeface="Wingdings" pitchFamily="2" charset="2"/>
              <a:buNone/>
            </a:pPr>
            <a:r>
              <a:rPr kumimoji="1" lang="en-US" altLang="zh-CN" b="1" smtClean="0">
                <a:effectLst>
                  <a:outerShdw blurRad="38100" dist="38100" dir="2700000" algn="tl">
                    <a:srgbClr val="C0C0C0"/>
                  </a:outerShdw>
                </a:effectLst>
                <a:latin typeface="Times New Roman" pitchFamily="18" charset="0"/>
              </a:rPr>
              <a:t>T → a|b|c|d 0|1|2|3|4|5</a:t>
            </a:r>
          </a:p>
          <a:p>
            <a:pPr marL="0" indent="0" eaLnBrk="1" hangingPunct="1">
              <a:spcBef>
                <a:spcPct val="15000"/>
              </a:spcBef>
              <a:buFont typeface="Wingdings" pitchFamily="2" charset="2"/>
              <a:buNone/>
            </a:pPr>
            <a:r>
              <a:rPr kumimoji="1" lang="en-US" altLang="zh-CN" b="1" smtClean="0">
                <a:effectLst>
                  <a:outerShdw blurRad="38100" dist="38100" dir="2700000" algn="tl">
                    <a:srgbClr val="C0C0C0"/>
                  </a:outerShdw>
                </a:effectLst>
                <a:latin typeface="Times New Roman" pitchFamily="18" charset="0"/>
              </a:rPr>
              <a:t>T → aT|bT|cT|dT|0T</a:t>
            </a:r>
          </a:p>
          <a:p>
            <a:pPr marL="0" indent="0" eaLnBrk="1" hangingPunct="1">
              <a:spcBef>
                <a:spcPct val="15000"/>
              </a:spcBef>
              <a:buFont typeface="Wingdings" pitchFamily="2" charset="2"/>
              <a:buNone/>
            </a:pPr>
            <a:r>
              <a:rPr kumimoji="1" lang="en-US" altLang="zh-CN" b="1" smtClean="0">
                <a:effectLst>
                  <a:outerShdw blurRad="38100" dist="38100" dir="2700000" algn="tl">
                    <a:srgbClr val="C0C0C0"/>
                  </a:outerShdw>
                </a:effectLst>
                <a:latin typeface="Times New Roman" pitchFamily="18" charset="0"/>
              </a:rPr>
              <a:t>T → 1T|2T|3T|4T|5T</a:t>
            </a:r>
            <a:endParaRPr kumimoji="1" lang="zh-CN" altLang="en-US" b="1" smtClean="0">
              <a:effectLst>
                <a:outerShdw blurRad="38100" dist="38100" dir="2700000" algn="tl">
                  <a:srgbClr val="C0C0C0"/>
                </a:outerShdw>
              </a:effectLst>
              <a:latin typeface="Times New Roman" pitchFamily="18" charset="0"/>
            </a:endParaRPr>
          </a:p>
        </p:txBody>
      </p:sp>
      <p:sp>
        <p:nvSpPr>
          <p:cNvPr id="368644" name="Rectangle 4"/>
          <p:cNvSpPr>
            <a:spLocks noChangeArrowheads="1"/>
          </p:cNvSpPr>
          <p:nvPr/>
        </p:nvSpPr>
        <p:spPr bwMode="auto">
          <a:xfrm>
            <a:off x="5076825" y="1125538"/>
            <a:ext cx="4067175" cy="3598862"/>
          </a:xfrm>
          <a:prstGeom prst="rect">
            <a:avLst/>
          </a:prstGeom>
          <a:noFill/>
          <a:ln w="9525">
            <a:noFill/>
            <a:miter lim="800000"/>
            <a:headEnd/>
            <a:tailEnd/>
          </a:ln>
          <a:effectLst/>
        </p:spPr>
        <p:txBody>
          <a:bodyPr/>
          <a:lstStyle/>
          <a:p>
            <a:pPr eaLnBrk="1" hangingPunct="1">
              <a:lnSpc>
                <a:spcPct val="115000"/>
              </a:lnSpc>
              <a:buClr>
                <a:schemeClr val="hlink"/>
              </a:buClr>
              <a:buSzPct val="75000"/>
              <a:buFont typeface="Wingdings" pitchFamily="2" charset="2"/>
              <a:buNone/>
            </a:pPr>
            <a:r>
              <a:rPr kumimoji="1" lang="en-US" altLang="zh-CN" sz="2800" b="1">
                <a:effectLst>
                  <a:outerShdw blurRad="38100" dist="38100" dir="2700000" algn="tl">
                    <a:srgbClr val="C0C0C0"/>
                  </a:outerShdw>
                </a:effectLst>
              </a:rPr>
              <a:t>G</a:t>
            </a:r>
            <a:r>
              <a:rPr kumimoji="1" lang="en-US" altLang="zh-CN" sz="2800" b="1" baseline="-25000">
                <a:effectLst>
                  <a:outerShdw blurRad="38100" dist="38100" dir="2700000" algn="tl">
                    <a:srgbClr val="C0C0C0"/>
                  </a:outerShdw>
                </a:effectLst>
              </a:rPr>
              <a:t>3</a:t>
            </a:r>
            <a:r>
              <a:rPr kumimoji="1" lang="en-US" altLang="zh-CN" sz="2800" b="1">
                <a:effectLst>
                  <a:outerShdw blurRad="38100" dist="38100" dir="2700000" algn="tl">
                    <a:srgbClr val="C0C0C0"/>
                  </a:outerShdw>
                </a:effectLst>
              </a:rPr>
              <a:t>: </a:t>
            </a:r>
          </a:p>
          <a:p>
            <a:pPr eaLnBrk="1" hangingPunct="1">
              <a:lnSpc>
                <a:spcPct val="115000"/>
              </a:lnSpc>
              <a:buClr>
                <a:schemeClr val="hlink"/>
              </a:buClr>
              <a:buSzPct val="75000"/>
              <a:buFont typeface="Wingdings" pitchFamily="2" charset="2"/>
              <a:buNone/>
            </a:pPr>
            <a:r>
              <a:rPr kumimoji="1" lang="en-US" altLang="zh-CN" sz="2800" b="1">
                <a:effectLst>
                  <a:outerShdw blurRad="38100" dist="38100" dir="2700000" algn="tl">
                    <a:srgbClr val="C0C0C0"/>
                  </a:outerShdw>
                </a:effectLst>
              </a:rPr>
              <a:t>I  → a|b|c|d</a:t>
            </a:r>
          </a:p>
          <a:p>
            <a:pPr eaLnBrk="1" hangingPunct="1">
              <a:lnSpc>
                <a:spcPct val="115000"/>
              </a:lnSpc>
              <a:buClr>
                <a:schemeClr val="hlink"/>
              </a:buClr>
              <a:buSzPct val="75000"/>
              <a:buFont typeface="Wingdings" pitchFamily="2" charset="2"/>
              <a:buNone/>
            </a:pPr>
            <a:r>
              <a:rPr kumimoji="1" lang="en-US" altLang="zh-CN" sz="2800" b="1">
                <a:effectLst>
                  <a:outerShdw blurRad="38100" dist="38100" dir="2700000" algn="tl">
                    <a:srgbClr val="C0C0C0"/>
                  </a:outerShdw>
                </a:effectLst>
              </a:rPr>
              <a:t>I  → Ha|Hb|Hc|Hd|H0</a:t>
            </a:r>
          </a:p>
          <a:p>
            <a:pPr eaLnBrk="1" hangingPunct="1">
              <a:lnSpc>
                <a:spcPct val="115000"/>
              </a:lnSpc>
              <a:buClr>
                <a:schemeClr val="hlink"/>
              </a:buClr>
              <a:buSzPct val="75000"/>
              <a:buFont typeface="Wingdings" pitchFamily="2" charset="2"/>
              <a:buNone/>
            </a:pPr>
            <a:r>
              <a:rPr kumimoji="1" lang="en-US" altLang="zh-CN" sz="2800" b="1">
                <a:effectLst>
                  <a:outerShdw blurRad="38100" dist="38100" dir="2700000" algn="tl">
                    <a:srgbClr val="C0C0C0"/>
                  </a:outerShdw>
                </a:effectLst>
              </a:rPr>
              <a:t>I  → H1|H2|H3|H4|H5 </a:t>
            </a:r>
          </a:p>
          <a:p>
            <a:pPr eaLnBrk="1" hangingPunct="1">
              <a:lnSpc>
                <a:spcPct val="115000"/>
              </a:lnSpc>
              <a:buClr>
                <a:schemeClr val="hlink"/>
              </a:buClr>
              <a:buSzPct val="75000"/>
              <a:buFont typeface="Wingdings" pitchFamily="2" charset="2"/>
              <a:buNone/>
            </a:pPr>
            <a:r>
              <a:rPr kumimoji="1" lang="en-US" altLang="zh-CN" sz="2800" b="1">
                <a:effectLst>
                  <a:outerShdw blurRad="38100" dist="38100" dir="2700000" algn="tl">
                    <a:srgbClr val="C0C0C0"/>
                  </a:outerShdw>
                </a:effectLst>
              </a:rPr>
              <a:t>H → Ha|Hb|Hc|Hd|H0</a:t>
            </a:r>
          </a:p>
          <a:p>
            <a:pPr eaLnBrk="1" hangingPunct="1">
              <a:lnSpc>
                <a:spcPct val="115000"/>
              </a:lnSpc>
              <a:buClr>
                <a:schemeClr val="hlink"/>
              </a:buClr>
              <a:buSzPct val="75000"/>
              <a:buFont typeface="Wingdings" pitchFamily="2" charset="2"/>
              <a:buNone/>
            </a:pPr>
            <a:r>
              <a:rPr kumimoji="1" lang="en-US" altLang="zh-CN" sz="2800" b="1">
                <a:effectLst>
                  <a:outerShdw blurRad="38100" dist="38100" dir="2700000" algn="tl">
                    <a:srgbClr val="C0C0C0"/>
                  </a:outerShdw>
                </a:effectLst>
              </a:rPr>
              <a:t>H → H1|H2|H3|H4|H5</a:t>
            </a:r>
            <a:endParaRPr kumimoji="1" lang="zh-CN" altLang="en-US" sz="2800" b="1">
              <a:effectLst>
                <a:outerShdw blurRad="38100" dist="38100" dir="2700000" algn="tl">
                  <a:srgbClr val="C0C0C0"/>
                </a:outerShdw>
              </a:effectLst>
            </a:endParaRPr>
          </a:p>
          <a:p>
            <a:pPr eaLnBrk="1" hangingPunct="1">
              <a:lnSpc>
                <a:spcPct val="115000"/>
              </a:lnSpc>
              <a:buClr>
                <a:schemeClr val="hlink"/>
              </a:buClr>
              <a:buSzPct val="75000"/>
              <a:buFont typeface="Wingdings" pitchFamily="2" charset="2"/>
              <a:buNone/>
            </a:pPr>
            <a:r>
              <a:rPr kumimoji="1" lang="en-US" altLang="zh-CN" sz="2800" b="1">
                <a:effectLst>
                  <a:outerShdw blurRad="38100" dist="38100" dir="2700000" algn="tl">
                    <a:srgbClr val="C0C0C0"/>
                  </a:outerShdw>
                </a:effectLst>
              </a:rPr>
              <a:t>H → a|b|c|d</a:t>
            </a:r>
          </a:p>
        </p:txBody>
      </p:sp>
      <p:grpSp>
        <p:nvGrpSpPr>
          <p:cNvPr id="2" name="Group 7"/>
          <p:cNvGrpSpPr>
            <a:grpSpLocks/>
          </p:cNvGrpSpPr>
          <p:nvPr/>
        </p:nvGrpSpPr>
        <p:grpSpPr bwMode="auto">
          <a:xfrm>
            <a:off x="984250" y="5734050"/>
            <a:ext cx="6916738" cy="588963"/>
            <a:chOff x="385" y="3742"/>
            <a:chExt cx="4357" cy="371"/>
          </a:xfrm>
        </p:grpSpPr>
        <p:sp>
          <p:nvSpPr>
            <p:cNvPr id="54282" name="Rectangle 5"/>
            <p:cNvSpPr>
              <a:spLocks noChangeArrowheads="1"/>
            </p:cNvSpPr>
            <p:nvPr/>
          </p:nvSpPr>
          <p:spPr bwMode="auto">
            <a:xfrm>
              <a:off x="385" y="3748"/>
              <a:ext cx="1681" cy="36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3200" b="1">
                  <a:solidFill>
                    <a:schemeClr val="bg1"/>
                  </a:solidFill>
                  <a:ea typeface="华文新魏" pitchFamily="2" charset="-122"/>
                </a:rPr>
                <a:t>A→aB</a:t>
              </a:r>
              <a:r>
                <a:rPr lang="zh-CN" altLang="en-US" sz="3200" b="1">
                  <a:solidFill>
                    <a:schemeClr val="bg1"/>
                  </a:solidFill>
                  <a:ea typeface="华文新魏" pitchFamily="2" charset="-122"/>
                </a:rPr>
                <a:t>或</a:t>
              </a:r>
              <a:r>
                <a:rPr lang="en-US" altLang="zh-CN" sz="3200" b="1">
                  <a:solidFill>
                    <a:schemeClr val="bg1"/>
                  </a:solidFill>
                  <a:ea typeface="华文新魏" pitchFamily="2" charset="-122"/>
                </a:rPr>
                <a:t>A→a</a:t>
              </a:r>
            </a:p>
          </p:txBody>
        </p:sp>
        <p:sp>
          <p:nvSpPr>
            <p:cNvPr id="54283" name="Rectangle 6"/>
            <p:cNvSpPr>
              <a:spLocks noChangeArrowheads="1"/>
            </p:cNvSpPr>
            <p:nvPr/>
          </p:nvSpPr>
          <p:spPr bwMode="auto">
            <a:xfrm>
              <a:off x="3061" y="3742"/>
              <a:ext cx="1681" cy="36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3200" b="1">
                  <a:solidFill>
                    <a:schemeClr val="bg1"/>
                  </a:solidFill>
                  <a:ea typeface="华文新魏" pitchFamily="2" charset="-122"/>
                </a:rPr>
                <a:t>A→Ba</a:t>
              </a:r>
              <a:r>
                <a:rPr lang="zh-CN" altLang="en-US" sz="3200" b="1">
                  <a:solidFill>
                    <a:schemeClr val="bg1"/>
                  </a:solidFill>
                  <a:ea typeface="华文新魏" pitchFamily="2" charset="-122"/>
                </a:rPr>
                <a:t>或</a:t>
              </a:r>
              <a:r>
                <a:rPr lang="en-US" altLang="zh-CN" sz="3200" b="1">
                  <a:solidFill>
                    <a:schemeClr val="bg1"/>
                  </a:solidFill>
                  <a:ea typeface="华文新魏" pitchFamily="2" charset="-122"/>
                </a:rPr>
                <a:t>A→a</a:t>
              </a:r>
            </a:p>
          </p:txBody>
        </p:sp>
      </p:grpSp>
      <p:sp>
        <p:nvSpPr>
          <p:cNvPr id="54280" name="Text Box 8"/>
          <p:cNvSpPr txBox="1">
            <a:spLocks noChangeArrowheads="1"/>
          </p:cNvSpPr>
          <p:nvPr/>
        </p:nvSpPr>
        <p:spPr bwMode="auto">
          <a:xfrm>
            <a:off x="323850" y="4652963"/>
            <a:ext cx="4032250" cy="1066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3200" b="1">
                <a:solidFill>
                  <a:schemeClr val="bg1"/>
                </a:solidFill>
                <a:latin typeface="Times New Roman" pitchFamily="18" charset="0"/>
                <a:ea typeface="华文新魏" pitchFamily="2" charset="-122"/>
              </a:rPr>
              <a:t>右部最多只有一个变量，且都在右边</a:t>
            </a:r>
            <a:endParaRPr lang="en-US" altLang="zh-CN" sz="3200" b="1">
              <a:solidFill>
                <a:schemeClr val="bg1"/>
              </a:solidFill>
              <a:latin typeface="Times New Roman" pitchFamily="18" charset="0"/>
              <a:ea typeface="华文新魏" pitchFamily="2" charset="-122"/>
            </a:endParaRPr>
          </a:p>
        </p:txBody>
      </p:sp>
      <p:sp>
        <p:nvSpPr>
          <p:cNvPr id="368649" name="Text Box 9"/>
          <p:cNvSpPr txBox="1">
            <a:spLocks noChangeArrowheads="1"/>
          </p:cNvSpPr>
          <p:nvPr/>
        </p:nvSpPr>
        <p:spPr bwMode="auto">
          <a:xfrm>
            <a:off x="4716463" y="4652963"/>
            <a:ext cx="4032250" cy="1066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3200" b="1">
                <a:solidFill>
                  <a:schemeClr val="bg1"/>
                </a:solidFill>
                <a:latin typeface="Times New Roman" pitchFamily="18" charset="0"/>
                <a:ea typeface="华文新魏" pitchFamily="2" charset="-122"/>
              </a:rPr>
              <a:t>右部最多只有一个变量，且都在左边</a:t>
            </a:r>
            <a:endParaRPr lang="en-US" altLang="zh-CN" sz="3200" b="1">
              <a:solidFill>
                <a:schemeClr val="bg1"/>
              </a:solidFill>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08B0533-58B1-4F82-9F19-F92571ACA6E0}" type="datetime1">
              <a:rPr lang="zh-CN" altLang="en-US"/>
              <a:pPr/>
              <a:t>2017/2/24</a:t>
            </a:fld>
            <a:endParaRPr lang="en-US" altLang="zh-CN"/>
          </a:p>
        </p:txBody>
      </p:sp>
      <p:sp>
        <p:nvSpPr>
          <p:cNvPr id="5529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002429F-CA7D-40E9-98E6-EC440F51FCA0}" type="slidenum">
              <a:rPr lang="zh-CN" altLang="en-US"/>
              <a:pPr/>
              <a:t>52</a:t>
            </a:fld>
            <a:endParaRPr lang="en-US" altLang="zh-CN"/>
          </a:p>
        </p:txBody>
      </p:sp>
      <p:sp>
        <p:nvSpPr>
          <p:cNvPr id="55300" name="Rectangle 2"/>
          <p:cNvSpPr>
            <a:spLocks noGrp="1" noRot="1" noChangeArrowheads="1"/>
          </p:cNvSpPr>
          <p:nvPr>
            <p:ph type="title"/>
          </p:nvPr>
        </p:nvSpPr>
        <p:spPr>
          <a:xfrm>
            <a:off x="542925" y="620713"/>
            <a:ext cx="7197725" cy="1012825"/>
          </a:xfrm>
          <a:noFill/>
        </p:spPr>
        <p:txBody>
          <a:bodyPr lIns="92075" tIns="46038" rIns="92075" bIns="46038"/>
          <a:lstStyle/>
          <a:p>
            <a:pPr eaLnBrk="1" hangingPunct="1"/>
            <a:r>
              <a:rPr lang="zh-CN" altLang="en-US" b="1" smtClean="0">
                <a:solidFill>
                  <a:srgbClr val="000099"/>
                </a:solidFill>
                <a:latin typeface="Times New Roman" pitchFamily="18" charset="0"/>
                <a:ea typeface="华文新魏" pitchFamily="2" charset="-122"/>
              </a:rPr>
              <a:t>正规文法</a:t>
            </a:r>
            <a:r>
              <a:rPr lang="en-US" altLang="zh-CN" b="1" smtClean="0">
                <a:solidFill>
                  <a:srgbClr val="000099"/>
                </a:solidFill>
                <a:latin typeface="Times New Roman" pitchFamily="18" charset="0"/>
                <a:ea typeface="华文新魏" pitchFamily="2" charset="-122"/>
              </a:rPr>
              <a:t>(RG)</a:t>
            </a:r>
          </a:p>
        </p:txBody>
      </p:sp>
      <p:sp>
        <p:nvSpPr>
          <p:cNvPr id="314371" name="Rectangle 3"/>
          <p:cNvSpPr>
            <a:spLocks noGrp="1" noRot="1" noChangeArrowheads="1"/>
          </p:cNvSpPr>
          <p:nvPr>
            <p:ph type="body" idx="1"/>
          </p:nvPr>
        </p:nvSpPr>
        <p:spPr>
          <a:xfrm>
            <a:off x="228600" y="1981200"/>
            <a:ext cx="8610600" cy="4343400"/>
          </a:xfrm>
          <a:noFill/>
        </p:spPr>
        <p:txBody>
          <a:bodyPr lIns="92075" tIns="46038" rIns="92075" bIns="46038"/>
          <a:lstStyle/>
          <a:p>
            <a:pPr algn="just" eaLnBrk="1" hangingPunct="1">
              <a:lnSpc>
                <a:spcPct val="130000"/>
              </a:lnSpc>
            </a:pPr>
            <a:r>
              <a:rPr lang="zh-CN" altLang="en-US" sz="3000" b="1" smtClean="0">
                <a:latin typeface="Times New Roman" pitchFamily="18" charset="0"/>
                <a:ea typeface="华文新魏" pitchFamily="2" charset="-122"/>
              </a:rPr>
              <a:t>设</a:t>
            </a:r>
            <a:r>
              <a:rPr lang="en-US" altLang="zh-CN" sz="3000" b="1" smtClean="0">
                <a:latin typeface="Times New Roman" pitchFamily="18" charset="0"/>
                <a:ea typeface="华文新魏" pitchFamily="2" charset="-122"/>
              </a:rPr>
              <a:t>A</a:t>
            </a:r>
            <a:r>
              <a:rPr lang="zh-CN" altLang="en-US" sz="3000" b="1" smtClean="0">
                <a:latin typeface="Times New Roman" pitchFamily="18" charset="0"/>
                <a:ea typeface="华文新魏" pitchFamily="2" charset="-122"/>
              </a:rPr>
              <a:t>、</a:t>
            </a:r>
            <a:r>
              <a:rPr lang="en-US" altLang="zh-CN" sz="3000" b="1" smtClean="0">
                <a:latin typeface="Times New Roman" pitchFamily="18" charset="0"/>
                <a:ea typeface="华文新魏" pitchFamily="2" charset="-122"/>
              </a:rPr>
              <a:t>B∈V，a∈T</a:t>
            </a:r>
            <a:r>
              <a:rPr lang="zh-CN" altLang="en-US" sz="3000" b="1" smtClean="0">
                <a:latin typeface="Times New Roman" pitchFamily="18" charset="0"/>
                <a:ea typeface="华文新魏" pitchFamily="2" charset="-122"/>
              </a:rPr>
              <a:t>∪</a:t>
            </a:r>
            <a:r>
              <a:rPr lang="en-US" altLang="zh-CN" sz="3000" b="1" smtClean="0">
                <a:latin typeface="Times New Roman" pitchFamily="18" charset="0"/>
                <a:ea typeface="华文新魏" pitchFamily="2" charset="-122"/>
              </a:rPr>
              <a:t>{ </a:t>
            </a:r>
            <a:r>
              <a:rPr lang="en-US" altLang="en-US" sz="3000" b="1" smtClean="0">
                <a:latin typeface="Times New Roman" pitchFamily="18" charset="0"/>
                <a:ea typeface="华文新魏" pitchFamily="2" charset="-122"/>
                <a:sym typeface="Symbol" pitchFamily="18" charset="2"/>
              </a:rPr>
              <a:t></a:t>
            </a:r>
            <a:r>
              <a:rPr lang="en-US" altLang="zh-CN" sz="3000" b="1" smtClean="0">
                <a:latin typeface="Times New Roman" pitchFamily="18" charset="0"/>
                <a:ea typeface="华文新魏" pitchFamily="2" charset="-122"/>
                <a:sym typeface="Symbol" pitchFamily="18" charset="2"/>
              </a:rPr>
              <a:t> }</a:t>
            </a:r>
            <a:endParaRPr lang="zh-CN" altLang="en-US" sz="3000" b="1" smtClean="0">
              <a:latin typeface="Times New Roman" pitchFamily="18" charset="0"/>
              <a:ea typeface="华文新魏" pitchFamily="2" charset="-122"/>
            </a:endParaRPr>
          </a:p>
          <a:p>
            <a:pPr algn="just" eaLnBrk="1" hangingPunct="1">
              <a:lnSpc>
                <a:spcPct val="130000"/>
              </a:lnSpc>
            </a:pPr>
            <a:r>
              <a:rPr lang="zh-CN" altLang="en-US" sz="3000" b="1" smtClean="0">
                <a:latin typeface="Times New Roman" pitchFamily="18" charset="0"/>
                <a:ea typeface="华文新魏" pitchFamily="2" charset="-122"/>
              </a:rPr>
              <a:t>右线性</a:t>
            </a:r>
            <a:r>
              <a:rPr lang="en-US" altLang="zh-CN" sz="3000" b="1" smtClean="0">
                <a:latin typeface="Times New Roman" pitchFamily="18" charset="0"/>
                <a:ea typeface="华文新魏" pitchFamily="2" charset="-122"/>
              </a:rPr>
              <a:t>(Right Linear)</a:t>
            </a:r>
            <a:r>
              <a:rPr lang="zh-CN" altLang="en-US" sz="3000" b="1" smtClean="0">
                <a:latin typeface="Times New Roman" pitchFamily="18" charset="0"/>
                <a:ea typeface="华文新魏" pitchFamily="2" charset="-122"/>
              </a:rPr>
              <a:t>文法：</a:t>
            </a:r>
            <a:r>
              <a:rPr lang="en-US" altLang="zh-CN" sz="3000" b="1" smtClean="0">
                <a:latin typeface="Times New Roman" pitchFamily="18" charset="0"/>
                <a:ea typeface="华文新魏" pitchFamily="2" charset="-122"/>
              </a:rPr>
              <a:t>A→aB</a:t>
            </a:r>
            <a:r>
              <a:rPr lang="zh-CN" altLang="en-US" sz="3000" b="1" smtClean="0">
                <a:latin typeface="Times New Roman" pitchFamily="18" charset="0"/>
                <a:ea typeface="华文新魏" pitchFamily="2" charset="-122"/>
              </a:rPr>
              <a:t>或</a:t>
            </a:r>
            <a:r>
              <a:rPr lang="en-US" altLang="zh-CN" sz="3000" b="1" smtClean="0">
                <a:latin typeface="Times New Roman" pitchFamily="18" charset="0"/>
                <a:ea typeface="华文新魏" pitchFamily="2" charset="-122"/>
              </a:rPr>
              <a:t>A→a</a:t>
            </a:r>
          </a:p>
          <a:p>
            <a:pPr algn="just" eaLnBrk="1" hangingPunct="1">
              <a:lnSpc>
                <a:spcPct val="130000"/>
              </a:lnSpc>
            </a:pPr>
            <a:r>
              <a:rPr lang="zh-CN" altLang="en-US" sz="3000" b="1" smtClean="0">
                <a:latin typeface="Times New Roman" pitchFamily="18" charset="0"/>
                <a:ea typeface="华文新魏" pitchFamily="2" charset="-122"/>
              </a:rPr>
              <a:t>左线性</a:t>
            </a:r>
            <a:r>
              <a:rPr lang="en-US" altLang="zh-CN" sz="3000" b="1" smtClean="0">
                <a:latin typeface="Times New Roman" pitchFamily="18" charset="0"/>
                <a:ea typeface="华文新魏" pitchFamily="2" charset="-122"/>
              </a:rPr>
              <a:t>(Left Linear)</a:t>
            </a:r>
            <a:r>
              <a:rPr lang="zh-CN" altLang="en-US" sz="3000" b="1" smtClean="0">
                <a:latin typeface="Times New Roman" pitchFamily="18" charset="0"/>
                <a:ea typeface="华文新魏" pitchFamily="2" charset="-122"/>
              </a:rPr>
              <a:t>文法：</a:t>
            </a:r>
            <a:r>
              <a:rPr lang="en-US" altLang="zh-CN" sz="3000" b="1" smtClean="0">
                <a:latin typeface="Times New Roman" pitchFamily="18" charset="0"/>
                <a:ea typeface="华文新魏" pitchFamily="2" charset="-122"/>
              </a:rPr>
              <a:t>A→Ba</a:t>
            </a:r>
            <a:r>
              <a:rPr lang="zh-CN" altLang="en-US" sz="3000" b="1" smtClean="0">
                <a:latin typeface="Times New Roman" pitchFamily="18" charset="0"/>
                <a:ea typeface="华文新魏" pitchFamily="2" charset="-122"/>
              </a:rPr>
              <a:t>或</a:t>
            </a:r>
            <a:r>
              <a:rPr lang="en-US" altLang="zh-CN" sz="3000" b="1" smtClean="0">
                <a:latin typeface="Times New Roman" pitchFamily="18" charset="0"/>
                <a:ea typeface="华文新魏" pitchFamily="2" charset="-122"/>
              </a:rPr>
              <a:t>A→a</a:t>
            </a:r>
          </a:p>
          <a:p>
            <a:pPr eaLnBrk="1" hangingPunct="1"/>
            <a:r>
              <a:rPr lang="zh-CN" altLang="en-US" sz="3000" b="1" smtClean="0">
                <a:latin typeface="Times New Roman" pitchFamily="18" charset="0"/>
                <a:ea typeface="华文新魏" pitchFamily="2" charset="-122"/>
              </a:rPr>
              <a:t>都是</a:t>
            </a:r>
            <a:r>
              <a:rPr lang="en-US" altLang="zh-CN" sz="3000" b="1" smtClean="0">
                <a:solidFill>
                  <a:schemeClr val="hlink"/>
                </a:solidFill>
                <a:latin typeface="Times New Roman" pitchFamily="18" charset="0"/>
                <a:ea typeface="华文新魏" pitchFamily="2" charset="-122"/>
              </a:rPr>
              <a:t>3</a:t>
            </a:r>
            <a:r>
              <a:rPr lang="zh-CN" altLang="en-US" sz="3000" b="1" smtClean="0">
                <a:solidFill>
                  <a:schemeClr val="hlink"/>
                </a:solidFill>
                <a:latin typeface="Times New Roman" pitchFamily="18" charset="0"/>
                <a:ea typeface="华文新魏" pitchFamily="2" charset="-122"/>
              </a:rPr>
              <a:t>型文法</a:t>
            </a:r>
            <a:r>
              <a:rPr lang="en-US" altLang="zh-CN" sz="3000" b="1" smtClean="0">
                <a:latin typeface="Times New Roman" pitchFamily="18" charset="0"/>
                <a:ea typeface="华文新魏" pitchFamily="2" charset="-122"/>
              </a:rPr>
              <a:t>(</a:t>
            </a:r>
            <a:r>
              <a:rPr lang="zh-CN" altLang="en-US" sz="3000" b="1" smtClean="0">
                <a:latin typeface="Times New Roman" pitchFamily="18" charset="0"/>
                <a:ea typeface="华文新魏" pitchFamily="2" charset="-122"/>
              </a:rPr>
              <a:t>正规文法 </a:t>
            </a:r>
            <a:r>
              <a:rPr lang="en-US" altLang="zh-CN" sz="3000" b="1" smtClean="0">
                <a:latin typeface="Times New Roman" pitchFamily="18" charset="0"/>
                <a:ea typeface="华文新魏" pitchFamily="2" charset="-122"/>
              </a:rPr>
              <a:t>Regular Grammar -</a:t>
            </a:r>
            <a:r>
              <a:rPr lang="en-US" altLang="zh-CN" sz="3000" b="1" smtClean="0">
                <a:solidFill>
                  <a:schemeClr val="hlink"/>
                </a:solidFill>
                <a:latin typeface="Times New Roman" pitchFamily="18" charset="0"/>
                <a:ea typeface="华文新魏" pitchFamily="2" charset="-122"/>
              </a:rPr>
              <a:t>RG</a:t>
            </a:r>
            <a:r>
              <a:rPr lang="en-US" altLang="zh-CN" sz="3000" b="1" smtClean="0">
                <a:latin typeface="Times New Roman" pitchFamily="18" charset="0"/>
                <a:ea typeface="华文新魏" pitchFamily="2" charset="-122"/>
              </a:rPr>
              <a:t>)</a:t>
            </a:r>
          </a:p>
          <a:p>
            <a:pPr algn="just" eaLnBrk="1" hangingPunct="1"/>
            <a:r>
              <a:rPr lang="en-US" altLang="zh-CN" sz="3000" b="1" smtClean="0">
                <a:latin typeface="Times New Roman" pitchFamily="18" charset="0"/>
                <a:ea typeface="华文新魏" pitchFamily="2" charset="-122"/>
              </a:rPr>
              <a:t>L(G)</a:t>
            </a:r>
            <a:r>
              <a:rPr lang="zh-CN" altLang="en-US" sz="3000" b="1" smtClean="0">
                <a:latin typeface="Times New Roman" pitchFamily="18" charset="0"/>
                <a:ea typeface="华文新魏" pitchFamily="2" charset="-122"/>
              </a:rPr>
              <a:t>为3型/正规集/正则集/正则语言</a:t>
            </a:r>
            <a:r>
              <a:rPr lang="en-US" altLang="zh-CN" sz="3000" b="1" smtClean="0">
                <a:latin typeface="Times New Roman" pitchFamily="18" charset="0"/>
                <a:ea typeface="华文新魏" pitchFamily="2" charset="-122"/>
              </a:rPr>
              <a:t>(</a:t>
            </a:r>
            <a:r>
              <a:rPr lang="en-US" altLang="zh-CN" sz="3000" b="1" smtClean="0">
                <a:solidFill>
                  <a:schemeClr val="hlink"/>
                </a:solidFill>
                <a:latin typeface="Times New Roman" pitchFamily="18" charset="0"/>
                <a:ea typeface="华文新魏" pitchFamily="2" charset="-122"/>
              </a:rPr>
              <a:t>RL</a:t>
            </a:r>
            <a:r>
              <a:rPr lang="en-US" altLang="zh-CN" sz="3000" b="1" smtClean="0">
                <a:latin typeface="Times New Roman" pitchFamily="18" charset="0"/>
                <a:ea typeface="华文新魏" pitchFamily="2" charset="-122"/>
              </a:rPr>
              <a:t>)</a:t>
            </a:r>
          </a:p>
          <a:p>
            <a:pPr lvl="1" algn="just" eaLnBrk="1" hangingPunct="1"/>
            <a:r>
              <a:rPr lang="zh-CN" altLang="en-US" sz="3000" b="1" smtClean="0">
                <a:latin typeface="Times New Roman" pitchFamily="18" charset="0"/>
                <a:ea typeface="华文新魏" pitchFamily="2" charset="-122"/>
              </a:rPr>
              <a:t>程序设计语言的多数词法特性</a:t>
            </a:r>
          </a:p>
          <a:p>
            <a:pPr lvl="1" algn="just" eaLnBrk="1" hangingPunct="1"/>
            <a:r>
              <a:rPr lang="zh-CN" altLang="en-US" sz="3000" b="1" smtClean="0">
                <a:latin typeface="Times New Roman" pitchFamily="18" charset="0"/>
                <a:ea typeface="华文新魏" pitchFamily="2" charset="-122"/>
              </a:rPr>
              <a:t>左、右线性文法混用不是正规文法</a:t>
            </a:r>
            <a:endParaRPr lang="en-US" altLang="zh-CN" sz="3000" b="1" smtClean="0">
              <a:latin typeface="Times New Roman" pitchFamily="18" charset="0"/>
              <a:ea typeface="华文新魏" pitchFamily="2" charset="-122"/>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4D3C8BB-21AB-4827-951B-61CC5DA53F08}" type="datetime1">
              <a:rPr lang="zh-CN" altLang="en-US"/>
              <a:pPr/>
              <a:t>2017/2/24</a:t>
            </a:fld>
            <a:endParaRPr lang="en-US" altLang="zh-CN"/>
          </a:p>
        </p:txBody>
      </p:sp>
      <p:sp>
        <p:nvSpPr>
          <p:cNvPr id="5632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D4576CA-4213-4936-AC18-73E5B08A2DD1}" type="slidenum">
              <a:rPr lang="zh-CN" altLang="en-US"/>
              <a:pPr/>
              <a:t>53</a:t>
            </a:fld>
            <a:endParaRPr lang="en-US" altLang="zh-CN"/>
          </a:p>
        </p:txBody>
      </p:sp>
      <p:sp>
        <p:nvSpPr>
          <p:cNvPr id="56324" name="Rectangle 2"/>
          <p:cNvSpPr>
            <a:spLocks noGrp="1" noRot="1" noChangeArrowheads="1"/>
          </p:cNvSpPr>
          <p:nvPr>
            <p:ph type="title"/>
          </p:nvPr>
        </p:nvSpPr>
        <p:spPr>
          <a:xfrm>
            <a:off x="827088" y="981075"/>
            <a:ext cx="6756400" cy="655638"/>
          </a:xfrm>
        </p:spPr>
        <p:txBody>
          <a:bodyPr/>
          <a:lstStyle/>
          <a:p>
            <a:pPr eaLnBrk="1" hangingPunct="1"/>
            <a:r>
              <a:rPr lang="zh-CN" altLang="en-US" b="1" smtClean="0">
                <a:solidFill>
                  <a:srgbClr val="000099"/>
                </a:solidFill>
                <a:latin typeface="Times New Roman" pitchFamily="18" charset="0"/>
                <a:ea typeface="华文新魏" pitchFamily="2" charset="-122"/>
              </a:rPr>
              <a:t>例 非</a:t>
            </a:r>
            <a:r>
              <a:rPr lang="en-US" altLang="zh-CN" b="1" smtClean="0">
                <a:solidFill>
                  <a:srgbClr val="000099"/>
                </a:solidFill>
                <a:latin typeface="Times New Roman" pitchFamily="18" charset="0"/>
                <a:ea typeface="华文新魏" pitchFamily="2" charset="-122"/>
              </a:rPr>
              <a:t>CFL</a:t>
            </a:r>
            <a:r>
              <a:rPr lang="zh-CN" altLang="en-US" b="1" smtClean="0">
                <a:solidFill>
                  <a:srgbClr val="000099"/>
                </a:solidFill>
                <a:latin typeface="Times New Roman" pitchFamily="18" charset="0"/>
                <a:ea typeface="华文新魏" pitchFamily="2" charset="-122"/>
              </a:rPr>
              <a:t>的文法</a:t>
            </a:r>
          </a:p>
        </p:txBody>
      </p:sp>
      <p:sp>
        <p:nvSpPr>
          <p:cNvPr id="315395" name="Rectangle 3"/>
          <p:cNvSpPr>
            <a:spLocks noGrp="1" noRot="1" noChangeArrowheads="1"/>
          </p:cNvSpPr>
          <p:nvPr>
            <p:ph type="body" idx="1"/>
          </p:nvPr>
        </p:nvSpPr>
        <p:spPr>
          <a:xfrm>
            <a:off x="827088" y="2065338"/>
            <a:ext cx="3887787" cy="3668712"/>
          </a:xfrm>
        </p:spPr>
        <p:txBody>
          <a:bodyPr/>
          <a:lstStyle/>
          <a:p>
            <a:pPr algn="just" eaLnBrk="1" hangingPunct="1">
              <a:lnSpc>
                <a:spcPct val="90000"/>
              </a:lnSpc>
              <a:buFont typeface="Wingdings" pitchFamily="2" charset="2"/>
              <a:buNone/>
            </a:pPr>
            <a:r>
              <a:rPr lang="en-US" altLang="zh-CN" sz="2800" b="1" smtClean="0">
                <a:latin typeface="Times New Roman" pitchFamily="18" charset="0"/>
                <a:ea typeface="华文新魏" pitchFamily="2" charset="-122"/>
              </a:rPr>
              <a:t>L={a</a:t>
            </a:r>
            <a:r>
              <a:rPr lang="en-US" altLang="zh-CN" sz="2800" b="1" baseline="30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b</a:t>
            </a:r>
            <a:r>
              <a:rPr lang="en-US" altLang="zh-CN" sz="2800" b="1" baseline="30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c</a:t>
            </a:r>
            <a:r>
              <a:rPr lang="en-US" altLang="zh-CN" sz="2800" b="1" baseline="30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|n&gt;0}</a:t>
            </a:r>
            <a:r>
              <a:rPr lang="zh-CN" altLang="en-US" sz="2800" b="1" smtClean="0">
                <a:latin typeface="Times New Roman" pitchFamily="18" charset="0"/>
                <a:ea typeface="华文新魏" pitchFamily="2" charset="-122"/>
              </a:rPr>
              <a:t>的文法</a:t>
            </a:r>
          </a:p>
          <a:p>
            <a:pPr algn="just" eaLnBrk="1" hangingPunct="1">
              <a:lnSpc>
                <a:spcPct val="90000"/>
              </a:lnSpc>
              <a:spcBef>
                <a:spcPct val="50000"/>
              </a:spcBef>
              <a:buFont typeface="Wingdings" pitchFamily="2" charset="2"/>
              <a:buNone/>
            </a:pPr>
            <a:r>
              <a:rPr lang="en-US" altLang="zh-CN" sz="2800" b="1" smtClean="0">
                <a:latin typeface="Times New Roman" pitchFamily="18" charset="0"/>
                <a:ea typeface="华文新魏" pitchFamily="2" charset="-122"/>
              </a:rPr>
              <a:t>S</a:t>
            </a:r>
            <a:r>
              <a:rPr lang="en-US" altLang="zh-CN" sz="2800" b="1" smtClean="0">
                <a:latin typeface="Times New Roman" pitchFamily="18" charset="0"/>
                <a:ea typeface="华文新魏" pitchFamily="2" charset="-122"/>
                <a:sym typeface="Symbol" pitchFamily="18" charset="2"/>
              </a:rPr>
              <a:t></a:t>
            </a:r>
            <a:r>
              <a:rPr lang="en-US" altLang="zh-CN" sz="2800" b="1" smtClean="0">
                <a:latin typeface="Times New Roman" pitchFamily="18" charset="0"/>
                <a:ea typeface="华文新魏" pitchFamily="2" charset="-122"/>
              </a:rPr>
              <a:t>aBC|aSBC</a:t>
            </a:r>
          </a:p>
          <a:p>
            <a:pPr algn="just" eaLnBrk="1" hangingPunct="1">
              <a:lnSpc>
                <a:spcPct val="90000"/>
              </a:lnSpc>
              <a:buFont typeface="Wingdings" pitchFamily="2" charset="2"/>
              <a:buNone/>
            </a:pPr>
            <a:r>
              <a:rPr lang="en-US" altLang="zh-CN" sz="2800" b="1" smtClean="0">
                <a:latin typeface="Times New Roman" pitchFamily="18" charset="0"/>
                <a:ea typeface="华文新魏" pitchFamily="2" charset="-122"/>
              </a:rPr>
              <a:t>CB</a:t>
            </a:r>
            <a:r>
              <a:rPr lang="en-US" altLang="zh-CN" sz="2800" b="1" smtClean="0">
                <a:latin typeface="Times New Roman" pitchFamily="18" charset="0"/>
                <a:ea typeface="华文新魏" pitchFamily="2" charset="-122"/>
                <a:sym typeface="Symbol" pitchFamily="18" charset="2"/>
              </a:rPr>
              <a:t></a:t>
            </a:r>
            <a:r>
              <a:rPr lang="en-US" altLang="zh-CN" sz="2800" b="1" smtClean="0">
                <a:latin typeface="Times New Roman" pitchFamily="18" charset="0"/>
                <a:ea typeface="华文新魏" pitchFamily="2" charset="-122"/>
              </a:rPr>
              <a:t>BC</a:t>
            </a:r>
          </a:p>
          <a:p>
            <a:pPr algn="just" eaLnBrk="1" hangingPunct="1">
              <a:lnSpc>
                <a:spcPct val="90000"/>
              </a:lnSpc>
              <a:buFont typeface="Wingdings" pitchFamily="2" charset="2"/>
              <a:buNone/>
            </a:pPr>
            <a:r>
              <a:rPr lang="en-US" altLang="zh-CN" sz="2800" b="1" smtClean="0">
                <a:latin typeface="Times New Roman" pitchFamily="18" charset="0"/>
                <a:ea typeface="华文新魏" pitchFamily="2" charset="-122"/>
              </a:rPr>
              <a:t>aB</a:t>
            </a:r>
            <a:r>
              <a:rPr lang="en-US" altLang="zh-CN" sz="2800" b="1" smtClean="0">
                <a:latin typeface="Times New Roman" pitchFamily="18" charset="0"/>
                <a:ea typeface="华文新魏" pitchFamily="2" charset="-122"/>
                <a:sym typeface="Symbol" pitchFamily="18" charset="2"/>
              </a:rPr>
              <a:t></a:t>
            </a:r>
            <a:r>
              <a:rPr lang="en-US" altLang="zh-CN" sz="2800" b="1" smtClean="0">
                <a:latin typeface="Times New Roman" pitchFamily="18" charset="0"/>
                <a:ea typeface="华文新魏" pitchFamily="2" charset="-122"/>
              </a:rPr>
              <a:t>ab</a:t>
            </a:r>
          </a:p>
          <a:p>
            <a:pPr algn="just" eaLnBrk="1" hangingPunct="1">
              <a:lnSpc>
                <a:spcPct val="90000"/>
              </a:lnSpc>
              <a:buFont typeface="Wingdings" pitchFamily="2" charset="2"/>
              <a:buNone/>
            </a:pPr>
            <a:r>
              <a:rPr lang="en-US" altLang="zh-CN" sz="2800" b="1" smtClean="0">
                <a:latin typeface="Times New Roman" pitchFamily="18" charset="0"/>
                <a:ea typeface="华文新魏" pitchFamily="2" charset="-122"/>
              </a:rPr>
              <a:t>bB</a:t>
            </a:r>
            <a:r>
              <a:rPr lang="en-US" altLang="zh-CN" sz="2800" b="1" smtClean="0">
                <a:latin typeface="Times New Roman" pitchFamily="18" charset="0"/>
                <a:ea typeface="华文新魏" pitchFamily="2" charset="-122"/>
                <a:sym typeface="Symbol" pitchFamily="18" charset="2"/>
              </a:rPr>
              <a:t></a:t>
            </a:r>
            <a:r>
              <a:rPr lang="en-US" altLang="zh-CN" sz="2800" b="1" smtClean="0">
                <a:latin typeface="Times New Roman" pitchFamily="18" charset="0"/>
                <a:ea typeface="华文新魏" pitchFamily="2" charset="-122"/>
              </a:rPr>
              <a:t>bb</a:t>
            </a:r>
          </a:p>
          <a:p>
            <a:pPr algn="just" eaLnBrk="1" hangingPunct="1">
              <a:lnSpc>
                <a:spcPct val="90000"/>
              </a:lnSpc>
              <a:buFont typeface="Wingdings" pitchFamily="2" charset="2"/>
              <a:buNone/>
            </a:pPr>
            <a:r>
              <a:rPr lang="en-US" altLang="zh-CN" sz="2800" b="1" smtClean="0">
                <a:latin typeface="Times New Roman" pitchFamily="18" charset="0"/>
                <a:ea typeface="华文新魏" pitchFamily="2" charset="-122"/>
              </a:rPr>
              <a:t>bC</a:t>
            </a:r>
            <a:r>
              <a:rPr lang="en-US" altLang="zh-CN" sz="2800" b="1" smtClean="0">
                <a:latin typeface="Times New Roman" pitchFamily="18" charset="0"/>
                <a:ea typeface="华文新魏" pitchFamily="2" charset="-122"/>
                <a:sym typeface="Symbol" pitchFamily="18" charset="2"/>
              </a:rPr>
              <a:t></a:t>
            </a:r>
            <a:r>
              <a:rPr lang="en-US" altLang="zh-CN" sz="2800" b="1" smtClean="0">
                <a:latin typeface="Times New Roman" pitchFamily="18" charset="0"/>
                <a:ea typeface="华文新魏" pitchFamily="2" charset="-122"/>
              </a:rPr>
              <a:t>bc</a:t>
            </a:r>
          </a:p>
          <a:p>
            <a:pPr algn="just" eaLnBrk="1" hangingPunct="1">
              <a:lnSpc>
                <a:spcPct val="90000"/>
              </a:lnSpc>
              <a:buFont typeface="Wingdings" pitchFamily="2" charset="2"/>
              <a:buNone/>
            </a:pPr>
            <a:r>
              <a:rPr lang="en-US" altLang="zh-CN" sz="2800" b="1" smtClean="0">
                <a:latin typeface="Times New Roman" pitchFamily="18" charset="0"/>
                <a:ea typeface="华文新魏" pitchFamily="2" charset="-122"/>
              </a:rPr>
              <a:t>cC</a:t>
            </a:r>
            <a:r>
              <a:rPr lang="en-US" altLang="zh-CN" sz="2800" b="1" smtClean="0">
                <a:latin typeface="Times New Roman" pitchFamily="18" charset="0"/>
                <a:ea typeface="华文新魏" pitchFamily="2" charset="-122"/>
                <a:sym typeface="Symbol" pitchFamily="18" charset="2"/>
              </a:rPr>
              <a:t></a:t>
            </a:r>
            <a:r>
              <a:rPr lang="en-US" altLang="zh-CN" sz="2800" b="1" smtClean="0">
                <a:latin typeface="Times New Roman" pitchFamily="18" charset="0"/>
                <a:ea typeface="华文新魏" pitchFamily="2" charset="-122"/>
              </a:rPr>
              <a:t> cc</a:t>
            </a:r>
          </a:p>
        </p:txBody>
      </p:sp>
      <p:sp>
        <p:nvSpPr>
          <p:cNvPr id="315396" name="Rectangle 4"/>
          <p:cNvSpPr>
            <a:spLocks noChangeArrowheads="1"/>
          </p:cNvSpPr>
          <p:nvPr/>
        </p:nvSpPr>
        <p:spPr bwMode="auto">
          <a:xfrm>
            <a:off x="971550" y="5805488"/>
            <a:ext cx="7021513" cy="579437"/>
          </a:xfrm>
          <a:prstGeom prst="rect">
            <a:avLst/>
          </a:prstGeom>
          <a:noFill/>
          <a:ln w="9525">
            <a:noFill/>
            <a:miter lim="800000"/>
            <a:headEnd/>
            <a:tailEnd/>
          </a:ln>
          <a:effectLst/>
        </p:spPr>
        <p:txBody>
          <a:bodyPr wrap="none" lIns="92075" tIns="46038" rIns="92075" bIns="46038">
            <a:spAutoFit/>
          </a:bodyPr>
          <a:lstStyle/>
          <a:p>
            <a:pPr>
              <a:spcBef>
                <a:spcPct val="20000"/>
              </a:spcBef>
              <a:buClr>
                <a:schemeClr val="tx2"/>
              </a:buClr>
              <a:buSzPct val="75000"/>
              <a:buFont typeface="Monotype Sorts" pitchFamily="2" charset="2"/>
              <a:buChar char="n"/>
              <a:defRPr/>
            </a:pPr>
            <a:r>
              <a:rPr kumimoji="1" lang="zh-CN" altLang="en-US" sz="3200" b="1">
                <a:solidFill>
                  <a:schemeClr val="hlink"/>
                </a:solidFill>
                <a:effectLst>
                  <a:outerShdw blurRad="38100" dist="38100" dir="2700000" algn="tl">
                    <a:srgbClr val="C0C0C0"/>
                  </a:outerShdw>
                </a:effectLst>
                <a:latin typeface="Times New Roman"/>
                <a:ea typeface="华文新魏" pitchFamily="2" charset="-122"/>
              </a:rPr>
              <a:t>“</a:t>
            </a:r>
            <a:r>
              <a:rPr kumimoji="1" lang="zh-CN" altLang="en-US" sz="3200" b="1">
                <a:solidFill>
                  <a:schemeClr val="hlink"/>
                </a:solidFill>
                <a:effectLst>
                  <a:outerShdw blurRad="38100" dist="38100" dir="2700000" algn="tl">
                    <a:srgbClr val="C0C0C0"/>
                  </a:outerShdw>
                </a:effectLst>
                <a:latin typeface="华文新魏" pitchFamily="2" charset="-122"/>
                <a:ea typeface="华文新魏" pitchFamily="2" charset="-122"/>
              </a:rPr>
              <a:t>可以证明</a:t>
            </a:r>
            <a:r>
              <a:rPr kumimoji="1" lang="zh-CN" altLang="en-US" sz="3200" b="1">
                <a:solidFill>
                  <a:schemeClr val="hlink"/>
                </a:solidFill>
                <a:effectLst>
                  <a:outerShdw blurRad="38100" dist="38100" dir="2700000" algn="tl">
                    <a:srgbClr val="C0C0C0"/>
                  </a:outerShdw>
                </a:effectLst>
                <a:latin typeface="Times New Roman"/>
                <a:ea typeface="华文新魏" pitchFamily="2" charset="-122"/>
              </a:rPr>
              <a:t>”</a:t>
            </a:r>
            <a:r>
              <a:rPr kumimoji="1" lang="zh-CN" altLang="en-US" sz="3200" b="1">
                <a:solidFill>
                  <a:schemeClr val="hlink"/>
                </a:solidFill>
                <a:effectLst>
                  <a:outerShdw blurRad="38100" dist="38100" dir="2700000" algn="tl">
                    <a:srgbClr val="C0C0C0"/>
                  </a:outerShdw>
                </a:effectLst>
                <a:latin typeface="华文新魏" pitchFamily="2" charset="-122"/>
                <a:ea typeface="华文新魏" pitchFamily="2" charset="-122"/>
              </a:rPr>
              <a:t>不存在</a:t>
            </a:r>
            <a:r>
              <a:rPr kumimoji="1" lang="en-US" altLang="zh-CN" sz="3200" b="1">
                <a:solidFill>
                  <a:schemeClr val="hlink"/>
                </a:solidFill>
                <a:effectLst>
                  <a:outerShdw blurRad="38100" dist="38100" dir="2700000" algn="tl">
                    <a:srgbClr val="C0C0C0"/>
                  </a:outerShdw>
                </a:effectLst>
                <a:ea typeface="华文新魏" pitchFamily="2" charset="-122"/>
              </a:rPr>
              <a:t>CFG  G</a:t>
            </a:r>
            <a:r>
              <a:rPr kumimoji="1" lang="en-US" altLang="zh-CN" sz="3200" b="1">
                <a:solidFill>
                  <a:schemeClr val="hlink"/>
                </a:solidFill>
                <a:effectLst>
                  <a:outerShdw blurRad="38100" dist="38100" dir="2700000" algn="tl">
                    <a:srgbClr val="C0C0C0"/>
                  </a:outerShdw>
                </a:effectLst>
                <a:latin typeface="华文新魏" pitchFamily="2" charset="-122"/>
                <a:ea typeface="华文新魏" pitchFamily="2" charset="-122"/>
              </a:rPr>
              <a:t> ,</a:t>
            </a:r>
            <a:r>
              <a:rPr kumimoji="1" lang="zh-CN" altLang="en-US" sz="3200" b="1">
                <a:solidFill>
                  <a:schemeClr val="hlink"/>
                </a:solidFill>
                <a:effectLst>
                  <a:outerShdw blurRad="38100" dist="38100" dir="2700000" algn="tl">
                    <a:srgbClr val="C0C0C0"/>
                  </a:outerShdw>
                </a:effectLst>
                <a:latin typeface="华文新魏" pitchFamily="2" charset="-122"/>
                <a:ea typeface="华文新魏" pitchFamily="2" charset="-122"/>
              </a:rPr>
              <a:t>使</a:t>
            </a:r>
            <a:r>
              <a:rPr kumimoji="1" lang="en-US" altLang="zh-CN" sz="3200" b="1">
                <a:solidFill>
                  <a:schemeClr val="hlink"/>
                </a:solidFill>
                <a:effectLst>
                  <a:outerShdw blurRad="38100" dist="38100" dir="2700000" algn="tl">
                    <a:srgbClr val="C0C0C0"/>
                  </a:outerShdw>
                </a:effectLst>
                <a:ea typeface="华文新魏" pitchFamily="2" charset="-122"/>
              </a:rPr>
              <a:t>L(G)=L</a:t>
            </a:r>
          </a:p>
        </p:txBody>
      </p:sp>
      <p:sp>
        <p:nvSpPr>
          <p:cNvPr id="315397" name="Rectangle 5"/>
          <p:cNvSpPr>
            <a:spLocks noRot="1" noChangeArrowheads="1"/>
          </p:cNvSpPr>
          <p:nvPr/>
        </p:nvSpPr>
        <p:spPr bwMode="auto">
          <a:xfrm>
            <a:off x="4859338" y="2132013"/>
            <a:ext cx="3600450"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spcBef>
                <a:spcPct val="20000"/>
              </a:spcBef>
              <a:buClr>
                <a:schemeClr val="hlink"/>
              </a:buClr>
              <a:buSzPct val="75000"/>
              <a:buFont typeface="Wingdings" pitchFamily="2" charset="2"/>
              <a:buNone/>
            </a:pPr>
            <a:r>
              <a:rPr lang="zh-CN" altLang="en-US" sz="2800" b="1">
                <a:ea typeface="华文新魏" pitchFamily="2" charset="-122"/>
              </a:rPr>
              <a:t>如下是</a:t>
            </a:r>
            <a:r>
              <a:rPr lang="en-US" altLang="zh-CN" sz="2800" b="1">
                <a:ea typeface="华文新魏" pitchFamily="2" charset="-122"/>
              </a:rPr>
              <a:t>L={a</a:t>
            </a:r>
            <a:r>
              <a:rPr lang="en-US" altLang="zh-CN" sz="2800" b="1" baseline="30000">
                <a:ea typeface="华文新魏" pitchFamily="2" charset="-122"/>
              </a:rPr>
              <a:t>n</a:t>
            </a:r>
            <a:r>
              <a:rPr lang="en-US" altLang="zh-CN" sz="2800" b="1">
                <a:ea typeface="华文新魏" pitchFamily="2" charset="-122"/>
              </a:rPr>
              <a:t>b</a:t>
            </a:r>
            <a:r>
              <a:rPr lang="en-US" altLang="zh-CN" sz="2800" b="1" baseline="30000">
                <a:ea typeface="华文新魏" pitchFamily="2" charset="-122"/>
              </a:rPr>
              <a:t>n</a:t>
            </a:r>
            <a:r>
              <a:rPr lang="en-US" altLang="zh-CN" sz="2800" b="1">
                <a:ea typeface="华文新魏" pitchFamily="2" charset="-122"/>
              </a:rPr>
              <a:t>c</a:t>
            </a:r>
            <a:r>
              <a:rPr lang="en-US" altLang="zh-CN" sz="2800" b="1" baseline="30000">
                <a:ea typeface="华文新魏" pitchFamily="2" charset="-122"/>
              </a:rPr>
              <a:t>n</a:t>
            </a:r>
            <a:r>
              <a:rPr lang="en-US" altLang="zh-CN" sz="2800" b="1">
                <a:ea typeface="华文新魏" pitchFamily="2" charset="-122"/>
              </a:rPr>
              <a:t>|n&gt;0}</a:t>
            </a:r>
            <a:r>
              <a:rPr lang="zh-CN" altLang="en-US" sz="2800" b="1">
                <a:ea typeface="华文新魏" pitchFamily="2" charset="-122"/>
              </a:rPr>
              <a:t>的文法吗？问什么？</a:t>
            </a:r>
          </a:p>
          <a:p>
            <a:pPr algn="just" eaLnBrk="1" hangingPunct="1">
              <a:spcBef>
                <a:spcPct val="40000"/>
              </a:spcBef>
              <a:buClr>
                <a:schemeClr val="hlink"/>
              </a:buClr>
              <a:buSzPct val="75000"/>
              <a:buFont typeface="Wingdings" pitchFamily="2" charset="2"/>
              <a:buNone/>
            </a:pPr>
            <a:r>
              <a:rPr lang="en-US" altLang="zh-CN" sz="2800" b="1">
                <a:ea typeface="华文新魏" pitchFamily="2" charset="-122"/>
              </a:rPr>
              <a:t>S</a:t>
            </a:r>
            <a:r>
              <a:rPr lang="en-US" altLang="zh-CN" sz="2800" b="1">
                <a:ea typeface="华文新魏" pitchFamily="2" charset="-122"/>
                <a:sym typeface="Symbol" pitchFamily="18" charset="2"/>
              </a:rPr>
              <a:t></a:t>
            </a:r>
            <a:r>
              <a:rPr lang="en-US" altLang="zh-CN" sz="2800" b="1">
                <a:ea typeface="华文新魏" pitchFamily="2" charset="-122"/>
              </a:rPr>
              <a:t>aBC|aSBC</a:t>
            </a:r>
          </a:p>
          <a:p>
            <a:pPr algn="just" eaLnBrk="1" hangingPunct="1">
              <a:spcBef>
                <a:spcPct val="40000"/>
              </a:spcBef>
              <a:buClr>
                <a:schemeClr val="hlink"/>
              </a:buClr>
              <a:buSzPct val="75000"/>
              <a:buFont typeface="Wingdings" pitchFamily="2" charset="2"/>
              <a:buNone/>
            </a:pPr>
            <a:r>
              <a:rPr lang="en-US" altLang="zh-CN" sz="2800" b="1">
                <a:ea typeface="华文新魏" pitchFamily="2" charset="-122"/>
              </a:rPr>
              <a:t>CB</a:t>
            </a:r>
            <a:r>
              <a:rPr lang="en-US" altLang="zh-CN" sz="2800" b="1">
                <a:ea typeface="华文新魏" pitchFamily="2" charset="-122"/>
                <a:sym typeface="Symbol" pitchFamily="18" charset="2"/>
              </a:rPr>
              <a:t></a:t>
            </a:r>
            <a:r>
              <a:rPr lang="en-US" altLang="zh-CN" sz="2800" b="1">
                <a:ea typeface="华文新魏" pitchFamily="2" charset="-122"/>
              </a:rPr>
              <a:t>BC</a:t>
            </a:r>
          </a:p>
          <a:p>
            <a:pPr algn="just" eaLnBrk="1" hangingPunct="1">
              <a:spcBef>
                <a:spcPct val="40000"/>
              </a:spcBef>
              <a:buClr>
                <a:schemeClr val="hlink"/>
              </a:buClr>
              <a:buSzPct val="75000"/>
              <a:buFont typeface="Wingdings" pitchFamily="2" charset="2"/>
              <a:buNone/>
            </a:pPr>
            <a:r>
              <a:rPr lang="en-US" altLang="zh-CN" sz="2800" b="1">
                <a:ea typeface="华文新魏" pitchFamily="2" charset="-122"/>
              </a:rPr>
              <a:t>B</a:t>
            </a:r>
            <a:r>
              <a:rPr lang="en-US" altLang="zh-CN" sz="2800" b="1">
                <a:ea typeface="华文新魏" pitchFamily="2" charset="-122"/>
                <a:sym typeface="Symbol" pitchFamily="18" charset="2"/>
              </a:rPr>
              <a:t></a:t>
            </a:r>
            <a:r>
              <a:rPr lang="en-US" altLang="zh-CN" sz="2800" b="1">
                <a:ea typeface="华文新魏" pitchFamily="2" charset="-122"/>
              </a:rPr>
              <a:t>b</a:t>
            </a:r>
          </a:p>
          <a:p>
            <a:pPr algn="just" eaLnBrk="1" hangingPunct="1">
              <a:spcBef>
                <a:spcPct val="40000"/>
              </a:spcBef>
              <a:buClr>
                <a:schemeClr val="hlink"/>
              </a:buClr>
              <a:buSzPct val="75000"/>
              <a:buFont typeface="Wingdings" pitchFamily="2" charset="2"/>
              <a:buNone/>
            </a:pPr>
            <a:r>
              <a:rPr lang="en-US" altLang="zh-CN" sz="2800" b="1">
                <a:ea typeface="华文新魏" pitchFamily="2" charset="-122"/>
              </a:rPr>
              <a:t>C</a:t>
            </a:r>
            <a:r>
              <a:rPr lang="en-US" altLang="zh-CN" sz="2800" b="1">
                <a:ea typeface="华文新魏" pitchFamily="2" charset="-122"/>
                <a:sym typeface="Symbol" pitchFamily="18" charset="2"/>
              </a:rPr>
              <a:t></a:t>
            </a:r>
            <a:r>
              <a:rPr lang="en-US" altLang="zh-CN" sz="2800" b="1">
                <a:ea typeface="华文新魏" pitchFamily="2" charset="-122"/>
              </a:rPr>
              <a:t>c</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日期占位符 1"/>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84CE6D80-9516-4F6C-97BF-1B84DAE5E5BE}" type="datetime1">
              <a:rPr lang="zh-CN" altLang="en-US"/>
              <a:pPr/>
              <a:t>2017/2/24</a:t>
            </a:fld>
            <a:endParaRPr lang="en-US" altLang="zh-CN"/>
          </a:p>
        </p:txBody>
      </p:sp>
      <p:sp>
        <p:nvSpPr>
          <p:cNvPr id="5734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997BC33-EFB8-4DFE-8C9C-66C603656B69}" type="slidenum">
              <a:rPr lang="zh-CN" altLang="en-US"/>
              <a:pPr/>
              <a:t>54</a:t>
            </a:fld>
            <a:endParaRPr lang="en-US" altLang="zh-CN"/>
          </a:p>
        </p:txBody>
      </p:sp>
      <p:sp>
        <p:nvSpPr>
          <p:cNvPr id="57348" name="Text Box 2"/>
          <p:cNvSpPr txBox="1">
            <a:spLocks noChangeArrowheads="1"/>
          </p:cNvSpPr>
          <p:nvPr/>
        </p:nvSpPr>
        <p:spPr bwMode="auto">
          <a:xfrm>
            <a:off x="685800" y="1484313"/>
            <a:ext cx="8077200" cy="448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buClr>
                <a:schemeClr val="hlink"/>
              </a:buClr>
              <a:buFont typeface="Wingdings" pitchFamily="2" charset="2"/>
              <a:buChar char="v"/>
            </a:pPr>
            <a:r>
              <a:rPr lang="zh-CN" altLang="en-US" sz="3200">
                <a:latin typeface="Times New Roman" pitchFamily="18" charset="0"/>
                <a:ea typeface="华文新魏" pitchFamily="2" charset="-122"/>
              </a:rPr>
              <a:t> </a:t>
            </a:r>
            <a:r>
              <a:rPr lang="zh-CN" altLang="en-US" sz="3200" b="1">
                <a:latin typeface="Times New Roman" pitchFamily="18" charset="0"/>
                <a:ea typeface="华文新魏" pitchFamily="2" charset="-122"/>
              </a:rPr>
              <a:t>在高级程序语言中,有些语言结构不能用上下文无关文法描述。</a:t>
            </a:r>
          </a:p>
          <a:p>
            <a:pPr eaLnBrk="1" fontAlgn="ctr" hangingPunct="1">
              <a:spcBef>
                <a:spcPct val="50000"/>
              </a:spcBef>
              <a:buClr>
                <a:schemeClr val="hlink"/>
              </a:buClr>
              <a:buFont typeface="Wingdings" pitchFamily="2" charset="2"/>
              <a:buChar char="v"/>
            </a:pPr>
            <a:r>
              <a:rPr lang="zh-CN" altLang="en-US" sz="3200" b="1">
                <a:latin typeface="Times New Roman" pitchFamily="18" charset="0"/>
                <a:ea typeface="华文新魏" pitchFamily="2" charset="-122"/>
              </a:rPr>
              <a:t>例如：标识符的声明应先于引用</a:t>
            </a:r>
          </a:p>
          <a:p>
            <a:pPr lvl="1" eaLnBrk="1" fontAlgn="ctr" hangingPunct="1">
              <a:spcBef>
                <a:spcPct val="50000"/>
              </a:spcBef>
              <a:buClr>
                <a:schemeClr val="hlink"/>
              </a:buClr>
              <a:buFont typeface="Wingdings" pitchFamily="2" charset="2"/>
              <a:buChar char="v"/>
            </a:pPr>
            <a:r>
              <a:rPr lang="en-US" altLang="zh-CN" sz="3200" b="1">
                <a:latin typeface="Times New Roman" pitchFamily="18" charset="0"/>
                <a:ea typeface="华文新魏" pitchFamily="2" charset="-122"/>
              </a:rPr>
              <a:t>L</a:t>
            </a:r>
            <a:r>
              <a:rPr lang="en-US" altLang="zh-CN" sz="3200" b="1" baseline="-25000">
                <a:latin typeface="Times New Roman" pitchFamily="18" charset="0"/>
                <a:ea typeface="华文新魏" pitchFamily="2" charset="-122"/>
              </a:rPr>
              <a:t>1</a:t>
            </a:r>
            <a:r>
              <a:rPr lang="en-US" altLang="zh-CN" sz="3200" b="1">
                <a:latin typeface="Times New Roman" pitchFamily="18" charset="0"/>
                <a:ea typeface="华文新魏" pitchFamily="2" charset="-122"/>
              </a:rPr>
              <a:t>={wcw|w∈{a,b}</a:t>
            </a:r>
            <a:r>
              <a:rPr lang="en-US" altLang="zh-CN" sz="3200" b="1" baseline="30000">
                <a:latin typeface="Times New Roman" pitchFamily="18" charset="0"/>
                <a:ea typeface="华文新魏" pitchFamily="2" charset="-122"/>
              </a:rPr>
              <a:t>+</a:t>
            </a:r>
            <a:r>
              <a:rPr lang="en-US" altLang="zh-CN" sz="3200" b="1">
                <a:latin typeface="Times New Roman" pitchFamily="18" charset="0"/>
                <a:ea typeface="华文新魏" pitchFamily="2" charset="-122"/>
              </a:rPr>
              <a:t>}</a:t>
            </a:r>
            <a:r>
              <a:rPr lang="zh-CN" altLang="en-US" sz="3200" b="1">
                <a:latin typeface="Times New Roman" pitchFamily="18" charset="0"/>
                <a:ea typeface="华文新魏" pitchFamily="2" charset="-122"/>
              </a:rPr>
              <a:t>不是</a:t>
            </a:r>
            <a:r>
              <a:rPr lang="en-US" altLang="zh-CN" sz="3200" b="1">
                <a:latin typeface="Times New Roman" pitchFamily="18" charset="0"/>
                <a:ea typeface="华文新魏" pitchFamily="2" charset="-122"/>
              </a:rPr>
              <a:t>CFL</a:t>
            </a:r>
            <a:r>
              <a:rPr lang="zh-CN" altLang="en-US" sz="3200" b="1">
                <a:latin typeface="Times New Roman" pitchFamily="18" charset="0"/>
                <a:ea typeface="华文新魏" pitchFamily="2" charset="-122"/>
              </a:rPr>
              <a:t>。</a:t>
            </a:r>
          </a:p>
          <a:p>
            <a:pPr eaLnBrk="1" fontAlgn="ctr" hangingPunct="1">
              <a:spcBef>
                <a:spcPct val="50000"/>
              </a:spcBef>
              <a:buClr>
                <a:schemeClr val="hlink"/>
              </a:buClr>
              <a:buFont typeface="Wingdings" pitchFamily="2" charset="2"/>
              <a:buChar char="v"/>
            </a:pPr>
            <a:r>
              <a:rPr lang="zh-CN" altLang="en-US" sz="3200" b="1">
                <a:latin typeface="Times New Roman" pitchFamily="18" charset="0"/>
                <a:ea typeface="华文新魏" pitchFamily="2" charset="-122"/>
              </a:rPr>
              <a:t> 再如：过程声明形参和过程引用参数是否一致问题的抽象</a:t>
            </a:r>
            <a:endParaRPr lang="en-US" altLang="zh-CN">
              <a:latin typeface="Times New Roman" pitchFamily="18" charset="0"/>
            </a:endParaRPr>
          </a:p>
          <a:p>
            <a:pPr lvl="1" eaLnBrk="1" fontAlgn="ctr" hangingPunct="1">
              <a:spcBef>
                <a:spcPct val="50000"/>
              </a:spcBef>
              <a:buClr>
                <a:schemeClr val="hlink"/>
              </a:buClr>
              <a:buFont typeface="Wingdings" pitchFamily="2" charset="2"/>
              <a:buChar char="v"/>
            </a:pPr>
            <a:r>
              <a:rPr lang="en-US" altLang="zh-CN" sz="3200" b="1">
                <a:latin typeface="Times New Roman" pitchFamily="18" charset="0"/>
                <a:ea typeface="华文新魏" pitchFamily="2" charset="-122"/>
              </a:rPr>
              <a:t>L</a:t>
            </a:r>
            <a:r>
              <a:rPr lang="en-US" altLang="zh-CN" sz="3200" b="1" baseline="-25000">
                <a:latin typeface="Times New Roman" pitchFamily="18" charset="0"/>
                <a:ea typeface="华文新魏" pitchFamily="2" charset="-122"/>
              </a:rPr>
              <a:t>2</a:t>
            </a:r>
            <a:r>
              <a:rPr lang="en-US" altLang="zh-CN" sz="3200" b="1">
                <a:latin typeface="Times New Roman" pitchFamily="18" charset="0"/>
                <a:ea typeface="华文新魏" pitchFamily="2" charset="-122"/>
              </a:rPr>
              <a:t>={a</a:t>
            </a:r>
            <a:r>
              <a:rPr lang="en-US" altLang="zh-CN" sz="3200" b="1" baseline="30000">
                <a:latin typeface="Times New Roman" pitchFamily="18" charset="0"/>
                <a:ea typeface="华文新魏" pitchFamily="2" charset="-122"/>
              </a:rPr>
              <a:t>n</a:t>
            </a:r>
            <a:r>
              <a:rPr lang="en-US" altLang="zh-CN" sz="3200" b="1">
                <a:latin typeface="Times New Roman" pitchFamily="18" charset="0"/>
                <a:ea typeface="华文新魏" pitchFamily="2" charset="-122"/>
              </a:rPr>
              <a:t>b</a:t>
            </a:r>
            <a:r>
              <a:rPr lang="en-US" altLang="zh-CN" sz="3200" b="1" baseline="30000">
                <a:latin typeface="Times New Roman" pitchFamily="18" charset="0"/>
                <a:ea typeface="华文新魏" pitchFamily="2" charset="-122"/>
              </a:rPr>
              <a:t>m</a:t>
            </a:r>
            <a:r>
              <a:rPr lang="en-US" altLang="zh-CN" sz="3200" b="1">
                <a:latin typeface="Times New Roman" pitchFamily="18" charset="0"/>
                <a:ea typeface="华文新魏" pitchFamily="2" charset="-122"/>
              </a:rPr>
              <a:t>c</a:t>
            </a:r>
            <a:r>
              <a:rPr lang="en-US" altLang="zh-CN" sz="3200" b="1" baseline="30000">
                <a:latin typeface="Times New Roman" pitchFamily="18" charset="0"/>
                <a:ea typeface="华文新魏" pitchFamily="2" charset="-122"/>
              </a:rPr>
              <a:t>n</a:t>
            </a:r>
            <a:r>
              <a:rPr lang="en-US" altLang="zh-CN" sz="3200" b="1">
                <a:latin typeface="Times New Roman" pitchFamily="18" charset="0"/>
                <a:ea typeface="华文新魏" pitchFamily="2" charset="-122"/>
              </a:rPr>
              <a:t>d</a:t>
            </a:r>
            <a:r>
              <a:rPr lang="en-US" altLang="zh-CN" sz="3200" b="1" baseline="30000">
                <a:latin typeface="Times New Roman" pitchFamily="18" charset="0"/>
                <a:ea typeface="华文新魏" pitchFamily="2" charset="-122"/>
              </a:rPr>
              <a:t>m</a:t>
            </a:r>
            <a:r>
              <a:rPr lang="en-US" altLang="zh-CN" sz="3200" b="1">
                <a:latin typeface="Times New Roman" pitchFamily="18" charset="0"/>
                <a:ea typeface="华文新魏" pitchFamily="2" charset="-122"/>
              </a:rPr>
              <a:t>|n,m≥0}</a:t>
            </a:r>
            <a:r>
              <a:rPr lang="zh-CN" altLang="en-US" sz="3200" b="1">
                <a:latin typeface="Times New Roman" pitchFamily="18" charset="0"/>
                <a:ea typeface="华文新魏" pitchFamily="2" charset="-122"/>
              </a:rPr>
              <a:t>不是</a:t>
            </a:r>
            <a:r>
              <a:rPr lang="en-US" altLang="zh-CN" sz="3200" b="1">
                <a:latin typeface="Times New Roman" pitchFamily="18" charset="0"/>
                <a:ea typeface="华文新魏" pitchFamily="2" charset="-122"/>
              </a:rPr>
              <a:t>CFL</a:t>
            </a:r>
            <a:r>
              <a:rPr lang="zh-CN" altLang="en-US" sz="3200" b="1">
                <a:latin typeface="Times New Roman" pitchFamily="18" charset="0"/>
                <a:ea typeface="华文新魏" pitchFamily="2" charset="-122"/>
              </a:rPr>
              <a:t>。</a:t>
            </a:r>
          </a:p>
        </p:txBody>
      </p:sp>
      <p:sp>
        <p:nvSpPr>
          <p:cNvPr id="57349" name="Rectangle 3"/>
          <p:cNvSpPr>
            <a:spLocks noGrp="1" noRot="1" noChangeArrowheads="1"/>
          </p:cNvSpPr>
          <p:nvPr>
            <p:ph type="title" idx="4294967295"/>
          </p:nvPr>
        </p:nvSpPr>
        <p:spPr>
          <a:xfrm>
            <a:off x="468313" y="404813"/>
            <a:ext cx="8143875" cy="1060450"/>
          </a:xfrm>
        </p:spPr>
        <p:txBody>
          <a:bodyPr/>
          <a:lstStyle/>
          <a:p>
            <a:pPr eaLnBrk="1" hangingPunct="1"/>
            <a:r>
              <a:rPr lang="zh-CN" altLang="en-US" sz="4800" b="1" smtClean="0">
                <a:solidFill>
                  <a:srgbClr val="000099"/>
                </a:solidFill>
                <a:latin typeface="Times New Roman" pitchFamily="18" charset="0"/>
                <a:ea typeface="华文新魏" pitchFamily="2" charset="-122"/>
              </a:rPr>
              <a:t>高级语言中的非</a:t>
            </a:r>
            <a:r>
              <a:rPr lang="en-US" altLang="zh-CN" sz="4800" b="1" smtClean="0">
                <a:solidFill>
                  <a:srgbClr val="000099"/>
                </a:solidFill>
                <a:latin typeface="Times New Roman" pitchFamily="18" charset="0"/>
                <a:ea typeface="华文新魏" pitchFamily="2" charset="-122"/>
              </a:rPr>
              <a:t>CFL</a:t>
            </a:r>
            <a:r>
              <a:rPr lang="zh-CN" altLang="en-US" sz="4800" b="1" smtClean="0">
                <a:solidFill>
                  <a:srgbClr val="000099"/>
                </a:solidFill>
                <a:latin typeface="Times New Roman" pitchFamily="18" charset="0"/>
                <a:ea typeface="华文新魏" pitchFamily="2" charset="-122"/>
              </a:rPr>
              <a:t>结构</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日期占位符 6"/>
          <p:cNvSpPr txBox="1">
            <a:spLocks noGrp="1"/>
          </p:cNvSpPr>
          <p:nvPr/>
        </p:nvSpPr>
        <p:spPr bwMode="auto">
          <a:xfrm>
            <a:off x="301625" y="6245225"/>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B24FFF2-71B2-4ABC-ADE2-50A9A501C35A}" type="datetime1">
              <a:rPr lang="zh-CN" altLang="en-US" sz="1400">
                <a:latin typeface="Times New Roman" pitchFamily="18" charset="0"/>
              </a:rPr>
              <a:pPr eaLnBrk="1" hangingPunct="1"/>
              <a:t>2017/2/24</a:t>
            </a:fld>
            <a:endParaRPr lang="en-US" altLang="zh-CN" sz="1400">
              <a:latin typeface="Times New Roman" pitchFamily="18" charset="0"/>
            </a:endParaRPr>
          </a:p>
        </p:txBody>
      </p:sp>
      <p:sp>
        <p:nvSpPr>
          <p:cNvPr id="142339" name="灯片编号占位符 8"/>
          <p:cNvSpPr txBox="1">
            <a:spLocks noGrp="1"/>
          </p:cNvSpPr>
          <p:nvPr/>
        </p:nvSpPr>
        <p:spPr bwMode="auto">
          <a:xfrm>
            <a:off x="6553200" y="6245225"/>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fld id="{5B4DE6E8-5613-4E3F-B679-4E41456A1C55}" type="slidenum">
              <a:rPr lang="zh-CN" altLang="en-US" sz="1400">
                <a:latin typeface="Times New Roman" pitchFamily="18" charset="0"/>
              </a:rPr>
              <a:pPr algn="r" eaLnBrk="1" hangingPunct="1"/>
              <a:t>55</a:t>
            </a:fld>
            <a:endParaRPr lang="en-US" altLang="zh-CN" sz="1400">
              <a:latin typeface="Times New Roman" pitchFamily="18" charset="0"/>
            </a:endParaRPr>
          </a:p>
        </p:txBody>
      </p:sp>
      <p:graphicFrame>
        <p:nvGraphicFramePr>
          <p:cNvPr id="142341" name="Group 5"/>
          <p:cNvGraphicFramePr>
            <a:graphicFrameLocks noGrp="1"/>
          </p:cNvGraphicFramePr>
          <p:nvPr>
            <p:ph sz="quarter" idx="4294967295"/>
          </p:nvPr>
        </p:nvGraphicFramePr>
        <p:xfrm>
          <a:off x="301625" y="1628775"/>
          <a:ext cx="1606550" cy="4810125"/>
        </p:xfrm>
        <a:graphic>
          <a:graphicData uri="http://schemas.openxmlformats.org/drawingml/2006/table">
            <a:tbl>
              <a:tblPr/>
              <a:tblGrid>
                <a:gridCol w="1606550">
                  <a:extLst>
                    <a:ext uri="{9D8B030D-6E8A-4147-A177-3AD203B41FA5}">
                      <a16:colId xmlns:a16="http://schemas.microsoft.com/office/drawing/2014/main" val="20000"/>
                    </a:ext>
                  </a:extLst>
                </a:gridCol>
              </a:tblGrid>
              <a:tr h="1152525">
                <a:tc>
                  <a:txBody>
                    <a:bodyPr/>
                    <a:lstStyle/>
                    <a:p>
                      <a:pPr marL="0" marR="0" lvl="0" indent="0" algn="ctr" defTabSz="914400" rtl="0" eaLnBrk="1" fontAlgn="base" latinLnBrk="0" hangingPunct="1">
                        <a:lnSpc>
                          <a:spcPct val="120000"/>
                        </a:lnSpc>
                        <a:spcBef>
                          <a:spcPct val="20000"/>
                        </a:spcBef>
                        <a:spcAft>
                          <a:spcPct val="0"/>
                        </a:spcAft>
                        <a:buClr>
                          <a:schemeClr val="hlink"/>
                        </a:buClr>
                        <a:buSzPct val="75000"/>
                        <a:buFont typeface="Wingdings" pitchFamily="2" charset="2"/>
                        <a:buNone/>
                        <a:tabLst/>
                      </a:pPr>
                      <a:endParaRPr kumimoji="0" lang="zh-CN" altLang="en-US" sz="2600" b="1" i="0" u="none" strike="noStrike" cap="none" normalizeH="0" baseline="0" smtClean="0">
                        <a:ln>
                          <a:noFill/>
                        </a:ln>
                        <a:solidFill>
                          <a:schemeClr val="tx1"/>
                        </a:solidFill>
                        <a:effectLst/>
                        <a:latin typeface="Times New Roman" pitchFamily="18" charset="0"/>
                        <a:ea typeface="华文新魏" pitchFamily="2" charset="-122"/>
                      </a:endParaRPr>
                    </a:p>
                    <a:p>
                      <a:pPr marL="0" marR="0" lvl="0" indent="0" algn="ctr" defTabSz="914400" rtl="0" eaLnBrk="1" fontAlgn="base" latinLnBrk="0" hangingPunct="1">
                        <a:lnSpc>
                          <a:spcPct val="120000"/>
                        </a:lnSpc>
                        <a:spcBef>
                          <a:spcPct val="20000"/>
                        </a:spcBef>
                        <a:spcAft>
                          <a:spcPct val="0"/>
                        </a:spcAft>
                        <a:buClr>
                          <a:schemeClr val="hlink"/>
                        </a:buClr>
                        <a:buSzPct val="75000"/>
                        <a:buFont typeface="Wingdings" pitchFamily="2" charset="2"/>
                        <a:buNone/>
                        <a:tabLst/>
                      </a:pPr>
                      <a:endParaRPr kumimoji="0" lang="zh-CN" altLang="en-US" sz="2600" b="1" i="0" u="none" strike="noStrike" cap="none" normalizeH="0" baseline="0" smtClean="0">
                        <a:ln>
                          <a:noFill/>
                        </a:ln>
                        <a:solidFill>
                          <a:schemeClr val="tx1"/>
                        </a:solidFill>
                        <a:effectLst/>
                        <a:latin typeface="Times New Roman" pitchFamily="18" charset="0"/>
                        <a:ea typeface="华文新魏"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73213">
                <a:tc>
                  <a:txBody>
                    <a:bodyPr/>
                    <a:lstStyle/>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S</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aBC</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S</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aSBC</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CB</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BC</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hlink"/>
                          </a:solidFill>
                          <a:effectLst/>
                          <a:latin typeface="Times New Roman" pitchFamily="18" charset="0"/>
                          <a:ea typeface="华文新魏" pitchFamily="2" charset="-122"/>
                        </a:rPr>
                        <a:t>aB</a:t>
                      </a:r>
                      <a:r>
                        <a:rPr kumimoji="0" lang="en-US" altLang="zh-CN" sz="2600" b="1" i="0" u="none" strike="noStrike" cap="none" normalizeH="0" baseline="0" smtClean="0">
                          <a:ln>
                            <a:noFill/>
                          </a:ln>
                          <a:solidFill>
                            <a:schemeClr val="hlink"/>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chemeClr val="hlink"/>
                          </a:solidFill>
                          <a:effectLst/>
                          <a:latin typeface="Times New Roman" pitchFamily="18" charset="0"/>
                          <a:ea typeface="华文新魏" pitchFamily="2" charset="-122"/>
                        </a:rPr>
                        <a:t>d</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bB</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bb</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bC</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b</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cC</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 cc</a:t>
                      </a:r>
                      <a:endParaRPr kumimoji="0" lang="zh-CN" altLang="en-US" sz="2600" b="1" i="0" u="none" strike="noStrike" cap="none" normalizeH="0" baseline="0" smtClean="0">
                        <a:ln>
                          <a:noFill/>
                        </a:ln>
                        <a:solidFill>
                          <a:schemeClr val="tx1"/>
                        </a:solidFill>
                        <a:effectLst/>
                        <a:latin typeface="Times New Roman" pitchFamily="18" charset="0"/>
                        <a:ea typeface="华文新魏"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365761" name="Group 193"/>
          <p:cNvGraphicFramePr>
            <a:graphicFrameLocks noGrp="1"/>
          </p:cNvGraphicFramePr>
          <p:nvPr>
            <p:ph sz="quarter" idx="4294967295"/>
          </p:nvPr>
        </p:nvGraphicFramePr>
        <p:xfrm>
          <a:off x="3495675" y="1628775"/>
          <a:ext cx="1652588" cy="4824413"/>
        </p:xfrm>
        <a:graphic>
          <a:graphicData uri="http://schemas.openxmlformats.org/drawingml/2006/table">
            <a:tbl>
              <a:tblPr/>
              <a:tblGrid>
                <a:gridCol w="1652588">
                  <a:extLst>
                    <a:ext uri="{9D8B030D-6E8A-4147-A177-3AD203B41FA5}">
                      <a16:colId xmlns:a16="http://schemas.microsoft.com/office/drawing/2014/main" val="20000"/>
                    </a:ext>
                  </a:extLst>
                </a:gridCol>
              </a:tblGrid>
              <a:tr h="1131888">
                <a:tc>
                  <a:txBody>
                    <a:bodyPr/>
                    <a:lstStyle/>
                    <a:p>
                      <a:pPr marL="0" marR="0" lvl="0" indent="0" algn="ctr" defTabSz="914400" rtl="0" eaLnBrk="1" fontAlgn="base" latinLnBrk="0" hangingPunct="1">
                        <a:lnSpc>
                          <a:spcPct val="120000"/>
                        </a:lnSpc>
                        <a:spcBef>
                          <a:spcPct val="20000"/>
                        </a:spcBef>
                        <a:spcAft>
                          <a:spcPct val="0"/>
                        </a:spcAft>
                        <a:buClr>
                          <a:schemeClr val="hlink"/>
                        </a:buClr>
                        <a:buSzPct val="75000"/>
                        <a:buFont typeface="Wingdings" pitchFamily="2" charset="2"/>
                        <a:buNone/>
                        <a:tabLst/>
                      </a:pPr>
                      <a:endPar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92525">
                <a:tc>
                  <a:txBody>
                    <a:bodyPr/>
                    <a:lstStyle/>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rPr>
                        <a:t>E→E+E</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rPr>
                        <a:t>E→E*E</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rPr>
                        <a:t>E→(E)</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rPr>
                        <a:t>E→id</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rPr>
                        <a:t>E→E-E </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rPr>
                        <a:t>E→E/E</a:t>
                      </a:r>
                      <a:endParaRPr kumimoji="0" lang="zh-CN" altLang="en-US" sz="2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365767" name="Group 199"/>
          <p:cNvGraphicFramePr>
            <a:graphicFrameLocks noGrp="1"/>
          </p:cNvGraphicFramePr>
          <p:nvPr>
            <p:ph sz="quarter" idx="4294967295"/>
          </p:nvPr>
        </p:nvGraphicFramePr>
        <p:xfrm>
          <a:off x="1908175" y="1628775"/>
          <a:ext cx="1606550" cy="4824413"/>
        </p:xfrm>
        <a:graphic>
          <a:graphicData uri="http://schemas.openxmlformats.org/drawingml/2006/table">
            <a:tbl>
              <a:tblPr/>
              <a:tblGrid>
                <a:gridCol w="1606550">
                  <a:extLst>
                    <a:ext uri="{9D8B030D-6E8A-4147-A177-3AD203B41FA5}">
                      <a16:colId xmlns:a16="http://schemas.microsoft.com/office/drawing/2014/main" val="20000"/>
                    </a:ext>
                  </a:extLst>
                </a:gridCol>
              </a:tblGrid>
              <a:tr h="1147763">
                <a:tc>
                  <a:txBody>
                    <a:bodyPr/>
                    <a:lstStyle/>
                    <a:p>
                      <a:pPr marL="0" marR="0" lvl="0" indent="0" algn="ctr" defTabSz="914400" rtl="0" eaLnBrk="1" fontAlgn="base" latinLnBrk="0" hangingPunct="1">
                        <a:lnSpc>
                          <a:spcPct val="120000"/>
                        </a:lnSpc>
                        <a:spcBef>
                          <a:spcPct val="20000"/>
                        </a:spcBef>
                        <a:spcAft>
                          <a:spcPct val="0"/>
                        </a:spcAft>
                        <a:buClr>
                          <a:schemeClr val="hlink"/>
                        </a:buClr>
                        <a:buSzPct val="75000"/>
                        <a:buFont typeface="Wingdings" pitchFamily="2" charset="2"/>
                        <a:buNone/>
                        <a:tabLst/>
                      </a:pPr>
                      <a:endPar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endParaRPr>
                    </a:p>
                    <a:p>
                      <a:pPr marL="0" marR="0" lvl="0" indent="0" algn="ctr" defTabSz="914400" rtl="0" eaLnBrk="1" fontAlgn="base" latinLnBrk="0" hangingPunct="1">
                        <a:lnSpc>
                          <a:spcPct val="120000"/>
                        </a:lnSpc>
                        <a:spcBef>
                          <a:spcPct val="20000"/>
                        </a:spcBef>
                        <a:spcAft>
                          <a:spcPct val="0"/>
                        </a:spcAft>
                        <a:buClr>
                          <a:schemeClr val="hlink"/>
                        </a:buClr>
                        <a:buSzPct val="75000"/>
                        <a:buFont typeface="Wingdings" pitchFamily="2" charset="2"/>
                        <a:buNone/>
                        <a:tabLst/>
                      </a:pPr>
                      <a:r>
                        <a:rPr kumimoji="0" lang="zh-CN" altLang="en-US" sz="2600" b="1" i="0" u="none" strike="noStrike" cap="none" normalizeH="0" baseline="0" smtClean="0">
                          <a:ln>
                            <a:noFill/>
                          </a:ln>
                          <a:solidFill>
                            <a:srgbClr val="3333FF"/>
                          </a:solidFill>
                          <a:effectLst/>
                          <a:latin typeface="Times New Roman" pitchFamily="18"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76650">
                <a:tc>
                  <a:txBody>
                    <a:bodyPr/>
                    <a:lstStyle/>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rPr>
                        <a:t>S</a:t>
                      </a:r>
                      <a:r>
                        <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rPr>
                        <a:t>aBC</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rPr>
                        <a:t>S</a:t>
                      </a:r>
                      <a:r>
                        <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rPr>
                        <a:t>aSBC</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rPr>
                        <a:t>CB</a:t>
                      </a: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rPr>
                        <a:t>BC</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rPr>
                        <a:t>aB</a:t>
                      </a: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rPr>
                        <a:t>ab</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rPr>
                        <a:t>bB</a:t>
                      </a: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rPr>
                        <a:t>bb</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rPr>
                        <a:t>bC</a:t>
                      </a: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rgbClr val="990099"/>
                          </a:solidFill>
                          <a:effectLst/>
                          <a:latin typeface="Times New Roman" pitchFamily="18" charset="0"/>
                          <a:ea typeface="华文新魏" pitchFamily="2" charset="-122"/>
                        </a:rPr>
                        <a:t>bc</a:t>
                      </a:r>
                    </a:p>
                    <a:p>
                      <a:pPr marL="0" marR="0" lvl="0" indent="0" algn="just" defTabSz="914400" rtl="0" eaLnBrk="1" fontAlgn="base" latinLnBrk="0" hangingPunct="1">
                        <a:lnSpc>
                          <a:spcPct val="120000"/>
                        </a:lnSpc>
                        <a:spcBef>
                          <a:spcPct val="10000"/>
                        </a:spcBef>
                        <a:spcAft>
                          <a:spcPct val="0"/>
                        </a:spcAft>
                        <a:buClr>
                          <a:schemeClr val="hlink"/>
                        </a:buClr>
                        <a:buSzPct val="75000"/>
                        <a:buFont typeface="Wingdings" pitchFamily="2" charset="2"/>
                        <a:buNone/>
                        <a:tabLst/>
                      </a:pP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cC</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sym typeface="Symbol" pitchFamily="18" charset="2"/>
                        </a:rPr>
                        <a:t></a:t>
                      </a:r>
                      <a:r>
                        <a:rPr kumimoji="0" lang="en-US" altLang="zh-CN" sz="2600" b="1" i="0" u="none" strike="noStrike" cap="none" normalizeH="0" baseline="0" smtClean="0">
                          <a:ln>
                            <a:noFill/>
                          </a:ln>
                          <a:solidFill>
                            <a:schemeClr val="tx1"/>
                          </a:solidFill>
                          <a:effectLst/>
                          <a:latin typeface="Times New Roman" pitchFamily="18" charset="0"/>
                          <a:ea typeface="华文新魏" pitchFamily="2" charset="-122"/>
                        </a:rPr>
                        <a:t> cc</a:t>
                      </a:r>
                      <a:endParaRPr kumimoji="0" lang="zh-CN" altLang="en-US" sz="2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365734" name="Group 166"/>
          <p:cNvGraphicFramePr>
            <a:graphicFrameLocks noGrp="1"/>
          </p:cNvGraphicFramePr>
          <p:nvPr>
            <p:ph sz="quarter" idx="4294967295"/>
          </p:nvPr>
        </p:nvGraphicFramePr>
        <p:xfrm>
          <a:off x="5148263" y="1628775"/>
          <a:ext cx="1943100" cy="4824413"/>
        </p:xfrm>
        <a:graphic>
          <a:graphicData uri="http://schemas.openxmlformats.org/drawingml/2006/table">
            <a:tbl>
              <a:tblPr/>
              <a:tblGrid>
                <a:gridCol w="1943100">
                  <a:extLst>
                    <a:ext uri="{9D8B030D-6E8A-4147-A177-3AD203B41FA5}">
                      <a16:colId xmlns:a16="http://schemas.microsoft.com/office/drawing/2014/main" val="20000"/>
                    </a:ext>
                  </a:extLst>
                </a:gridCol>
              </a:tblGrid>
              <a:tr h="1146175">
                <a:tc>
                  <a:txBody>
                    <a:bodyPr/>
                    <a:lstStyle/>
                    <a:p>
                      <a:pPr marL="0" marR="0" lvl="0" indent="0" algn="ctr" defTabSz="914400" rtl="0" eaLnBrk="1" fontAlgn="base" latinLnBrk="0" hangingPunct="1">
                        <a:lnSpc>
                          <a:spcPct val="120000"/>
                        </a:lnSpc>
                        <a:spcBef>
                          <a:spcPct val="20000"/>
                        </a:spcBef>
                        <a:spcAft>
                          <a:spcPct val="0"/>
                        </a:spcAft>
                        <a:buClr>
                          <a:schemeClr val="hlink"/>
                        </a:buClr>
                        <a:buSzPct val="75000"/>
                        <a:buFont typeface="Wingdings" pitchFamily="2" charset="2"/>
                        <a:buNone/>
                        <a:tabLst/>
                      </a:pPr>
                      <a:endPar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78238">
                <a:tc>
                  <a:txBody>
                    <a:bodyPr/>
                    <a:lstStyle/>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rgbClr val="3333FF"/>
                          </a:solidFill>
                          <a:effectLst>
                            <a:outerShdw blurRad="38100" dist="38100" dir="2700000" algn="tl">
                              <a:srgbClr val="C0C0C0"/>
                            </a:outerShdw>
                          </a:effectLst>
                          <a:latin typeface="Times New Roman" pitchFamily="18" charset="0"/>
                          <a:ea typeface="宋体" pitchFamily="2" charset="-122"/>
                        </a:rPr>
                        <a:t>I→a|b</a:t>
                      </a:r>
                      <a:endParaRPr kumimoji="1" lang="en-US" altLang="zh-CN" sz="2600" b="1" i="1" u="none" strike="noStrike" cap="none" normalizeH="0" baseline="0" smtClean="0">
                        <a:ln>
                          <a:noFill/>
                        </a:ln>
                        <a:solidFill>
                          <a:srgbClr val="3333FF"/>
                        </a:solidFill>
                        <a:effectLst>
                          <a:outerShdw blurRad="38100" dist="38100" dir="2700000" algn="tl">
                            <a:srgbClr val="C0C0C0"/>
                          </a:outerShdw>
                        </a:effectLst>
                        <a:latin typeface="Times New Roman" pitchFamily="18" charset="0"/>
                        <a:ea typeface="宋体" pitchFamily="2" charset="-122"/>
                      </a:endParaRP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rgbClr val="3333FF"/>
                          </a:solidFill>
                          <a:effectLst>
                            <a:outerShdw blurRad="38100" dist="38100" dir="2700000" algn="tl">
                              <a:srgbClr val="C0C0C0"/>
                            </a:outerShdw>
                          </a:effectLst>
                          <a:latin typeface="Times New Roman" pitchFamily="18" charset="0"/>
                          <a:ea typeface="宋体" pitchFamily="2" charset="-122"/>
                        </a:rPr>
                        <a:t>I→aT|bT</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rgbClr val="3333FF"/>
                          </a:solidFill>
                          <a:effectLst>
                            <a:outerShdw blurRad="38100" dist="38100" dir="2700000" algn="tl">
                              <a:srgbClr val="C0C0C0"/>
                            </a:outerShdw>
                          </a:effectLst>
                          <a:latin typeface="Times New Roman" pitchFamily="18" charset="0"/>
                          <a:ea typeface="宋体" pitchFamily="2" charset="-122"/>
                        </a:rPr>
                        <a:t>T→a|b</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rgbClr val="3333FF"/>
                          </a:solidFill>
                          <a:effectLst>
                            <a:outerShdw blurRad="38100" dist="38100" dir="2700000" algn="tl">
                              <a:srgbClr val="C0C0C0"/>
                            </a:outerShdw>
                          </a:effectLst>
                          <a:latin typeface="Times New Roman" pitchFamily="18" charset="0"/>
                          <a:ea typeface="宋体" pitchFamily="2" charset="-122"/>
                        </a:rPr>
                        <a:t>T→1|2</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rgbClr val="3333FF"/>
                          </a:solidFill>
                          <a:effectLst>
                            <a:outerShdw blurRad="38100" dist="38100" dir="2700000" algn="tl">
                              <a:srgbClr val="C0C0C0"/>
                            </a:outerShdw>
                          </a:effectLst>
                          <a:latin typeface="Times New Roman" pitchFamily="18" charset="0"/>
                          <a:ea typeface="宋体" pitchFamily="2" charset="-122"/>
                        </a:rPr>
                        <a:t>T→aT|bT</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rgbClr val="3333FF"/>
                          </a:solidFill>
                          <a:effectLst>
                            <a:outerShdw blurRad="38100" dist="38100" dir="2700000" algn="tl">
                              <a:srgbClr val="C0C0C0"/>
                            </a:outerShdw>
                          </a:effectLst>
                          <a:latin typeface="Times New Roman" pitchFamily="18" charset="0"/>
                          <a:ea typeface="宋体" pitchFamily="2" charset="-122"/>
                        </a:rPr>
                        <a:t>T→1T|2T</a:t>
                      </a:r>
                      <a:endParaRPr kumimoji="1" lang="zh-CN" altLang="en-US" sz="2600" b="1" i="0" u="none" strike="noStrike" cap="none" normalizeH="0" baseline="0" smtClean="0">
                        <a:ln>
                          <a:noFill/>
                        </a:ln>
                        <a:solidFill>
                          <a:srgbClr val="3333FF"/>
                        </a:solidFill>
                        <a:effectLst>
                          <a:outerShdw blurRad="38100" dist="38100" dir="2700000" algn="tl">
                            <a:srgbClr val="C0C0C0"/>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365764" name="Group 196"/>
          <p:cNvGraphicFramePr>
            <a:graphicFrameLocks noGrp="1"/>
          </p:cNvGraphicFramePr>
          <p:nvPr/>
        </p:nvGraphicFramePr>
        <p:xfrm>
          <a:off x="7092950" y="1628775"/>
          <a:ext cx="1908175" cy="4824413"/>
        </p:xfrm>
        <a:graphic>
          <a:graphicData uri="http://schemas.openxmlformats.org/drawingml/2006/table">
            <a:tbl>
              <a:tblPr/>
              <a:tblGrid>
                <a:gridCol w="1908175">
                  <a:extLst>
                    <a:ext uri="{9D8B030D-6E8A-4147-A177-3AD203B41FA5}">
                      <a16:colId xmlns:a16="http://schemas.microsoft.com/office/drawing/2014/main" val="20000"/>
                    </a:ext>
                  </a:extLst>
                </a:gridCol>
              </a:tblGrid>
              <a:tr h="1152525">
                <a:tc>
                  <a:txBody>
                    <a:bodyPr/>
                    <a:lstStyle/>
                    <a:p>
                      <a:pPr marL="0" marR="0" lvl="0" indent="0" algn="ctr" defTabSz="914400" rtl="0" eaLnBrk="1" fontAlgn="base" latinLnBrk="0" hangingPunct="1">
                        <a:lnSpc>
                          <a:spcPct val="120000"/>
                        </a:lnSpc>
                        <a:spcBef>
                          <a:spcPct val="20000"/>
                        </a:spcBef>
                        <a:spcAft>
                          <a:spcPct val="0"/>
                        </a:spcAft>
                        <a:buClr>
                          <a:schemeClr val="hlink"/>
                        </a:buClr>
                        <a:buSzPct val="75000"/>
                        <a:buFont typeface="Wingdings" pitchFamily="2" charset="2"/>
                        <a:buNone/>
                        <a:tabLst/>
                      </a:pPr>
                      <a:endParaRPr kumimoji="0" lang="en-US" altLang="zh-CN" sz="2600" b="1" i="0" u="none" strike="noStrike" cap="none" normalizeH="0" baseline="0" smtClean="0">
                        <a:ln>
                          <a:noFill/>
                        </a:ln>
                        <a:solidFill>
                          <a:srgbClr val="3333FF"/>
                        </a:solidFill>
                        <a:effectLst/>
                        <a:latin typeface="Times New Roman" pitchFamily="18" charset="0"/>
                        <a:ea typeface="华文新魏"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71888">
                <a:tc>
                  <a:txBody>
                    <a:bodyPr/>
                    <a:lstStyle/>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chemeClr val="tx1"/>
                          </a:solidFill>
                          <a:effectLst>
                            <a:outerShdw blurRad="38100" dist="38100" dir="2700000" algn="tl">
                              <a:srgbClr val="C0C0C0"/>
                            </a:outerShdw>
                          </a:effectLst>
                          <a:latin typeface="Times New Roman" pitchFamily="18" charset="0"/>
                          <a:ea typeface="宋体" pitchFamily="2" charset="-122"/>
                        </a:rPr>
                        <a:t>I→a|b</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chemeClr val="tx1"/>
                          </a:solidFill>
                          <a:effectLst>
                            <a:outerShdw blurRad="38100" dist="38100" dir="2700000" algn="tl">
                              <a:srgbClr val="C0C0C0"/>
                            </a:outerShdw>
                          </a:effectLst>
                          <a:latin typeface="Times New Roman" pitchFamily="18" charset="0"/>
                          <a:ea typeface="宋体" pitchFamily="2" charset="-122"/>
                        </a:rPr>
                        <a:t>I→Ha|Hb</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chemeClr val="tx1"/>
                          </a:solidFill>
                          <a:effectLst>
                            <a:outerShdw blurRad="38100" dist="38100" dir="2700000" algn="tl">
                              <a:srgbClr val="C0C0C0"/>
                            </a:outerShdw>
                          </a:effectLst>
                          <a:latin typeface="Times New Roman" pitchFamily="18" charset="0"/>
                          <a:ea typeface="宋体" pitchFamily="2" charset="-122"/>
                        </a:rPr>
                        <a:t>I→H1|H2</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chemeClr val="tx1"/>
                          </a:solidFill>
                          <a:effectLst>
                            <a:outerShdw blurRad="38100" dist="38100" dir="2700000" algn="tl">
                              <a:srgbClr val="C0C0C0"/>
                            </a:outerShdw>
                          </a:effectLst>
                          <a:latin typeface="Times New Roman" pitchFamily="18" charset="0"/>
                          <a:ea typeface="宋体" pitchFamily="2" charset="-122"/>
                        </a:rPr>
                        <a:t>H→Ha|Hb</a:t>
                      </a: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chemeClr val="tx1"/>
                          </a:solidFill>
                          <a:effectLst>
                            <a:outerShdw blurRad="38100" dist="38100" dir="2700000" algn="tl">
                              <a:srgbClr val="C0C0C0"/>
                            </a:outerShdw>
                          </a:effectLst>
                          <a:latin typeface="Times New Roman" pitchFamily="18" charset="0"/>
                          <a:ea typeface="宋体" pitchFamily="2" charset="-122"/>
                        </a:rPr>
                        <a:t>H→H1|H2</a:t>
                      </a:r>
                      <a:endParaRPr kumimoji="1" lang="zh-CN" altLang="en-US" sz="2600" b="1" i="0" u="none" strike="noStrike" cap="none" normalizeH="0" baseline="0" smtClean="0">
                        <a:ln>
                          <a:noFill/>
                        </a:ln>
                        <a:solidFill>
                          <a:schemeClr val="tx1"/>
                        </a:solidFill>
                        <a:effectLst>
                          <a:outerShdw blurRad="38100" dist="38100" dir="2700000" algn="tl">
                            <a:srgbClr val="C0C0C0"/>
                          </a:outerShdw>
                        </a:effectLst>
                        <a:latin typeface="Times New Roman" pitchFamily="18" charset="0"/>
                        <a:ea typeface="宋体" pitchFamily="2" charset="-122"/>
                      </a:endParaRPr>
                    </a:p>
                    <a:p>
                      <a:pPr marL="0" marR="0" lvl="0" indent="0" algn="l" defTabSz="914400" rtl="0" eaLnBrk="1" fontAlgn="base" latinLnBrk="0" hangingPunct="1">
                        <a:lnSpc>
                          <a:spcPct val="120000"/>
                        </a:lnSpc>
                        <a:spcBef>
                          <a:spcPct val="35000"/>
                        </a:spcBef>
                        <a:spcAft>
                          <a:spcPct val="0"/>
                        </a:spcAft>
                        <a:buClr>
                          <a:schemeClr val="hlink"/>
                        </a:buClr>
                        <a:buSzPct val="75000"/>
                        <a:buFont typeface="Wingdings" pitchFamily="2" charset="2"/>
                        <a:buNone/>
                        <a:tabLst/>
                      </a:pPr>
                      <a:r>
                        <a:rPr kumimoji="1" lang="en-US" altLang="zh-CN" sz="2600" b="1" i="0" u="none" strike="noStrike" cap="none" normalizeH="0" baseline="0" smtClean="0">
                          <a:ln>
                            <a:noFill/>
                          </a:ln>
                          <a:solidFill>
                            <a:schemeClr val="tx1"/>
                          </a:solidFill>
                          <a:effectLst>
                            <a:outerShdw blurRad="38100" dist="38100" dir="2700000" algn="tl">
                              <a:srgbClr val="C0C0C0"/>
                            </a:outerShdw>
                          </a:effectLst>
                          <a:latin typeface="Times New Roman" pitchFamily="18" charset="0"/>
                          <a:ea typeface="宋体" pitchFamily="2" charset="-122"/>
                        </a:rPr>
                        <a:t>H→a|b</a:t>
                      </a:r>
                      <a:endParaRPr kumimoji="0" lang="zh-CN" altLang="en-US" sz="2600" b="0"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65753" name="Rectangle 185"/>
          <p:cNvSpPr>
            <a:spLocks noChangeArrowheads="1"/>
          </p:cNvSpPr>
          <p:nvPr/>
        </p:nvSpPr>
        <p:spPr bwMode="auto">
          <a:xfrm>
            <a:off x="323850" y="1773238"/>
            <a:ext cx="14398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altLang="zh-CN" sz="2800" b="1">
                <a:solidFill>
                  <a:srgbClr val="3333FF"/>
                </a:solidFill>
                <a:ea typeface="华文新魏" pitchFamily="2" charset="-122"/>
              </a:rPr>
              <a:t>0</a:t>
            </a:r>
            <a:r>
              <a:rPr lang="zh-CN" altLang="en-US" sz="2800" b="1">
                <a:solidFill>
                  <a:srgbClr val="3333FF"/>
                </a:solidFill>
                <a:ea typeface="华文新魏" pitchFamily="2" charset="-122"/>
              </a:rPr>
              <a:t>型文法</a:t>
            </a:r>
            <a:r>
              <a:rPr lang="en-US" altLang="zh-CN" sz="2800" b="1">
                <a:solidFill>
                  <a:srgbClr val="3333FF"/>
                </a:solidFill>
                <a:ea typeface="华文新魏" pitchFamily="2" charset="-122"/>
              </a:rPr>
              <a:t>(PSG)</a:t>
            </a:r>
            <a:endParaRPr lang="zh-CN" altLang="en-US" sz="2800" b="1">
              <a:solidFill>
                <a:srgbClr val="3333FF"/>
              </a:solidFill>
              <a:ea typeface="华文新魏" pitchFamily="2" charset="-122"/>
            </a:endParaRPr>
          </a:p>
        </p:txBody>
      </p:sp>
      <p:sp>
        <p:nvSpPr>
          <p:cNvPr id="365757" name="Rectangle 189"/>
          <p:cNvSpPr>
            <a:spLocks noChangeArrowheads="1"/>
          </p:cNvSpPr>
          <p:nvPr/>
        </p:nvSpPr>
        <p:spPr bwMode="auto">
          <a:xfrm>
            <a:off x="2051050" y="1773238"/>
            <a:ext cx="14398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altLang="zh-CN" sz="2800" b="1">
                <a:solidFill>
                  <a:srgbClr val="3333FF"/>
                </a:solidFill>
                <a:ea typeface="华文新魏" pitchFamily="2" charset="-122"/>
              </a:rPr>
              <a:t>1</a:t>
            </a:r>
            <a:r>
              <a:rPr lang="zh-CN" altLang="en-US" sz="2800" b="1">
                <a:solidFill>
                  <a:srgbClr val="3333FF"/>
                </a:solidFill>
                <a:ea typeface="华文新魏" pitchFamily="2" charset="-122"/>
              </a:rPr>
              <a:t>型文法</a:t>
            </a:r>
            <a:r>
              <a:rPr lang="en-US" altLang="zh-CN" sz="2800" b="1">
                <a:solidFill>
                  <a:srgbClr val="3333FF"/>
                </a:solidFill>
                <a:ea typeface="华文新魏" pitchFamily="2" charset="-122"/>
              </a:rPr>
              <a:t>(CSG)</a:t>
            </a:r>
            <a:endParaRPr lang="zh-CN" altLang="en-US" sz="2800" b="1">
              <a:solidFill>
                <a:srgbClr val="3333FF"/>
              </a:solidFill>
              <a:ea typeface="华文新魏" pitchFamily="2" charset="-122"/>
            </a:endParaRPr>
          </a:p>
        </p:txBody>
      </p:sp>
      <p:sp>
        <p:nvSpPr>
          <p:cNvPr id="365758" name="Rectangle 190"/>
          <p:cNvSpPr>
            <a:spLocks noChangeArrowheads="1"/>
          </p:cNvSpPr>
          <p:nvPr/>
        </p:nvSpPr>
        <p:spPr bwMode="auto">
          <a:xfrm>
            <a:off x="3635375" y="1773238"/>
            <a:ext cx="14398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altLang="zh-CN" sz="2800" b="1">
                <a:solidFill>
                  <a:srgbClr val="3333FF"/>
                </a:solidFill>
                <a:ea typeface="华文新魏" pitchFamily="2" charset="-122"/>
              </a:rPr>
              <a:t>2</a:t>
            </a:r>
            <a:r>
              <a:rPr lang="zh-CN" altLang="en-US" sz="2800" b="1">
                <a:solidFill>
                  <a:srgbClr val="3333FF"/>
                </a:solidFill>
                <a:ea typeface="华文新魏" pitchFamily="2" charset="-122"/>
              </a:rPr>
              <a:t>型文法</a:t>
            </a:r>
            <a:r>
              <a:rPr lang="en-US" altLang="zh-CN" sz="2800" b="1">
                <a:solidFill>
                  <a:srgbClr val="3333FF"/>
                </a:solidFill>
                <a:ea typeface="华文新魏" pitchFamily="2" charset="-122"/>
              </a:rPr>
              <a:t>(CFG)</a:t>
            </a:r>
            <a:endParaRPr lang="zh-CN" altLang="en-US" sz="2800" b="1">
              <a:solidFill>
                <a:srgbClr val="3333FF"/>
              </a:solidFill>
              <a:ea typeface="华文新魏" pitchFamily="2" charset="-122"/>
            </a:endParaRPr>
          </a:p>
        </p:txBody>
      </p:sp>
      <p:sp>
        <p:nvSpPr>
          <p:cNvPr id="365759" name="Rectangle 191"/>
          <p:cNvSpPr>
            <a:spLocks noChangeArrowheads="1"/>
          </p:cNvSpPr>
          <p:nvPr/>
        </p:nvSpPr>
        <p:spPr bwMode="auto">
          <a:xfrm>
            <a:off x="5364163" y="1773238"/>
            <a:ext cx="143986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altLang="zh-CN" sz="2800" b="1">
                <a:solidFill>
                  <a:srgbClr val="3333FF"/>
                </a:solidFill>
                <a:ea typeface="华文新魏" pitchFamily="2" charset="-122"/>
              </a:rPr>
              <a:t>3</a:t>
            </a:r>
            <a:r>
              <a:rPr lang="zh-CN" altLang="en-US" sz="2800" b="1">
                <a:solidFill>
                  <a:srgbClr val="3333FF"/>
                </a:solidFill>
                <a:ea typeface="华文新魏" pitchFamily="2" charset="-122"/>
              </a:rPr>
              <a:t>型文法</a:t>
            </a:r>
            <a:r>
              <a:rPr lang="en-US" altLang="zh-CN" sz="2800" b="1">
                <a:solidFill>
                  <a:srgbClr val="3333FF"/>
                </a:solidFill>
                <a:ea typeface="华文新魏" pitchFamily="2" charset="-122"/>
              </a:rPr>
              <a:t>(RG)</a:t>
            </a:r>
            <a:endParaRPr lang="zh-CN" altLang="en-US" sz="2800" b="1">
              <a:solidFill>
                <a:srgbClr val="3333FF"/>
              </a:solidFill>
              <a:ea typeface="华文新魏" pitchFamily="2" charset="-122"/>
            </a:endParaRPr>
          </a:p>
        </p:txBody>
      </p:sp>
      <p:sp>
        <p:nvSpPr>
          <p:cNvPr id="365760" name="Rectangle 192"/>
          <p:cNvSpPr>
            <a:spLocks noChangeArrowheads="1"/>
          </p:cNvSpPr>
          <p:nvPr/>
        </p:nvSpPr>
        <p:spPr bwMode="auto">
          <a:xfrm>
            <a:off x="7308850" y="1773238"/>
            <a:ext cx="14398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altLang="zh-CN" sz="2800" b="1">
                <a:solidFill>
                  <a:srgbClr val="3333FF"/>
                </a:solidFill>
                <a:ea typeface="华文新魏" pitchFamily="2" charset="-122"/>
              </a:rPr>
              <a:t>3</a:t>
            </a:r>
            <a:r>
              <a:rPr lang="zh-CN" altLang="en-US" sz="2800" b="1">
                <a:solidFill>
                  <a:srgbClr val="3333FF"/>
                </a:solidFill>
                <a:ea typeface="华文新魏" pitchFamily="2" charset="-122"/>
              </a:rPr>
              <a:t>型文法</a:t>
            </a:r>
            <a:r>
              <a:rPr lang="en-US" altLang="zh-CN" sz="2800" b="1">
                <a:solidFill>
                  <a:srgbClr val="3333FF"/>
                </a:solidFill>
                <a:ea typeface="华文新魏" pitchFamily="2" charset="-122"/>
              </a:rPr>
              <a:t>(RG)</a:t>
            </a:r>
            <a:endParaRPr lang="zh-CN" altLang="en-US" sz="2800" b="1">
              <a:solidFill>
                <a:srgbClr val="3333FF"/>
              </a:solidFill>
              <a:ea typeface="华文新魏" pitchFamily="2" charset="-122"/>
            </a:endParaRPr>
          </a:p>
        </p:txBody>
      </p:sp>
      <p:sp>
        <p:nvSpPr>
          <p:cNvPr id="142387" name="Rectangle 2"/>
          <p:cNvSpPr>
            <a:spLocks noRot="1" noChangeArrowheads="1"/>
          </p:cNvSpPr>
          <p:nvPr/>
        </p:nvSpPr>
        <p:spPr bwMode="auto">
          <a:xfrm>
            <a:off x="323850" y="0"/>
            <a:ext cx="85407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r>
              <a:rPr lang="zh-CN" altLang="en-US" sz="4800" b="1">
                <a:solidFill>
                  <a:srgbClr val="000099"/>
                </a:solidFill>
                <a:ea typeface="华文新魏" pitchFamily="2" charset="-122"/>
              </a:rPr>
              <a:t>不同类型文法等价的识别模型</a:t>
            </a:r>
            <a:endParaRPr lang="en-US" altLang="zh-CN" sz="4800" b="1">
              <a:solidFill>
                <a:srgbClr val="000099"/>
              </a:solidFill>
              <a:ea typeface="华文新魏" pitchFamily="2" charset="-122"/>
            </a:endParaRPr>
          </a:p>
        </p:txBody>
      </p:sp>
      <p:sp>
        <p:nvSpPr>
          <p:cNvPr id="493616" name="Rectangle 48"/>
          <p:cNvSpPr>
            <a:spLocks noChangeArrowheads="1"/>
          </p:cNvSpPr>
          <p:nvPr/>
        </p:nvSpPr>
        <p:spPr bwMode="auto">
          <a:xfrm>
            <a:off x="684213" y="1146175"/>
            <a:ext cx="83978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lnSpc>
                <a:spcPct val="80000"/>
              </a:lnSpc>
              <a:spcBef>
                <a:spcPct val="20000"/>
              </a:spcBef>
              <a:buClr>
                <a:schemeClr val="tx1"/>
              </a:buClr>
              <a:buSzPct val="75000"/>
              <a:buFont typeface="Wingdings" pitchFamily="2" charset="2"/>
              <a:buNone/>
            </a:pPr>
            <a:r>
              <a:rPr lang="en-US" altLang="zh-CN" sz="3200" b="1">
                <a:solidFill>
                  <a:schemeClr val="hlink"/>
                </a:solidFill>
              </a:rPr>
              <a:t>TM</a:t>
            </a:r>
            <a:endParaRPr lang="zh-CN" altLang="en-US" sz="3200" b="1">
              <a:solidFill>
                <a:schemeClr val="hlink"/>
              </a:solidFill>
            </a:endParaRPr>
          </a:p>
        </p:txBody>
      </p:sp>
      <p:sp>
        <p:nvSpPr>
          <p:cNvPr id="493617" name="Rectangle 49"/>
          <p:cNvSpPr>
            <a:spLocks noChangeArrowheads="1"/>
          </p:cNvSpPr>
          <p:nvPr/>
        </p:nvSpPr>
        <p:spPr bwMode="auto">
          <a:xfrm>
            <a:off x="2268538" y="1217613"/>
            <a:ext cx="1020762"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80000"/>
              </a:lnSpc>
              <a:spcBef>
                <a:spcPct val="20000"/>
              </a:spcBef>
              <a:buClr>
                <a:schemeClr val="tx1"/>
              </a:buClr>
              <a:buSzPct val="75000"/>
              <a:buFont typeface="Wingdings" pitchFamily="2" charset="2"/>
              <a:buNone/>
            </a:pPr>
            <a:r>
              <a:rPr lang="en-US" altLang="zh-CN" sz="3200" b="1">
                <a:solidFill>
                  <a:schemeClr val="hlink"/>
                </a:solidFill>
              </a:rPr>
              <a:t>LBA</a:t>
            </a:r>
          </a:p>
        </p:txBody>
      </p:sp>
      <p:sp>
        <p:nvSpPr>
          <p:cNvPr id="493618" name="Rectangle 50"/>
          <p:cNvSpPr>
            <a:spLocks noChangeArrowheads="1"/>
          </p:cNvSpPr>
          <p:nvPr/>
        </p:nvSpPr>
        <p:spPr bwMode="auto">
          <a:xfrm>
            <a:off x="4067175" y="1120775"/>
            <a:ext cx="10191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20000"/>
              </a:spcBef>
              <a:buClr>
                <a:schemeClr val="tx1"/>
              </a:buClr>
              <a:buSzPct val="75000"/>
              <a:buFont typeface="Wingdings" pitchFamily="2" charset="2"/>
              <a:buNone/>
            </a:pPr>
            <a:r>
              <a:rPr lang="en-US" altLang="zh-CN" sz="3200" b="1">
                <a:solidFill>
                  <a:schemeClr val="hlink"/>
                </a:solidFill>
              </a:rPr>
              <a:t>PDA</a:t>
            </a:r>
          </a:p>
        </p:txBody>
      </p:sp>
      <p:sp>
        <p:nvSpPr>
          <p:cNvPr id="493619" name="Rectangle 51"/>
          <p:cNvSpPr>
            <a:spLocks noChangeArrowheads="1"/>
          </p:cNvSpPr>
          <p:nvPr/>
        </p:nvSpPr>
        <p:spPr bwMode="auto">
          <a:xfrm>
            <a:off x="5795963" y="1120775"/>
            <a:ext cx="7254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3200" b="1">
                <a:solidFill>
                  <a:schemeClr val="hlink"/>
                </a:solidFill>
              </a:rPr>
              <a:t>FA</a:t>
            </a:r>
            <a:endParaRPr lang="zh-CN" altLang="en-US" sz="3200" b="1">
              <a:solidFill>
                <a:schemeClr val="hlink"/>
              </a:solidFill>
            </a:endParaRPr>
          </a:p>
        </p:txBody>
      </p:sp>
      <p:sp>
        <p:nvSpPr>
          <p:cNvPr id="493620" name="Rectangle 52"/>
          <p:cNvSpPr>
            <a:spLocks noChangeArrowheads="1"/>
          </p:cNvSpPr>
          <p:nvPr/>
        </p:nvSpPr>
        <p:spPr bwMode="auto">
          <a:xfrm>
            <a:off x="7740650" y="1120775"/>
            <a:ext cx="7254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3200" b="1">
                <a:solidFill>
                  <a:schemeClr val="hlink"/>
                </a:solidFill>
              </a:rPr>
              <a:t>FA</a:t>
            </a:r>
            <a:endParaRPr lang="zh-CN" altLang="en-US" sz="3200" b="1">
              <a:solidFill>
                <a:schemeClr val="hlink"/>
              </a:solidFill>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0DEEA48-E287-4FFA-A164-746D121989E4}" type="datetime1">
              <a:rPr lang="zh-CN" altLang="en-US"/>
              <a:pPr/>
              <a:t>2017/2/24</a:t>
            </a:fld>
            <a:endParaRPr lang="en-US" altLang="zh-CN"/>
          </a:p>
        </p:txBody>
      </p:sp>
      <p:sp>
        <p:nvSpPr>
          <p:cNvPr id="5939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F7B01775-09AF-4CFF-87CD-15A63CC28259}" type="slidenum">
              <a:rPr lang="zh-CN" altLang="en-US"/>
              <a:pPr/>
              <a:t>56</a:t>
            </a:fld>
            <a:endParaRPr lang="en-US" altLang="zh-CN"/>
          </a:p>
        </p:txBody>
      </p:sp>
      <p:sp>
        <p:nvSpPr>
          <p:cNvPr id="59396" name="Text Box 11"/>
          <p:cNvSpPr>
            <a:spLocks noGrp="1" noChangeArrowheads="1"/>
          </p:cNvSpPr>
          <p:nvPr>
            <p:ph type="body" idx="1"/>
          </p:nvPr>
        </p:nvSpPr>
        <p:spPr>
          <a:xfrm>
            <a:off x="395288" y="1773238"/>
            <a:ext cx="8559800" cy="1427162"/>
          </a:xfrm>
          <a:noFill/>
        </p:spPr>
        <p:txBody>
          <a:bodyPr/>
          <a:lstStyle/>
          <a:p>
            <a:pPr marL="0" indent="0" eaLnBrk="1" hangingPunct="1">
              <a:spcBef>
                <a:spcPct val="50000"/>
              </a:spcBef>
              <a:buFont typeface="Wingdings" pitchFamily="2" charset="2"/>
              <a:buNone/>
            </a:pPr>
            <a:r>
              <a:rPr lang="zh-CN" altLang="en-US" sz="3600" b="1" smtClean="0">
                <a:latin typeface="Times New Roman" pitchFamily="18" charset="0"/>
                <a:ea typeface="华文新魏" pitchFamily="2" charset="-122"/>
              </a:rPr>
              <a:t>四种文法之间的关系是将产生式作进一步限制而定义的，他们呈逐级“包含”关系</a:t>
            </a:r>
          </a:p>
        </p:txBody>
      </p:sp>
      <p:sp>
        <p:nvSpPr>
          <p:cNvPr id="59397" name="Rectangle 16"/>
          <p:cNvSpPr>
            <a:spLocks noGrp="1" noChangeArrowheads="1"/>
          </p:cNvSpPr>
          <p:nvPr>
            <p:ph type="title"/>
          </p:nvPr>
        </p:nvSpPr>
        <p:spPr>
          <a:xfrm>
            <a:off x="301625" y="919163"/>
            <a:ext cx="8008938" cy="773112"/>
          </a:xfrm>
          <a:noFill/>
        </p:spPr>
        <p:txBody>
          <a:bodyPr anchor="b"/>
          <a:lstStyle/>
          <a:p>
            <a:pPr eaLnBrk="1" hangingPunct="1"/>
            <a:r>
              <a:rPr lang="en-US" altLang="zh-CN" sz="5400" b="1" smtClean="0">
                <a:solidFill>
                  <a:srgbClr val="000099"/>
                </a:solidFill>
                <a:latin typeface="Times New Roman" pitchFamily="18" charset="0"/>
                <a:ea typeface="华文新魏" pitchFamily="2" charset="-122"/>
              </a:rPr>
              <a:t>Chomsky</a:t>
            </a:r>
            <a:r>
              <a:rPr lang="zh-CN" altLang="en-US" sz="5400" b="1" smtClean="0">
                <a:solidFill>
                  <a:srgbClr val="000099"/>
                </a:solidFill>
                <a:latin typeface="Times New Roman" pitchFamily="18" charset="0"/>
                <a:ea typeface="华文新魏" pitchFamily="2" charset="-122"/>
              </a:rPr>
              <a:t>体系——总结</a:t>
            </a:r>
          </a:p>
        </p:txBody>
      </p:sp>
      <p:grpSp>
        <p:nvGrpSpPr>
          <p:cNvPr id="2" name="Group 17"/>
          <p:cNvGrpSpPr>
            <a:grpSpLocks/>
          </p:cNvGrpSpPr>
          <p:nvPr/>
        </p:nvGrpSpPr>
        <p:grpSpPr bwMode="auto">
          <a:xfrm>
            <a:off x="1116013" y="3141663"/>
            <a:ext cx="7164387" cy="3600450"/>
            <a:chOff x="2699" y="1117"/>
            <a:chExt cx="2925" cy="2857"/>
          </a:xfrm>
        </p:grpSpPr>
        <p:sp>
          <p:nvSpPr>
            <p:cNvPr id="59408" name="Oval 18"/>
            <p:cNvSpPr>
              <a:spLocks noChangeArrowheads="1"/>
            </p:cNvSpPr>
            <p:nvPr/>
          </p:nvSpPr>
          <p:spPr bwMode="auto">
            <a:xfrm>
              <a:off x="2699" y="1117"/>
              <a:ext cx="2925" cy="2857"/>
            </a:xfrm>
            <a:prstGeom prst="ellipse">
              <a:avLst/>
            </a:prstGeom>
            <a:solidFill>
              <a:srgbClr val="00FF99"/>
            </a:solidFill>
            <a:ln w="19050">
              <a:solidFill>
                <a:schemeClr val="tx1"/>
              </a:solidFill>
              <a:round/>
              <a:headEnd/>
              <a:tailEnd/>
            </a:ln>
          </p:spPr>
          <p:txBody>
            <a:bodyPr wrap="none" anchor="ctr"/>
            <a:lstStyle/>
            <a:p>
              <a:endParaRPr lang="zh-CN" altLang="en-US"/>
            </a:p>
          </p:txBody>
        </p:sp>
        <p:sp>
          <p:nvSpPr>
            <p:cNvPr id="59409" name="Text Box 19"/>
            <p:cNvSpPr txBox="1">
              <a:spLocks noChangeArrowheads="1"/>
            </p:cNvSpPr>
            <p:nvPr/>
          </p:nvSpPr>
          <p:spPr bwMode="auto">
            <a:xfrm>
              <a:off x="3742" y="1206"/>
              <a:ext cx="824"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zh-CN" altLang="en-US" sz="2400" b="1">
                  <a:solidFill>
                    <a:srgbClr val="990099"/>
                  </a:solidFill>
                  <a:latin typeface="Times New Roman" pitchFamily="18" charset="0"/>
                  <a:ea typeface="华文新魏" pitchFamily="2" charset="-122"/>
                </a:rPr>
                <a:t>0型文法</a:t>
              </a:r>
            </a:p>
          </p:txBody>
        </p:sp>
      </p:grpSp>
      <p:grpSp>
        <p:nvGrpSpPr>
          <p:cNvPr id="3" name="Group 20"/>
          <p:cNvGrpSpPr>
            <a:grpSpLocks/>
          </p:cNvGrpSpPr>
          <p:nvPr/>
        </p:nvGrpSpPr>
        <p:grpSpPr bwMode="auto">
          <a:xfrm>
            <a:off x="1476375" y="3756025"/>
            <a:ext cx="6462713" cy="2913063"/>
            <a:chOff x="2905" y="1535"/>
            <a:chExt cx="2595" cy="2369"/>
          </a:xfrm>
        </p:grpSpPr>
        <p:sp>
          <p:nvSpPr>
            <p:cNvPr id="59406" name="Oval 21"/>
            <p:cNvSpPr>
              <a:spLocks noChangeArrowheads="1"/>
            </p:cNvSpPr>
            <p:nvPr/>
          </p:nvSpPr>
          <p:spPr bwMode="auto">
            <a:xfrm>
              <a:off x="2905" y="1535"/>
              <a:ext cx="2595" cy="2369"/>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59407" name="Text Box 22"/>
            <p:cNvSpPr txBox="1">
              <a:spLocks noChangeArrowheads="1"/>
            </p:cNvSpPr>
            <p:nvPr/>
          </p:nvSpPr>
          <p:spPr bwMode="auto">
            <a:xfrm>
              <a:off x="3787" y="1752"/>
              <a:ext cx="849"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zh-CN" altLang="en-US" sz="2400" b="1">
                  <a:solidFill>
                    <a:srgbClr val="3333FF"/>
                  </a:solidFill>
                  <a:latin typeface="Times New Roman" pitchFamily="18" charset="0"/>
                  <a:ea typeface="华文新魏" pitchFamily="2" charset="-122"/>
                </a:rPr>
                <a:t>1型文法</a:t>
              </a:r>
              <a:endParaRPr kumimoji="1" lang="zh-CN" altLang="en-US" sz="2000" b="1">
                <a:solidFill>
                  <a:srgbClr val="3333FF"/>
                </a:solidFill>
                <a:latin typeface="Times New Roman" pitchFamily="18" charset="0"/>
                <a:ea typeface="华文新魏" pitchFamily="2" charset="-122"/>
              </a:endParaRPr>
            </a:p>
          </p:txBody>
        </p:sp>
      </p:grpSp>
      <p:grpSp>
        <p:nvGrpSpPr>
          <p:cNvPr id="4" name="Group 23"/>
          <p:cNvGrpSpPr>
            <a:grpSpLocks/>
          </p:cNvGrpSpPr>
          <p:nvPr/>
        </p:nvGrpSpPr>
        <p:grpSpPr bwMode="auto">
          <a:xfrm>
            <a:off x="1908175" y="4451350"/>
            <a:ext cx="5688013" cy="2001838"/>
            <a:chOff x="3198" y="2251"/>
            <a:chExt cx="2086" cy="1533"/>
          </a:xfrm>
        </p:grpSpPr>
        <p:sp>
          <p:nvSpPr>
            <p:cNvPr id="59404" name="Oval 24"/>
            <p:cNvSpPr>
              <a:spLocks noChangeArrowheads="1"/>
            </p:cNvSpPr>
            <p:nvPr/>
          </p:nvSpPr>
          <p:spPr bwMode="auto">
            <a:xfrm>
              <a:off x="3198" y="2251"/>
              <a:ext cx="2086" cy="1533"/>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59405" name="Text Box 25"/>
            <p:cNvSpPr txBox="1">
              <a:spLocks noChangeArrowheads="1"/>
            </p:cNvSpPr>
            <p:nvPr/>
          </p:nvSpPr>
          <p:spPr bwMode="auto">
            <a:xfrm>
              <a:off x="3742" y="2478"/>
              <a:ext cx="880"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zh-CN" altLang="en-US" sz="2400" b="1">
                  <a:solidFill>
                    <a:schemeClr val="hlink"/>
                  </a:solidFill>
                  <a:latin typeface="Times New Roman" pitchFamily="18" charset="0"/>
                  <a:ea typeface="华文新魏" pitchFamily="2" charset="-122"/>
                </a:rPr>
                <a:t>   2型文法</a:t>
              </a:r>
            </a:p>
          </p:txBody>
        </p:sp>
      </p:grpSp>
      <p:grpSp>
        <p:nvGrpSpPr>
          <p:cNvPr id="5" name="Group 26"/>
          <p:cNvGrpSpPr>
            <a:grpSpLocks/>
          </p:cNvGrpSpPr>
          <p:nvPr/>
        </p:nvGrpSpPr>
        <p:grpSpPr bwMode="auto">
          <a:xfrm>
            <a:off x="2700338" y="5157788"/>
            <a:ext cx="4010025" cy="1031875"/>
            <a:chOff x="3564" y="2859"/>
            <a:chExt cx="1298" cy="767"/>
          </a:xfrm>
        </p:grpSpPr>
        <p:sp>
          <p:nvSpPr>
            <p:cNvPr id="59402" name="Oval 27"/>
            <p:cNvSpPr>
              <a:spLocks noChangeArrowheads="1"/>
            </p:cNvSpPr>
            <p:nvPr/>
          </p:nvSpPr>
          <p:spPr bwMode="auto">
            <a:xfrm>
              <a:off x="3564" y="2859"/>
              <a:ext cx="1298" cy="767"/>
            </a:xfrm>
            <a:prstGeom prst="ellipse">
              <a:avLst/>
            </a:prstGeom>
            <a:solidFill>
              <a:schemeClr val="bg1"/>
            </a:solidFill>
            <a:ln w="28575">
              <a:solidFill>
                <a:schemeClr val="tx1"/>
              </a:solidFill>
              <a:round/>
              <a:headEnd/>
              <a:tailEnd/>
            </a:ln>
          </p:spPr>
          <p:txBody>
            <a:bodyPr wrap="none" anchor="ctr"/>
            <a:lstStyle/>
            <a:p>
              <a:endParaRPr lang="zh-CN" altLang="en-US"/>
            </a:p>
          </p:txBody>
        </p:sp>
        <p:sp>
          <p:nvSpPr>
            <p:cNvPr id="59403" name="Text Box 28"/>
            <p:cNvSpPr txBox="1">
              <a:spLocks noChangeArrowheads="1"/>
            </p:cNvSpPr>
            <p:nvPr/>
          </p:nvSpPr>
          <p:spPr bwMode="auto">
            <a:xfrm>
              <a:off x="3811" y="3097"/>
              <a:ext cx="883"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kumimoji="1" lang="zh-CN" altLang="en-US" sz="2400" b="1">
                  <a:latin typeface="Times New Roman" pitchFamily="18" charset="0"/>
                  <a:ea typeface="华文新魏" pitchFamily="2" charset="-122"/>
                </a:rPr>
                <a:t>3型文法   </a:t>
              </a:r>
              <a:r>
                <a:rPr kumimoji="1" lang="en-US" altLang="zh-CN" sz="800" b="1">
                  <a:latin typeface="Times New Roman" pitchFamily="18" charset="0"/>
                  <a:ea typeface="华文新魏" pitchFamily="2" charset="-122"/>
                </a:rPr>
                <a:t>.</a:t>
              </a:r>
            </a:p>
          </p:txBody>
        </p:sp>
      </p:gr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EC4CFA0-FFE6-4B7E-BC7F-1ACCE5675474}" type="datetime1">
              <a:rPr lang="zh-CN" altLang="en-US"/>
              <a:pPr/>
              <a:t>2017/2/24</a:t>
            </a:fld>
            <a:endParaRPr lang="en-US" altLang="zh-CN"/>
          </a:p>
        </p:txBody>
      </p:sp>
      <p:sp>
        <p:nvSpPr>
          <p:cNvPr id="6041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D96D4DD-159D-4711-BD46-95D62D8BE988}" type="slidenum">
              <a:rPr lang="zh-CN" altLang="en-US"/>
              <a:pPr/>
              <a:t>57</a:t>
            </a:fld>
            <a:endParaRPr lang="en-US" altLang="zh-CN"/>
          </a:p>
        </p:txBody>
      </p:sp>
      <p:sp>
        <p:nvSpPr>
          <p:cNvPr id="60420" name="Rectangle 2"/>
          <p:cNvSpPr>
            <a:spLocks noGrp="1" noRot="1" noChangeArrowheads="1"/>
          </p:cNvSpPr>
          <p:nvPr>
            <p:ph type="title"/>
          </p:nvPr>
        </p:nvSpPr>
        <p:spPr>
          <a:xfrm>
            <a:off x="827088" y="692150"/>
            <a:ext cx="7988300" cy="1219200"/>
          </a:xfrm>
        </p:spPr>
        <p:txBody>
          <a:bodyPr/>
          <a:lstStyle/>
          <a:p>
            <a:pPr eaLnBrk="1" hangingPunct="1"/>
            <a:r>
              <a:rPr lang="en-US" altLang="zh-CN" b="1" smtClean="0">
                <a:solidFill>
                  <a:srgbClr val="000099"/>
                </a:solidFill>
                <a:latin typeface="Times New Roman" pitchFamily="18" charset="0"/>
                <a:ea typeface="华文新魏" pitchFamily="2" charset="-122"/>
              </a:rPr>
              <a:t>BNF</a:t>
            </a:r>
            <a:r>
              <a:rPr lang="en-US" altLang="zh-CN" sz="3200" b="1" smtClean="0">
                <a:solidFill>
                  <a:srgbClr val="000099"/>
                </a:solidFill>
                <a:latin typeface="Times New Roman" pitchFamily="18" charset="0"/>
                <a:ea typeface="华文新魏" pitchFamily="2" charset="-122"/>
              </a:rPr>
              <a:t>(Backus-Naur/Backus-Normal Form)</a:t>
            </a:r>
            <a:endParaRPr lang="zh-CN" altLang="en-US" sz="3200" b="1" smtClean="0">
              <a:solidFill>
                <a:srgbClr val="000099"/>
              </a:solidFill>
              <a:latin typeface="Times New Roman" pitchFamily="18" charset="0"/>
              <a:ea typeface="华文新魏" pitchFamily="2" charset="-122"/>
            </a:endParaRPr>
          </a:p>
        </p:txBody>
      </p:sp>
      <p:sp>
        <p:nvSpPr>
          <p:cNvPr id="317443" name="Rectangle 3"/>
          <p:cNvSpPr>
            <a:spLocks noGrp="1" noRot="1" noChangeArrowheads="1"/>
          </p:cNvSpPr>
          <p:nvPr>
            <p:ph type="body" idx="1"/>
          </p:nvPr>
        </p:nvSpPr>
        <p:spPr>
          <a:xfrm>
            <a:off x="611188" y="1905000"/>
            <a:ext cx="8208962" cy="4724400"/>
          </a:xfrm>
        </p:spPr>
        <p:txBody>
          <a:bodyPr/>
          <a:lstStyle/>
          <a:p>
            <a:pPr eaLnBrk="1" hangingPunct="1"/>
            <a:r>
              <a:rPr lang="en-US" altLang="zh-CN" sz="2800" b="1" smtClean="0">
                <a:latin typeface="Times New Roman" pitchFamily="18" charset="0"/>
                <a:ea typeface="华文新魏" pitchFamily="2" charset="-122"/>
              </a:rPr>
              <a:t>α→β</a:t>
            </a:r>
            <a:r>
              <a:rPr lang="zh-CN" altLang="en-US" sz="2800" b="1" smtClean="0">
                <a:latin typeface="Times New Roman" pitchFamily="18" charset="0"/>
                <a:ea typeface="华文新魏" pitchFamily="2" charset="-122"/>
              </a:rPr>
              <a:t>：表示为</a:t>
            </a:r>
            <a:r>
              <a:rPr lang="en-US" altLang="zh-CN" sz="2800" b="1" smtClean="0">
                <a:latin typeface="Times New Roman" pitchFamily="18" charset="0"/>
                <a:ea typeface="华文新魏" pitchFamily="2" charset="-122"/>
              </a:rPr>
              <a:t>α∷＝β</a:t>
            </a:r>
          </a:p>
          <a:p>
            <a:pPr eaLnBrk="1" hangingPunct="1"/>
            <a:r>
              <a:rPr lang="zh-CN" altLang="en-US" sz="2800" b="1" smtClean="0">
                <a:latin typeface="Times New Roman" pitchFamily="18" charset="0"/>
                <a:ea typeface="华文新魏" pitchFamily="2" charset="-122"/>
              </a:rPr>
              <a:t>非终结符：用“&lt;”和“&gt;”括起来</a:t>
            </a:r>
          </a:p>
          <a:p>
            <a:pPr eaLnBrk="1" hangingPunct="1"/>
            <a:r>
              <a:rPr lang="zh-CN" altLang="en-US" sz="2800" b="1" smtClean="0">
                <a:latin typeface="Times New Roman" pitchFamily="18" charset="0"/>
                <a:ea typeface="华文新魏" pitchFamily="2" charset="-122"/>
              </a:rPr>
              <a:t>终结符：基本字符集</a:t>
            </a:r>
          </a:p>
          <a:p>
            <a:pPr eaLnBrk="1" hangingPunct="1"/>
            <a:r>
              <a:rPr lang="zh-CN" altLang="en-US" sz="2800" b="1" smtClean="0">
                <a:latin typeface="Times New Roman" pitchFamily="18" charset="0"/>
                <a:ea typeface="华文新魏" pitchFamily="2" charset="-122"/>
              </a:rPr>
              <a:t>其他</a:t>
            </a:r>
          </a:p>
          <a:p>
            <a:pPr lvl="1" algn="just" eaLnBrk="1" hangingPunct="1"/>
            <a:r>
              <a:rPr lang="en-US" altLang="zh-CN" b="1" smtClean="0">
                <a:latin typeface="Times New Roman" pitchFamily="18" charset="0"/>
                <a:ea typeface="华文新魏" pitchFamily="2" charset="-122"/>
              </a:rPr>
              <a:t>β(α</a:t>
            </a:r>
            <a:r>
              <a:rPr lang="en-US" altLang="zh-CN" b="1" baseline="-30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|α</a:t>
            </a:r>
            <a:r>
              <a:rPr lang="en-US" altLang="zh-CN" b="1" baseline="-30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…|α</a:t>
            </a:r>
            <a:r>
              <a:rPr lang="en-US" altLang="zh-CN" b="1" baseline="-30000" smtClean="0">
                <a:latin typeface="Times New Roman" pitchFamily="18" charset="0"/>
                <a:ea typeface="华文新魏" pitchFamily="2" charset="-122"/>
              </a:rPr>
              <a:t>n</a:t>
            </a:r>
            <a:r>
              <a:rPr lang="en-US" altLang="zh-CN" b="1" smtClean="0">
                <a:latin typeface="Times New Roman" pitchFamily="18" charset="0"/>
                <a:ea typeface="华文新魏" pitchFamily="2" charset="-122"/>
              </a:rPr>
              <a:t>)≡βα</a:t>
            </a:r>
            <a:r>
              <a:rPr lang="en-US" altLang="zh-CN" b="1" baseline="-30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|βα</a:t>
            </a:r>
            <a:r>
              <a:rPr lang="en-US" altLang="zh-CN" b="1" baseline="-30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…|βα</a:t>
            </a:r>
            <a:r>
              <a:rPr lang="en-US" altLang="zh-CN" b="1" baseline="-30000" smtClean="0">
                <a:latin typeface="Times New Roman" pitchFamily="18" charset="0"/>
                <a:ea typeface="华文新魏" pitchFamily="2" charset="-122"/>
              </a:rPr>
              <a:t>n</a:t>
            </a:r>
            <a:endParaRPr lang="en-US" altLang="zh-CN" b="1" smtClean="0">
              <a:latin typeface="Times New Roman" pitchFamily="18" charset="0"/>
              <a:ea typeface="华文新魏" pitchFamily="2" charset="-122"/>
            </a:endParaRPr>
          </a:p>
          <a:p>
            <a:pPr lvl="1" algn="just" eaLnBrk="1" hangingPunct="1"/>
            <a:r>
              <a:rPr lang="en-US" altLang="zh-CN" b="1" smtClean="0">
                <a:latin typeface="Times New Roman" pitchFamily="18" charset="0"/>
                <a:ea typeface="华文新魏" pitchFamily="2" charset="-122"/>
              </a:rPr>
              <a:t>{α</a:t>
            </a:r>
            <a:r>
              <a:rPr lang="en-US" altLang="zh-CN" b="1" baseline="-30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|α</a:t>
            </a:r>
            <a:r>
              <a:rPr lang="en-US" altLang="zh-CN" b="1" baseline="-30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…|α</a:t>
            </a:r>
            <a:r>
              <a:rPr lang="en-US" altLang="zh-CN" b="1" baseline="-30000" smtClean="0">
                <a:latin typeface="Times New Roman" pitchFamily="18" charset="0"/>
                <a:ea typeface="华文新魏" pitchFamily="2" charset="-122"/>
              </a:rPr>
              <a:t>n</a:t>
            </a:r>
            <a:r>
              <a:rPr lang="en-US" altLang="zh-CN" b="1" smtClean="0">
                <a:latin typeface="Times New Roman" pitchFamily="18" charset="0"/>
                <a:ea typeface="华文新魏" pitchFamily="2" charset="-122"/>
              </a:rPr>
              <a:t>} </a:t>
            </a:r>
            <a:r>
              <a:rPr lang="en-US" altLang="zh-CN" b="1" baseline="30000" smtClean="0">
                <a:latin typeface="Times New Roman" pitchFamily="18" charset="0"/>
                <a:ea typeface="华文新魏" pitchFamily="2" charset="-122"/>
              </a:rPr>
              <a:t>u</a:t>
            </a:r>
            <a:r>
              <a:rPr lang="en-US" altLang="zh-CN" b="1" baseline="-25000" smtClean="0">
                <a:latin typeface="Times New Roman" pitchFamily="18" charset="0"/>
                <a:ea typeface="华文新魏" pitchFamily="2" charset="-122"/>
              </a:rPr>
              <a:t>l</a:t>
            </a:r>
            <a:r>
              <a:rPr lang="en-US" altLang="zh-CN" b="1" smtClean="0">
                <a:latin typeface="Times New Roman" pitchFamily="18" charset="0"/>
                <a:ea typeface="华文新魏" pitchFamily="2" charset="-122"/>
              </a:rPr>
              <a:t> </a:t>
            </a:r>
          </a:p>
          <a:p>
            <a:pPr lvl="1" algn="just" eaLnBrk="1" hangingPunct="1"/>
            <a:r>
              <a:rPr lang="en-US" altLang="zh-CN" b="1" smtClean="0">
                <a:latin typeface="Times New Roman" pitchFamily="18" charset="0"/>
                <a:ea typeface="华文新魏" pitchFamily="2" charset="-122"/>
              </a:rPr>
              <a:t>{α</a:t>
            </a:r>
            <a:r>
              <a:rPr lang="en-US" altLang="zh-CN" b="1" baseline="-30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|α</a:t>
            </a:r>
            <a:r>
              <a:rPr lang="en-US" altLang="zh-CN" b="1" baseline="-30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…|α</a:t>
            </a:r>
            <a:r>
              <a:rPr lang="en-US" altLang="zh-CN" b="1" baseline="-30000" smtClean="0">
                <a:latin typeface="Times New Roman" pitchFamily="18" charset="0"/>
                <a:ea typeface="华文新魏" pitchFamily="2" charset="-122"/>
              </a:rPr>
              <a:t>n</a:t>
            </a:r>
            <a:r>
              <a:rPr lang="en-US" altLang="zh-CN" b="1" smtClean="0">
                <a:latin typeface="Times New Roman" pitchFamily="18" charset="0"/>
                <a:ea typeface="华文新魏" pitchFamily="2" charset="-122"/>
              </a:rPr>
              <a:t>}m            l=0,u=m  </a:t>
            </a:r>
          </a:p>
          <a:p>
            <a:pPr lvl="1" algn="just" eaLnBrk="1" hangingPunct="1"/>
            <a:r>
              <a:rPr lang="en-US" altLang="zh-CN" b="1" smtClean="0">
                <a:latin typeface="Times New Roman" pitchFamily="18" charset="0"/>
                <a:ea typeface="华文新魏" pitchFamily="2" charset="-122"/>
              </a:rPr>
              <a:t>[α] ≡ α| ε</a:t>
            </a:r>
          </a:p>
          <a:p>
            <a:pPr lvl="1" algn="just" eaLnBrk="1" hangingPunct="1"/>
            <a:r>
              <a:rPr lang="en-US" altLang="zh-CN" b="1" smtClean="0">
                <a:latin typeface="Times New Roman" pitchFamily="18" charset="0"/>
                <a:ea typeface="华文新魏" pitchFamily="2" charset="-122"/>
              </a:rPr>
              <a:t>……</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8331748-42EA-427D-8E57-50B4D0836711}" type="datetime1">
              <a:rPr lang="zh-CN" altLang="en-US"/>
              <a:pPr/>
              <a:t>2017/2/24</a:t>
            </a:fld>
            <a:endParaRPr lang="en-US" altLang="zh-CN"/>
          </a:p>
        </p:txBody>
      </p:sp>
      <p:sp>
        <p:nvSpPr>
          <p:cNvPr id="6144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6DAEBBC-DE0D-472D-88F9-B1005283DA53}" type="slidenum">
              <a:rPr lang="zh-CN" altLang="en-US"/>
              <a:pPr/>
              <a:t>58</a:t>
            </a:fld>
            <a:endParaRPr lang="en-US" altLang="zh-CN"/>
          </a:p>
        </p:txBody>
      </p:sp>
      <p:sp>
        <p:nvSpPr>
          <p:cNvPr id="61444" name="Rectangle 2"/>
          <p:cNvSpPr>
            <a:spLocks noGrp="1" noRot="1" noChangeArrowheads="1"/>
          </p:cNvSpPr>
          <p:nvPr>
            <p:ph type="title"/>
          </p:nvPr>
        </p:nvSpPr>
        <p:spPr>
          <a:xfrm>
            <a:off x="838200" y="990600"/>
            <a:ext cx="7924800" cy="685800"/>
          </a:xfrm>
        </p:spPr>
        <p:txBody>
          <a:bodyPr/>
          <a:lstStyle/>
          <a:p>
            <a:pPr eaLnBrk="1" hangingPunct="1"/>
            <a:r>
              <a:rPr lang="en-US" altLang="zh-CN" sz="4800" b="1" smtClean="0">
                <a:solidFill>
                  <a:srgbClr val="000099"/>
                </a:solidFill>
                <a:latin typeface="Times New Roman" pitchFamily="18" charset="0"/>
                <a:ea typeface="华文新魏" pitchFamily="2" charset="-122"/>
              </a:rPr>
              <a:t>BNF</a:t>
            </a:r>
          </a:p>
        </p:txBody>
      </p:sp>
      <p:sp>
        <p:nvSpPr>
          <p:cNvPr id="61445" name="Rectangle 3"/>
          <p:cNvSpPr>
            <a:spLocks noGrp="1" noRot="1" noChangeArrowheads="1"/>
          </p:cNvSpPr>
          <p:nvPr>
            <p:ph type="body" idx="1"/>
          </p:nvPr>
        </p:nvSpPr>
        <p:spPr>
          <a:xfrm>
            <a:off x="107950" y="1981200"/>
            <a:ext cx="9072563" cy="4495800"/>
          </a:xfrm>
        </p:spPr>
        <p:txBody>
          <a:bodyPr/>
          <a:lstStyle/>
          <a:p>
            <a:pPr eaLnBrk="1" hangingPunct="1"/>
            <a:r>
              <a:rPr lang="zh-CN" altLang="en-US" sz="2800" b="1" smtClean="0">
                <a:latin typeface="Times New Roman" pitchFamily="18" charset="0"/>
                <a:ea typeface="华文新魏" pitchFamily="2" charset="-122"/>
              </a:rPr>
              <a:t>例 简单算术表达式</a:t>
            </a:r>
          </a:p>
          <a:p>
            <a:pPr lvl="1" eaLnBrk="1" hangingPunct="1"/>
            <a:r>
              <a:rPr lang="zh-CN" altLang="en-US" b="1" smtClean="0">
                <a:latin typeface="Times New Roman" pitchFamily="18" charset="0"/>
                <a:ea typeface="华文新魏" pitchFamily="2" charset="-122"/>
              </a:rPr>
              <a:t>&lt;简单表达式&gt;∷＝&lt;简单表达式&gt;+&lt;简单表达式&gt; </a:t>
            </a:r>
          </a:p>
          <a:p>
            <a:pPr lvl="1" eaLnBrk="1" hangingPunct="1"/>
            <a:r>
              <a:rPr lang="zh-CN" altLang="en-US" b="1" smtClean="0">
                <a:latin typeface="Times New Roman" pitchFamily="18" charset="0"/>
                <a:ea typeface="华文新魏" pitchFamily="2" charset="-122"/>
              </a:rPr>
              <a:t>&lt;简单表达式&gt;∷＝&lt;简单表达式&gt;*&lt;简单表达式&gt; </a:t>
            </a:r>
          </a:p>
          <a:p>
            <a:pPr lvl="1" eaLnBrk="1" hangingPunct="1"/>
            <a:r>
              <a:rPr lang="zh-CN" altLang="en-US" b="1" smtClean="0">
                <a:latin typeface="Times New Roman" pitchFamily="18" charset="0"/>
                <a:ea typeface="华文新魏" pitchFamily="2" charset="-122"/>
              </a:rPr>
              <a:t>&lt;简单表达式&gt;∷＝</a:t>
            </a:r>
            <a:r>
              <a:rPr lang="en-US" altLang="zh-CN" b="1" smtClean="0">
                <a:latin typeface="Times New Roman" pitchFamily="18" charset="0"/>
                <a:ea typeface="华文新魏" pitchFamily="2" charset="-122"/>
              </a:rPr>
              <a:t>(&lt;</a:t>
            </a:r>
            <a:r>
              <a:rPr lang="zh-CN" altLang="en-US" b="1" smtClean="0">
                <a:latin typeface="Times New Roman" pitchFamily="18" charset="0"/>
                <a:ea typeface="华文新魏" pitchFamily="2" charset="-122"/>
              </a:rPr>
              <a:t>简单表达式&gt;</a:t>
            </a:r>
            <a:r>
              <a:rPr lang="en-US" altLang="zh-CN" b="1" smtClean="0">
                <a:latin typeface="Times New Roman" pitchFamily="18" charset="0"/>
                <a:ea typeface="华文新魏" pitchFamily="2" charset="-122"/>
              </a:rPr>
              <a:t>)</a:t>
            </a:r>
          </a:p>
          <a:p>
            <a:pPr lvl="1" eaLnBrk="1" hangingPunct="1"/>
            <a:r>
              <a:rPr lang="zh-CN" altLang="en-US" b="1" smtClean="0">
                <a:latin typeface="Times New Roman" pitchFamily="18" charset="0"/>
                <a:ea typeface="华文新魏" pitchFamily="2" charset="-122"/>
              </a:rPr>
              <a:t>&lt;简单表达式&gt;∷＝</a:t>
            </a:r>
            <a:r>
              <a:rPr lang="en-US" altLang="zh-CN" b="1" smtClean="0">
                <a:latin typeface="Times New Roman" pitchFamily="18" charset="0"/>
                <a:ea typeface="华文新魏" pitchFamily="2" charset="-122"/>
              </a:rPr>
              <a:t>id</a:t>
            </a:r>
          </a:p>
          <a:p>
            <a:pPr eaLnBrk="1" hangingPunct="1"/>
            <a:r>
              <a:rPr lang="zh-CN" altLang="en-US" sz="2800" b="1" smtClean="0">
                <a:latin typeface="Times New Roman" pitchFamily="18" charset="0"/>
                <a:ea typeface="华文新魏" pitchFamily="2" charset="-122"/>
              </a:rPr>
              <a:t>即：&lt;简单表达式&gt;∷＝&lt;简单表达式&gt;+&lt;简单表达式&gt;|</a:t>
            </a:r>
          </a:p>
          <a:p>
            <a:pPr eaLnBrk="1" hangingPunct="1">
              <a:buFont typeface="Wingdings" pitchFamily="2" charset="2"/>
              <a:buNone/>
            </a:pPr>
            <a:r>
              <a:rPr lang="zh-CN" altLang="en-US" sz="2800" b="1" smtClean="0">
                <a:latin typeface="Times New Roman" pitchFamily="18" charset="0"/>
                <a:ea typeface="华文新魏" pitchFamily="2" charset="-122"/>
              </a:rPr>
              <a:t>		 &lt;简单表达式&gt;*&lt;简单表达式&gt;|</a:t>
            </a:r>
            <a:r>
              <a:rPr lang="en-US" altLang="zh-CN" sz="2800" b="1" smtClean="0">
                <a:latin typeface="Times New Roman" pitchFamily="18" charset="0"/>
                <a:ea typeface="华文新魏" pitchFamily="2" charset="-122"/>
              </a:rPr>
              <a:t>(&lt;</a:t>
            </a:r>
            <a:r>
              <a:rPr lang="zh-CN" altLang="en-US" sz="2800" b="1" smtClean="0">
                <a:latin typeface="Times New Roman" pitchFamily="18" charset="0"/>
                <a:ea typeface="华文新魏" pitchFamily="2" charset="-122"/>
              </a:rPr>
              <a:t>简单表达式&gt;</a:t>
            </a:r>
            <a:r>
              <a:rPr lang="en-US" altLang="zh-CN" sz="2800" b="1" smtClean="0">
                <a:latin typeface="Times New Roman" pitchFamily="18" charset="0"/>
                <a:ea typeface="华文新魏" pitchFamily="2" charset="-122"/>
              </a:rPr>
              <a:t>)|id</a:t>
            </a:r>
          </a:p>
          <a:p>
            <a:pPr eaLnBrk="1" hangingPunct="1"/>
            <a:r>
              <a:rPr lang="zh-CN" altLang="en-US" sz="2800" b="1" smtClean="0">
                <a:latin typeface="Times New Roman" pitchFamily="18" charset="0"/>
                <a:ea typeface="华文新魏" pitchFamily="2" charset="-122"/>
              </a:rPr>
              <a:t>哪些是终结符？哪些是变量？</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F5E9EACC-0EAA-42A0-AF7C-327A71850E7A}" type="datetime1">
              <a:rPr lang="zh-CN" altLang="en-US"/>
              <a:pPr/>
              <a:t>2017/2/24</a:t>
            </a:fld>
            <a:endParaRPr lang="en-US" altLang="zh-CN"/>
          </a:p>
        </p:txBody>
      </p:sp>
      <p:sp>
        <p:nvSpPr>
          <p:cNvPr id="6861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0B4EC37-A377-4057-BC42-38BE165DA0D7}" type="slidenum">
              <a:rPr lang="zh-CN" altLang="en-US"/>
              <a:pPr/>
              <a:t>59</a:t>
            </a:fld>
            <a:endParaRPr lang="en-US" altLang="zh-CN"/>
          </a:p>
        </p:txBody>
      </p:sp>
      <p:sp>
        <p:nvSpPr>
          <p:cNvPr id="68612" name="Rectangle 2"/>
          <p:cNvSpPr>
            <a:spLocks noGrp="1" noRot="1" noChangeArrowheads="1"/>
          </p:cNvSpPr>
          <p:nvPr>
            <p:ph type="title"/>
          </p:nvPr>
        </p:nvSpPr>
        <p:spPr>
          <a:xfrm>
            <a:off x="762000" y="533400"/>
            <a:ext cx="6324600" cy="1066800"/>
          </a:xfrm>
          <a:noFill/>
        </p:spPr>
        <p:txBody>
          <a:bodyPr lIns="92075" tIns="46038" rIns="92075" bIns="46038"/>
          <a:lstStyle/>
          <a:p>
            <a:pPr eaLnBrk="1" hangingPunct="1"/>
            <a:r>
              <a:rPr lang="zh-CN" altLang="en-US" sz="3600" b="1" smtClean="0">
                <a:latin typeface="Times New Roman" pitchFamily="18" charset="0"/>
                <a:ea typeface="华文新魏" pitchFamily="2" charset="-122"/>
              </a:rPr>
              <a:t>例2-5 句子结构的表示</a:t>
            </a:r>
            <a:r>
              <a:rPr lang="zh-CN" altLang="en-US" b="1" smtClean="0">
                <a:latin typeface="Times New Roman" pitchFamily="18" charset="0"/>
                <a:ea typeface="华文新魏" pitchFamily="2" charset="-122"/>
              </a:rPr>
              <a:t>  </a:t>
            </a:r>
            <a:br>
              <a:rPr lang="zh-CN" altLang="en-US" b="1" smtClean="0">
                <a:latin typeface="Times New Roman" pitchFamily="18" charset="0"/>
                <a:ea typeface="华文新魏" pitchFamily="2" charset="-122"/>
              </a:rPr>
            </a:br>
            <a:r>
              <a:rPr lang="en-US" altLang="zh-CN" sz="3200" b="1" smtClean="0">
                <a:latin typeface="Times New Roman" pitchFamily="18" charset="0"/>
                <a:ea typeface="华文新魏" pitchFamily="2" charset="-122"/>
              </a:rPr>
              <a:t>(</a:t>
            </a:r>
            <a:r>
              <a:rPr lang="zh-CN" altLang="en-US" sz="3200" b="1" smtClean="0">
                <a:latin typeface="Times New Roman" pitchFamily="18" charset="0"/>
                <a:ea typeface="华文新魏" pitchFamily="2" charset="-122"/>
              </a:rPr>
              <a:t>文法</a:t>
            </a:r>
            <a:r>
              <a:rPr lang="en-US" altLang="zh-CN" sz="2800" b="1" smtClean="0">
                <a:latin typeface="Times New Roman" pitchFamily="18" charset="0"/>
                <a:ea typeface="华文新魏" pitchFamily="2" charset="-122"/>
              </a:rPr>
              <a:t>E→E+E|E*E|(E)|id</a:t>
            </a:r>
            <a:r>
              <a:rPr lang="en-US" altLang="zh-CN" sz="3200" b="1" smtClean="0">
                <a:latin typeface="Times New Roman" pitchFamily="18" charset="0"/>
                <a:ea typeface="华文新魏" pitchFamily="2" charset="-122"/>
              </a:rPr>
              <a:t> )</a:t>
            </a:r>
          </a:p>
        </p:txBody>
      </p:sp>
      <p:grpSp>
        <p:nvGrpSpPr>
          <p:cNvPr id="2" name="Group 3"/>
          <p:cNvGrpSpPr>
            <a:grpSpLocks/>
          </p:cNvGrpSpPr>
          <p:nvPr/>
        </p:nvGrpSpPr>
        <p:grpSpPr bwMode="auto">
          <a:xfrm>
            <a:off x="2057400" y="2409825"/>
            <a:ext cx="4724400" cy="1857375"/>
            <a:chOff x="1296" y="1296"/>
            <a:chExt cx="2976" cy="1170"/>
          </a:xfrm>
        </p:grpSpPr>
        <p:sp>
          <p:nvSpPr>
            <p:cNvPr id="321540" name="Text Box 4"/>
            <p:cNvSpPr txBox="1">
              <a:spLocks noChangeArrowheads="1"/>
            </p:cNvSpPr>
            <p:nvPr/>
          </p:nvSpPr>
          <p:spPr bwMode="auto">
            <a:xfrm>
              <a:off x="2496" y="1296"/>
              <a:ext cx="720" cy="439"/>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3600" b="1">
                  <a:solidFill>
                    <a:schemeClr val="folHlink"/>
                  </a:solidFill>
                  <a:effectLst>
                    <a:outerShdw blurRad="38100" dist="38100" dir="2700000" algn="tl">
                      <a:srgbClr val="C0C0C0"/>
                    </a:outerShdw>
                  </a:effectLst>
                  <a:latin typeface="宋体" pitchFamily="2" charset="-122"/>
                </a:rPr>
                <a:t>E</a:t>
              </a:r>
            </a:p>
          </p:txBody>
        </p:sp>
        <p:sp>
          <p:nvSpPr>
            <p:cNvPr id="321541" name="Text Box 5"/>
            <p:cNvSpPr txBox="1">
              <a:spLocks noChangeArrowheads="1"/>
            </p:cNvSpPr>
            <p:nvPr/>
          </p:nvSpPr>
          <p:spPr bwMode="auto">
            <a:xfrm>
              <a:off x="1344" y="2064"/>
              <a:ext cx="720" cy="354"/>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latin typeface="宋体" pitchFamily="2" charset="-122"/>
                </a:rPr>
                <a:t>E</a:t>
              </a:r>
            </a:p>
          </p:txBody>
        </p:sp>
        <p:sp>
          <p:nvSpPr>
            <p:cNvPr id="321542" name="Text Box 6"/>
            <p:cNvSpPr txBox="1">
              <a:spLocks noChangeArrowheads="1"/>
            </p:cNvSpPr>
            <p:nvPr/>
          </p:nvSpPr>
          <p:spPr bwMode="auto">
            <a:xfrm>
              <a:off x="2496" y="2112"/>
              <a:ext cx="720" cy="354"/>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zh-CN" altLang="en-US" sz="2800" b="1">
                  <a:effectLst>
                    <a:outerShdw blurRad="38100" dist="38100" dir="2700000" algn="tl">
                      <a:srgbClr val="C0C0C0"/>
                    </a:outerShdw>
                  </a:effectLst>
                  <a:latin typeface="宋体" pitchFamily="2" charset="-122"/>
                </a:rPr>
                <a:t>+</a:t>
              </a:r>
            </a:p>
          </p:txBody>
        </p:sp>
        <p:sp>
          <p:nvSpPr>
            <p:cNvPr id="321543" name="Text Box 7"/>
            <p:cNvSpPr txBox="1">
              <a:spLocks noChangeArrowheads="1"/>
            </p:cNvSpPr>
            <p:nvPr/>
          </p:nvSpPr>
          <p:spPr bwMode="auto">
            <a:xfrm>
              <a:off x="3552" y="2016"/>
              <a:ext cx="720" cy="354"/>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latin typeface="宋体" pitchFamily="2" charset="-122"/>
                </a:rPr>
                <a:t>E</a:t>
              </a:r>
            </a:p>
          </p:txBody>
        </p:sp>
        <p:sp>
          <p:nvSpPr>
            <p:cNvPr id="68644" name="Line 8"/>
            <p:cNvSpPr>
              <a:spLocks noChangeShapeType="1"/>
            </p:cNvSpPr>
            <p:nvPr/>
          </p:nvSpPr>
          <p:spPr bwMode="auto">
            <a:xfrm flipV="1">
              <a:off x="1488" y="1584"/>
              <a:ext cx="1056" cy="6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68645" name="Line 9"/>
            <p:cNvSpPr>
              <a:spLocks noChangeShapeType="1"/>
            </p:cNvSpPr>
            <p:nvPr/>
          </p:nvSpPr>
          <p:spPr bwMode="auto">
            <a:xfrm flipH="1" flipV="1">
              <a:off x="2640" y="1584"/>
              <a:ext cx="960" cy="57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68646" name="Line 10"/>
            <p:cNvSpPr>
              <a:spLocks noChangeShapeType="1"/>
            </p:cNvSpPr>
            <p:nvPr/>
          </p:nvSpPr>
          <p:spPr bwMode="auto">
            <a:xfrm flipV="1">
              <a:off x="2592" y="1584"/>
              <a:ext cx="0" cy="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1547" name="Text Box 11"/>
            <p:cNvSpPr txBox="1">
              <a:spLocks noChangeArrowheads="1"/>
            </p:cNvSpPr>
            <p:nvPr/>
          </p:nvSpPr>
          <p:spPr bwMode="auto">
            <a:xfrm>
              <a:off x="1296" y="1536"/>
              <a:ext cx="912" cy="354"/>
            </a:xfrm>
            <a:prstGeom prst="rect">
              <a:avLst/>
            </a:prstGeom>
            <a:noFill/>
            <a:ln w="9525">
              <a:noFill/>
              <a:miter lim="800000"/>
              <a:headEnd/>
              <a:tailEnd/>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solidFill>
                    <a:srgbClr val="CC6600"/>
                  </a:solidFill>
                  <a:effectLst>
                    <a:outerShdw blurRad="38100" dist="38100" dir="2700000" algn="tl">
                      <a:srgbClr val="C0C0C0"/>
                    </a:outerShdw>
                  </a:effectLst>
                  <a:latin typeface="宋体" pitchFamily="2" charset="-122"/>
                </a:rPr>
                <a:t>E</a:t>
              </a:r>
              <a:r>
                <a:rPr kumimoji="1" lang="en-US" altLang="zh-CN" sz="2800" b="1">
                  <a:solidFill>
                    <a:srgbClr val="CC6600"/>
                  </a:solidFill>
                  <a:effectLst>
                    <a:outerShdw blurRad="38100" dist="38100" dir="2700000" algn="tl">
                      <a:srgbClr val="C0C0C0"/>
                    </a:outerShdw>
                  </a:effectLst>
                </a:rPr>
                <a:t>→</a:t>
              </a:r>
              <a:r>
                <a:rPr kumimoji="1" lang="en-US" altLang="zh-CN" sz="2800" b="1">
                  <a:solidFill>
                    <a:srgbClr val="CC6600"/>
                  </a:solidFill>
                  <a:effectLst>
                    <a:outerShdw blurRad="38100" dist="38100" dir="2700000" algn="tl">
                      <a:srgbClr val="C0C0C0"/>
                    </a:outerShdw>
                  </a:effectLst>
                  <a:sym typeface="Symbol" pitchFamily="18" charset="2"/>
                </a:rPr>
                <a:t>E+E</a:t>
              </a:r>
            </a:p>
          </p:txBody>
        </p:sp>
      </p:grpSp>
      <p:grpSp>
        <p:nvGrpSpPr>
          <p:cNvPr id="3" name="Group 12"/>
          <p:cNvGrpSpPr>
            <a:grpSpLocks/>
          </p:cNvGrpSpPr>
          <p:nvPr/>
        </p:nvGrpSpPr>
        <p:grpSpPr bwMode="auto">
          <a:xfrm>
            <a:off x="1066800" y="4086225"/>
            <a:ext cx="2133600" cy="1019175"/>
            <a:chOff x="672" y="2352"/>
            <a:chExt cx="1344" cy="642"/>
          </a:xfrm>
        </p:grpSpPr>
        <p:sp>
          <p:nvSpPr>
            <p:cNvPr id="321549" name="Text Box 13"/>
            <p:cNvSpPr txBox="1">
              <a:spLocks noChangeArrowheads="1"/>
            </p:cNvSpPr>
            <p:nvPr/>
          </p:nvSpPr>
          <p:spPr bwMode="auto">
            <a:xfrm>
              <a:off x="1296" y="2640"/>
              <a:ext cx="720" cy="354"/>
            </a:xfrm>
            <a:prstGeom prst="rect">
              <a:avLst/>
            </a:prstGeom>
            <a:noFill/>
            <a:ln w="9525">
              <a:noFill/>
              <a:miter lim="800000"/>
              <a:headEnd/>
              <a:tailEnd/>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effectLst>
                    <a:outerShdw blurRad="38100" dist="38100" dir="2700000" algn="tl">
                      <a:srgbClr val="C0C0C0"/>
                    </a:outerShdw>
                  </a:effectLst>
                  <a:latin typeface="宋体" pitchFamily="2" charset="-122"/>
                </a:rPr>
                <a:t>id</a:t>
              </a:r>
            </a:p>
          </p:txBody>
        </p:sp>
        <p:sp>
          <p:nvSpPr>
            <p:cNvPr id="68638" name="Line 14"/>
            <p:cNvSpPr>
              <a:spLocks noChangeShapeType="1"/>
            </p:cNvSpPr>
            <p:nvPr/>
          </p:nvSpPr>
          <p:spPr bwMode="auto">
            <a:xfrm flipV="1">
              <a:off x="1440" y="2352"/>
              <a:ext cx="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1551" name="Text Box 15"/>
            <p:cNvSpPr txBox="1">
              <a:spLocks noChangeArrowheads="1"/>
            </p:cNvSpPr>
            <p:nvPr/>
          </p:nvSpPr>
          <p:spPr bwMode="auto">
            <a:xfrm>
              <a:off x="672" y="2400"/>
              <a:ext cx="672" cy="354"/>
            </a:xfrm>
            <a:prstGeom prst="rect">
              <a:avLst/>
            </a:prstGeom>
            <a:noFill/>
            <a:ln w="9525">
              <a:noFill/>
              <a:miter lim="800000"/>
              <a:headEnd/>
              <a:tailEnd/>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solidFill>
                    <a:srgbClr val="CC6600"/>
                  </a:solidFill>
                  <a:effectLst>
                    <a:outerShdw blurRad="38100" dist="38100" dir="2700000" algn="tl">
                      <a:srgbClr val="C0C0C0"/>
                    </a:outerShdw>
                  </a:effectLst>
                  <a:latin typeface="宋体" pitchFamily="2" charset="-122"/>
                </a:rPr>
                <a:t>E</a:t>
              </a:r>
              <a:r>
                <a:rPr kumimoji="1" lang="en-US" altLang="zh-CN" sz="2800" b="1">
                  <a:solidFill>
                    <a:srgbClr val="CC6600"/>
                  </a:solidFill>
                  <a:effectLst>
                    <a:outerShdw blurRad="38100" dist="38100" dir="2700000" algn="tl">
                      <a:srgbClr val="C0C0C0"/>
                    </a:outerShdw>
                  </a:effectLst>
                </a:rPr>
                <a:t>→</a:t>
              </a:r>
              <a:r>
                <a:rPr kumimoji="1" lang="en-US" altLang="zh-CN" sz="2800" b="1">
                  <a:solidFill>
                    <a:srgbClr val="CC6600"/>
                  </a:solidFill>
                  <a:effectLst>
                    <a:outerShdw blurRad="38100" dist="38100" dir="2700000" algn="tl">
                      <a:srgbClr val="C0C0C0"/>
                    </a:outerShdw>
                  </a:effectLst>
                  <a:sym typeface="Symbol" pitchFamily="18" charset="2"/>
                </a:rPr>
                <a:t>id</a:t>
              </a:r>
            </a:p>
          </p:txBody>
        </p:sp>
      </p:grpSp>
      <p:grpSp>
        <p:nvGrpSpPr>
          <p:cNvPr id="4" name="Group 16"/>
          <p:cNvGrpSpPr>
            <a:grpSpLocks/>
          </p:cNvGrpSpPr>
          <p:nvPr/>
        </p:nvGrpSpPr>
        <p:grpSpPr bwMode="auto">
          <a:xfrm>
            <a:off x="4191000" y="3781425"/>
            <a:ext cx="3962400" cy="1476375"/>
            <a:chOff x="2640" y="2160"/>
            <a:chExt cx="2496" cy="930"/>
          </a:xfrm>
        </p:grpSpPr>
        <p:sp>
          <p:nvSpPr>
            <p:cNvPr id="321553" name="Text Box 17"/>
            <p:cNvSpPr txBox="1">
              <a:spLocks noChangeArrowheads="1"/>
            </p:cNvSpPr>
            <p:nvPr/>
          </p:nvSpPr>
          <p:spPr bwMode="auto">
            <a:xfrm>
              <a:off x="2640" y="2670"/>
              <a:ext cx="720" cy="354"/>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latin typeface="宋体" pitchFamily="2" charset="-122"/>
                </a:rPr>
                <a:t>E</a:t>
              </a:r>
            </a:p>
          </p:txBody>
        </p:sp>
        <p:sp>
          <p:nvSpPr>
            <p:cNvPr id="321554" name="Text Box 18"/>
            <p:cNvSpPr txBox="1">
              <a:spLocks noChangeArrowheads="1"/>
            </p:cNvSpPr>
            <p:nvPr/>
          </p:nvSpPr>
          <p:spPr bwMode="auto">
            <a:xfrm>
              <a:off x="4416" y="2688"/>
              <a:ext cx="720" cy="354"/>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latin typeface="宋体" pitchFamily="2" charset="-122"/>
                </a:rPr>
                <a:t>E</a:t>
              </a:r>
            </a:p>
          </p:txBody>
        </p:sp>
        <p:sp>
          <p:nvSpPr>
            <p:cNvPr id="321555" name="Text Box 19"/>
            <p:cNvSpPr txBox="1">
              <a:spLocks noChangeArrowheads="1"/>
            </p:cNvSpPr>
            <p:nvPr/>
          </p:nvSpPr>
          <p:spPr bwMode="auto">
            <a:xfrm>
              <a:off x="3552" y="2736"/>
              <a:ext cx="720" cy="354"/>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zh-CN" altLang="en-US" sz="2800" b="1">
                  <a:effectLst>
                    <a:outerShdw blurRad="38100" dist="38100" dir="2700000" algn="tl">
                      <a:srgbClr val="C0C0C0"/>
                    </a:outerShdw>
                  </a:effectLst>
                  <a:latin typeface="宋体" pitchFamily="2" charset="-122"/>
                </a:rPr>
                <a:t>*</a:t>
              </a:r>
            </a:p>
          </p:txBody>
        </p:sp>
        <p:sp>
          <p:nvSpPr>
            <p:cNvPr id="68633" name="Line 20"/>
            <p:cNvSpPr>
              <a:spLocks noChangeShapeType="1"/>
            </p:cNvSpPr>
            <p:nvPr/>
          </p:nvSpPr>
          <p:spPr bwMode="auto">
            <a:xfrm flipV="1">
              <a:off x="2736" y="2352"/>
              <a:ext cx="912"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68634" name="Line 21"/>
            <p:cNvSpPr>
              <a:spLocks noChangeShapeType="1"/>
            </p:cNvSpPr>
            <p:nvPr/>
          </p:nvSpPr>
          <p:spPr bwMode="auto">
            <a:xfrm>
              <a:off x="3648" y="2352"/>
              <a:ext cx="0" cy="52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68635" name="Line 22"/>
            <p:cNvSpPr>
              <a:spLocks noChangeShapeType="1"/>
            </p:cNvSpPr>
            <p:nvPr/>
          </p:nvSpPr>
          <p:spPr bwMode="auto">
            <a:xfrm>
              <a:off x="3696" y="2352"/>
              <a:ext cx="768" cy="52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1559" name="Text Box 23"/>
            <p:cNvSpPr txBox="1">
              <a:spLocks noChangeArrowheads="1"/>
            </p:cNvSpPr>
            <p:nvPr/>
          </p:nvSpPr>
          <p:spPr bwMode="auto">
            <a:xfrm>
              <a:off x="3984" y="2160"/>
              <a:ext cx="912" cy="354"/>
            </a:xfrm>
            <a:prstGeom prst="rect">
              <a:avLst/>
            </a:prstGeom>
            <a:noFill/>
            <a:ln w="9525">
              <a:noFill/>
              <a:miter lim="800000"/>
              <a:headEnd/>
              <a:tailEnd/>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solidFill>
                    <a:srgbClr val="CC6600"/>
                  </a:solidFill>
                  <a:effectLst>
                    <a:outerShdw blurRad="38100" dist="38100" dir="2700000" algn="tl">
                      <a:srgbClr val="C0C0C0"/>
                    </a:outerShdw>
                  </a:effectLst>
                  <a:latin typeface="宋体" pitchFamily="2" charset="-122"/>
                </a:rPr>
                <a:t>E</a:t>
              </a:r>
              <a:r>
                <a:rPr kumimoji="1" lang="en-US" altLang="zh-CN" sz="2800" b="1">
                  <a:solidFill>
                    <a:srgbClr val="CC6600"/>
                  </a:solidFill>
                  <a:effectLst>
                    <a:outerShdw blurRad="38100" dist="38100" dir="2700000" algn="tl">
                      <a:srgbClr val="C0C0C0"/>
                    </a:outerShdw>
                  </a:effectLst>
                </a:rPr>
                <a:t>→</a:t>
              </a:r>
              <a:r>
                <a:rPr kumimoji="1" lang="en-US" altLang="zh-CN" sz="2800" b="1">
                  <a:solidFill>
                    <a:srgbClr val="CC6600"/>
                  </a:solidFill>
                  <a:effectLst>
                    <a:outerShdw blurRad="38100" dist="38100" dir="2700000" algn="tl">
                      <a:srgbClr val="C0C0C0"/>
                    </a:outerShdw>
                  </a:effectLst>
                  <a:sym typeface="Symbol" pitchFamily="18" charset="2"/>
                </a:rPr>
                <a:t>E*E</a:t>
              </a:r>
            </a:p>
          </p:txBody>
        </p:sp>
      </p:grpSp>
      <p:grpSp>
        <p:nvGrpSpPr>
          <p:cNvPr id="5" name="Group 24"/>
          <p:cNvGrpSpPr>
            <a:grpSpLocks/>
          </p:cNvGrpSpPr>
          <p:nvPr/>
        </p:nvGrpSpPr>
        <p:grpSpPr bwMode="auto">
          <a:xfrm>
            <a:off x="3886200" y="5153025"/>
            <a:ext cx="1600200" cy="1171575"/>
            <a:chOff x="2448" y="3024"/>
            <a:chExt cx="1008" cy="738"/>
          </a:xfrm>
        </p:grpSpPr>
        <p:sp>
          <p:nvSpPr>
            <p:cNvPr id="321561" name="Text Box 25"/>
            <p:cNvSpPr txBox="1">
              <a:spLocks noChangeArrowheads="1"/>
            </p:cNvSpPr>
            <p:nvPr/>
          </p:nvSpPr>
          <p:spPr bwMode="auto">
            <a:xfrm>
              <a:off x="2448" y="3408"/>
              <a:ext cx="720" cy="354"/>
            </a:xfrm>
            <a:prstGeom prst="rect">
              <a:avLst/>
            </a:prstGeom>
            <a:noFill/>
            <a:ln w="9525">
              <a:noFill/>
              <a:miter lim="800000"/>
              <a:headEnd/>
              <a:tailEnd/>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effectLst>
                    <a:outerShdw blurRad="38100" dist="38100" dir="2700000" algn="tl">
                      <a:srgbClr val="C0C0C0"/>
                    </a:outerShdw>
                  </a:effectLst>
                  <a:latin typeface="宋体" pitchFamily="2" charset="-122"/>
                </a:rPr>
                <a:t>id</a:t>
              </a:r>
            </a:p>
          </p:txBody>
        </p:sp>
        <p:sp>
          <p:nvSpPr>
            <p:cNvPr id="68628" name="Line 26"/>
            <p:cNvSpPr>
              <a:spLocks noChangeShapeType="1"/>
            </p:cNvSpPr>
            <p:nvPr/>
          </p:nvSpPr>
          <p:spPr bwMode="auto">
            <a:xfrm flipH="1">
              <a:off x="2736" y="3024"/>
              <a:ext cx="0" cy="4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1563" name="Text Box 27"/>
            <p:cNvSpPr txBox="1">
              <a:spLocks noChangeArrowheads="1"/>
            </p:cNvSpPr>
            <p:nvPr/>
          </p:nvSpPr>
          <p:spPr bwMode="auto">
            <a:xfrm>
              <a:off x="2784" y="3120"/>
              <a:ext cx="672" cy="354"/>
            </a:xfrm>
            <a:prstGeom prst="rect">
              <a:avLst/>
            </a:prstGeom>
            <a:noFill/>
            <a:ln w="9525">
              <a:noFill/>
              <a:miter lim="800000"/>
              <a:headEnd/>
              <a:tailEnd/>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solidFill>
                    <a:srgbClr val="CC6600"/>
                  </a:solidFill>
                  <a:effectLst>
                    <a:outerShdw blurRad="38100" dist="38100" dir="2700000" algn="tl">
                      <a:srgbClr val="C0C0C0"/>
                    </a:outerShdw>
                  </a:effectLst>
                  <a:latin typeface="宋体" pitchFamily="2" charset="-122"/>
                </a:rPr>
                <a:t>E</a:t>
              </a:r>
              <a:r>
                <a:rPr kumimoji="1" lang="en-US" altLang="zh-CN" sz="2800" b="1">
                  <a:solidFill>
                    <a:srgbClr val="CC6600"/>
                  </a:solidFill>
                  <a:effectLst>
                    <a:outerShdw blurRad="38100" dist="38100" dir="2700000" algn="tl">
                      <a:srgbClr val="C0C0C0"/>
                    </a:outerShdw>
                  </a:effectLst>
                </a:rPr>
                <a:t>→</a:t>
              </a:r>
              <a:r>
                <a:rPr kumimoji="1" lang="en-US" altLang="zh-CN" sz="2800" b="1">
                  <a:solidFill>
                    <a:srgbClr val="CC6600"/>
                  </a:solidFill>
                  <a:effectLst>
                    <a:outerShdw blurRad="38100" dist="38100" dir="2700000" algn="tl">
                      <a:srgbClr val="C0C0C0"/>
                    </a:outerShdw>
                  </a:effectLst>
                  <a:sym typeface="Symbol" pitchFamily="18" charset="2"/>
                </a:rPr>
                <a:t>id</a:t>
              </a:r>
            </a:p>
          </p:txBody>
        </p:sp>
      </p:grpSp>
      <p:grpSp>
        <p:nvGrpSpPr>
          <p:cNvPr id="6" name="Group 28"/>
          <p:cNvGrpSpPr>
            <a:grpSpLocks/>
          </p:cNvGrpSpPr>
          <p:nvPr/>
        </p:nvGrpSpPr>
        <p:grpSpPr bwMode="auto">
          <a:xfrm>
            <a:off x="7010400" y="5076825"/>
            <a:ext cx="1295400" cy="1247775"/>
            <a:chOff x="4416" y="2976"/>
            <a:chExt cx="816" cy="786"/>
          </a:xfrm>
        </p:grpSpPr>
        <p:sp>
          <p:nvSpPr>
            <p:cNvPr id="321565" name="Text Box 29"/>
            <p:cNvSpPr txBox="1">
              <a:spLocks noChangeArrowheads="1"/>
            </p:cNvSpPr>
            <p:nvPr/>
          </p:nvSpPr>
          <p:spPr bwMode="auto">
            <a:xfrm>
              <a:off x="4416" y="3408"/>
              <a:ext cx="720" cy="354"/>
            </a:xfrm>
            <a:prstGeom prst="rect">
              <a:avLst/>
            </a:prstGeom>
            <a:noFill/>
            <a:ln w="9525">
              <a:noFill/>
              <a:miter lim="800000"/>
              <a:headEnd/>
              <a:tailEnd/>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effectLst>
                    <a:outerShdw blurRad="38100" dist="38100" dir="2700000" algn="tl">
                      <a:srgbClr val="C0C0C0"/>
                    </a:outerShdw>
                  </a:effectLst>
                  <a:latin typeface="宋体" pitchFamily="2" charset="-122"/>
                </a:rPr>
                <a:t>id</a:t>
              </a:r>
            </a:p>
          </p:txBody>
        </p:sp>
        <p:sp>
          <p:nvSpPr>
            <p:cNvPr id="68625" name="Line 30"/>
            <p:cNvSpPr>
              <a:spLocks noChangeShapeType="1"/>
            </p:cNvSpPr>
            <p:nvPr/>
          </p:nvSpPr>
          <p:spPr bwMode="auto">
            <a:xfrm>
              <a:off x="4512" y="2976"/>
              <a:ext cx="0" cy="57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1567" name="Text Box 31"/>
            <p:cNvSpPr txBox="1">
              <a:spLocks noChangeArrowheads="1"/>
            </p:cNvSpPr>
            <p:nvPr/>
          </p:nvSpPr>
          <p:spPr bwMode="auto">
            <a:xfrm>
              <a:off x="4512" y="3072"/>
              <a:ext cx="720" cy="354"/>
            </a:xfrm>
            <a:prstGeom prst="rect">
              <a:avLst/>
            </a:prstGeom>
            <a:noFill/>
            <a:ln w="9525">
              <a:noFill/>
              <a:miter lim="800000"/>
              <a:headEnd/>
              <a:tailEnd/>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solidFill>
                    <a:srgbClr val="CC6600"/>
                  </a:solidFill>
                  <a:effectLst>
                    <a:outerShdw blurRad="38100" dist="38100" dir="2700000" algn="tl">
                      <a:srgbClr val="C0C0C0"/>
                    </a:outerShdw>
                  </a:effectLst>
                  <a:latin typeface="宋体" pitchFamily="2" charset="-122"/>
                </a:rPr>
                <a:t>E</a:t>
              </a:r>
              <a:r>
                <a:rPr kumimoji="1" lang="en-US" altLang="zh-CN" sz="2800" b="1">
                  <a:solidFill>
                    <a:srgbClr val="CC6600"/>
                  </a:solidFill>
                  <a:effectLst>
                    <a:outerShdw blurRad="38100" dist="38100" dir="2700000" algn="tl">
                      <a:srgbClr val="C0C0C0"/>
                    </a:outerShdw>
                  </a:effectLst>
                </a:rPr>
                <a:t>→</a:t>
              </a:r>
              <a:r>
                <a:rPr kumimoji="1" lang="en-US" altLang="zh-CN" sz="2800" b="1">
                  <a:solidFill>
                    <a:srgbClr val="CC6600"/>
                  </a:solidFill>
                  <a:effectLst>
                    <a:outerShdw blurRad="38100" dist="38100" dir="2700000" algn="tl">
                      <a:srgbClr val="C0C0C0"/>
                    </a:outerShdw>
                  </a:effectLst>
                  <a:sym typeface="Symbol" pitchFamily="18" charset="2"/>
                </a:rPr>
                <a:t>id</a:t>
              </a:r>
            </a:p>
          </p:txBody>
        </p:sp>
      </p:grpSp>
      <p:sp>
        <p:nvSpPr>
          <p:cNvPr id="321568" name="Text Box 32"/>
          <p:cNvSpPr txBox="1">
            <a:spLocks noChangeArrowheads="1"/>
          </p:cNvSpPr>
          <p:nvPr/>
        </p:nvSpPr>
        <p:spPr bwMode="auto">
          <a:xfrm>
            <a:off x="684213" y="1989138"/>
            <a:ext cx="1511300" cy="561975"/>
          </a:xfrm>
          <a:prstGeom prst="rect">
            <a:avLst/>
          </a:prstGeom>
          <a:noFill/>
          <a:ln w="9525">
            <a:noFill/>
            <a:miter lim="800000"/>
            <a:headEnd/>
            <a:tailEnd/>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effectLst>
                  <a:outerShdw blurRad="38100" dist="38100" dir="2700000" algn="tl">
                    <a:srgbClr val="C0C0C0"/>
                  </a:outerShdw>
                </a:effectLst>
                <a:latin typeface="宋体" pitchFamily="2" charset="-122"/>
              </a:rPr>
              <a:t>E</a:t>
            </a:r>
            <a:r>
              <a:rPr kumimoji="1" lang="en-US" altLang="zh-CN" sz="2800" b="1">
                <a:effectLst>
                  <a:outerShdw blurRad="38100" dist="38100" dir="2700000" algn="tl">
                    <a:srgbClr val="C0C0C0"/>
                  </a:outerShdw>
                </a:effectLst>
                <a:sym typeface="Symbol" pitchFamily="18" charset="2"/>
              </a:rPr>
              <a:t>E+E</a:t>
            </a:r>
          </a:p>
        </p:txBody>
      </p:sp>
      <p:sp>
        <p:nvSpPr>
          <p:cNvPr id="321569" name="Rectangle 33"/>
          <p:cNvSpPr>
            <a:spLocks noChangeArrowheads="1"/>
          </p:cNvSpPr>
          <p:nvPr/>
        </p:nvSpPr>
        <p:spPr bwMode="auto">
          <a:xfrm>
            <a:off x="457200" y="5410200"/>
            <a:ext cx="2743200" cy="896938"/>
          </a:xfrm>
          <a:prstGeom prst="rect">
            <a:avLst/>
          </a:prstGeom>
          <a:noFill/>
          <a:ln w="9525">
            <a:noFill/>
            <a:miter lim="800000"/>
            <a:headEnd/>
            <a:tailEnd/>
          </a:ln>
          <a:effectLst/>
        </p:spPr>
        <p:txBody>
          <a:bodyPr lIns="92075" tIns="46038" rIns="92075" bIns="46038">
            <a:spAutoFit/>
          </a:bodyPr>
          <a:lstStyle/>
          <a:p>
            <a:pPr defTabSz="193675">
              <a:lnSpc>
                <a:spcPct val="110000"/>
              </a:lnSpc>
              <a:spcBef>
                <a:spcPct val="20000"/>
              </a:spcBef>
              <a:buClr>
                <a:schemeClr val="folHlink"/>
              </a:buClr>
              <a:buSzPct val="75000"/>
              <a:buFont typeface="Monotype Sorts" pitchFamily="2" charset="2"/>
              <a:buNone/>
            </a:pPr>
            <a:r>
              <a:rPr kumimoji="1" lang="zh-CN" altLang="en-US" sz="4800" b="1">
                <a:solidFill>
                  <a:srgbClr val="990099"/>
                </a:solidFill>
                <a:effectLst>
                  <a:outerShdw blurRad="38100" dist="38100" dir="2700000" algn="tl">
                    <a:srgbClr val="C0C0C0"/>
                  </a:outerShdw>
                </a:effectLst>
                <a:latin typeface="宋体" pitchFamily="2" charset="-122"/>
                <a:ea typeface="华文新魏" pitchFamily="2" charset="-122"/>
              </a:rPr>
              <a:t>一棵树！</a:t>
            </a:r>
            <a:endParaRPr kumimoji="1" lang="zh-CN" altLang="en-US" sz="4800" b="1">
              <a:solidFill>
                <a:srgbClr val="990099"/>
              </a:solidFill>
              <a:effectLst>
                <a:outerShdw blurRad="38100" dist="38100" dir="2700000" algn="tl">
                  <a:srgbClr val="C0C0C0"/>
                </a:outerShdw>
              </a:effectLst>
              <a:ea typeface="华文新魏" pitchFamily="2" charset="-122"/>
              <a:sym typeface="Symbol" pitchFamily="18" charset="2"/>
            </a:endParaRPr>
          </a:p>
        </p:txBody>
      </p:sp>
      <p:sp>
        <p:nvSpPr>
          <p:cNvPr id="321570" name="Text Box 34"/>
          <p:cNvSpPr txBox="1">
            <a:spLocks noChangeArrowheads="1"/>
          </p:cNvSpPr>
          <p:nvPr/>
        </p:nvSpPr>
        <p:spPr bwMode="auto">
          <a:xfrm>
            <a:off x="1979613" y="1989138"/>
            <a:ext cx="1439862" cy="561975"/>
          </a:xfrm>
          <a:prstGeom prst="rect">
            <a:avLst/>
          </a:prstGeom>
          <a:noFill/>
          <a:ln w="9525">
            <a:noFill/>
            <a:miter lim="800000"/>
            <a:headEnd/>
            <a:tailEnd/>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effectLst>
                  <a:outerShdw blurRad="38100" dist="38100" dir="2700000" algn="tl">
                    <a:srgbClr val="C0C0C0"/>
                  </a:outerShdw>
                </a:effectLst>
                <a:sym typeface="Symbol" pitchFamily="18" charset="2"/>
              </a:rPr>
              <a:t>id+E</a:t>
            </a:r>
          </a:p>
        </p:txBody>
      </p:sp>
      <p:sp>
        <p:nvSpPr>
          <p:cNvPr id="321571" name="Text Box 35"/>
          <p:cNvSpPr txBox="1">
            <a:spLocks noChangeArrowheads="1"/>
          </p:cNvSpPr>
          <p:nvPr/>
        </p:nvSpPr>
        <p:spPr bwMode="auto">
          <a:xfrm>
            <a:off x="3130550" y="1989138"/>
            <a:ext cx="1944688" cy="561975"/>
          </a:xfrm>
          <a:prstGeom prst="rect">
            <a:avLst/>
          </a:prstGeom>
          <a:noFill/>
          <a:ln w="9525">
            <a:noFill/>
            <a:miter lim="800000"/>
            <a:headEnd/>
            <a:tailEnd/>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effectLst>
                  <a:outerShdw blurRad="38100" dist="38100" dir="2700000" algn="tl">
                    <a:srgbClr val="C0C0C0"/>
                  </a:outerShdw>
                </a:effectLst>
                <a:sym typeface="Symbol" pitchFamily="18" charset="2"/>
              </a:rPr>
              <a:t>id+E*</a:t>
            </a:r>
            <a:r>
              <a:rPr kumimoji="1" lang="en-US" altLang="zh-CN" sz="2800" b="1">
                <a:effectLst>
                  <a:outerShdw blurRad="38100" dist="38100" dir="2700000" algn="tl">
                    <a:srgbClr val="C0C0C0"/>
                  </a:outerShdw>
                </a:effectLst>
                <a:latin typeface="宋体" pitchFamily="2" charset="-122"/>
              </a:rPr>
              <a:t>E</a:t>
            </a:r>
            <a:endParaRPr kumimoji="1" lang="en-US" altLang="zh-CN" sz="2800" b="1">
              <a:effectLst>
                <a:outerShdw blurRad="38100" dist="38100" dir="2700000" algn="tl">
                  <a:srgbClr val="C0C0C0"/>
                </a:outerShdw>
              </a:effectLst>
              <a:sym typeface="Symbol" pitchFamily="18" charset="2"/>
            </a:endParaRPr>
          </a:p>
        </p:txBody>
      </p:sp>
      <p:sp>
        <p:nvSpPr>
          <p:cNvPr id="321572" name="Text Box 36"/>
          <p:cNvSpPr txBox="1">
            <a:spLocks noChangeArrowheads="1"/>
          </p:cNvSpPr>
          <p:nvPr/>
        </p:nvSpPr>
        <p:spPr bwMode="auto">
          <a:xfrm>
            <a:off x="4643438" y="1989138"/>
            <a:ext cx="1873250" cy="561975"/>
          </a:xfrm>
          <a:prstGeom prst="rect">
            <a:avLst/>
          </a:prstGeom>
          <a:noFill/>
          <a:ln w="9525">
            <a:noFill/>
            <a:miter lim="800000"/>
            <a:headEnd/>
            <a:tailEnd/>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effectLst>
                  <a:outerShdw blurRad="38100" dist="38100" dir="2700000" algn="tl">
                    <a:srgbClr val="C0C0C0"/>
                  </a:outerShdw>
                </a:effectLst>
                <a:sym typeface="Symbol" pitchFamily="18" charset="2"/>
              </a:rPr>
              <a:t>id+id*</a:t>
            </a:r>
            <a:r>
              <a:rPr kumimoji="1" lang="en-US" altLang="zh-CN" sz="2800" b="1">
                <a:effectLst>
                  <a:outerShdw blurRad="38100" dist="38100" dir="2700000" algn="tl">
                    <a:srgbClr val="C0C0C0"/>
                  </a:outerShdw>
                </a:effectLst>
                <a:latin typeface="宋体" pitchFamily="2" charset="-122"/>
              </a:rPr>
              <a:t>E</a:t>
            </a:r>
            <a:endParaRPr kumimoji="1" lang="en-US" altLang="zh-CN" sz="2800" b="1">
              <a:effectLst>
                <a:outerShdw blurRad="38100" dist="38100" dir="2700000" algn="tl">
                  <a:srgbClr val="C0C0C0"/>
                </a:outerShdw>
              </a:effectLst>
              <a:sym typeface="Symbol" pitchFamily="18" charset="2"/>
            </a:endParaRPr>
          </a:p>
        </p:txBody>
      </p:sp>
      <p:sp>
        <p:nvSpPr>
          <p:cNvPr id="321573" name="Text Box 37"/>
          <p:cNvSpPr txBox="1">
            <a:spLocks noChangeArrowheads="1"/>
          </p:cNvSpPr>
          <p:nvPr/>
        </p:nvSpPr>
        <p:spPr bwMode="auto">
          <a:xfrm>
            <a:off x="6300788" y="1989138"/>
            <a:ext cx="2232025" cy="561975"/>
          </a:xfrm>
          <a:prstGeom prst="rect">
            <a:avLst/>
          </a:prstGeom>
          <a:noFill/>
          <a:ln w="9525">
            <a:noFill/>
            <a:miter lim="800000"/>
            <a:headEnd/>
            <a:tailEnd/>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effectLst>
                  <a:outerShdw blurRad="38100" dist="38100" dir="2700000" algn="tl">
                    <a:srgbClr val="C0C0C0"/>
                  </a:outerShdw>
                </a:effectLst>
                <a:sym typeface="Symbol" pitchFamily="18" charset="2"/>
              </a:rPr>
              <a:t>id+id*id</a:t>
            </a: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89CEFB5-D0AE-478B-AA26-2D69A023D727}" type="datetime1">
              <a:rPr lang="zh-CN" altLang="en-US"/>
              <a:pPr/>
              <a:t>2017/2/24</a:t>
            </a:fld>
            <a:endParaRPr lang="en-US" altLang="zh-CN"/>
          </a:p>
        </p:txBody>
      </p:sp>
      <p:sp>
        <p:nvSpPr>
          <p:cNvPr id="6963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B1FE4FD-1CAA-4511-A9B0-53022AAA1FDF}" type="slidenum">
              <a:rPr lang="zh-CN" altLang="en-US"/>
              <a:pPr/>
              <a:t>60</a:t>
            </a:fld>
            <a:endParaRPr lang="en-US" altLang="zh-CN"/>
          </a:p>
        </p:txBody>
      </p:sp>
      <p:sp>
        <p:nvSpPr>
          <p:cNvPr id="69636" name="Rectangle 2"/>
          <p:cNvSpPr>
            <a:spLocks noGrp="1" noRot="1" noChangeArrowheads="1"/>
          </p:cNvSpPr>
          <p:nvPr>
            <p:ph type="title"/>
          </p:nvPr>
        </p:nvSpPr>
        <p:spPr>
          <a:xfrm>
            <a:off x="658813" y="549275"/>
            <a:ext cx="6505575" cy="927100"/>
          </a:xfrm>
          <a:noFill/>
        </p:spPr>
        <p:txBody>
          <a:bodyPr lIns="92075" tIns="46038" rIns="92075" bIns="46038"/>
          <a:lstStyle/>
          <a:p>
            <a:pPr eaLnBrk="1" hangingPunct="1"/>
            <a:r>
              <a:rPr lang="zh-CN" altLang="en-US" b="1" smtClean="0">
                <a:solidFill>
                  <a:srgbClr val="000099"/>
                </a:solidFill>
                <a:latin typeface="Times New Roman" pitchFamily="18" charset="0"/>
                <a:ea typeface="华文新魏" pitchFamily="2" charset="-122"/>
              </a:rPr>
              <a:t>2.5 </a:t>
            </a:r>
            <a:r>
              <a:rPr lang="en-US" altLang="zh-CN" b="1" smtClean="0">
                <a:solidFill>
                  <a:srgbClr val="000099"/>
                </a:solidFill>
                <a:latin typeface="Times New Roman" pitchFamily="18" charset="0"/>
                <a:ea typeface="华文新魏" pitchFamily="2" charset="-122"/>
              </a:rPr>
              <a:t>CFG</a:t>
            </a:r>
            <a:r>
              <a:rPr lang="zh-CN" altLang="en-US" b="1" smtClean="0">
                <a:solidFill>
                  <a:srgbClr val="000099"/>
                </a:solidFill>
                <a:latin typeface="Times New Roman" pitchFamily="18" charset="0"/>
                <a:ea typeface="华文新魏" pitchFamily="2" charset="-122"/>
              </a:rPr>
              <a:t>的语法树</a:t>
            </a:r>
          </a:p>
        </p:txBody>
      </p:sp>
      <p:sp>
        <p:nvSpPr>
          <p:cNvPr id="322563" name="Rectangle 3"/>
          <p:cNvSpPr>
            <a:spLocks noGrp="1" noRot="1" noChangeArrowheads="1"/>
          </p:cNvSpPr>
          <p:nvPr>
            <p:ph type="body" idx="1"/>
          </p:nvPr>
        </p:nvSpPr>
        <p:spPr>
          <a:xfrm>
            <a:off x="250825" y="1412875"/>
            <a:ext cx="8713788" cy="1800225"/>
          </a:xfrm>
          <a:noFill/>
        </p:spPr>
        <p:txBody>
          <a:bodyPr lIns="92075" tIns="46038" rIns="92075" bIns="46038"/>
          <a:lstStyle/>
          <a:p>
            <a:pPr algn="just" eaLnBrk="1" hangingPunct="1">
              <a:buFont typeface="Wingdings" pitchFamily="2" charset="2"/>
              <a:buNone/>
            </a:pPr>
            <a:r>
              <a:rPr lang="zh-CN" altLang="en-US" b="1" smtClean="0">
                <a:solidFill>
                  <a:srgbClr val="FF0000"/>
                </a:solidFill>
                <a:latin typeface="Times New Roman" pitchFamily="18" charset="0"/>
                <a:ea typeface="华文新魏" pitchFamily="2" charset="-122"/>
              </a:rPr>
              <a:t>语法树</a:t>
            </a:r>
            <a:r>
              <a:rPr lang="en-US" altLang="zh-CN" b="1" smtClean="0">
                <a:latin typeface="Times New Roman" pitchFamily="18" charset="0"/>
                <a:ea typeface="华文新魏" pitchFamily="2" charset="-122"/>
              </a:rPr>
              <a:t>(Parse Tree</a:t>
            </a:r>
            <a:r>
              <a:rPr lang="zh-CN" altLang="en-US" b="1" smtClean="0">
                <a:latin typeface="Times New Roman" pitchFamily="18" charset="0"/>
                <a:ea typeface="华文新魏" pitchFamily="2" charset="-122"/>
              </a:rPr>
              <a:t>，语法分析树，分析树</a:t>
            </a:r>
            <a:r>
              <a:rPr lang="en-US" altLang="zh-CN" b="1" smtClean="0">
                <a:latin typeface="Times New Roman" pitchFamily="18" charset="0"/>
                <a:ea typeface="华文新魏" pitchFamily="2" charset="-122"/>
              </a:rPr>
              <a:t>)</a:t>
            </a:r>
          </a:p>
          <a:p>
            <a:pPr algn="just" eaLnBrk="1" hangingPunct="1"/>
            <a:r>
              <a:rPr lang="zh-CN" altLang="en-US" sz="2800" b="1" smtClean="0">
                <a:latin typeface="Times New Roman" pitchFamily="18" charset="0"/>
                <a:ea typeface="华文新魏" pitchFamily="2" charset="-122"/>
              </a:rPr>
              <a:t>用树的形式表示句型的结构</a:t>
            </a:r>
            <a:endParaRPr lang="en-US" altLang="zh-CN" sz="2800" b="1" smtClean="0">
              <a:latin typeface="Times New Roman" pitchFamily="18" charset="0"/>
              <a:ea typeface="华文新魏" pitchFamily="2" charset="-122"/>
            </a:endParaRPr>
          </a:p>
          <a:p>
            <a:pPr lvl="1" eaLnBrk="1" hangingPunct="1"/>
            <a:r>
              <a:rPr lang="zh-CN" altLang="en-US" b="1" smtClean="0">
                <a:latin typeface="Times New Roman" pitchFamily="18" charset="0"/>
                <a:ea typeface="华文新魏" pitchFamily="2" charset="-122"/>
              </a:rPr>
              <a:t>用</a:t>
            </a:r>
            <a:r>
              <a:rPr lang="en-US" altLang="zh-CN" b="1" smtClean="0">
                <a:latin typeface="Times New Roman" pitchFamily="18" charset="0"/>
                <a:ea typeface="华文新魏" pitchFamily="2" charset="-122"/>
              </a:rPr>
              <a:t>V</a:t>
            </a:r>
            <a:r>
              <a:rPr lang="el-GR" altLang="zh-CN"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T</a:t>
            </a:r>
            <a:r>
              <a:rPr lang="el-GR" altLang="zh-CN"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a:t>
            </a:r>
            <a:r>
              <a:rPr lang="el-GR" altLang="zh-CN" b="1" smtClean="0">
                <a:latin typeface="Times New Roman" pitchFamily="18" charset="0"/>
                <a:ea typeface="华文新魏" pitchFamily="2" charset="-122"/>
              </a:rPr>
              <a:t>ε</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中的符号标记结点</a:t>
            </a:r>
            <a:endParaRPr lang="el-GR" altLang="zh-CN" b="1" smtClean="0">
              <a:solidFill>
                <a:srgbClr val="3333FF"/>
              </a:solidFill>
              <a:latin typeface="Times New Roman" pitchFamily="18" charset="0"/>
              <a:ea typeface="华文新魏" pitchFamily="2" charset="-122"/>
            </a:endParaRPr>
          </a:p>
        </p:txBody>
      </p:sp>
      <p:grpSp>
        <p:nvGrpSpPr>
          <p:cNvPr id="69638" name="Group 39"/>
          <p:cNvGrpSpPr>
            <a:grpSpLocks/>
          </p:cNvGrpSpPr>
          <p:nvPr/>
        </p:nvGrpSpPr>
        <p:grpSpPr bwMode="auto">
          <a:xfrm>
            <a:off x="5940425" y="3500438"/>
            <a:ext cx="2952750" cy="2679700"/>
            <a:chOff x="3742" y="2205"/>
            <a:chExt cx="1860" cy="1688"/>
          </a:xfrm>
        </p:grpSpPr>
        <p:grpSp>
          <p:nvGrpSpPr>
            <p:cNvPr id="69641" name="Group 38"/>
            <p:cNvGrpSpPr>
              <a:grpSpLocks/>
            </p:cNvGrpSpPr>
            <p:nvPr/>
          </p:nvGrpSpPr>
          <p:grpSpPr bwMode="auto">
            <a:xfrm>
              <a:off x="3761" y="2205"/>
              <a:ext cx="1841" cy="858"/>
              <a:chOff x="3761" y="2205"/>
              <a:chExt cx="1841" cy="858"/>
            </a:xfrm>
          </p:grpSpPr>
          <p:sp>
            <p:nvSpPr>
              <p:cNvPr id="69649" name="Text Box 6"/>
              <p:cNvSpPr txBox="1">
                <a:spLocks noChangeArrowheads="1"/>
              </p:cNvSpPr>
              <p:nvPr/>
            </p:nvSpPr>
            <p:spPr bwMode="auto">
              <a:xfrm>
                <a:off x="4486" y="2205"/>
                <a:ext cx="3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S</a:t>
                </a:r>
              </a:p>
            </p:txBody>
          </p:sp>
          <p:sp>
            <p:nvSpPr>
              <p:cNvPr id="69650" name="Text Box 7"/>
              <p:cNvSpPr txBox="1">
                <a:spLocks noChangeArrowheads="1"/>
              </p:cNvSpPr>
              <p:nvPr/>
            </p:nvSpPr>
            <p:spPr bwMode="auto">
              <a:xfrm>
                <a:off x="4105" y="2205"/>
                <a:ext cx="30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en-US" altLang="zh-CN" sz="2800" b="1">
                  <a:latin typeface="Times New Roman" pitchFamily="18" charset="0"/>
                </a:endParaRPr>
              </a:p>
            </p:txBody>
          </p:sp>
          <p:sp>
            <p:nvSpPr>
              <p:cNvPr id="69651" name="Line 8"/>
              <p:cNvSpPr>
                <a:spLocks noChangeShapeType="1"/>
              </p:cNvSpPr>
              <p:nvPr/>
            </p:nvSpPr>
            <p:spPr bwMode="auto">
              <a:xfrm flipH="1">
                <a:off x="3990" y="2431"/>
                <a:ext cx="535" cy="3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2" name="Text Box 9"/>
              <p:cNvSpPr txBox="1">
                <a:spLocks noChangeArrowheads="1"/>
              </p:cNvSpPr>
              <p:nvPr/>
            </p:nvSpPr>
            <p:spPr bwMode="auto">
              <a:xfrm>
                <a:off x="4410" y="2701"/>
                <a:ext cx="30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a:t>
                </a:r>
              </a:p>
            </p:txBody>
          </p:sp>
          <p:sp>
            <p:nvSpPr>
              <p:cNvPr id="69653" name="Text Box 10"/>
              <p:cNvSpPr txBox="1">
                <a:spLocks noChangeArrowheads="1"/>
              </p:cNvSpPr>
              <p:nvPr/>
            </p:nvSpPr>
            <p:spPr bwMode="auto">
              <a:xfrm>
                <a:off x="3761" y="2701"/>
                <a:ext cx="43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A</a:t>
                </a:r>
                <a:r>
                  <a:rPr lang="en-US" altLang="zh-CN" sz="2800" b="1" baseline="-25000">
                    <a:latin typeface="Times New Roman" pitchFamily="18" charset="0"/>
                  </a:rPr>
                  <a:t>1</a:t>
                </a:r>
                <a:endParaRPr lang="en-US" altLang="zh-CN" sz="2800" b="1">
                  <a:latin typeface="Times New Roman" pitchFamily="18" charset="0"/>
                </a:endParaRPr>
              </a:p>
            </p:txBody>
          </p:sp>
          <p:sp>
            <p:nvSpPr>
              <p:cNvPr id="69654" name="Text Box 11"/>
              <p:cNvSpPr txBox="1">
                <a:spLocks noChangeArrowheads="1"/>
              </p:cNvSpPr>
              <p:nvPr/>
            </p:nvSpPr>
            <p:spPr bwMode="auto">
              <a:xfrm>
                <a:off x="5135" y="2737"/>
                <a:ext cx="4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A</a:t>
                </a:r>
                <a:r>
                  <a:rPr lang="en-US" altLang="zh-CN" sz="2800" b="1" baseline="-25000">
                    <a:latin typeface="Times New Roman" pitchFamily="18" charset="0"/>
                  </a:rPr>
                  <a:t>n</a:t>
                </a:r>
                <a:endParaRPr lang="en-US" altLang="zh-CN" sz="2800" b="1">
                  <a:latin typeface="Times New Roman" pitchFamily="18" charset="0"/>
                </a:endParaRPr>
              </a:p>
            </p:txBody>
          </p:sp>
          <p:sp>
            <p:nvSpPr>
              <p:cNvPr id="69655" name="Line 12"/>
              <p:cNvSpPr>
                <a:spLocks noChangeShapeType="1"/>
              </p:cNvSpPr>
              <p:nvPr/>
            </p:nvSpPr>
            <p:spPr bwMode="auto">
              <a:xfrm>
                <a:off x="4640" y="2431"/>
                <a:ext cx="573" cy="3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9642" name="Line 13"/>
            <p:cNvSpPr>
              <a:spLocks noChangeShapeType="1"/>
            </p:cNvSpPr>
            <p:nvPr/>
          </p:nvSpPr>
          <p:spPr bwMode="auto">
            <a:xfrm flipH="1">
              <a:off x="3742" y="2972"/>
              <a:ext cx="134" cy="59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3" name="Line 14"/>
            <p:cNvSpPr>
              <a:spLocks noChangeShapeType="1"/>
            </p:cNvSpPr>
            <p:nvPr/>
          </p:nvSpPr>
          <p:spPr bwMode="auto">
            <a:xfrm>
              <a:off x="3876" y="2972"/>
              <a:ext cx="501" cy="50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4" name="Text Box 15"/>
            <p:cNvSpPr txBox="1">
              <a:spLocks noChangeArrowheads="1"/>
            </p:cNvSpPr>
            <p:nvPr/>
          </p:nvSpPr>
          <p:spPr bwMode="auto">
            <a:xfrm>
              <a:off x="3787" y="3566"/>
              <a:ext cx="30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a:t>
              </a:r>
            </a:p>
          </p:txBody>
        </p:sp>
        <p:grpSp>
          <p:nvGrpSpPr>
            <p:cNvPr id="69645" name="Group 16"/>
            <p:cNvGrpSpPr>
              <a:grpSpLocks/>
            </p:cNvGrpSpPr>
            <p:nvPr/>
          </p:nvGrpSpPr>
          <p:grpSpPr bwMode="auto">
            <a:xfrm>
              <a:off x="4946" y="3017"/>
              <a:ext cx="611" cy="732"/>
              <a:chOff x="4649" y="2024"/>
              <a:chExt cx="726" cy="737"/>
            </a:xfrm>
          </p:grpSpPr>
          <p:sp>
            <p:nvSpPr>
              <p:cNvPr id="69646" name="Text Box 17"/>
              <p:cNvSpPr txBox="1">
                <a:spLocks noChangeArrowheads="1"/>
              </p:cNvSpPr>
              <p:nvPr/>
            </p:nvSpPr>
            <p:spPr bwMode="auto">
              <a:xfrm>
                <a:off x="4694" y="2432"/>
                <a:ext cx="363"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a:t>
                </a:r>
              </a:p>
            </p:txBody>
          </p:sp>
          <p:sp>
            <p:nvSpPr>
              <p:cNvPr id="69647" name="Line 18"/>
              <p:cNvSpPr>
                <a:spLocks noChangeShapeType="1"/>
              </p:cNvSpPr>
              <p:nvPr/>
            </p:nvSpPr>
            <p:spPr bwMode="auto">
              <a:xfrm flipH="1">
                <a:off x="4649" y="2024"/>
                <a:ext cx="318" cy="4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8" name="Line 19"/>
              <p:cNvSpPr>
                <a:spLocks noChangeShapeType="1"/>
              </p:cNvSpPr>
              <p:nvPr/>
            </p:nvSpPr>
            <p:spPr bwMode="auto">
              <a:xfrm>
                <a:off x="5057" y="2024"/>
                <a:ext cx="318" cy="4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322597" name="Rectangle 37"/>
          <p:cNvSpPr>
            <a:spLocks noRot="1" noChangeArrowheads="1"/>
          </p:cNvSpPr>
          <p:nvPr/>
        </p:nvSpPr>
        <p:spPr bwMode="auto">
          <a:xfrm>
            <a:off x="250825" y="3213100"/>
            <a:ext cx="5616575"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742950" lvl="1" indent="-285750" eaLnBrk="1" hangingPunct="1">
              <a:spcBef>
                <a:spcPct val="20000"/>
              </a:spcBef>
              <a:buClr>
                <a:schemeClr val="accent2"/>
              </a:buClr>
              <a:buSzPct val="85000"/>
              <a:buFont typeface="Wingdings" pitchFamily="2" charset="2"/>
              <a:buChar char=""/>
            </a:pPr>
            <a:r>
              <a:rPr lang="zh-CN" altLang="en-US" sz="2800" b="1">
                <a:ea typeface="华文新魏" pitchFamily="2" charset="-122"/>
              </a:rPr>
              <a:t>树根：开始符号；中间结点：非终结符</a:t>
            </a:r>
          </a:p>
          <a:p>
            <a:pPr marL="742950" lvl="1" indent="-285750" eaLnBrk="1" hangingPunct="1">
              <a:spcBef>
                <a:spcPct val="20000"/>
              </a:spcBef>
              <a:buClr>
                <a:schemeClr val="accent2"/>
              </a:buClr>
              <a:buSzPct val="85000"/>
              <a:buFont typeface="Wingdings" pitchFamily="2" charset="2"/>
              <a:buChar char=""/>
            </a:pPr>
            <a:r>
              <a:rPr lang="zh-CN" altLang="en-US" sz="2800" b="1">
                <a:ea typeface="华文新魏" pitchFamily="2" charset="-122"/>
              </a:rPr>
              <a:t>如果一个中间结点</a:t>
            </a:r>
            <a:r>
              <a:rPr lang="en-US" altLang="zh-CN" sz="2800" b="1">
                <a:ea typeface="华文新魏" pitchFamily="2" charset="-122"/>
              </a:rPr>
              <a:t>v</a:t>
            </a:r>
            <a:r>
              <a:rPr lang="zh-CN" altLang="en-US" sz="2800" b="1">
                <a:ea typeface="华文新魏" pitchFamily="2" charset="-122"/>
              </a:rPr>
              <a:t>标记为</a:t>
            </a:r>
            <a:r>
              <a:rPr lang="en-US" altLang="zh-CN" sz="2800" b="1">
                <a:ea typeface="华文新魏" pitchFamily="2" charset="-122"/>
              </a:rPr>
              <a:t>A</a:t>
            </a:r>
            <a:r>
              <a:rPr lang="zh-CN" altLang="en-US" sz="2800" b="1">
                <a:ea typeface="华文新魏" pitchFamily="2" charset="-122"/>
              </a:rPr>
              <a:t>，</a:t>
            </a:r>
            <a:r>
              <a:rPr lang="en-US" altLang="zh-CN" sz="2800" b="1">
                <a:ea typeface="华文新魏" pitchFamily="2" charset="-122"/>
              </a:rPr>
              <a:t>v</a:t>
            </a:r>
            <a:r>
              <a:rPr lang="zh-CN" altLang="en-US" sz="2800" b="1">
                <a:ea typeface="华文新魏" pitchFamily="2" charset="-122"/>
              </a:rPr>
              <a:t>的儿子从左到右依次为</a:t>
            </a:r>
            <a:r>
              <a:rPr lang="en-US" altLang="zh-CN" sz="2800" b="1">
                <a:ea typeface="华文新魏" pitchFamily="2" charset="-122"/>
              </a:rPr>
              <a:t>v</a:t>
            </a:r>
            <a:r>
              <a:rPr lang="en-US" altLang="zh-CN" sz="2800" b="1" baseline="-25000">
                <a:ea typeface="华文新魏" pitchFamily="2" charset="-122"/>
              </a:rPr>
              <a:t>1</a:t>
            </a:r>
            <a:r>
              <a:rPr lang="zh-CN" altLang="en-US" sz="2800" b="1">
                <a:ea typeface="华文新魏" pitchFamily="2" charset="-122"/>
              </a:rPr>
              <a:t>，</a:t>
            </a:r>
            <a:r>
              <a:rPr lang="en-US" altLang="zh-CN" sz="2800" b="1">
                <a:ea typeface="华文新魏" pitchFamily="2" charset="-122"/>
              </a:rPr>
              <a:t>v</a:t>
            </a:r>
            <a:r>
              <a:rPr lang="en-US" altLang="zh-CN" sz="2800" b="1" baseline="-25000">
                <a:ea typeface="华文新魏" pitchFamily="2" charset="-122"/>
              </a:rPr>
              <a:t>2</a:t>
            </a:r>
            <a:r>
              <a:rPr lang="zh-CN" altLang="en-US" sz="2800" b="1">
                <a:ea typeface="华文新魏" pitchFamily="2" charset="-122"/>
              </a:rPr>
              <a:t>，</a:t>
            </a:r>
            <a:r>
              <a:rPr lang="en-US" altLang="zh-CN" sz="2800" b="1">
                <a:ea typeface="华文新魏" pitchFamily="2" charset="-122"/>
              </a:rPr>
              <a:t>……</a:t>
            </a:r>
            <a:r>
              <a:rPr lang="zh-CN" altLang="en-US" sz="2800" b="1">
                <a:ea typeface="华文新魏" pitchFamily="2" charset="-122"/>
              </a:rPr>
              <a:t>，</a:t>
            </a:r>
            <a:r>
              <a:rPr lang="en-US" altLang="zh-CN" sz="2800" b="1">
                <a:ea typeface="华文新魏" pitchFamily="2" charset="-122"/>
              </a:rPr>
              <a:t>v</a:t>
            </a:r>
            <a:r>
              <a:rPr lang="en-US" altLang="zh-CN" sz="2800" b="1" baseline="-25000">
                <a:ea typeface="华文新魏" pitchFamily="2" charset="-122"/>
              </a:rPr>
              <a:t>n</a:t>
            </a:r>
            <a:r>
              <a:rPr lang="zh-CN" altLang="en-US" sz="2800" b="1">
                <a:ea typeface="华文新魏" pitchFamily="2" charset="-122"/>
              </a:rPr>
              <a:t>，并且它们分别标记为</a:t>
            </a:r>
            <a:r>
              <a:rPr lang="en-US" altLang="zh-CN" sz="2800" b="1">
                <a:ea typeface="华文新魏" pitchFamily="2" charset="-122"/>
              </a:rPr>
              <a:t>X</a:t>
            </a:r>
            <a:r>
              <a:rPr lang="en-US" altLang="zh-CN" sz="2800" b="1" baseline="-25000">
                <a:ea typeface="华文新魏" pitchFamily="2" charset="-122"/>
              </a:rPr>
              <a:t>1</a:t>
            </a:r>
            <a:r>
              <a:rPr lang="zh-CN" altLang="en-US" sz="2800" b="1">
                <a:ea typeface="华文新魏" pitchFamily="2" charset="-122"/>
              </a:rPr>
              <a:t>，</a:t>
            </a:r>
            <a:r>
              <a:rPr lang="en-US" altLang="zh-CN" sz="2800" b="1">
                <a:ea typeface="华文新魏" pitchFamily="2" charset="-122"/>
              </a:rPr>
              <a:t>X</a:t>
            </a:r>
            <a:r>
              <a:rPr lang="en-US" altLang="zh-CN" sz="2800" b="1" baseline="-25000">
                <a:ea typeface="华文新魏" pitchFamily="2" charset="-122"/>
              </a:rPr>
              <a:t>2</a:t>
            </a:r>
            <a:r>
              <a:rPr lang="zh-CN" altLang="en-US" sz="2800" b="1">
                <a:ea typeface="华文新魏" pitchFamily="2" charset="-122"/>
              </a:rPr>
              <a:t>，</a:t>
            </a:r>
            <a:r>
              <a:rPr lang="en-US" altLang="zh-CN" sz="2800" b="1">
                <a:ea typeface="华文新魏" pitchFamily="2" charset="-122"/>
              </a:rPr>
              <a:t>……</a:t>
            </a:r>
            <a:r>
              <a:rPr lang="zh-CN" altLang="en-US" sz="2800" b="1">
                <a:ea typeface="华文新魏" pitchFamily="2" charset="-122"/>
              </a:rPr>
              <a:t>，</a:t>
            </a:r>
            <a:r>
              <a:rPr lang="en-US" altLang="zh-CN" sz="2800" b="1">
                <a:ea typeface="华文新魏" pitchFamily="2" charset="-122"/>
              </a:rPr>
              <a:t>X</a:t>
            </a:r>
            <a:r>
              <a:rPr lang="en-US" altLang="zh-CN" sz="2800" b="1" baseline="-25000">
                <a:ea typeface="华文新魏" pitchFamily="2" charset="-122"/>
              </a:rPr>
              <a:t>n</a:t>
            </a:r>
            <a:r>
              <a:rPr lang="zh-CN" altLang="en-US" sz="2800" b="1">
                <a:ea typeface="华文新魏" pitchFamily="2" charset="-122"/>
              </a:rPr>
              <a:t>，则</a:t>
            </a:r>
            <a:r>
              <a:rPr lang="en-US" altLang="zh-CN" sz="2800" b="1">
                <a:ea typeface="华文新魏" pitchFamily="2" charset="-122"/>
              </a:rPr>
              <a:t>A</a:t>
            </a:r>
            <a:r>
              <a:rPr lang="en-US" altLang="zh-CN" sz="2800" b="1">
                <a:ea typeface="华文新魏" pitchFamily="2" charset="-122"/>
                <a:sym typeface="Symbol" pitchFamily="18" charset="2"/>
              </a:rPr>
              <a:t></a:t>
            </a:r>
            <a:r>
              <a:rPr lang="en-US" altLang="zh-CN" sz="2800" b="1">
                <a:ea typeface="华文新魏" pitchFamily="2" charset="-122"/>
              </a:rPr>
              <a:t>X</a:t>
            </a:r>
            <a:r>
              <a:rPr lang="en-US" altLang="zh-CN" sz="2800" b="1" baseline="-25000">
                <a:ea typeface="华文新魏" pitchFamily="2" charset="-122"/>
              </a:rPr>
              <a:t>1</a:t>
            </a:r>
            <a:r>
              <a:rPr lang="en-US" altLang="zh-CN" sz="2800" b="1">
                <a:ea typeface="华文新魏" pitchFamily="2" charset="-122"/>
              </a:rPr>
              <a:t>X</a:t>
            </a:r>
            <a:r>
              <a:rPr lang="en-US" altLang="zh-CN" sz="2800" b="1" baseline="-25000">
                <a:ea typeface="华文新魏" pitchFamily="2" charset="-122"/>
              </a:rPr>
              <a:t>2</a:t>
            </a:r>
            <a:r>
              <a:rPr lang="en-US" altLang="zh-CN" sz="2800" b="1">
                <a:ea typeface="华文新魏" pitchFamily="2" charset="-122"/>
              </a:rPr>
              <a:t>……X</a:t>
            </a:r>
            <a:r>
              <a:rPr lang="en-US" altLang="zh-CN" sz="2800" b="1" baseline="-25000">
                <a:ea typeface="华文新魏" pitchFamily="2" charset="-122"/>
              </a:rPr>
              <a:t>n</a:t>
            </a:r>
            <a:r>
              <a:rPr lang="en-US" altLang="zh-CN" sz="2800" b="1">
                <a:ea typeface="华文新魏" pitchFamily="2" charset="-122"/>
              </a:rPr>
              <a:t>∈P</a:t>
            </a:r>
            <a:endParaRPr lang="zh-CN" altLang="en-US" sz="2800" b="1">
              <a:ea typeface="华文新魏" pitchFamily="2" charset="-122"/>
            </a:endParaRPr>
          </a:p>
        </p:txBody>
      </p:sp>
      <p:sp>
        <p:nvSpPr>
          <p:cNvPr id="322600" name="Rectangle 40"/>
          <p:cNvSpPr>
            <a:spLocks noChangeArrowheads="1"/>
          </p:cNvSpPr>
          <p:nvPr/>
        </p:nvSpPr>
        <p:spPr bwMode="auto">
          <a:xfrm>
            <a:off x="6084888" y="2549525"/>
            <a:ext cx="28622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3333FF"/>
                </a:solidFill>
                <a:latin typeface="华文新魏" pitchFamily="2" charset="-122"/>
                <a:ea typeface="华文新魏" pitchFamily="2" charset="-122"/>
              </a:rPr>
              <a:t>, </a:t>
            </a:r>
            <a:r>
              <a:rPr lang="zh-CN" altLang="en-US" sz="2800" b="1">
                <a:solidFill>
                  <a:srgbClr val="3333FF"/>
                </a:solidFill>
                <a:latin typeface="华文新魏" pitchFamily="2" charset="-122"/>
                <a:ea typeface="华文新魏" pitchFamily="2" charset="-122"/>
              </a:rPr>
              <a:t>标记</a:t>
            </a:r>
            <a:r>
              <a:rPr lang="el-GR" altLang="zh-CN" sz="2800" b="1">
                <a:solidFill>
                  <a:srgbClr val="3333FF"/>
                </a:solidFill>
                <a:latin typeface="华文新魏" pitchFamily="2" charset="-122"/>
                <a:ea typeface="华文新魏" pitchFamily="2" charset="-122"/>
              </a:rPr>
              <a:t>ε</a:t>
            </a:r>
            <a:r>
              <a:rPr lang="zh-CN" altLang="en-US" sz="2800" b="1">
                <a:solidFill>
                  <a:srgbClr val="3333FF"/>
                </a:solidFill>
                <a:latin typeface="华文新魏" pitchFamily="2" charset="-122"/>
                <a:ea typeface="华文新魏" pitchFamily="2" charset="-122"/>
              </a:rPr>
              <a:t>时为独子</a:t>
            </a: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7938" name="日期占位符 3"/>
          <p:cNvSpPr txBox="1">
            <a:spLocks noGrp="1"/>
          </p:cNvSpPr>
          <p:nvPr/>
        </p:nvSpPr>
        <p:spPr bwMode="auto">
          <a:xfrm>
            <a:off x="301625" y="6245225"/>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AB2F020-8F2C-4A43-BE62-663D7F8A0B47}" type="datetime1">
              <a:rPr lang="zh-CN" altLang="en-US" sz="1400"/>
              <a:pPr eaLnBrk="1" hangingPunct="1"/>
              <a:t>2017/2/24</a:t>
            </a:fld>
            <a:endParaRPr lang="en-US" altLang="zh-CN" sz="1400"/>
          </a:p>
        </p:txBody>
      </p:sp>
      <p:sp>
        <p:nvSpPr>
          <p:cNvPr id="167939" name="灯片编号占位符 5"/>
          <p:cNvSpPr txBox="1">
            <a:spLocks noGrp="1"/>
          </p:cNvSpPr>
          <p:nvPr/>
        </p:nvSpPr>
        <p:spPr bwMode="auto">
          <a:xfrm>
            <a:off x="6553200" y="6245225"/>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fld id="{ADE37692-F880-4122-96A5-E217C4076A86}" type="slidenum">
              <a:rPr lang="zh-CN" altLang="en-US" sz="1400"/>
              <a:pPr algn="r" eaLnBrk="1" hangingPunct="1"/>
              <a:t>61</a:t>
            </a:fld>
            <a:endParaRPr lang="en-US" altLang="zh-CN" sz="1400"/>
          </a:p>
        </p:txBody>
      </p:sp>
      <p:sp>
        <p:nvSpPr>
          <p:cNvPr id="167940" name="Rectangle 2"/>
          <p:cNvSpPr>
            <a:spLocks noGrp="1" noRot="1" noChangeArrowheads="1"/>
          </p:cNvSpPr>
          <p:nvPr>
            <p:ph type="title" idx="4294967295"/>
          </p:nvPr>
        </p:nvSpPr>
        <p:spPr>
          <a:xfrm>
            <a:off x="658813" y="549275"/>
            <a:ext cx="6505575" cy="927100"/>
          </a:xfrm>
          <a:noFill/>
        </p:spPr>
        <p:txBody>
          <a:bodyPr lIns="92075" tIns="46038" rIns="92075" bIns="46038"/>
          <a:lstStyle/>
          <a:p>
            <a:pPr eaLnBrk="1" hangingPunct="1"/>
            <a:r>
              <a:rPr lang="zh-CN" altLang="en-US" b="1" smtClean="0">
                <a:solidFill>
                  <a:srgbClr val="000099"/>
                </a:solidFill>
                <a:latin typeface="Times New Roman" pitchFamily="18" charset="0"/>
                <a:ea typeface="华文新魏" pitchFamily="2" charset="-122"/>
              </a:rPr>
              <a:t>2.5 </a:t>
            </a:r>
            <a:r>
              <a:rPr lang="en-US" altLang="zh-CN" b="1" smtClean="0">
                <a:solidFill>
                  <a:srgbClr val="000099"/>
                </a:solidFill>
                <a:latin typeface="Times New Roman" pitchFamily="18" charset="0"/>
                <a:ea typeface="华文新魏" pitchFamily="2" charset="-122"/>
              </a:rPr>
              <a:t>CFG</a:t>
            </a:r>
            <a:r>
              <a:rPr lang="zh-CN" altLang="en-US" b="1" smtClean="0">
                <a:solidFill>
                  <a:srgbClr val="000099"/>
                </a:solidFill>
                <a:latin typeface="Times New Roman" pitchFamily="18" charset="0"/>
                <a:ea typeface="华文新魏" pitchFamily="2" charset="-122"/>
              </a:rPr>
              <a:t>的语法树</a:t>
            </a:r>
          </a:p>
        </p:txBody>
      </p:sp>
      <p:sp>
        <p:nvSpPr>
          <p:cNvPr id="322563" name="Rectangle 3"/>
          <p:cNvSpPr>
            <a:spLocks noGrp="1" noRot="1" noChangeArrowheads="1"/>
          </p:cNvSpPr>
          <p:nvPr>
            <p:ph type="body" idx="4294967295"/>
          </p:nvPr>
        </p:nvSpPr>
        <p:spPr>
          <a:xfrm>
            <a:off x="755650" y="1412875"/>
            <a:ext cx="7561263" cy="1944688"/>
          </a:xfrm>
          <a:noFill/>
        </p:spPr>
        <p:txBody>
          <a:bodyPr lIns="92075" tIns="46038" rIns="92075" bIns="46038"/>
          <a:lstStyle/>
          <a:p>
            <a:pPr algn="just" eaLnBrk="1" hangingPunct="1"/>
            <a:r>
              <a:rPr lang="zh-CN" altLang="en-US" b="1" smtClean="0">
                <a:latin typeface="Times New Roman" pitchFamily="18" charset="0"/>
                <a:ea typeface="华文新魏" pitchFamily="2" charset="-122"/>
              </a:rPr>
              <a:t>例，构建下列文法的语法树</a:t>
            </a:r>
          </a:p>
          <a:p>
            <a:pPr algn="just" eaLnBrk="1" hangingPunct="1">
              <a:lnSpc>
                <a:spcPct val="120000"/>
              </a:lnSpc>
              <a:spcBef>
                <a:spcPct val="10000"/>
              </a:spcBef>
              <a:buFont typeface="Wingdings" pitchFamily="2" charset="2"/>
              <a:buNone/>
            </a:pPr>
            <a:r>
              <a:rPr lang="en-US" altLang="zh-CN" sz="3000" b="1" smtClean="0">
                <a:latin typeface="Times New Roman" pitchFamily="18" charset="0"/>
                <a:ea typeface="华文新魏" pitchFamily="2" charset="-122"/>
              </a:rPr>
              <a:t>S</a:t>
            </a:r>
            <a:r>
              <a:rPr lang="en-US" altLang="zh-CN" sz="3000" b="1" smtClean="0">
                <a:latin typeface="Times New Roman" pitchFamily="18" charset="0"/>
                <a:ea typeface="华文新魏" pitchFamily="2" charset="-122"/>
                <a:sym typeface="Symbol" pitchFamily="18" charset="2"/>
              </a:rPr>
              <a:t></a:t>
            </a:r>
            <a:r>
              <a:rPr lang="en-US" altLang="zh-CN" sz="3000" b="1" smtClean="0">
                <a:latin typeface="Times New Roman" pitchFamily="18" charset="0"/>
                <a:ea typeface="华文新魏" pitchFamily="2" charset="-122"/>
              </a:rPr>
              <a:t>aSc|aBc</a:t>
            </a:r>
          </a:p>
          <a:p>
            <a:pPr algn="just" eaLnBrk="1" hangingPunct="1">
              <a:lnSpc>
                <a:spcPct val="120000"/>
              </a:lnSpc>
              <a:spcBef>
                <a:spcPct val="10000"/>
              </a:spcBef>
              <a:buFont typeface="Wingdings" pitchFamily="2" charset="2"/>
              <a:buNone/>
            </a:pPr>
            <a:r>
              <a:rPr lang="en-US" altLang="zh-CN" sz="3000" b="1" smtClean="0">
                <a:latin typeface="Times New Roman" pitchFamily="18" charset="0"/>
                <a:ea typeface="华文新魏" pitchFamily="2" charset="-122"/>
              </a:rPr>
              <a:t>B</a:t>
            </a:r>
            <a:r>
              <a:rPr lang="en-US" altLang="zh-CN" sz="3000" b="1" smtClean="0">
                <a:latin typeface="Times New Roman" pitchFamily="18" charset="0"/>
                <a:ea typeface="华文新魏" pitchFamily="2" charset="-122"/>
                <a:sym typeface="Symbol" pitchFamily="18" charset="2"/>
              </a:rPr>
              <a:t></a:t>
            </a:r>
            <a:r>
              <a:rPr lang="en-US" altLang="zh-CN" sz="3000" b="1" smtClean="0">
                <a:latin typeface="Times New Roman" pitchFamily="18" charset="0"/>
                <a:ea typeface="华文新魏" pitchFamily="2" charset="-122"/>
              </a:rPr>
              <a:t>bB| </a:t>
            </a:r>
            <a:r>
              <a:rPr lang="el-GR" altLang="zh-CN" b="1" smtClean="0">
                <a:latin typeface="Times New Roman" pitchFamily="18" charset="0"/>
                <a:ea typeface="华文新魏" pitchFamily="2" charset="-122"/>
              </a:rPr>
              <a:t>ε</a:t>
            </a:r>
            <a:endParaRPr lang="en-US" altLang="zh-CN" sz="3000" b="1" smtClean="0">
              <a:latin typeface="Times New Roman" pitchFamily="18" charset="0"/>
              <a:ea typeface="华文新魏" pitchFamily="2" charset="-122"/>
            </a:endParaRPr>
          </a:p>
        </p:txBody>
      </p:sp>
      <p:sp>
        <p:nvSpPr>
          <p:cNvPr id="167961" name="Rectangle 25"/>
          <p:cNvSpPr>
            <a:spLocks noChangeArrowheads="1"/>
          </p:cNvSpPr>
          <p:nvPr/>
        </p:nvSpPr>
        <p:spPr bwMode="auto">
          <a:xfrm>
            <a:off x="5508625" y="2276475"/>
            <a:ext cx="3006725" cy="403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5000"/>
              </a:lnSpc>
            </a:pPr>
            <a:r>
              <a:rPr lang="en-US" altLang="zh-CN" sz="3200" b="1"/>
              <a:t>S</a:t>
            </a:r>
            <a:r>
              <a:rPr lang="en-US" altLang="zh-CN" sz="3200" b="1">
                <a:sym typeface="Symbol" pitchFamily="18" charset="2"/>
              </a:rPr>
              <a:t></a:t>
            </a:r>
            <a:r>
              <a:rPr lang="en-US" altLang="zh-CN" sz="3200" b="1"/>
              <a:t>aBC|aSBC</a:t>
            </a:r>
          </a:p>
          <a:p>
            <a:pPr>
              <a:lnSpc>
                <a:spcPct val="135000"/>
              </a:lnSpc>
            </a:pPr>
            <a:r>
              <a:rPr lang="en-US" altLang="zh-CN" sz="3200" b="1"/>
              <a:t>CB</a:t>
            </a:r>
            <a:r>
              <a:rPr lang="en-US" altLang="zh-CN" sz="3200" b="1">
                <a:sym typeface="Symbol" pitchFamily="18" charset="2"/>
              </a:rPr>
              <a:t></a:t>
            </a:r>
            <a:r>
              <a:rPr lang="en-US" altLang="zh-CN" sz="3200" b="1"/>
              <a:t>BC</a:t>
            </a:r>
          </a:p>
          <a:p>
            <a:pPr>
              <a:lnSpc>
                <a:spcPct val="135000"/>
              </a:lnSpc>
            </a:pPr>
            <a:r>
              <a:rPr lang="en-US" altLang="zh-CN" sz="3200" b="1"/>
              <a:t>aB</a:t>
            </a:r>
            <a:r>
              <a:rPr lang="en-US" altLang="zh-CN" sz="3200" b="1">
                <a:sym typeface="Symbol" pitchFamily="18" charset="2"/>
              </a:rPr>
              <a:t></a:t>
            </a:r>
            <a:r>
              <a:rPr lang="en-US" altLang="zh-CN" sz="3200" b="1"/>
              <a:t>ab</a:t>
            </a:r>
          </a:p>
          <a:p>
            <a:pPr>
              <a:lnSpc>
                <a:spcPct val="135000"/>
              </a:lnSpc>
            </a:pPr>
            <a:r>
              <a:rPr lang="en-US" altLang="zh-CN" sz="3200" b="1"/>
              <a:t>bB</a:t>
            </a:r>
            <a:r>
              <a:rPr lang="en-US" altLang="zh-CN" sz="3200" b="1">
                <a:sym typeface="Symbol" pitchFamily="18" charset="2"/>
              </a:rPr>
              <a:t></a:t>
            </a:r>
            <a:r>
              <a:rPr lang="en-US" altLang="zh-CN" sz="3200" b="1"/>
              <a:t>bb</a:t>
            </a:r>
          </a:p>
          <a:p>
            <a:pPr>
              <a:lnSpc>
                <a:spcPct val="135000"/>
              </a:lnSpc>
            </a:pPr>
            <a:r>
              <a:rPr lang="en-US" altLang="zh-CN" sz="3200" b="1"/>
              <a:t>bC</a:t>
            </a:r>
            <a:r>
              <a:rPr lang="en-US" altLang="zh-CN" sz="3200" b="1">
                <a:sym typeface="Symbol" pitchFamily="18" charset="2"/>
              </a:rPr>
              <a:t></a:t>
            </a:r>
            <a:r>
              <a:rPr lang="en-US" altLang="zh-CN" sz="3200" b="1"/>
              <a:t>bc</a:t>
            </a:r>
          </a:p>
          <a:p>
            <a:pPr>
              <a:lnSpc>
                <a:spcPct val="135000"/>
              </a:lnSpc>
            </a:pPr>
            <a:r>
              <a:rPr lang="en-US" altLang="zh-CN" sz="3200" b="1"/>
              <a:t>cC</a:t>
            </a:r>
            <a:r>
              <a:rPr lang="en-US" altLang="zh-CN" sz="3200" b="1">
                <a:sym typeface="Symbol" pitchFamily="18" charset="2"/>
              </a:rPr>
              <a:t></a:t>
            </a:r>
            <a:r>
              <a:rPr lang="en-US" altLang="zh-CN" sz="3200" b="1"/>
              <a:t> cc</a:t>
            </a:r>
          </a:p>
        </p:txBody>
      </p:sp>
      <p:sp>
        <p:nvSpPr>
          <p:cNvPr id="2" name="Rectangle 3"/>
          <p:cNvSpPr>
            <a:spLocks noRot="1" noChangeArrowheads="1"/>
          </p:cNvSpPr>
          <p:nvPr/>
        </p:nvSpPr>
        <p:spPr bwMode="auto">
          <a:xfrm>
            <a:off x="755650" y="3573463"/>
            <a:ext cx="3960813"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algn="just" eaLnBrk="1" hangingPunct="1">
              <a:spcBef>
                <a:spcPct val="20000"/>
              </a:spcBef>
              <a:buClr>
                <a:schemeClr val="hlink"/>
              </a:buClr>
              <a:buSzPct val="75000"/>
              <a:buFont typeface="Wingdings" pitchFamily="2" charset="2"/>
              <a:buChar char="v"/>
            </a:pPr>
            <a:r>
              <a:rPr lang="zh-CN" altLang="en-US" sz="3200" b="1">
                <a:ea typeface="华文新魏" pitchFamily="2" charset="-122"/>
              </a:rPr>
              <a:t>非</a:t>
            </a:r>
            <a:r>
              <a:rPr lang="en-US" altLang="zh-CN" sz="3200" b="1">
                <a:ea typeface="华文新魏" pitchFamily="2" charset="-122"/>
              </a:rPr>
              <a:t>CFG</a:t>
            </a:r>
            <a:r>
              <a:rPr lang="zh-CN" altLang="en-US" sz="3200" b="1">
                <a:ea typeface="华文新魏" pitchFamily="2" charset="-122"/>
              </a:rPr>
              <a:t>的</a:t>
            </a:r>
            <a:r>
              <a:rPr lang="en-US" altLang="zh-CN" sz="3200" b="1">
                <a:ea typeface="华文新魏" pitchFamily="2" charset="-122"/>
              </a:rPr>
              <a:t>CSG</a:t>
            </a:r>
            <a:r>
              <a:rPr lang="zh-CN" altLang="en-US" sz="3200" b="1">
                <a:ea typeface="华文新魏" pitchFamily="2" charset="-122"/>
              </a:rPr>
              <a:t>是否有语法树？</a:t>
            </a:r>
            <a:endParaRPr lang="en-US" altLang="zh-CN" sz="3000" b="1">
              <a:ea typeface="华文新魏" pitchFamily="2" charset="-122"/>
            </a:endParaRP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C751596-5CDA-4015-909D-FBAB0ECA6F15}" type="datetime1">
              <a:rPr lang="zh-CN" altLang="en-US"/>
              <a:pPr/>
              <a:t>2017/2/24</a:t>
            </a:fld>
            <a:endParaRPr lang="en-US" altLang="zh-CN"/>
          </a:p>
        </p:txBody>
      </p:sp>
      <p:sp>
        <p:nvSpPr>
          <p:cNvPr id="70659" name="灯片编号占位符 5"/>
          <p:cNvSpPr>
            <a:spLocks noGrp="1"/>
          </p:cNvSpPr>
          <p:nvPr>
            <p:ph type="sldNum" sz="quarter" idx="12"/>
          </p:nvPr>
        </p:nvSpPr>
        <p:spPr>
          <a:xfrm>
            <a:off x="6588125" y="6381750"/>
            <a:ext cx="2289175"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44A4CA5-37FC-4B93-A8ED-FB37A282451C}" type="slidenum">
              <a:rPr lang="zh-CN" altLang="en-US"/>
              <a:pPr/>
              <a:t>62</a:t>
            </a:fld>
            <a:endParaRPr lang="en-US" altLang="zh-CN"/>
          </a:p>
        </p:txBody>
      </p:sp>
      <p:sp>
        <p:nvSpPr>
          <p:cNvPr id="70660" name="Rectangle 2"/>
          <p:cNvSpPr>
            <a:spLocks noGrp="1" noRot="1" noChangeArrowheads="1"/>
          </p:cNvSpPr>
          <p:nvPr>
            <p:ph type="title"/>
          </p:nvPr>
        </p:nvSpPr>
        <p:spPr>
          <a:xfrm>
            <a:off x="323850" y="476250"/>
            <a:ext cx="8540750" cy="876300"/>
          </a:xfrm>
        </p:spPr>
        <p:txBody>
          <a:bodyPr/>
          <a:lstStyle/>
          <a:p>
            <a:pPr eaLnBrk="1" hangingPunct="1"/>
            <a:r>
              <a:rPr lang="zh-CN" altLang="en-US" b="1" smtClean="0">
                <a:solidFill>
                  <a:srgbClr val="000099"/>
                </a:solidFill>
                <a:latin typeface="Times New Roman" pitchFamily="18" charset="0"/>
                <a:ea typeface="华文新魏" pitchFamily="2" charset="-122"/>
              </a:rPr>
              <a:t>2.5 </a:t>
            </a:r>
            <a:r>
              <a:rPr lang="en-US" altLang="zh-CN" b="1" smtClean="0">
                <a:solidFill>
                  <a:srgbClr val="000099"/>
                </a:solidFill>
                <a:latin typeface="Times New Roman" pitchFamily="18" charset="0"/>
                <a:ea typeface="华文新魏" pitchFamily="2" charset="-122"/>
              </a:rPr>
              <a:t>CFG</a:t>
            </a:r>
            <a:r>
              <a:rPr lang="zh-CN" altLang="en-US" b="1" smtClean="0">
                <a:solidFill>
                  <a:srgbClr val="000099"/>
                </a:solidFill>
                <a:latin typeface="Times New Roman" pitchFamily="18" charset="0"/>
                <a:ea typeface="华文新魏" pitchFamily="2" charset="-122"/>
              </a:rPr>
              <a:t>的语法树</a:t>
            </a:r>
          </a:p>
        </p:txBody>
      </p:sp>
      <p:sp>
        <p:nvSpPr>
          <p:cNvPr id="479235" name="Rectangle 3"/>
          <p:cNvSpPr>
            <a:spLocks noGrp="1" noRot="1" noChangeArrowheads="1"/>
          </p:cNvSpPr>
          <p:nvPr>
            <p:ph type="body" idx="1"/>
          </p:nvPr>
        </p:nvSpPr>
        <p:spPr>
          <a:xfrm>
            <a:off x="250825" y="1557338"/>
            <a:ext cx="3673475" cy="4032250"/>
          </a:xfrm>
        </p:spPr>
        <p:txBody>
          <a:bodyPr/>
          <a:lstStyle/>
          <a:p>
            <a:pPr marL="0" indent="0" eaLnBrk="1" hangingPunct="1">
              <a:lnSpc>
                <a:spcPct val="90000"/>
              </a:lnSpc>
              <a:buFont typeface="Wingdings" pitchFamily="2" charset="2"/>
              <a:buNone/>
            </a:pPr>
            <a:r>
              <a:rPr lang="zh-CN" altLang="en-US" b="1" smtClean="0">
                <a:latin typeface="Times New Roman" pitchFamily="18" charset="0"/>
                <a:ea typeface="华文新魏" pitchFamily="2" charset="-122"/>
              </a:rPr>
              <a:t>设有文法</a:t>
            </a:r>
            <a:r>
              <a:rPr lang="en-US" altLang="zh-CN" b="1" smtClean="0">
                <a:latin typeface="Times New Roman" pitchFamily="18" charset="0"/>
                <a:ea typeface="华文新魏" pitchFamily="2" charset="-122"/>
              </a:rPr>
              <a:t>G</a:t>
            </a:r>
            <a:r>
              <a:rPr lang="zh-CN" altLang="en-US" b="1" smtClean="0">
                <a:latin typeface="Times New Roman" pitchFamily="18" charset="0"/>
                <a:ea typeface="华文新魏" pitchFamily="2" charset="-122"/>
              </a:rPr>
              <a:t>的一棵语法树</a:t>
            </a:r>
            <a:r>
              <a:rPr lang="en-US" altLang="zh-CN" b="1" smtClean="0">
                <a:latin typeface="Times New Roman" pitchFamily="18" charset="0"/>
                <a:ea typeface="华文新魏" pitchFamily="2" charset="-122"/>
              </a:rPr>
              <a:t>T</a:t>
            </a:r>
            <a:r>
              <a:rPr lang="zh-CN" altLang="en-US" b="1" smtClean="0">
                <a:latin typeface="Times New Roman" pitchFamily="18" charset="0"/>
                <a:ea typeface="华文新魏" pitchFamily="2" charset="-122"/>
              </a:rPr>
              <a:t>， </a:t>
            </a:r>
            <a:r>
              <a:rPr lang="en-US" altLang="zh-CN" b="1" smtClean="0">
                <a:latin typeface="Times New Roman" pitchFamily="18" charset="0"/>
                <a:ea typeface="华文新魏" pitchFamily="2" charset="-122"/>
              </a:rPr>
              <a:t>T</a:t>
            </a:r>
            <a:r>
              <a:rPr lang="zh-CN" altLang="en-US" b="1" smtClean="0">
                <a:latin typeface="Times New Roman" pitchFamily="18" charset="0"/>
                <a:ea typeface="华文新魏" pitchFamily="2" charset="-122"/>
              </a:rPr>
              <a:t>的所有叶子结点从左到右依次标记为</a:t>
            </a:r>
          </a:p>
          <a:p>
            <a:pPr marL="0" indent="0" algn="ctr" eaLnBrk="1" hangingPunct="1">
              <a:lnSpc>
                <a:spcPct val="90000"/>
              </a:lnSpc>
              <a:buFont typeface="Wingdings" pitchFamily="2" charset="2"/>
              <a:buNone/>
            </a:pPr>
            <a:r>
              <a:rPr lang="en-US" altLang="zh-CN" b="1" smtClean="0">
                <a:latin typeface="Times New Roman" pitchFamily="18" charset="0"/>
                <a:ea typeface="华文新魏" pitchFamily="2" charset="-122"/>
              </a:rPr>
              <a:t>X</a:t>
            </a:r>
            <a:r>
              <a:rPr lang="en-US" altLang="zh-CN" b="1" baseline="-25000" smtClean="0">
                <a:latin typeface="Times New Roman" pitchFamily="18" charset="0"/>
                <a:ea typeface="华文新魏" pitchFamily="2" charset="-122"/>
              </a:rPr>
              <a:t>1</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X</a:t>
            </a:r>
            <a:r>
              <a:rPr lang="en-US" altLang="zh-CN" b="1" baseline="-25000" smtClean="0">
                <a:latin typeface="Times New Roman" pitchFamily="18" charset="0"/>
                <a:ea typeface="华文新魏" pitchFamily="2" charset="-122"/>
              </a:rPr>
              <a:t>2</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X</a:t>
            </a:r>
            <a:r>
              <a:rPr lang="en-US" altLang="zh-CN" b="1" baseline="-25000" smtClean="0">
                <a:latin typeface="Times New Roman" pitchFamily="18" charset="0"/>
                <a:ea typeface="华文新魏" pitchFamily="2" charset="-122"/>
              </a:rPr>
              <a:t>n</a:t>
            </a:r>
            <a:endParaRPr lang="zh-CN" altLang="en-US" b="1" smtClean="0">
              <a:latin typeface="Times New Roman" pitchFamily="18" charset="0"/>
              <a:ea typeface="华文新魏" pitchFamily="2" charset="-122"/>
            </a:endParaRPr>
          </a:p>
          <a:p>
            <a:pPr marL="0" indent="0" eaLnBrk="1" hangingPunct="1">
              <a:lnSpc>
                <a:spcPct val="90000"/>
              </a:lnSpc>
              <a:buFont typeface="Wingdings" pitchFamily="2" charset="2"/>
              <a:buNone/>
            </a:pPr>
            <a:r>
              <a:rPr lang="zh-CN" altLang="en-US" b="1" smtClean="0">
                <a:latin typeface="Times New Roman" pitchFamily="18" charset="0"/>
                <a:ea typeface="华文新魏" pitchFamily="2" charset="-122"/>
              </a:rPr>
              <a:t>则称符号串</a:t>
            </a:r>
          </a:p>
          <a:p>
            <a:pPr marL="0" indent="0" algn="ctr" eaLnBrk="1" hangingPunct="1">
              <a:lnSpc>
                <a:spcPct val="90000"/>
              </a:lnSpc>
              <a:buFont typeface="Wingdings" pitchFamily="2" charset="2"/>
              <a:buNone/>
            </a:pPr>
            <a:r>
              <a:rPr lang="en-US" altLang="zh-CN" b="1" smtClean="0">
                <a:latin typeface="Times New Roman" pitchFamily="18" charset="0"/>
                <a:ea typeface="华文新魏" pitchFamily="2" charset="-122"/>
              </a:rPr>
              <a:t>X</a:t>
            </a:r>
            <a:r>
              <a:rPr lang="en-US" altLang="zh-CN" b="1" baseline="-25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X</a:t>
            </a:r>
            <a:r>
              <a:rPr lang="en-US" altLang="zh-CN" b="1" baseline="-25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…X</a:t>
            </a:r>
            <a:r>
              <a:rPr lang="en-US" altLang="zh-CN" b="1" baseline="-25000" smtClean="0">
                <a:latin typeface="Times New Roman" pitchFamily="18" charset="0"/>
                <a:ea typeface="华文新魏" pitchFamily="2" charset="-122"/>
              </a:rPr>
              <a:t>n</a:t>
            </a:r>
          </a:p>
          <a:p>
            <a:pPr marL="0" indent="0" eaLnBrk="1" hangingPunct="1">
              <a:lnSpc>
                <a:spcPct val="90000"/>
              </a:lnSpc>
              <a:buFont typeface="Wingdings" pitchFamily="2" charset="2"/>
              <a:buNone/>
            </a:pPr>
            <a:r>
              <a:rPr lang="zh-CN" altLang="en-US" b="1" smtClean="0">
                <a:latin typeface="Times New Roman" pitchFamily="18" charset="0"/>
                <a:ea typeface="华文新魏" pitchFamily="2" charset="-122"/>
              </a:rPr>
              <a:t>是</a:t>
            </a:r>
            <a:r>
              <a:rPr lang="en-US" altLang="zh-CN" b="1" smtClean="0">
                <a:latin typeface="Times New Roman" pitchFamily="18" charset="0"/>
                <a:ea typeface="华文新魏" pitchFamily="2" charset="-122"/>
              </a:rPr>
              <a:t>T</a:t>
            </a:r>
            <a:r>
              <a:rPr lang="zh-CN" altLang="en-US" b="1" smtClean="0">
                <a:latin typeface="Times New Roman" pitchFamily="18" charset="0"/>
                <a:ea typeface="华文新魏" pitchFamily="2" charset="-122"/>
              </a:rPr>
              <a:t>的</a:t>
            </a:r>
            <a:r>
              <a:rPr lang="zh-CN" altLang="en-US" b="1" smtClean="0">
                <a:solidFill>
                  <a:srgbClr val="FF0000"/>
                </a:solidFill>
                <a:latin typeface="Times New Roman" pitchFamily="18" charset="0"/>
                <a:ea typeface="华文新魏" pitchFamily="2" charset="-122"/>
              </a:rPr>
              <a:t>结果</a:t>
            </a:r>
            <a:r>
              <a:rPr lang="en-US" altLang="zh-CN" b="1" smtClean="0">
                <a:latin typeface="Times New Roman" pitchFamily="18" charset="0"/>
                <a:ea typeface="华文新魏" pitchFamily="2" charset="-122"/>
              </a:rPr>
              <a:t>(Yield) </a:t>
            </a:r>
            <a:endParaRPr lang="zh-CN" altLang="en-US" b="1" smtClean="0">
              <a:latin typeface="Times New Roman" pitchFamily="18" charset="0"/>
              <a:ea typeface="华文新魏" pitchFamily="2" charset="-122"/>
            </a:endParaRPr>
          </a:p>
        </p:txBody>
      </p:sp>
      <p:grpSp>
        <p:nvGrpSpPr>
          <p:cNvPr id="2" name="Group 28"/>
          <p:cNvGrpSpPr>
            <a:grpSpLocks/>
          </p:cNvGrpSpPr>
          <p:nvPr/>
        </p:nvGrpSpPr>
        <p:grpSpPr bwMode="auto">
          <a:xfrm>
            <a:off x="5148263" y="1916113"/>
            <a:ext cx="3311525" cy="1368425"/>
            <a:chOff x="3243" y="1207"/>
            <a:chExt cx="2086" cy="862"/>
          </a:xfrm>
        </p:grpSpPr>
        <p:sp>
          <p:nvSpPr>
            <p:cNvPr id="70685" name="Text Box 4"/>
            <p:cNvSpPr txBox="1">
              <a:spLocks noChangeArrowheads="1"/>
            </p:cNvSpPr>
            <p:nvPr/>
          </p:nvSpPr>
          <p:spPr bwMode="auto">
            <a:xfrm>
              <a:off x="4105" y="1207"/>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S</a:t>
              </a:r>
            </a:p>
          </p:txBody>
        </p:sp>
        <p:sp>
          <p:nvSpPr>
            <p:cNvPr id="70686" name="Text Box 5"/>
            <p:cNvSpPr txBox="1">
              <a:spLocks noChangeArrowheads="1"/>
            </p:cNvSpPr>
            <p:nvPr/>
          </p:nvSpPr>
          <p:spPr bwMode="auto">
            <a:xfrm>
              <a:off x="3651" y="1207"/>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T:</a:t>
              </a:r>
            </a:p>
          </p:txBody>
        </p:sp>
        <p:sp>
          <p:nvSpPr>
            <p:cNvPr id="70687" name="Line 6"/>
            <p:cNvSpPr>
              <a:spLocks noChangeShapeType="1"/>
            </p:cNvSpPr>
            <p:nvPr/>
          </p:nvSpPr>
          <p:spPr bwMode="auto">
            <a:xfrm flipH="1">
              <a:off x="3515" y="1434"/>
              <a:ext cx="635" cy="3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88" name="Text Box 12"/>
            <p:cNvSpPr txBox="1">
              <a:spLocks noChangeArrowheads="1"/>
            </p:cNvSpPr>
            <p:nvPr/>
          </p:nvSpPr>
          <p:spPr bwMode="auto">
            <a:xfrm>
              <a:off x="4014" y="1706"/>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a:t>
              </a:r>
            </a:p>
          </p:txBody>
        </p:sp>
        <p:sp>
          <p:nvSpPr>
            <p:cNvPr id="70689" name="Text Box 13"/>
            <p:cNvSpPr txBox="1">
              <a:spLocks noChangeArrowheads="1"/>
            </p:cNvSpPr>
            <p:nvPr/>
          </p:nvSpPr>
          <p:spPr bwMode="auto">
            <a:xfrm>
              <a:off x="3243" y="1706"/>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A</a:t>
              </a:r>
              <a:r>
                <a:rPr lang="en-US" altLang="zh-CN" sz="2800" b="1" baseline="-25000">
                  <a:latin typeface="Times New Roman" pitchFamily="18" charset="0"/>
                </a:rPr>
                <a:t>1</a:t>
              </a:r>
              <a:endParaRPr lang="en-US" altLang="zh-CN" sz="2800" b="1">
                <a:latin typeface="Times New Roman" pitchFamily="18" charset="0"/>
              </a:endParaRPr>
            </a:p>
          </p:txBody>
        </p:sp>
        <p:sp>
          <p:nvSpPr>
            <p:cNvPr id="70690" name="Text Box 14"/>
            <p:cNvSpPr txBox="1">
              <a:spLocks noChangeArrowheads="1"/>
            </p:cNvSpPr>
            <p:nvPr/>
          </p:nvSpPr>
          <p:spPr bwMode="auto">
            <a:xfrm>
              <a:off x="4875" y="1742"/>
              <a:ext cx="45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A</a:t>
              </a:r>
              <a:r>
                <a:rPr lang="en-US" altLang="zh-CN" sz="2800" b="1" baseline="-25000">
                  <a:latin typeface="Times New Roman" pitchFamily="18" charset="0"/>
                </a:rPr>
                <a:t>n</a:t>
              </a:r>
              <a:endParaRPr lang="en-US" altLang="zh-CN" sz="2800" b="1">
                <a:latin typeface="Times New Roman" pitchFamily="18" charset="0"/>
              </a:endParaRPr>
            </a:p>
          </p:txBody>
        </p:sp>
        <p:sp>
          <p:nvSpPr>
            <p:cNvPr id="70691" name="Line 15"/>
            <p:cNvSpPr>
              <a:spLocks noChangeShapeType="1"/>
            </p:cNvSpPr>
            <p:nvPr/>
          </p:nvSpPr>
          <p:spPr bwMode="auto">
            <a:xfrm>
              <a:off x="4286" y="1434"/>
              <a:ext cx="681" cy="3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29"/>
          <p:cNvGrpSpPr>
            <a:grpSpLocks/>
          </p:cNvGrpSpPr>
          <p:nvPr/>
        </p:nvGrpSpPr>
        <p:grpSpPr bwMode="auto">
          <a:xfrm>
            <a:off x="4140200" y="3141663"/>
            <a:ext cx="2447925" cy="1238250"/>
            <a:chOff x="2608" y="1979"/>
            <a:chExt cx="1542" cy="780"/>
          </a:xfrm>
        </p:grpSpPr>
        <p:sp>
          <p:nvSpPr>
            <p:cNvPr id="70680" name="Text Box 10"/>
            <p:cNvSpPr txBox="1">
              <a:spLocks noChangeArrowheads="1"/>
            </p:cNvSpPr>
            <p:nvPr/>
          </p:nvSpPr>
          <p:spPr bwMode="auto">
            <a:xfrm>
              <a:off x="3787" y="2432"/>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B</a:t>
              </a:r>
            </a:p>
          </p:txBody>
        </p:sp>
        <p:sp>
          <p:nvSpPr>
            <p:cNvPr id="70681" name="Text Box 11"/>
            <p:cNvSpPr txBox="1">
              <a:spLocks noChangeArrowheads="1"/>
            </p:cNvSpPr>
            <p:nvPr/>
          </p:nvSpPr>
          <p:spPr bwMode="auto">
            <a:xfrm>
              <a:off x="2608" y="2387"/>
              <a:ext cx="4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solidFill>
                    <a:srgbClr val="3333FF"/>
                  </a:solidFill>
                  <a:latin typeface="Times New Roman" pitchFamily="18" charset="0"/>
                </a:rPr>
                <a:t>X</a:t>
              </a:r>
              <a:r>
                <a:rPr lang="en-US" altLang="zh-CN" sz="2800" b="1" baseline="-25000">
                  <a:solidFill>
                    <a:srgbClr val="3333FF"/>
                  </a:solidFill>
                  <a:latin typeface="Times New Roman" pitchFamily="18" charset="0"/>
                </a:rPr>
                <a:t>1</a:t>
              </a:r>
              <a:endParaRPr lang="en-US" altLang="zh-CN" sz="2800" b="1">
                <a:solidFill>
                  <a:srgbClr val="3333FF"/>
                </a:solidFill>
                <a:latin typeface="Times New Roman" pitchFamily="18" charset="0"/>
              </a:endParaRPr>
            </a:p>
          </p:txBody>
        </p:sp>
        <p:sp>
          <p:nvSpPr>
            <p:cNvPr id="70682" name="Line 16"/>
            <p:cNvSpPr>
              <a:spLocks noChangeShapeType="1"/>
            </p:cNvSpPr>
            <p:nvPr/>
          </p:nvSpPr>
          <p:spPr bwMode="auto">
            <a:xfrm flipH="1">
              <a:off x="2880" y="1979"/>
              <a:ext cx="499" cy="45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83" name="Line 17"/>
            <p:cNvSpPr>
              <a:spLocks noChangeShapeType="1"/>
            </p:cNvSpPr>
            <p:nvPr/>
          </p:nvSpPr>
          <p:spPr bwMode="auto">
            <a:xfrm>
              <a:off x="3379" y="1979"/>
              <a:ext cx="408" cy="5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84" name="Text Box 21"/>
            <p:cNvSpPr txBox="1">
              <a:spLocks noChangeArrowheads="1"/>
            </p:cNvSpPr>
            <p:nvPr/>
          </p:nvSpPr>
          <p:spPr bwMode="auto">
            <a:xfrm>
              <a:off x="3107" y="2387"/>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a:t>
              </a:r>
            </a:p>
          </p:txBody>
        </p:sp>
      </p:grpSp>
      <p:grpSp>
        <p:nvGrpSpPr>
          <p:cNvPr id="4" name="Group 31"/>
          <p:cNvGrpSpPr>
            <a:grpSpLocks/>
          </p:cNvGrpSpPr>
          <p:nvPr/>
        </p:nvGrpSpPr>
        <p:grpSpPr bwMode="auto">
          <a:xfrm>
            <a:off x="5003800" y="4581525"/>
            <a:ext cx="1512888" cy="1238250"/>
            <a:chOff x="3152" y="3022"/>
            <a:chExt cx="953" cy="780"/>
          </a:xfrm>
        </p:grpSpPr>
        <p:sp>
          <p:nvSpPr>
            <p:cNvPr id="70678" name="Text Box 8"/>
            <p:cNvSpPr txBox="1">
              <a:spLocks noChangeArrowheads="1"/>
            </p:cNvSpPr>
            <p:nvPr/>
          </p:nvSpPr>
          <p:spPr bwMode="auto">
            <a:xfrm>
              <a:off x="3152" y="3022"/>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solidFill>
                    <a:srgbClr val="3333FF"/>
                  </a:solidFill>
                  <a:latin typeface="Times New Roman" pitchFamily="18" charset="0"/>
                </a:rPr>
                <a:t>X</a:t>
              </a:r>
              <a:r>
                <a:rPr lang="en-US" altLang="zh-CN" sz="2800" b="1" baseline="-25000">
                  <a:solidFill>
                    <a:srgbClr val="3333FF"/>
                  </a:solidFill>
                  <a:latin typeface="Times New Roman" pitchFamily="18" charset="0"/>
                </a:rPr>
                <a:t>2</a:t>
              </a:r>
              <a:endParaRPr lang="en-US" altLang="zh-CN" sz="2800" b="1">
                <a:solidFill>
                  <a:srgbClr val="3333FF"/>
                </a:solidFill>
                <a:latin typeface="Times New Roman" pitchFamily="18" charset="0"/>
              </a:endParaRPr>
            </a:p>
          </p:txBody>
        </p:sp>
        <p:sp>
          <p:nvSpPr>
            <p:cNvPr id="70679" name="Text Box 23"/>
            <p:cNvSpPr txBox="1">
              <a:spLocks noChangeArrowheads="1"/>
            </p:cNvSpPr>
            <p:nvPr/>
          </p:nvSpPr>
          <p:spPr bwMode="auto">
            <a:xfrm>
              <a:off x="3742" y="3475"/>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solidFill>
                    <a:srgbClr val="3333FF"/>
                  </a:solidFill>
                  <a:latin typeface="Times New Roman" pitchFamily="18" charset="0"/>
                </a:rPr>
                <a:t>…</a:t>
              </a:r>
            </a:p>
          </p:txBody>
        </p:sp>
      </p:grpSp>
      <p:sp>
        <p:nvSpPr>
          <p:cNvPr id="479256" name="Text Box 24"/>
          <p:cNvSpPr txBox="1">
            <a:spLocks noChangeArrowheads="1"/>
          </p:cNvSpPr>
          <p:nvPr/>
        </p:nvSpPr>
        <p:spPr bwMode="auto">
          <a:xfrm>
            <a:off x="6084888" y="1484313"/>
            <a:ext cx="28797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3200" b="1">
                <a:latin typeface="Times New Roman" pitchFamily="18" charset="0"/>
              </a:rPr>
              <a:t>S</a:t>
            </a:r>
            <a:r>
              <a:rPr lang="en-US" altLang="zh-CN" sz="3200" b="1">
                <a:latin typeface="Times New Roman" pitchFamily="18" charset="0"/>
                <a:sym typeface="Symbol" pitchFamily="18" charset="2"/>
              </a:rPr>
              <a:t></a:t>
            </a:r>
            <a:r>
              <a:rPr lang="en-US" altLang="zh-CN" sz="3200" b="1">
                <a:latin typeface="Times New Roman" pitchFamily="18" charset="0"/>
              </a:rPr>
              <a:t>A</a:t>
            </a:r>
            <a:r>
              <a:rPr lang="en-US" altLang="zh-CN" sz="3200" b="1" baseline="-25000">
                <a:latin typeface="Times New Roman" pitchFamily="18" charset="0"/>
              </a:rPr>
              <a:t>1</a:t>
            </a:r>
            <a:r>
              <a:rPr lang="en-US" altLang="zh-CN" sz="3200" b="1">
                <a:latin typeface="Times New Roman" pitchFamily="18" charset="0"/>
              </a:rPr>
              <a:t>A</a:t>
            </a:r>
            <a:r>
              <a:rPr lang="en-US" altLang="zh-CN" sz="3200" b="1" baseline="-25000">
                <a:latin typeface="Times New Roman" pitchFamily="18" charset="0"/>
              </a:rPr>
              <a:t>2</a:t>
            </a:r>
            <a:r>
              <a:rPr lang="en-US" altLang="zh-CN" sz="3200" b="1">
                <a:latin typeface="Times New Roman" pitchFamily="18" charset="0"/>
              </a:rPr>
              <a:t>…A</a:t>
            </a:r>
            <a:r>
              <a:rPr lang="en-US" altLang="zh-CN" sz="3200" b="1" baseline="-25000">
                <a:latin typeface="Times New Roman" pitchFamily="18" charset="0"/>
              </a:rPr>
              <a:t>n</a:t>
            </a:r>
            <a:r>
              <a:rPr lang="en-US" altLang="zh-CN" sz="3200">
                <a:latin typeface="Times New Roman" pitchFamily="18" charset="0"/>
              </a:rPr>
              <a:t> </a:t>
            </a:r>
          </a:p>
        </p:txBody>
      </p:sp>
      <p:grpSp>
        <p:nvGrpSpPr>
          <p:cNvPr id="5" name="Group 32"/>
          <p:cNvGrpSpPr>
            <a:grpSpLocks/>
          </p:cNvGrpSpPr>
          <p:nvPr/>
        </p:nvGrpSpPr>
        <p:grpSpPr bwMode="auto">
          <a:xfrm>
            <a:off x="6877050" y="4724400"/>
            <a:ext cx="2087563" cy="1731963"/>
            <a:chOff x="4332" y="3158"/>
            <a:chExt cx="1315" cy="1091"/>
          </a:xfrm>
        </p:grpSpPr>
        <p:sp>
          <p:nvSpPr>
            <p:cNvPr id="70672" name="Text Box 7"/>
            <p:cNvSpPr txBox="1">
              <a:spLocks noChangeArrowheads="1"/>
            </p:cNvSpPr>
            <p:nvPr/>
          </p:nvSpPr>
          <p:spPr bwMode="auto">
            <a:xfrm>
              <a:off x="4468" y="3566"/>
              <a:ext cx="49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solidFill>
                    <a:srgbClr val="3333FF"/>
                  </a:solidFill>
                  <a:latin typeface="Times New Roman" pitchFamily="18" charset="0"/>
                </a:rPr>
                <a:t>X</a:t>
              </a:r>
              <a:r>
                <a:rPr lang="en-US" altLang="zh-CN" sz="2800" b="1" baseline="-25000">
                  <a:solidFill>
                    <a:srgbClr val="3333FF"/>
                  </a:solidFill>
                  <a:latin typeface="Times New Roman" pitchFamily="18" charset="0"/>
                </a:rPr>
                <a:t>n-1</a:t>
              </a:r>
              <a:endParaRPr lang="zh-CN" altLang="en-US" sz="2800" b="1">
                <a:solidFill>
                  <a:srgbClr val="3333FF"/>
                </a:solidFill>
                <a:latin typeface="Times New Roman" pitchFamily="18" charset="0"/>
              </a:endParaRPr>
            </a:p>
          </p:txBody>
        </p:sp>
        <p:sp>
          <p:nvSpPr>
            <p:cNvPr id="70673" name="Text Box 9"/>
            <p:cNvSpPr txBox="1">
              <a:spLocks noChangeArrowheads="1"/>
            </p:cNvSpPr>
            <p:nvPr/>
          </p:nvSpPr>
          <p:spPr bwMode="auto">
            <a:xfrm>
              <a:off x="4876" y="3158"/>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C</a:t>
              </a:r>
            </a:p>
          </p:txBody>
        </p:sp>
        <p:sp>
          <p:nvSpPr>
            <p:cNvPr id="70674" name="Text Box 18"/>
            <p:cNvSpPr txBox="1">
              <a:spLocks noChangeArrowheads="1"/>
            </p:cNvSpPr>
            <p:nvPr/>
          </p:nvSpPr>
          <p:spPr bwMode="auto">
            <a:xfrm>
              <a:off x="5193" y="3566"/>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solidFill>
                    <a:srgbClr val="3333FF"/>
                  </a:solidFill>
                  <a:latin typeface="Times New Roman" pitchFamily="18" charset="0"/>
                </a:rPr>
                <a:t>X</a:t>
              </a:r>
              <a:r>
                <a:rPr lang="en-US" altLang="zh-CN" sz="2800" b="1" baseline="-25000">
                  <a:solidFill>
                    <a:srgbClr val="3333FF"/>
                  </a:solidFill>
                  <a:latin typeface="Times New Roman" pitchFamily="18" charset="0"/>
                </a:rPr>
                <a:t>n</a:t>
              </a:r>
              <a:endParaRPr lang="en-US" altLang="zh-CN" sz="2800" b="1">
                <a:solidFill>
                  <a:srgbClr val="3333FF"/>
                </a:solidFill>
                <a:latin typeface="Times New Roman" pitchFamily="18" charset="0"/>
              </a:endParaRPr>
            </a:p>
          </p:txBody>
        </p:sp>
        <p:sp>
          <p:nvSpPr>
            <p:cNvPr id="70675" name="Line 19"/>
            <p:cNvSpPr>
              <a:spLocks noChangeShapeType="1"/>
            </p:cNvSpPr>
            <p:nvPr/>
          </p:nvSpPr>
          <p:spPr bwMode="auto">
            <a:xfrm flipH="1">
              <a:off x="4604" y="3385"/>
              <a:ext cx="317" cy="31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76" name="Line 20"/>
            <p:cNvSpPr>
              <a:spLocks noChangeShapeType="1"/>
            </p:cNvSpPr>
            <p:nvPr/>
          </p:nvSpPr>
          <p:spPr bwMode="auto">
            <a:xfrm>
              <a:off x="5103" y="3385"/>
              <a:ext cx="226" cy="27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77" name="Text Box 25"/>
            <p:cNvSpPr txBox="1">
              <a:spLocks noChangeArrowheads="1"/>
            </p:cNvSpPr>
            <p:nvPr/>
          </p:nvSpPr>
          <p:spPr bwMode="auto">
            <a:xfrm>
              <a:off x="4332" y="3884"/>
              <a:ext cx="13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3200" b="1">
                  <a:latin typeface="Times New Roman" pitchFamily="18" charset="0"/>
                </a:rPr>
                <a:t>C</a:t>
              </a:r>
              <a:r>
                <a:rPr lang="en-US" altLang="zh-CN" sz="3200" b="1">
                  <a:latin typeface="Times New Roman" pitchFamily="18" charset="0"/>
                  <a:sym typeface="Symbol" pitchFamily="18" charset="2"/>
                </a:rPr>
                <a:t></a:t>
              </a:r>
              <a:r>
                <a:rPr lang="en-US" altLang="zh-CN" sz="3200" b="1">
                  <a:latin typeface="Times New Roman" pitchFamily="18" charset="0"/>
                </a:rPr>
                <a:t>X</a:t>
              </a:r>
              <a:r>
                <a:rPr lang="en-US" altLang="zh-CN" sz="3200" b="1" baseline="-25000">
                  <a:latin typeface="Times New Roman" pitchFamily="18" charset="0"/>
                </a:rPr>
                <a:t>n-1</a:t>
              </a:r>
              <a:r>
                <a:rPr lang="en-US" altLang="zh-CN" sz="3200" b="1">
                  <a:latin typeface="Times New Roman" pitchFamily="18" charset="0"/>
                </a:rPr>
                <a:t>X</a:t>
              </a:r>
              <a:r>
                <a:rPr lang="en-US" altLang="zh-CN" sz="3200" b="1" baseline="-25000">
                  <a:latin typeface="Times New Roman" pitchFamily="18" charset="0"/>
                </a:rPr>
                <a:t>n</a:t>
              </a:r>
              <a:r>
                <a:rPr lang="en-US" altLang="zh-CN" sz="3200">
                  <a:latin typeface="Times New Roman" pitchFamily="18" charset="0"/>
                </a:rPr>
                <a:t> </a:t>
              </a:r>
            </a:p>
          </p:txBody>
        </p:sp>
      </p:grpSp>
      <p:grpSp>
        <p:nvGrpSpPr>
          <p:cNvPr id="6" name="Group 30"/>
          <p:cNvGrpSpPr>
            <a:grpSpLocks/>
          </p:cNvGrpSpPr>
          <p:nvPr/>
        </p:nvGrpSpPr>
        <p:grpSpPr bwMode="auto">
          <a:xfrm>
            <a:off x="7380288" y="3213100"/>
            <a:ext cx="1152525" cy="1166813"/>
            <a:chOff x="4649" y="2024"/>
            <a:chExt cx="726" cy="735"/>
          </a:xfrm>
        </p:grpSpPr>
        <p:sp>
          <p:nvSpPr>
            <p:cNvPr id="70669" name="Text Box 22"/>
            <p:cNvSpPr txBox="1">
              <a:spLocks noChangeArrowheads="1"/>
            </p:cNvSpPr>
            <p:nvPr/>
          </p:nvSpPr>
          <p:spPr bwMode="auto">
            <a:xfrm>
              <a:off x="4694" y="2432"/>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a:t>
              </a:r>
            </a:p>
          </p:txBody>
        </p:sp>
        <p:sp>
          <p:nvSpPr>
            <p:cNvPr id="70670" name="Line 26"/>
            <p:cNvSpPr>
              <a:spLocks noChangeShapeType="1"/>
            </p:cNvSpPr>
            <p:nvPr/>
          </p:nvSpPr>
          <p:spPr bwMode="auto">
            <a:xfrm flipH="1">
              <a:off x="4649" y="2024"/>
              <a:ext cx="318" cy="4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71" name="Line 27"/>
            <p:cNvSpPr>
              <a:spLocks noChangeShapeType="1"/>
            </p:cNvSpPr>
            <p:nvPr/>
          </p:nvSpPr>
          <p:spPr bwMode="auto">
            <a:xfrm>
              <a:off x="5057" y="2024"/>
              <a:ext cx="318" cy="4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79265" name="Text Box 33"/>
          <p:cNvSpPr txBox="1">
            <a:spLocks noChangeArrowheads="1"/>
          </p:cNvSpPr>
          <p:nvPr/>
        </p:nvSpPr>
        <p:spPr bwMode="auto">
          <a:xfrm>
            <a:off x="684213" y="5734050"/>
            <a:ext cx="55451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3200" b="1">
                <a:solidFill>
                  <a:srgbClr val="3333FF"/>
                </a:solidFill>
                <a:latin typeface="Times New Roman" pitchFamily="18" charset="0"/>
                <a:ea typeface="华文新魏" pitchFamily="2" charset="-122"/>
              </a:rPr>
              <a:t>表示句型</a:t>
            </a:r>
            <a:r>
              <a:rPr lang="en-US" altLang="zh-CN" sz="3200" b="1">
                <a:solidFill>
                  <a:srgbClr val="3333FF"/>
                </a:solidFill>
                <a:latin typeface="Times New Roman" pitchFamily="18" charset="0"/>
                <a:ea typeface="华文新魏" pitchFamily="2" charset="-122"/>
              </a:rPr>
              <a:t>X</a:t>
            </a:r>
            <a:r>
              <a:rPr lang="en-US" altLang="zh-CN" sz="3200" b="1" baseline="-25000">
                <a:solidFill>
                  <a:srgbClr val="3333FF"/>
                </a:solidFill>
                <a:latin typeface="Times New Roman" pitchFamily="18" charset="0"/>
                <a:ea typeface="华文新魏" pitchFamily="2" charset="-122"/>
              </a:rPr>
              <a:t>1</a:t>
            </a:r>
            <a:r>
              <a:rPr lang="en-US" altLang="zh-CN" sz="3200" b="1">
                <a:solidFill>
                  <a:srgbClr val="3333FF"/>
                </a:solidFill>
                <a:latin typeface="Times New Roman" pitchFamily="18" charset="0"/>
                <a:ea typeface="华文新魏" pitchFamily="2" charset="-122"/>
              </a:rPr>
              <a:t>X</a:t>
            </a:r>
            <a:r>
              <a:rPr lang="en-US" altLang="zh-CN" sz="3200" b="1" baseline="-25000">
                <a:solidFill>
                  <a:srgbClr val="3333FF"/>
                </a:solidFill>
                <a:latin typeface="Times New Roman" pitchFamily="18" charset="0"/>
                <a:ea typeface="华文新魏" pitchFamily="2" charset="-122"/>
              </a:rPr>
              <a:t>2</a:t>
            </a:r>
            <a:r>
              <a:rPr lang="en-US" altLang="zh-CN" sz="3200" b="1">
                <a:solidFill>
                  <a:srgbClr val="3333FF"/>
                </a:solidFill>
                <a:latin typeface="Times New Roman" pitchFamily="18" charset="0"/>
                <a:ea typeface="华文新魏" pitchFamily="2" charset="-122"/>
              </a:rPr>
              <a:t>…X</a:t>
            </a:r>
            <a:r>
              <a:rPr lang="en-US" altLang="zh-CN" sz="3200" b="1" baseline="-25000">
                <a:solidFill>
                  <a:srgbClr val="3333FF"/>
                </a:solidFill>
                <a:latin typeface="Times New Roman" pitchFamily="18" charset="0"/>
                <a:ea typeface="华文新魏" pitchFamily="2" charset="-122"/>
              </a:rPr>
              <a:t>n</a:t>
            </a:r>
            <a:r>
              <a:rPr lang="zh-CN" altLang="en-US" sz="3200" b="1">
                <a:solidFill>
                  <a:srgbClr val="3333FF"/>
                </a:solidFill>
                <a:latin typeface="Times New Roman" pitchFamily="18" charset="0"/>
                <a:ea typeface="华文新魏" pitchFamily="2" charset="-122"/>
              </a:rPr>
              <a:t>的结构</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EDFA51F-20DC-4027-AAA0-A4D50BD28B33}" type="datetime1">
              <a:rPr lang="zh-CN" altLang="en-US"/>
              <a:pPr/>
              <a:t>2017/2/24</a:t>
            </a:fld>
            <a:endParaRPr lang="en-US" altLang="zh-CN"/>
          </a:p>
        </p:txBody>
      </p:sp>
      <p:sp>
        <p:nvSpPr>
          <p:cNvPr id="7168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E386F98-C46F-4EDD-8010-53B4D81CBF77}" type="slidenum">
              <a:rPr lang="zh-CN" altLang="en-US"/>
              <a:pPr/>
              <a:t>63</a:t>
            </a:fld>
            <a:endParaRPr lang="en-US" altLang="zh-CN"/>
          </a:p>
        </p:txBody>
      </p:sp>
      <p:sp>
        <p:nvSpPr>
          <p:cNvPr id="71684" name="Rectangle 2"/>
          <p:cNvSpPr>
            <a:spLocks noGrp="1" noRot="1" noChangeArrowheads="1"/>
          </p:cNvSpPr>
          <p:nvPr>
            <p:ph type="title"/>
          </p:nvPr>
        </p:nvSpPr>
        <p:spPr>
          <a:xfrm>
            <a:off x="323850" y="260350"/>
            <a:ext cx="8540750" cy="876300"/>
          </a:xfrm>
        </p:spPr>
        <p:txBody>
          <a:bodyPr/>
          <a:lstStyle/>
          <a:p>
            <a:pPr eaLnBrk="1" hangingPunct="1"/>
            <a:r>
              <a:rPr lang="zh-CN" altLang="en-US" b="1" smtClean="0">
                <a:solidFill>
                  <a:srgbClr val="000099"/>
                </a:solidFill>
                <a:latin typeface="Times New Roman" pitchFamily="18" charset="0"/>
                <a:ea typeface="华文新魏" pitchFamily="2" charset="-122"/>
              </a:rPr>
              <a:t>2.5 </a:t>
            </a:r>
            <a:r>
              <a:rPr lang="en-US" altLang="zh-CN" b="1" smtClean="0">
                <a:solidFill>
                  <a:srgbClr val="000099"/>
                </a:solidFill>
                <a:latin typeface="Times New Roman" pitchFamily="18" charset="0"/>
                <a:ea typeface="华文新魏" pitchFamily="2" charset="-122"/>
              </a:rPr>
              <a:t>CFG</a:t>
            </a:r>
            <a:r>
              <a:rPr lang="zh-CN" altLang="en-US" b="1" smtClean="0">
                <a:solidFill>
                  <a:srgbClr val="000099"/>
                </a:solidFill>
                <a:latin typeface="Times New Roman" pitchFamily="18" charset="0"/>
                <a:ea typeface="华文新魏" pitchFamily="2" charset="-122"/>
              </a:rPr>
              <a:t>的语法树</a:t>
            </a:r>
          </a:p>
        </p:txBody>
      </p:sp>
      <p:sp>
        <p:nvSpPr>
          <p:cNvPr id="480259" name="Rectangle 3"/>
          <p:cNvSpPr>
            <a:spLocks noGrp="1" noRot="1" noChangeArrowheads="1"/>
          </p:cNvSpPr>
          <p:nvPr>
            <p:ph type="body" idx="1"/>
          </p:nvPr>
        </p:nvSpPr>
        <p:spPr>
          <a:xfrm>
            <a:off x="250825" y="1557338"/>
            <a:ext cx="3838575" cy="2232025"/>
          </a:xfrm>
        </p:spPr>
        <p:txBody>
          <a:bodyPr/>
          <a:lstStyle/>
          <a:p>
            <a:pPr marL="0" indent="0" eaLnBrk="1" hangingPunct="1">
              <a:buFont typeface="Wingdings" pitchFamily="2" charset="2"/>
              <a:buNone/>
            </a:pPr>
            <a:r>
              <a:rPr lang="zh-CN" altLang="en-US" b="1" smtClean="0">
                <a:latin typeface="Times New Roman" pitchFamily="18" charset="0"/>
                <a:ea typeface="华文新魏" pitchFamily="2" charset="-122"/>
              </a:rPr>
              <a:t>文法</a:t>
            </a:r>
            <a:r>
              <a:rPr lang="en-US" altLang="zh-CN" b="1" smtClean="0">
                <a:latin typeface="Times New Roman" pitchFamily="18" charset="0"/>
                <a:ea typeface="华文新魏" pitchFamily="2" charset="-122"/>
              </a:rPr>
              <a:t>G</a:t>
            </a:r>
            <a:r>
              <a:rPr lang="zh-CN" altLang="en-US" b="1" smtClean="0">
                <a:latin typeface="Times New Roman" pitchFamily="18" charset="0"/>
                <a:ea typeface="华文新魏" pitchFamily="2" charset="-122"/>
              </a:rPr>
              <a:t>的一棵语法子树的“结果”表示一个句型中某一部分的结构 </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子结构</a:t>
            </a:r>
          </a:p>
        </p:txBody>
      </p:sp>
      <p:grpSp>
        <p:nvGrpSpPr>
          <p:cNvPr id="2" name="Group 37"/>
          <p:cNvGrpSpPr>
            <a:grpSpLocks/>
          </p:cNvGrpSpPr>
          <p:nvPr/>
        </p:nvGrpSpPr>
        <p:grpSpPr bwMode="auto">
          <a:xfrm>
            <a:off x="4427538" y="1916113"/>
            <a:ext cx="4105275" cy="2536825"/>
            <a:chOff x="2789" y="1207"/>
            <a:chExt cx="2586" cy="1598"/>
          </a:xfrm>
        </p:grpSpPr>
        <p:grpSp>
          <p:nvGrpSpPr>
            <p:cNvPr id="71701" name="Group 4"/>
            <p:cNvGrpSpPr>
              <a:grpSpLocks/>
            </p:cNvGrpSpPr>
            <p:nvPr/>
          </p:nvGrpSpPr>
          <p:grpSpPr bwMode="auto">
            <a:xfrm>
              <a:off x="3243" y="1207"/>
              <a:ext cx="2086" cy="862"/>
              <a:chOff x="3243" y="1207"/>
              <a:chExt cx="2086" cy="862"/>
            </a:xfrm>
          </p:grpSpPr>
          <p:sp>
            <p:nvSpPr>
              <p:cNvPr id="71709" name="Text Box 5"/>
              <p:cNvSpPr txBox="1">
                <a:spLocks noChangeArrowheads="1"/>
              </p:cNvSpPr>
              <p:nvPr/>
            </p:nvSpPr>
            <p:spPr bwMode="auto">
              <a:xfrm>
                <a:off x="4105" y="1207"/>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S</a:t>
                </a:r>
              </a:p>
            </p:txBody>
          </p:sp>
          <p:sp>
            <p:nvSpPr>
              <p:cNvPr id="71710" name="Text Box 6"/>
              <p:cNvSpPr txBox="1">
                <a:spLocks noChangeArrowheads="1"/>
              </p:cNvSpPr>
              <p:nvPr/>
            </p:nvSpPr>
            <p:spPr bwMode="auto">
              <a:xfrm>
                <a:off x="3651" y="1207"/>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T:</a:t>
                </a:r>
              </a:p>
            </p:txBody>
          </p:sp>
          <p:sp>
            <p:nvSpPr>
              <p:cNvPr id="71711" name="Line 7"/>
              <p:cNvSpPr>
                <a:spLocks noChangeShapeType="1"/>
              </p:cNvSpPr>
              <p:nvPr/>
            </p:nvSpPr>
            <p:spPr bwMode="auto">
              <a:xfrm flipH="1">
                <a:off x="3515" y="1434"/>
                <a:ext cx="635" cy="3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2" name="Text Box 8"/>
              <p:cNvSpPr txBox="1">
                <a:spLocks noChangeArrowheads="1"/>
              </p:cNvSpPr>
              <p:nvPr/>
            </p:nvSpPr>
            <p:spPr bwMode="auto">
              <a:xfrm>
                <a:off x="4014" y="1706"/>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a:t>
                </a:r>
              </a:p>
            </p:txBody>
          </p:sp>
          <p:sp>
            <p:nvSpPr>
              <p:cNvPr id="71713" name="Text Box 9"/>
              <p:cNvSpPr txBox="1">
                <a:spLocks noChangeArrowheads="1"/>
              </p:cNvSpPr>
              <p:nvPr/>
            </p:nvSpPr>
            <p:spPr bwMode="auto">
              <a:xfrm>
                <a:off x="3243" y="1706"/>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A</a:t>
                </a:r>
                <a:r>
                  <a:rPr lang="en-US" altLang="zh-CN" sz="2800" b="1" baseline="-25000">
                    <a:latin typeface="Times New Roman" pitchFamily="18" charset="0"/>
                  </a:rPr>
                  <a:t>1</a:t>
                </a:r>
                <a:endParaRPr lang="en-US" altLang="zh-CN" sz="2800" b="1">
                  <a:latin typeface="Times New Roman" pitchFamily="18" charset="0"/>
                </a:endParaRPr>
              </a:p>
            </p:txBody>
          </p:sp>
          <p:sp>
            <p:nvSpPr>
              <p:cNvPr id="71714" name="Text Box 10"/>
              <p:cNvSpPr txBox="1">
                <a:spLocks noChangeArrowheads="1"/>
              </p:cNvSpPr>
              <p:nvPr/>
            </p:nvSpPr>
            <p:spPr bwMode="auto">
              <a:xfrm>
                <a:off x="4875" y="1742"/>
                <a:ext cx="45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A</a:t>
                </a:r>
                <a:r>
                  <a:rPr lang="en-US" altLang="zh-CN" sz="2800" b="1" baseline="-25000">
                    <a:latin typeface="Times New Roman" pitchFamily="18" charset="0"/>
                  </a:rPr>
                  <a:t>n</a:t>
                </a:r>
                <a:endParaRPr lang="en-US" altLang="zh-CN" sz="2800" b="1">
                  <a:latin typeface="Times New Roman" pitchFamily="18" charset="0"/>
                </a:endParaRPr>
              </a:p>
            </p:txBody>
          </p:sp>
          <p:sp>
            <p:nvSpPr>
              <p:cNvPr id="71715" name="Line 11"/>
              <p:cNvSpPr>
                <a:spLocks noChangeShapeType="1"/>
              </p:cNvSpPr>
              <p:nvPr/>
            </p:nvSpPr>
            <p:spPr bwMode="auto">
              <a:xfrm>
                <a:off x="4286" y="1434"/>
                <a:ext cx="681" cy="3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1702" name="Line 15"/>
            <p:cNvSpPr>
              <a:spLocks noChangeShapeType="1"/>
            </p:cNvSpPr>
            <p:nvPr/>
          </p:nvSpPr>
          <p:spPr bwMode="auto">
            <a:xfrm flipH="1">
              <a:off x="2880" y="1979"/>
              <a:ext cx="499" cy="45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03" name="Line 16"/>
            <p:cNvSpPr>
              <a:spLocks noChangeShapeType="1"/>
            </p:cNvSpPr>
            <p:nvPr/>
          </p:nvSpPr>
          <p:spPr bwMode="auto">
            <a:xfrm>
              <a:off x="3379" y="1979"/>
              <a:ext cx="408" cy="5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04" name="Text Box 17"/>
            <p:cNvSpPr txBox="1">
              <a:spLocks noChangeArrowheads="1"/>
            </p:cNvSpPr>
            <p:nvPr/>
          </p:nvSpPr>
          <p:spPr bwMode="auto">
            <a:xfrm>
              <a:off x="2789" y="2478"/>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a:t>
              </a:r>
            </a:p>
          </p:txBody>
        </p:sp>
        <p:grpSp>
          <p:nvGrpSpPr>
            <p:cNvPr id="71705" name="Group 29"/>
            <p:cNvGrpSpPr>
              <a:grpSpLocks/>
            </p:cNvGrpSpPr>
            <p:nvPr/>
          </p:nvGrpSpPr>
          <p:grpSpPr bwMode="auto">
            <a:xfrm>
              <a:off x="4649" y="2024"/>
              <a:ext cx="726" cy="735"/>
              <a:chOff x="4649" y="2024"/>
              <a:chExt cx="726" cy="735"/>
            </a:xfrm>
          </p:grpSpPr>
          <p:sp>
            <p:nvSpPr>
              <p:cNvPr id="71706" name="Text Box 30"/>
              <p:cNvSpPr txBox="1">
                <a:spLocks noChangeArrowheads="1"/>
              </p:cNvSpPr>
              <p:nvPr/>
            </p:nvSpPr>
            <p:spPr bwMode="auto">
              <a:xfrm>
                <a:off x="4694" y="2432"/>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latin typeface="Times New Roman" pitchFamily="18" charset="0"/>
                  </a:rPr>
                  <a:t>…</a:t>
                </a:r>
              </a:p>
            </p:txBody>
          </p:sp>
          <p:sp>
            <p:nvSpPr>
              <p:cNvPr id="71707" name="Line 31"/>
              <p:cNvSpPr>
                <a:spLocks noChangeShapeType="1"/>
              </p:cNvSpPr>
              <p:nvPr/>
            </p:nvSpPr>
            <p:spPr bwMode="auto">
              <a:xfrm flipH="1">
                <a:off x="4649" y="2024"/>
                <a:ext cx="318" cy="4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08" name="Line 32"/>
              <p:cNvSpPr>
                <a:spLocks noChangeShapeType="1"/>
              </p:cNvSpPr>
              <p:nvPr/>
            </p:nvSpPr>
            <p:spPr bwMode="auto">
              <a:xfrm>
                <a:off x="5057" y="2024"/>
                <a:ext cx="318" cy="4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 name="Group 40"/>
          <p:cNvGrpSpPr>
            <a:grpSpLocks/>
          </p:cNvGrpSpPr>
          <p:nvPr/>
        </p:nvGrpSpPr>
        <p:grpSpPr bwMode="auto">
          <a:xfrm>
            <a:off x="4572000" y="4221163"/>
            <a:ext cx="4394200" cy="2087562"/>
            <a:chOff x="2880" y="2659"/>
            <a:chExt cx="2768" cy="1315"/>
          </a:xfrm>
        </p:grpSpPr>
        <p:sp>
          <p:nvSpPr>
            <p:cNvPr id="71689" name="Text Box 13"/>
            <p:cNvSpPr txBox="1">
              <a:spLocks noChangeArrowheads="1"/>
            </p:cNvSpPr>
            <p:nvPr/>
          </p:nvSpPr>
          <p:spPr bwMode="auto">
            <a:xfrm>
              <a:off x="3787" y="2659"/>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solidFill>
                    <a:srgbClr val="FF0000"/>
                  </a:solidFill>
                  <a:latin typeface="Times New Roman" pitchFamily="18" charset="0"/>
                </a:rPr>
                <a:t>B</a:t>
              </a:r>
            </a:p>
          </p:txBody>
        </p:sp>
        <p:sp>
          <p:nvSpPr>
            <p:cNvPr id="71690" name="Text Box 14"/>
            <p:cNvSpPr txBox="1">
              <a:spLocks noChangeArrowheads="1"/>
            </p:cNvSpPr>
            <p:nvPr/>
          </p:nvSpPr>
          <p:spPr bwMode="auto">
            <a:xfrm>
              <a:off x="2880" y="3647"/>
              <a:ext cx="4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solidFill>
                    <a:srgbClr val="FF0000"/>
                  </a:solidFill>
                  <a:latin typeface="Times New Roman" pitchFamily="18" charset="0"/>
                </a:rPr>
                <a:t>Y</a:t>
              </a:r>
              <a:r>
                <a:rPr lang="en-US" altLang="zh-CN" sz="2800" b="1" baseline="-25000">
                  <a:solidFill>
                    <a:srgbClr val="FF0000"/>
                  </a:solidFill>
                  <a:latin typeface="Times New Roman" pitchFamily="18" charset="0"/>
                </a:rPr>
                <a:t>1</a:t>
              </a:r>
              <a:endParaRPr lang="en-US" altLang="zh-CN" sz="2800" b="1">
                <a:solidFill>
                  <a:srgbClr val="FF0000"/>
                </a:solidFill>
                <a:latin typeface="Times New Roman" pitchFamily="18" charset="0"/>
              </a:endParaRPr>
            </a:p>
          </p:txBody>
        </p:sp>
        <p:sp>
          <p:nvSpPr>
            <p:cNvPr id="71691" name="Text Box 19"/>
            <p:cNvSpPr txBox="1">
              <a:spLocks noChangeArrowheads="1"/>
            </p:cNvSpPr>
            <p:nvPr/>
          </p:nvSpPr>
          <p:spPr bwMode="auto">
            <a:xfrm>
              <a:off x="3424" y="3647"/>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solidFill>
                    <a:srgbClr val="FF0000"/>
                  </a:solidFill>
                  <a:latin typeface="Times New Roman" pitchFamily="18" charset="0"/>
                </a:rPr>
                <a:t>Y</a:t>
              </a:r>
              <a:r>
                <a:rPr lang="en-US" altLang="zh-CN" sz="2800" b="1" baseline="-25000">
                  <a:solidFill>
                    <a:srgbClr val="FF0000"/>
                  </a:solidFill>
                  <a:latin typeface="Times New Roman" pitchFamily="18" charset="0"/>
                </a:rPr>
                <a:t>2</a:t>
              </a:r>
              <a:endParaRPr lang="en-US" altLang="zh-CN" sz="2800" b="1">
                <a:solidFill>
                  <a:srgbClr val="FF0000"/>
                </a:solidFill>
                <a:latin typeface="Times New Roman" pitchFamily="18" charset="0"/>
              </a:endParaRPr>
            </a:p>
          </p:txBody>
        </p:sp>
        <p:sp>
          <p:nvSpPr>
            <p:cNvPr id="71692" name="Text Box 20"/>
            <p:cNvSpPr txBox="1">
              <a:spLocks noChangeArrowheads="1"/>
            </p:cNvSpPr>
            <p:nvPr/>
          </p:nvSpPr>
          <p:spPr bwMode="auto">
            <a:xfrm>
              <a:off x="3833" y="3475"/>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solidFill>
                    <a:srgbClr val="FF0000"/>
                  </a:solidFill>
                  <a:latin typeface="Times New Roman" pitchFamily="18" charset="0"/>
                </a:rPr>
                <a:t>…</a:t>
              </a:r>
            </a:p>
          </p:txBody>
        </p:sp>
        <p:sp>
          <p:nvSpPr>
            <p:cNvPr id="71693" name="Text Box 23"/>
            <p:cNvSpPr txBox="1">
              <a:spLocks noChangeArrowheads="1"/>
            </p:cNvSpPr>
            <p:nvPr/>
          </p:nvSpPr>
          <p:spPr bwMode="auto">
            <a:xfrm>
              <a:off x="4332" y="3385"/>
              <a:ext cx="6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solidFill>
                    <a:srgbClr val="FF0000"/>
                  </a:solidFill>
                  <a:latin typeface="Times New Roman" pitchFamily="18" charset="0"/>
                </a:rPr>
                <a:t>Y</a:t>
              </a:r>
              <a:r>
                <a:rPr lang="en-US" altLang="zh-CN" sz="2800" b="1" baseline="-25000">
                  <a:solidFill>
                    <a:srgbClr val="FF0000"/>
                  </a:solidFill>
                  <a:latin typeface="Times New Roman" pitchFamily="18" charset="0"/>
                </a:rPr>
                <a:t>m-1</a:t>
              </a:r>
              <a:endParaRPr lang="zh-CN" altLang="en-US" sz="2800" b="1">
                <a:solidFill>
                  <a:srgbClr val="FF0000"/>
                </a:solidFill>
                <a:latin typeface="Times New Roman" pitchFamily="18" charset="0"/>
              </a:endParaRPr>
            </a:p>
          </p:txBody>
        </p:sp>
        <p:sp>
          <p:nvSpPr>
            <p:cNvPr id="71694" name="Text Box 24"/>
            <p:cNvSpPr txBox="1">
              <a:spLocks noChangeArrowheads="1"/>
            </p:cNvSpPr>
            <p:nvPr/>
          </p:nvSpPr>
          <p:spPr bwMode="auto">
            <a:xfrm>
              <a:off x="4739" y="2931"/>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solidFill>
                    <a:srgbClr val="FF0000"/>
                  </a:solidFill>
                  <a:latin typeface="Times New Roman" pitchFamily="18" charset="0"/>
                </a:rPr>
                <a:t>C</a:t>
              </a:r>
            </a:p>
          </p:txBody>
        </p:sp>
        <p:sp>
          <p:nvSpPr>
            <p:cNvPr id="71695" name="Text Box 25"/>
            <p:cNvSpPr txBox="1">
              <a:spLocks noChangeArrowheads="1"/>
            </p:cNvSpPr>
            <p:nvPr/>
          </p:nvSpPr>
          <p:spPr bwMode="auto">
            <a:xfrm>
              <a:off x="5057" y="3385"/>
              <a:ext cx="5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solidFill>
                    <a:srgbClr val="FF0000"/>
                  </a:solidFill>
                  <a:latin typeface="Times New Roman" pitchFamily="18" charset="0"/>
                </a:rPr>
                <a:t>Y</a:t>
              </a:r>
              <a:r>
                <a:rPr lang="en-US" altLang="zh-CN" sz="2800" b="1" baseline="-25000">
                  <a:solidFill>
                    <a:srgbClr val="FF0000"/>
                  </a:solidFill>
                  <a:latin typeface="Times New Roman" pitchFamily="18" charset="0"/>
                </a:rPr>
                <a:t>m</a:t>
              </a:r>
              <a:endParaRPr lang="en-US" altLang="zh-CN" sz="2800" b="1">
                <a:solidFill>
                  <a:srgbClr val="FF0000"/>
                </a:solidFill>
                <a:latin typeface="Times New Roman" pitchFamily="18" charset="0"/>
              </a:endParaRPr>
            </a:p>
          </p:txBody>
        </p:sp>
        <p:sp>
          <p:nvSpPr>
            <p:cNvPr id="71696" name="Line 26"/>
            <p:cNvSpPr>
              <a:spLocks noChangeShapeType="1"/>
            </p:cNvSpPr>
            <p:nvPr/>
          </p:nvSpPr>
          <p:spPr bwMode="auto">
            <a:xfrm flipH="1">
              <a:off x="4467" y="3158"/>
              <a:ext cx="317" cy="31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7" name="Line 27"/>
            <p:cNvSpPr>
              <a:spLocks noChangeShapeType="1"/>
            </p:cNvSpPr>
            <p:nvPr/>
          </p:nvSpPr>
          <p:spPr bwMode="auto">
            <a:xfrm>
              <a:off x="4966" y="3158"/>
              <a:ext cx="226" cy="27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8" name="Line 34"/>
            <p:cNvSpPr>
              <a:spLocks noChangeShapeType="1"/>
            </p:cNvSpPr>
            <p:nvPr/>
          </p:nvSpPr>
          <p:spPr bwMode="auto">
            <a:xfrm>
              <a:off x="3923" y="2886"/>
              <a:ext cx="907" cy="181"/>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9" name="Line 35"/>
            <p:cNvSpPr>
              <a:spLocks noChangeShapeType="1"/>
            </p:cNvSpPr>
            <p:nvPr/>
          </p:nvSpPr>
          <p:spPr bwMode="auto">
            <a:xfrm flipH="1">
              <a:off x="3016" y="2886"/>
              <a:ext cx="907" cy="27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00" name="Text Box 36"/>
            <p:cNvSpPr txBox="1">
              <a:spLocks noChangeArrowheads="1"/>
            </p:cNvSpPr>
            <p:nvPr/>
          </p:nvSpPr>
          <p:spPr bwMode="auto">
            <a:xfrm>
              <a:off x="2880" y="3249"/>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800" b="1">
                  <a:solidFill>
                    <a:srgbClr val="FF0000"/>
                  </a:solidFill>
                  <a:latin typeface="Times New Roman" pitchFamily="18" charset="0"/>
                </a:rPr>
                <a:t>…</a:t>
              </a:r>
            </a:p>
          </p:txBody>
        </p:sp>
      </p:grpSp>
      <p:sp>
        <p:nvSpPr>
          <p:cNvPr id="480297" name="Rectangle 41"/>
          <p:cNvSpPr>
            <a:spLocks noRot="1" noChangeArrowheads="1"/>
          </p:cNvSpPr>
          <p:nvPr/>
        </p:nvSpPr>
        <p:spPr bwMode="auto">
          <a:xfrm>
            <a:off x="395288" y="3933825"/>
            <a:ext cx="3838575"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chemeClr val="hlink"/>
              </a:buClr>
              <a:buSzPct val="75000"/>
              <a:buFont typeface="Wingdings" pitchFamily="2" charset="2"/>
              <a:buNone/>
            </a:pPr>
            <a:r>
              <a:rPr lang="zh-CN" altLang="en-US" sz="3200" b="1">
                <a:ea typeface="华文新魏" pitchFamily="2" charset="-122"/>
              </a:rPr>
              <a:t>子树</a:t>
            </a:r>
            <a:r>
              <a:rPr lang="en-US" altLang="zh-CN" sz="3200" b="1">
                <a:ea typeface="华文新魏" pitchFamily="2" charset="-122"/>
              </a:rPr>
              <a:t>B</a:t>
            </a:r>
            <a:r>
              <a:rPr lang="zh-CN" altLang="en-US" sz="3200" b="1">
                <a:ea typeface="华文新魏" pitchFamily="2" charset="-122"/>
              </a:rPr>
              <a:t>表示其“结果” </a:t>
            </a:r>
            <a:r>
              <a:rPr lang="en-US" altLang="zh-CN" sz="3200" b="1">
                <a:ea typeface="华文新魏" pitchFamily="2" charset="-122"/>
              </a:rPr>
              <a:t>Y</a:t>
            </a:r>
            <a:r>
              <a:rPr lang="en-US" altLang="zh-CN" sz="3200" b="1" baseline="-25000">
                <a:ea typeface="华文新魏" pitchFamily="2" charset="-122"/>
              </a:rPr>
              <a:t>1</a:t>
            </a:r>
            <a:r>
              <a:rPr lang="en-US" altLang="zh-CN" sz="3200" b="1">
                <a:ea typeface="华文新魏" pitchFamily="2" charset="-122"/>
              </a:rPr>
              <a:t>Y</a:t>
            </a:r>
            <a:r>
              <a:rPr lang="en-US" altLang="zh-CN" sz="3200" b="1" baseline="-25000">
                <a:ea typeface="华文新魏" pitchFamily="2" charset="-122"/>
              </a:rPr>
              <a:t>2</a:t>
            </a:r>
            <a:r>
              <a:rPr lang="en-US" altLang="zh-CN" sz="3200" b="1">
                <a:ea typeface="华文新魏" pitchFamily="2" charset="-122"/>
              </a:rPr>
              <a:t>…Y</a:t>
            </a:r>
            <a:r>
              <a:rPr lang="en-US" altLang="zh-CN" sz="3200" b="1" baseline="-25000">
                <a:ea typeface="华文新魏" pitchFamily="2" charset="-122"/>
              </a:rPr>
              <a:t>m</a:t>
            </a:r>
            <a:r>
              <a:rPr lang="zh-CN" altLang="en-US" sz="3200" b="1">
                <a:ea typeface="华文新魏" pitchFamily="2" charset="-122"/>
              </a:rPr>
              <a:t>的结构</a:t>
            </a:r>
          </a:p>
          <a:p>
            <a:pPr eaLnBrk="1" hangingPunct="1">
              <a:spcBef>
                <a:spcPct val="20000"/>
              </a:spcBef>
              <a:buClr>
                <a:schemeClr val="hlink"/>
              </a:buClr>
              <a:buSzPct val="75000"/>
              <a:buFont typeface="Wingdings" pitchFamily="2" charset="2"/>
              <a:buNone/>
            </a:pPr>
            <a:r>
              <a:rPr lang="en-US" altLang="zh-CN" sz="3200" b="1">
                <a:ea typeface="华文新魏" pitchFamily="2" charset="-122"/>
              </a:rPr>
              <a:t>Y</a:t>
            </a:r>
            <a:r>
              <a:rPr lang="en-US" altLang="zh-CN" sz="3200" b="1" baseline="-25000">
                <a:ea typeface="华文新魏" pitchFamily="2" charset="-122"/>
              </a:rPr>
              <a:t>1</a:t>
            </a:r>
            <a:r>
              <a:rPr lang="en-US" altLang="zh-CN" sz="3200" b="1">
                <a:ea typeface="华文新魏" pitchFamily="2" charset="-122"/>
              </a:rPr>
              <a:t>Y</a:t>
            </a:r>
            <a:r>
              <a:rPr lang="en-US" altLang="zh-CN" sz="3200" b="1" baseline="-25000">
                <a:ea typeface="华文新魏" pitchFamily="2" charset="-122"/>
              </a:rPr>
              <a:t>2</a:t>
            </a:r>
            <a:r>
              <a:rPr lang="en-US" altLang="zh-CN" sz="3200" b="1">
                <a:ea typeface="华文新魏" pitchFamily="2" charset="-122"/>
              </a:rPr>
              <a:t>…Y</a:t>
            </a:r>
            <a:r>
              <a:rPr lang="en-US" altLang="zh-CN" sz="3200" b="1" baseline="-25000">
                <a:ea typeface="华文新魏" pitchFamily="2" charset="-122"/>
              </a:rPr>
              <a:t>m</a:t>
            </a:r>
            <a:r>
              <a:rPr lang="zh-CN" altLang="en-US" sz="3200" b="1">
                <a:ea typeface="华文新魏" pitchFamily="2" charset="-122"/>
              </a:rPr>
              <a:t>称为</a:t>
            </a:r>
            <a:r>
              <a:rPr lang="zh-CN" altLang="en-US" sz="3200" b="1">
                <a:solidFill>
                  <a:srgbClr val="FF0000"/>
                </a:solidFill>
                <a:ea typeface="华文新魏" pitchFamily="2" charset="-122"/>
              </a:rPr>
              <a:t>短语</a:t>
            </a:r>
            <a:r>
              <a:rPr lang="en-US" altLang="zh-CN" sz="3200" b="1">
                <a:solidFill>
                  <a:srgbClr val="FF0000"/>
                </a:solidFill>
                <a:ea typeface="华文新魏" pitchFamily="2" charset="-122"/>
              </a:rPr>
              <a:t>(Phrase)</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0074C1F-5CE0-40CD-94CB-61B2FF04E613}" type="datetime1">
              <a:rPr lang="zh-CN" altLang="en-US">
                <a:latin typeface="Times New Roman" pitchFamily="18" charset="0"/>
              </a:rPr>
              <a:pPr/>
              <a:t>2017/2/24</a:t>
            </a:fld>
            <a:endParaRPr lang="en-US" altLang="zh-CN">
              <a:latin typeface="Times New Roman" pitchFamily="18" charset="0"/>
            </a:endParaRPr>
          </a:p>
        </p:txBody>
      </p:sp>
      <p:sp>
        <p:nvSpPr>
          <p:cNvPr id="7270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89F2812-E890-42F4-92C7-FD44011D06E4}" type="slidenum">
              <a:rPr lang="zh-CN" altLang="en-US">
                <a:latin typeface="Times New Roman" pitchFamily="18" charset="0"/>
              </a:rPr>
              <a:pPr/>
              <a:t>64</a:t>
            </a:fld>
            <a:endParaRPr lang="en-US" altLang="zh-CN">
              <a:latin typeface="Times New Roman" pitchFamily="18" charset="0"/>
            </a:endParaRPr>
          </a:p>
        </p:txBody>
      </p:sp>
      <p:sp>
        <p:nvSpPr>
          <p:cNvPr id="72708" name="Rectangle 2"/>
          <p:cNvSpPr>
            <a:spLocks noGrp="1" noRot="1" noChangeArrowheads="1"/>
          </p:cNvSpPr>
          <p:nvPr>
            <p:ph type="title"/>
          </p:nvPr>
        </p:nvSpPr>
        <p:spPr>
          <a:xfrm>
            <a:off x="990600" y="381000"/>
            <a:ext cx="6461125" cy="1219200"/>
          </a:xfrm>
          <a:noFill/>
        </p:spPr>
        <p:txBody>
          <a:bodyPr lIns="92075" tIns="46038" rIns="92075" bIns="46038"/>
          <a:lstStyle/>
          <a:p>
            <a:pPr eaLnBrk="1" hangingPunct="1"/>
            <a:r>
              <a:rPr lang="zh-CN" altLang="en-US" sz="3600" b="1" smtClean="0">
                <a:latin typeface="Times New Roman" pitchFamily="18" charset="0"/>
                <a:ea typeface="华文新魏" pitchFamily="2" charset="-122"/>
              </a:rPr>
              <a:t>例2-</a:t>
            </a:r>
            <a:r>
              <a:rPr lang="en-US" altLang="zh-CN" sz="3600" b="1" smtClean="0">
                <a:latin typeface="Times New Roman" pitchFamily="18" charset="0"/>
                <a:ea typeface="华文新魏" pitchFamily="2" charset="-122"/>
              </a:rPr>
              <a:t>6 </a:t>
            </a:r>
            <a:r>
              <a:rPr lang="zh-CN" altLang="en-US" sz="3600" b="1" smtClean="0">
                <a:latin typeface="Times New Roman" pitchFamily="18" charset="0"/>
                <a:ea typeface="华文新魏" pitchFamily="2" charset="-122"/>
              </a:rPr>
              <a:t>语法</a:t>
            </a:r>
            <a:r>
              <a:rPr lang="en-US" altLang="zh-CN" sz="3600" b="1" smtClean="0">
                <a:latin typeface="Times New Roman" pitchFamily="18" charset="0"/>
                <a:ea typeface="华文新魏" pitchFamily="2" charset="-122"/>
              </a:rPr>
              <a:t>(</a:t>
            </a:r>
            <a:r>
              <a:rPr lang="zh-CN" altLang="en-US" sz="3600" b="1" smtClean="0">
                <a:latin typeface="Times New Roman" pitchFamily="18" charset="0"/>
                <a:ea typeface="华文新魏" pitchFamily="2" charset="-122"/>
              </a:rPr>
              <a:t>分析</a:t>
            </a:r>
            <a:r>
              <a:rPr lang="en-US" altLang="zh-CN" sz="3600" b="1" smtClean="0">
                <a:latin typeface="Times New Roman" pitchFamily="18" charset="0"/>
                <a:ea typeface="华文新魏" pitchFamily="2" charset="-122"/>
              </a:rPr>
              <a:t>)</a:t>
            </a:r>
            <a:r>
              <a:rPr lang="zh-CN" altLang="en-US" sz="3600" b="1" smtClean="0">
                <a:latin typeface="Times New Roman" pitchFamily="18" charset="0"/>
                <a:ea typeface="华文新魏" pitchFamily="2" charset="-122"/>
              </a:rPr>
              <a:t>树</a:t>
            </a:r>
            <a:r>
              <a:rPr lang="zh-CN" altLang="en-US" b="1" smtClean="0">
                <a:latin typeface="Times New Roman" pitchFamily="18" charset="0"/>
                <a:ea typeface="华文新魏" pitchFamily="2" charset="-122"/>
              </a:rPr>
              <a:t>  </a:t>
            </a:r>
            <a:br>
              <a:rPr lang="zh-CN" altLang="en-US" b="1" smtClean="0">
                <a:latin typeface="Times New Roman" pitchFamily="18" charset="0"/>
                <a:ea typeface="华文新魏" pitchFamily="2" charset="-122"/>
              </a:rPr>
            </a:br>
            <a:r>
              <a:rPr lang="en-US" altLang="zh-CN" sz="3200" b="1" smtClean="0">
                <a:solidFill>
                  <a:schemeClr val="tx1"/>
                </a:solidFill>
                <a:latin typeface="Times New Roman" pitchFamily="18" charset="0"/>
                <a:ea typeface="华文新魏" pitchFamily="2" charset="-122"/>
              </a:rPr>
              <a:t>(</a:t>
            </a:r>
            <a:r>
              <a:rPr lang="zh-CN" altLang="en-US" sz="3200" b="1" smtClean="0">
                <a:solidFill>
                  <a:schemeClr val="tx1"/>
                </a:solidFill>
                <a:latin typeface="Times New Roman" pitchFamily="18" charset="0"/>
                <a:ea typeface="华文新魏" pitchFamily="2" charset="-122"/>
              </a:rPr>
              <a:t>文法</a:t>
            </a:r>
            <a:r>
              <a:rPr lang="en-US" altLang="zh-CN" sz="2800" b="1" smtClean="0">
                <a:solidFill>
                  <a:schemeClr val="tx1"/>
                </a:solidFill>
                <a:latin typeface="Times New Roman" pitchFamily="18" charset="0"/>
                <a:ea typeface="华文新魏" pitchFamily="2" charset="-122"/>
              </a:rPr>
              <a:t>E→E+E|E*E|(E)|id</a:t>
            </a:r>
            <a:r>
              <a:rPr lang="en-US" altLang="zh-CN" sz="3200" b="1" smtClean="0">
                <a:solidFill>
                  <a:schemeClr val="tx1"/>
                </a:solidFill>
                <a:latin typeface="Times New Roman" pitchFamily="18" charset="0"/>
                <a:ea typeface="华文新魏" pitchFamily="2" charset="-122"/>
              </a:rPr>
              <a:t> )</a:t>
            </a:r>
          </a:p>
        </p:txBody>
      </p:sp>
      <p:sp>
        <p:nvSpPr>
          <p:cNvPr id="323588" name="Text Box 4"/>
          <p:cNvSpPr txBox="1">
            <a:spLocks noChangeArrowheads="1"/>
          </p:cNvSpPr>
          <p:nvPr/>
        </p:nvSpPr>
        <p:spPr bwMode="auto">
          <a:xfrm>
            <a:off x="5638800" y="1643063"/>
            <a:ext cx="681038" cy="696912"/>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3600" b="1">
                <a:solidFill>
                  <a:srgbClr val="751005"/>
                </a:solidFill>
                <a:effectLst>
                  <a:outerShdw blurRad="38100" dist="38100" dir="2700000" algn="tl">
                    <a:srgbClr val="C0C0C0"/>
                  </a:outerShdw>
                </a:effectLst>
                <a:latin typeface="Times New Roman" pitchFamily="18" charset="0"/>
              </a:rPr>
              <a:t>E</a:t>
            </a:r>
          </a:p>
        </p:txBody>
      </p:sp>
      <p:sp>
        <p:nvSpPr>
          <p:cNvPr id="323589" name="Text Box 5"/>
          <p:cNvSpPr txBox="1">
            <a:spLocks noChangeArrowheads="1"/>
          </p:cNvSpPr>
          <p:nvPr/>
        </p:nvSpPr>
        <p:spPr bwMode="auto">
          <a:xfrm>
            <a:off x="4349750" y="2862263"/>
            <a:ext cx="566738" cy="561975"/>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latin typeface="Times New Roman" pitchFamily="18" charset="0"/>
              </a:rPr>
              <a:t>E</a:t>
            </a:r>
          </a:p>
        </p:txBody>
      </p:sp>
      <p:sp>
        <p:nvSpPr>
          <p:cNvPr id="323590" name="Text Box 6"/>
          <p:cNvSpPr txBox="1">
            <a:spLocks noChangeArrowheads="1"/>
          </p:cNvSpPr>
          <p:nvPr/>
        </p:nvSpPr>
        <p:spPr bwMode="auto">
          <a:xfrm>
            <a:off x="5651500" y="2781300"/>
            <a:ext cx="661988" cy="561975"/>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zh-CN" altLang="en-US" sz="2800" b="1">
                <a:effectLst>
                  <a:outerShdw blurRad="38100" dist="38100" dir="2700000" algn="tl">
                    <a:srgbClr val="C0C0C0"/>
                  </a:outerShdw>
                </a:effectLst>
                <a:latin typeface="Times New Roman" pitchFamily="18" charset="0"/>
              </a:rPr>
              <a:t>+</a:t>
            </a:r>
          </a:p>
        </p:txBody>
      </p:sp>
      <p:sp>
        <p:nvSpPr>
          <p:cNvPr id="323591" name="Text Box 7"/>
          <p:cNvSpPr txBox="1">
            <a:spLocks noChangeArrowheads="1"/>
          </p:cNvSpPr>
          <p:nvPr/>
        </p:nvSpPr>
        <p:spPr bwMode="auto">
          <a:xfrm>
            <a:off x="6980238" y="2849563"/>
            <a:ext cx="661987" cy="561975"/>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latin typeface="Times New Roman" pitchFamily="18" charset="0"/>
              </a:rPr>
              <a:t>E</a:t>
            </a:r>
          </a:p>
        </p:txBody>
      </p:sp>
      <p:sp>
        <p:nvSpPr>
          <p:cNvPr id="323592" name="Line 8"/>
          <p:cNvSpPr>
            <a:spLocks noChangeShapeType="1"/>
          </p:cNvSpPr>
          <p:nvPr/>
        </p:nvSpPr>
        <p:spPr bwMode="auto">
          <a:xfrm flipV="1">
            <a:off x="4483100" y="2235200"/>
            <a:ext cx="1243013" cy="8334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3593" name="Line 9"/>
          <p:cNvSpPr>
            <a:spLocks noChangeShapeType="1"/>
          </p:cNvSpPr>
          <p:nvPr/>
        </p:nvSpPr>
        <p:spPr bwMode="auto">
          <a:xfrm flipH="1" flipV="1">
            <a:off x="6019800" y="2235200"/>
            <a:ext cx="1108075" cy="8334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3594" name="Line 10"/>
          <p:cNvSpPr>
            <a:spLocks noChangeShapeType="1"/>
          </p:cNvSpPr>
          <p:nvPr/>
        </p:nvSpPr>
        <p:spPr bwMode="auto">
          <a:xfrm flipV="1">
            <a:off x="5867400" y="2276475"/>
            <a:ext cx="0" cy="7572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3597" name="Text Box 13"/>
          <p:cNvSpPr txBox="1">
            <a:spLocks noChangeArrowheads="1"/>
          </p:cNvSpPr>
          <p:nvPr/>
        </p:nvSpPr>
        <p:spPr bwMode="auto">
          <a:xfrm>
            <a:off x="3419475" y="4887913"/>
            <a:ext cx="720725" cy="628650"/>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3200" b="1">
                <a:solidFill>
                  <a:srgbClr val="3333FF"/>
                </a:solidFill>
                <a:effectLst>
                  <a:outerShdw blurRad="38100" dist="38100" dir="2700000" algn="tl">
                    <a:srgbClr val="C0C0C0"/>
                  </a:outerShdw>
                </a:effectLst>
                <a:latin typeface="Times New Roman" pitchFamily="18" charset="0"/>
              </a:rPr>
              <a:t>a</a:t>
            </a:r>
            <a:r>
              <a:rPr kumimoji="1" lang="en-US" altLang="zh-CN" sz="3200" b="1" baseline="-25000">
                <a:solidFill>
                  <a:srgbClr val="3333FF"/>
                </a:solidFill>
                <a:effectLst>
                  <a:outerShdw blurRad="38100" dist="38100" dir="2700000" algn="tl">
                    <a:srgbClr val="C0C0C0"/>
                  </a:outerShdw>
                </a:effectLst>
                <a:latin typeface="Times New Roman" pitchFamily="18" charset="0"/>
              </a:rPr>
              <a:t>1</a:t>
            </a:r>
            <a:endParaRPr kumimoji="1" lang="en-US" altLang="zh-CN" sz="3200" b="1">
              <a:solidFill>
                <a:srgbClr val="3333FF"/>
              </a:solidFill>
              <a:effectLst>
                <a:outerShdw blurRad="38100" dist="38100" dir="2700000" algn="tl">
                  <a:srgbClr val="C0C0C0"/>
                </a:outerShdw>
              </a:effectLst>
              <a:latin typeface="Times New Roman" pitchFamily="18" charset="0"/>
            </a:endParaRPr>
          </a:p>
        </p:txBody>
      </p:sp>
      <p:sp>
        <p:nvSpPr>
          <p:cNvPr id="323598" name="Line 14"/>
          <p:cNvSpPr>
            <a:spLocks noChangeShapeType="1"/>
          </p:cNvSpPr>
          <p:nvPr/>
        </p:nvSpPr>
        <p:spPr bwMode="auto">
          <a:xfrm flipV="1">
            <a:off x="3708400" y="3302000"/>
            <a:ext cx="703263" cy="7032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3599" name="Text Box 15"/>
          <p:cNvSpPr txBox="1">
            <a:spLocks noChangeArrowheads="1"/>
          </p:cNvSpPr>
          <p:nvPr/>
        </p:nvSpPr>
        <p:spPr bwMode="auto">
          <a:xfrm>
            <a:off x="5203825" y="3806825"/>
            <a:ext cx="647700" cy="561975"/>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latin typeface="Times New Roman" pitchFamily="18" charset="0"/>
                <a:sym typeface="Symbol" pitchFamily="18" charset="2"/>
              </a:rPr>
              <a:t>E</a:t>
            </a:r>
          </a:p>
        </p:txBody>
      </p:sp>
      <p:sp>
        <p:nvSpPr>
          <p:cNvPr id="323601" name="Text Box 17"/>
          <p:cNvSpPr txBox="1">
            <a:spLocks noChangeArrowheads="1"/>
          </p:cNvSpPr>
          <p:nvPr/>
        </p:nvSpPr>
        <p:spPr bwMode="auto">
          <a:xfrm>
            <a:off x="6064250" y="3811588"/>
            <a:ext cx="525463" cy="561975"/>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latin typeface="Times New Roman" pitchFamily="18" charset="0"/>
              </a:rPr>
              <a:t>E</a:t>
            </a:r>
          </a:p>
        </p:txBody>
      </p:sp>
      <p:sp>
        <p:nvSpPr>
          <p:cNvPr id="323602" name="Text Box 18"/>
          <p:cNvSpPr txBox="1">
            <a:spLocks noChangeArrowheads="1"/>
          </p:cNvSpPr>
          <p:nvPr/>
        </p:nvSpPr>
        <p:spPr bwMode="auto">
          <a:xfrm>
            <a:off x="8018463" y="3779838"/>
            <a:ext cx="441325" cy="561975"/>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latin typeface="Times New Roman" pitchFamily="18" charset="0"/>
              </a:rPr>
              <a:t>E</a:t>
            </a:r>
          </a:p>
        </p:txBody>
      </p:sp>
      <p:sp>
        <p:nvSpPr>
          <p:cNvPr id="323603" name="Text Box 19"/>
          <p:cNvSpPr txBox="1">
            <a:spLocks noChangeArrowheads="1"/>
          </p:cNvSpPr>
          <p:nvPr/>
        </p:nvSpPr>
        <p:spPr bwMode="auto">
          <a:xfrm>
            <a:off x="6980238" y="3875088"/>
            <a:ext cx="615950" cy="561975"/>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zh-CN" altLang="en-US" sz="2800" b="1">
                <a:effectLst>
                  <a:outerShdw blurRad="38100" dist="38100" dir="2700000" algn="tl">
                    <a:srgbClr val="C0C0C0"/>
                  </a:outerShdw>
                </a:effectLst>
                <a:latin typeface="Times New Roman" pitchFamily="18" charset="0"/>
              </a:rPr>
              <a:t>*</a:t>
            </a:r>
          </a:p>
        </p:txBody>
      </p:sp>
      <p:sp>
        <p:nvSpPr>
          <p:cNvPr id="323604" name="Line 20"/>
          <p:cNvSpPr>
            <a:spLocks noChangeShapeType="1"/>
          </p:cNvSpPr>
          <p:nvPr/>
        </p:nvSpPr>
        <p:spPr bwMode="auto">
          <a:xfrm flipV="1">
            <a:off x="6300788" y="3306763"/>
            <a:ext cx="831850" cy="6985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3605" name="Line 21"/>
          <p:cNvSpPr>
            <a:spLocks noChangeShapeType="1"/>
          </p:cNvSpPr>
          <p:nvPr/>
        </p:nvSpPr>
        <p:spPr bwMode="auto">
          <a:xfrm>
            <a:off x="7164388" y="3357563"/>
            <a:ext cx="0" cy="647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3606" name="Line 22"/>
          <p:cNvSpPr>
            <a:spLocks noChangeShapeType="1"/>
          </p:cNvSpPr>
          <p:nvPr/>
        </p:nvSpPr>
        <p:spPr bwMode="auto">
          <a:xfrm>
            <a:off x="7208838" y="3306763"/>
            <a:ext cx="881062" cy="6905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3609" name="Text Box 25"/>
          <p:cNvSpPr txBox="1">
            <a:spLocks noChangeArrowheads="1"/>
          </p:cNvSpPr>
          <p:nvPr/>
        </p:nvSpPr>
        <p:spPr bwMode="auto">
          <a:xfrm>
            <a:off x="5940425" y="4733925"/>
            <a:ext cx="792163" cy="628650"/>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3200" b="1">
                <a:solidFill>
                  <a:srgbClr val="3333FF"/>
                </a:solidFill>
                <a:effectLst>
                  <a:outerShdw blurRad="38100" dist="38100" dir="2700000" algn="tl">
                    <a:srgbClr val="C0C0C0"/>
                  </a:outerShdw>
                </a:effectLst>
                <a:latin typeface="Times New Roman" pitchFamily="18" charset="0"/>
              </a:rPr>
              <a:t>a</a:t>
            </a:r>
            <a:r>
              <a:rPr kumimoji="1" lang="en-US" altLang="zh-CN" sz="3200" b="1" baseline="-25000">
                <a:solidFill>
                  <a:srgbClr val="3333FF"/>
                </a:solidFill>
                <a:effectLst>
                  <a:outerShdw blurRad="38100" dist="38100" dir="2700000" algn="tl">
                    <a:srgbClr val="C0C0C0"/>
                  </a:outerShdw>
                </a:effectLst>
                <a:latin typeface="Times New Roman" pitchFamily="18" charset="0"/>
              </a:rPr>
              <a:t>2</a:t>
            </a:r>
            <a:endParaRPr kumimoji="1" lang="en-US" altLang="zh-CN" sz="3200" b="1">
              <a:solidFill>
                <a:srgbClr val="3333FF"/>
              </a:solidFill>
              <a:effectLst>
                <a:outerShdw blurRad="38100" dist="38100" dir="2700000" algn="tl">
                  <a:srgbClr val="C0C0C0"/>
                </a:outerShdw>
              </a:effectLst>
              <a:latin typeface="Times New Roman" pitchFamily="18" charset="0"/>
            </a:endParaRPr>
          </a:p>
        </p:txBody>
      </p:sp>
      <p:sp>
        <p:nvSpPr>
          <p:cNvPr id="323610" name="Line 26"/>
          <p:cNvSpPr>
            <a:spLocks noChangeShapeType="1"/>
          </p:cNvSpPr>
          <p:nvPr/>
        </p:nvSpPr>
        <p:spPr bwMode="auto">
          <a:xfrm flipH="1">
            <a:off x="6216650" y="4297363"/>
            <a:ext cx="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3611" name="Text Box 27"/>
          <p:cNvSpPr txBox="1">
            <a:spLocks noChangeArrowheads="1"/>
          </p:cNvSpPr>
          <p:nvPr/>
        </p:nvSpPr>
        <p:spPr bwMode="auto">
          <a:xfrm>
            <a:off x="5761038" y="4449763"/>
            <a:ext cx="1066800" cy="561975"/>
          </a:xfrm>
          <a:prstGeom prst="rect">
            <a:avLst/>
          </a:prstGeom>
          <a:noFill/>
          <a:ln w="9525">
            <a:noFill/>
            <a:miter lim="800000"/>
            <a:headEnd/>
            <a:tailEnd/>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endParaRPr kumimoji="1" lang="zh-CN" altLang="en-US" sz="2800" b="1">
              <a:effectLst>
                <a:outerShdw blurRad="38100" dist="38100" dir="2700000" algn="tl">
                  <a:srgbClr val="C0C0C0"/>
                </a:outerShdw>
              </a:effectLst>
              <a:sym typeface="Symbol" pitchFamily="18" charset="2"/>
            </a:endParaRPr>
          </a:p>
        </p:txBody>
      </p:sp>
      <p:sp>
        <p:nvSpPr>
          <p:cNvPr id="323613" name="Text Box 29"/>
          <p:cNvSpPr txBox="1">
            <a:spLocks noChangeArrowheads="1"/>
          </p:cNvSpPr>
          <p:nvPr/>
        </p:nvSpPr>
        <p:spPr bwMode="auto">
          <a:xfrm>
            <a:off x="8018463" y="4745038"/>
            <a:ext cx="730250" cy="628650"/>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3200" b="1">
                <a:solidFill>
                  <a:srgbClr val="3333FF"/>
                </a:solidFill>
                <a:effectLst>
                  <a:outerShdw blurRad="38100" dist="38100" dir="2700000" algn="tl">
                    <a:srgbClr val="C0C0C0"/>
                  </a:outerShdw>
                </a:effectLst>
                <a:latin typeface="Times New Roman" pitchFamily="18" charset="0"/>
              </a:rPr>
              <a:t>a</a:t>
            </a:r>
            <a:r>
              <a:rPr kumimoji="1" lang="en-US" altLang="zh-CN" sz="3200" b="1" baseline="-25000">
                <a:solidFill>
                  <a:srgbClr val="3333FF"/>
                </a:solidFill>
                <a:effectLst>
                  <a:outerShdw blurRad="38100" dist="38100" dir="2700000" algn="tl">
                    <a:srgbClr val="C0C0C0"/>
                  </a:outerShdw>
                </a:effectLst>
                <a:latin typeface="Times New Roman" pitchFamily="18" charset="0"/>
              </a:rPr>
              <a:t>3</a:t>
            </a:r>
            <a:endParaRPr kumimoji="1" lang="en-US" altLang="zh-CN" sz="3200" b="1">
              <a:solidFill>
                <a:srgbClr val="3333FF"/>
              </a:solidFill>
              <a:effectLst>
                <a:outerShdw blurRad="38100" dist="38100" dir="2700000" algn="tl">
                  <a:srgbClr val="C0C0C0"/>
                </a:outerShdw>
              </a:effectLst>
              <a:latin typeface="Times New Roman" pitchFamily="18" charset="0"/>
            </a:endParaRPr>
          </a:p>
        </p:txBody>
      </p:sp>
      <p:sp>
        <p:nvSpPr>
          <p:cNvPr id="323614" name="Line 30"/>
          <p:cNvSpPr>
            <a:spLocks noChangeShapeType="1"/>
          </p:cNvSpPr>
          <p:nvPr/>
        </p:nvSpPr>
        <p:spPr bwMode="auto">
          <a:xfrm>
            <a:off x="8259763" y="4295775"/>
            <a:ext cx="0" cy="779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3616" name="Rectangle 32"/>
          <p:cNvSpPr>
            <a:spLocks noChangeArrowheads="1"/>
          </p:cNvSpPr>
          <p:nvPr/>
        </p:nvSpPr>
        <p:spPr bwMode="auto">
          <a:xfrm>
            <a:off x="323850" y="2205038"/>
            <a:ext cx="2952750" cy="1165225"/>
          </a:xfrm>
          <a:prstGeom prst="rect">
            <a:avLst/>
          </a:prstGeom>
          <a:noFill/>
          <a:ln w="9525">
            <a:noFill/>
            <a:miter lim="800000"/>
            <a:headEnd/>
            <a:tailEnd/>
          </a:ln>
          <a:effectLst/>
        </p:spPr>
        <p:txBody>
          <a:bodyPr lIns="92075" tIns="46038" rIns="92075" bIns="46038">
            <a:spAutoFit/>
          </a:bodyPr>
          <a:lstStyle/>
          <a:p>
            <a:pPr defTabSz="193675">
              <a:lnSpc>
                <a:spcPct val="110000"/>
              </a:lnSpc>
              <a:spcBef>
                <a:spcPct val="20000"/>
              </a:spcBef>
              <a:buClr>
                <a:schemeClr val="folHlink"/>
              </a:buClr>
              <a:buSzPct val="75000"/>
              <a:buFont typeface="Monotype Sorts" pitchFamily="2" charset="2"/>
              <a:buNone/>
              <a:defRPr/>
            </a:pPr>
            <a:r>
              <a:rPr kumimoji="1" lang="zh-CN" altLang="en-US" sz="3200" b="1">
                <a:effectLst>
                  <a:outerShdw blurRad="38100" dist="38100" dir="2700000" algn="tl">
                    <a:srgbClr val="C0C0C0"/>
                  </a:outerShdw>
                </a:effectLst>
                <a:latin typeface="宋体" pitchFamily="2" charset="-122"/>
                <a:ea typeface="华文新魏" pitchFamily="2" charset="-122"/>
              </a:rPr>
              <a:t>短语</a:t>
            </a:r>
            <a:r>
              <a:rPr kumimoji="1" lang="en-US" altLang="zh-CN" sz="3200" b="1">
                <a:effectLst>
                  <a:outerShdw blurRad="38100" dist="38100" dir="2700000" algn="tl">
                    <a:srgbClr val="C0C0C0"/>
                  </a:outerShdw>
                </a:effectLst>
                <a:latin typeface="Times New Roman"/>
                <a:ea typeface="华文新魏" pitchFamily="2" charset="-122"/>
              </a:rPr>
              <a:t>——</a:t>
            </a:r>
            <a:r>
              <a:rPr kumimoji="1" lang="zh-CN" altLang="en-US" sz="3200" b="1">
                <a:effectLst>
                  <a:outerShdw blurRad="38100" dist="38100" dir="2700000" algn="tl">
                    <a:srgbClr val="C0C0C0"/>
                  </a:outerShdw>
                </a:effectLst>
                <a:latin typeface="宋体" pitchFamily="2" charset="-122"/>
                <a:ea typeface="华文新魏" pitchFamily="2" charset="-122"/>
              </a:rPr>
              <a:t>一棵子树的结果！</a:t>
            </a:r>
            <a:endParaRPr kumimoji="1" lang="zh-CN" altLang="en-US" sz="3200" b="1">
              <a:effectLst>
                <a:outerShdw blurRad="38100" dist="38100" dir="2700000" algn="tl">
                  <a:srgbClr val="C0C0C0"/>
                </a:outerShdw>
              </a:effectLst>
              <a:ea typeface="华文新魏" pitchFamily="2" charset="-122"/>
              <a:sym typeface="Symbol" pitchFamily="18" charset="2"/>
            </a:endParaRPr>
          </a:p>
        </p:txBody>
      </p:sp>
      <p:sp>
        <p:nvSpPr>
          <p:cNvPr id="323618" name="Text Box 34"/>
          <p:cNvSpPr txBox="1">
            <a:spLocks noChangeArrowheads="1"/>
          </p:cNvSpPr>
          <p:nvPr/>
        </p:nvSpPr>
        <p:spPr bwMode="auto">
          <a:xfrm>
            <a:off x="3490913" y="3881438"/>
            <a:ext cx="647700" cy="561975"/>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latin typeface="Times New Roman" pitchFamily="18" charset="0"/>
                <a:sym typeface="Symbol" pitchFamily="18" charset="2"/>
              </a:rPr>
              <a:t>E</a:t>
            </a:r>
          </a:p>
        </p:txBody>
      </p:sp>
      <p:sp>
        <p:nvSpPr>
          <p:cNvPr id="323619" name="Text Box 35"/>
          <p:cNvSpPr txBox="1">
            <a:spLocks noChangeArrowheads="1"/>
          </p:cNvSpPr>
          <p:nvPr/>
        </p:nvSpPr>
        <p:spPr bwMode="auto">
          <a:xfrm>
            <a:off x="4356100" y="3860800"/>
            <a:ext cx="647700" cy="561975"/>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latin typeface="Times New Roman" pitchFamily="18" charset="0"/>
                <a:sym typeface="Symbol" pitchFamily="18" charset="2"/>
              </a:rPr>
              <a:t>*</a:t>
            </a:r>
          </a:p>
        </p:txBody>
      </p:sp>
      <p:sp>
        <p:nvSpPr>
          <p:cNvPr id="323620" name="Line 36"/>
          <p:cNvSpPr>
            <a:spLocks noChangeShapeType="1"/>
          </p:cNvSpPr>
          <p:nvPr/>
        </p:nvSpPr>
        <p:spPr bwMode="auto">
          <a:xfrm>
            <a:off x="4627563" y="3302000"/>
            <a:ext cx="792162" cy="647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3621" name="Line 37"/>
          <p:cNvSpPr>
            <a:spLocks noChangeShapeType="1"/>
          </p:cNvSpPr>
          <p:nvPr/>
        </p:nvSpPr>
        <p:spPr bwMode="auto">
          <a:xfrm flipH="1">
            <a:off x="3635375" y="4384675"/>
            <a:ext cx="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3622" name="Line 38"/>
          <p:cNvSpPr>
            <a:spLocks noChangeShapeType="1"/>
          </p:cNvSpPr>
          <p:nvPr/>
        </p:nvSpPr>
        <p:spPr bwMode="auto">
          <a:xfrm flipH="1">
            <a:off x="4572000" y="3373438"/>
            <a:ext cx="0" cy="6318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3623" name="Text Box 39"/>
          <p:cNvSpPr txBox="1">
            <a:spLocks noChangeArrowheads="1"/>
          </p:cNvSpPr>
          <p:nvPr/>
        </p:nvSpPr>
        <p:spPr bwMode="auto">
          <a:xfrm>
            <a:off x="250825" y="3860800"/>
            <a:ext cx="2916238"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3200" b="1">
                <a:solidFill>
                  <a:srgbClr val="3333FF"/>
                </a:solidFill>
                <a:latin typeface="Times New Roman" pitchFamily="18" charset="0"/>
                <a:ea typeface="华文新魏" pitchFamily="2" charset="-122"/>
              </a:rPr>
              <a:t>直接短语</a:t>
            </a:r>
          </a:p>
          <a:p>
            <a:pPr eaLnBrk="1" hangingPunct="1">
              <a:spcBef>
                <a:spcPct val="50000"/>
              </a:spcBef>
            </a:pPr>
            <a:r>
              <a:rPr lang="zh-CN" altLang="en-US" sz="3200" b="1">
                <a:solidFill>
                  <a:srgbClr val="CD1C09"/>
                </a:solidFill>
                <a:latin typeface="Times New Roman" pitchFamily="18" charset="0"/>
                <a:ea typeface="华文新魏" pitchFamily="2" charset="-122"/>
              </a:rPr>
              <a:t>句柄</a:t>
            </a:r>
            <a:r>
              <a:rPr lang="en-US" altLang="zh-CN" sz="3200" b="1">
                <a:solidFill>
                  <a:srgbClr val="CD1C09"/>
                </a:solidFill>
                <a:latin typeface="Times New Roman" pitchFamily="18" charset="0"/>
                <a:ea typeface="华文新魏" pitchFamily="2" charset="-122"/>
              </a:rPr>
              <a:t>(Handle)</a:t>
            </a:r>
            <a:endParaRPr lang="zh-CN" altLang="en-US" sz="3200" b="1">
              <a:solidFill>
                <a:srgbClr val="CD1C09"/>
              </a:solidFill>
              <a:latin typeface="Times New Roman" pitchFamily="18" charset="0"/>
              <a:ea typeface="华文新魏" pitchFamily="2" charset="-122"/>
            </a:endParaRPr>
          </a:p>
        </p:txBody>
      </p:sp>
      <p:sp>
        <p:nvSpPr>
          <p:cNvPr id="323624" name="Text Box 40"/>
          <p:cNvSpPr txBox="1">
            <a:spLocks noChangeArrowheads="1"/>
          </p:cNvSpPr>
          <p:nvPr/>
        </p:nvSpPr>
        <p:spPr bwMode="auto">
          <a:xfrm>
            <a:off x="898525" y="5729288"/>
            <a:ext cx="2376488" cy="579437"/>
          </a:xfrm>
          <a:prstGeom prst="rect">
            <a:avLst/>
          </a:prstGeom>
          <a:noFill/>
          <a:ln w="9525">
            <a:noFill/>
            <a:miter lim="800000"/>
            <a:headEnd/>
            <a:tailEnd/>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3200" b="1">
                <a:solidFill>
                  <a:srgbClr val="CD1C09"/>
                </a:solidFill>
                <a:effectLst>
                  <a:outerShdw blurRad="38100" dist="38100" dir="2700000" algn="tl">
                    <a:srgbClr val="C0C0C0"/>
                  </a:outerShdw>
                </a:effectLst>
                <a:latin typeface="Times New Roman" pitchFamily="18" charset="0"/>
              </a:rPr>
              <a:t>a</a:t>
            </a:r>
            <a:r>
              <a:rPr kumimoji="1" lang="en-US" altLang="zh-CN" sz="3200" b="1" baseline="-25000">
                <a:solidFill>
                  <a:srgbClr val="CD1C09"/>
                </a:solidFill>
                <a:effectLst>
                  <a:outerShdw blurRad="38100" dist="38100" dir="2700000" algn="tl">
                    <a:srgbClr val="C0C0C0"/>
                  </a:outerShdw>
                </a:effectLst>
                <a:latin typeface="Times New Roman" pitchFamily="18" charset="0"/>
              </a:rPr>
              <a:t>1</a:t>
            </a:r>
            <a:r>
              <a:rPr kumimoji="1" lang="zh-CN" altLang="en-US" sz="3200" b="1">
                <a:effectLst>
                  <a:outerShdw blurRad="38100" dist="38100" dir="2700000" algn="tl">
                    <a:srgbClr val="C0C0C0"/>
                  </a:outerShdw>
                </a:effectLst>
                <a:latin typeface="Times New Roman" pitchFamily="18" charset="0"/>
              </a:rPr>
              <a:t>，</a:t>
            </a:r>
            <a:r>
              <a:rPr kumimoji="1" lang="en-US" altLang="zh-CN" sz="3200" b="1">
                <a:solidFill>
                  <a:srgbClr val="3333FF"/>
                </a:solidFill>
                <a:effectLst>
                  <a:outerShdw blurRad="38100" dist="38100" dir="2700000" algn="tl">
                    <a:srgbClr val="C0C0C0"/>
                  </a:outerShdw>
                </a:effectLst>
                <a:latin typeface="Times New Roman" pitchFamily="18" charset="0"/>
              </a:rPr>
              <a:t>a</a:t>
            </a:r>
            <a:r>
              <a:rPr kumimoji="1" lang="en-US" altLang="zh-CN" sz="3200" b="1" baseline="-25000">
                <a:solidFill>
                  <a:srgbClr val="3333FF"/>
                </a:solidFill>
                <a:effectLst>
                  <a:outerShdw blurRad="38100" dist="38100" dir="2700000" algn="tl">
                    <a:srgbClr val="C0C0C0"/>
                  </a:outerShdw>
                </a:effectLst>
                <a:latin typeface="Times New Roman" pitchFamily="18" charset="0"/>
              </a:rPr>
              <a:t>2</a:t>
            </a:r>
            <a:r>
              <a:rPr kumimoji="1" lang="zh-CN" altLang="en-US" sz="3200" b="1">
                <a:effectLst>
                  <a:outerShdw blurRad="38100" dist="38100" dir="2700000" algn="tl">
                    <a:srgbClr val="C0C0C0"/>
                  </a:outerShdw>
                </a:effectLst>
                <a:latin typeface="Times New Roman" pitchFamily="18" charset="0"/>
              </a:rPr>
              <a:t>，</a:t>
            </a:r>
            <a:r>
              <a:rPr kumimoji="1" lang="en-US" altLang="zh-CN" sz="3200" b="1">
                <a:solidFill>
                  <a:srgbClr val="3333FF"/>
                </a:solidFill>
                <a:effectLst>
                  <a:outerShdw blurRad="38100" dist="38100" dir="2700000" algn="tl">
                    <a:srgbClr val="C0C0C0"/>
                  </a:outerShdw>
                </a:effectLst>
                <a:latin typeface="Times New Roman" pitchFamily="18" charset="0"/>
              </a:rPr>
              <a:t>a</a:t>
            </a:r>
            <a:r>
              <a:rPr kumimoji="1" lang="en-US" altLang="zh-CN" sz="3200" b="1" baseline="-25000">
                <a:solidFill>
                  <a:srgbClr val="3333FF"/>
                </a:solidFill>
                <a:effectLst>
                  <a:outerShdw blurRad="38100" dist="38100" dir="2700000" algn="tl">
                    <a:srgbClr val="C0C0C0"/>
                  </a:outerShdw>
                </a:effectLst>
                <a:latin typeface="Times New Roman" pitchFamily="18" charset="0"/>
              </a:rPr>
              <a:t>3</a:t>
            </a:r>
            <a:endParaRPr kumimoji="1" lang="zh-CN" altLang="en-US" sz="3200" b="1">
              <a:solidFill>
                <a:srgbClr val="3333FF"/>
              </a:solidFill>
              <a:effectLst>
                <a:outerShdw blurRad="38100" dist="38100" dir="2700000" algn="tl">
                  <a:srgbClr val="C0C0C0"/>
                </a:outerShdw>
              </a:effectLst>
              <a:latin typeface="Times New Roman" pitchFamily="18" charset="0"/>
            </a:endParaRPr>
          </a:p>
        </p:txBody>
      </p:sp>
      <p:sp>
        <p:nvSpPr>
          <p:cNvPr id="323625" name="Text Box 41"/>
          <p:cNvSpPr txBox="1">
            <a:spLocks noChangeArrowheads="1"/>
          </p:cNvSpPr>
          <p:nvPr/>
        </p:nvSpPr>
        <p:spPr bwMode="auto">
          <a:xfrm>
            <a:off x="3059113" y="5729288"/>
            <a:ext cx="3240087" cy="579437"/>
          </a:xfrm>
          <a:prstGeom prst="rect">
            <a:avLst/>
          </a:prstGeom>
          <a:noFill/>
          <a:ln w="9525">
            <a:noFill/>
            <a:miter lim="800000"/>
            <a:headEnd/>
            <a:tailEnd/>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zh-CN" altLang="en-US" sz="3200" b="1">
                <a:effectLst>
                  <a:outerShdw blurRad="38100" dist="38100" dir="2700000" algn="tl">
                    <a:srgbClr val="C0C0C0"/>
                  </a:outerShdw>
                </a:effectLst>
                <a:latin typeface="Times New Roman" pitchFamily="18" charset="0"/>
              </a:rPr>
              <a:t>，</a:t>
            </a:r>
            <a:r>
              <a:rPr kumimoji="1" lang="en-US" altLang="zh-CN" sz="3200" b="1">
                <a:solidFill>
                  <a:srgbClr val="CD1C09"/>
                </a:solidFill>
                <a:effectLst>
                  <a:outerShdw blurRad="38100" dist="38100" dir="2700000" algn="tl">
                    <a:srgbClr val="C0C0C0"/>
                  </a:outerShdw>
                </a:effectLst>
                <a:latin typeface="Times New Roman" pitchFamily="18" charset="0"/>
              </a:rPr>
              <a:t>a</a:t>
            </a:r>
            <a:r>
              <a:rPr kumimoji="1" lang="en-US" altLang="zh-CN" sz="3200" b="1" baseline="-25000">
                <a:solidFill>
                  <a:srgbClr val="CD1C09"/>
                </a:solidFill>
                <a:effectLst>
                  <a:outerShdw blurRad="38100" dist="38100" dir="2700000" algn="tl">
                    <a:srgbClr val="C0C0C0"/>
                  </a:outerShdw>
                </a:effectLst>
                <a:latin typeface="Times New Roman" pitchFamily="18" charset="0"/>
              </a:rPr>
              <a:t>1</a:t>
            </a:r>
            <a:r>
              <a:rPr kumimoji="1" lang="en-US" altLang="zh-CN" sz="3200" b="1">
                <a:effectLst>
                  <a:outerShdw blurRad="38100" dist="38100" dir="2700000" algn="tl">
                    <a:srgbClr val="C0C0C0"/>
                  </a:outerShdw>
                </a:effectLst>
                <a:latin typeface="Times New Roman" pitchFamily="18" charset="0"/>
              </a:rPr>
              <a:t>*E</a:t>
            </a:r>
            <a:r>
              <a:rPr kumimoji="1" lang="zh-CN" altLang="en-US" sz="3200" b="1">
                <a:effectLst>
                  <a:outerShdw blurRad="38100" dist="38100" dir="2700000" algn="tl">
                    <a:srgbClr val="C0C0C0"/>
                  </a:outerShdw>
                </a:effectLst>
                <a:latin typeface="Times New Roman" pitchFamily="18" charset="0"/>
              </a:rPr>
              <a:t>，</a:t>
            </a:r>
            <a:r>
              <a:rPr kumimoji="1" lang="en-US" altLang="zh-CN" sz="3200" b="1">
                <a:effectLst>
                  <a:outerShdw blurRad="38100" dist="38100" dir="2700000" algn="tl">
                    <a:srgbClr val="C0C0C0"/>
                  </a:outerShdw>
                </a:effectLst>
                <a:latin typeface="Times New Roman" pitchFamily="18" charset="0"/>
              </a:rPr>
              <a:t>a</a:t>
            </a:r>
            <a:r>
              <a:rPr kumimoji="1" lang="en-US" altLang="zh-CN" sz="3200" b="1" baseline="-25000">
                <a:effectLst>
                  <a:outerShdw blurRad="38100" dist="38100" dir="2700000" algn="tl">
                    <a:srgbClr val="C0C0C0"/>
                  </a:outerShdw>
                </a:effectLst>
                <a:latin typeface="Times New Roman" pitchFamily="18" charset="0"/>
              </a:rPr>
              <a:t>2</a:t>
            </a:r>
            <a:r>
              <a:rPr kumimoji="1" lang="zh-CN" altLang="en-US" sz="3200" b="1">
                <a:effectLst>
                  <a:outerShdw blurRad="38100" dist="38100" dir="2700000" algn="tl">
                    <a:srgbClr val="C0C0C0"/>
                  </a:outerShdw>
                </a:effectLst>
                <a:latin typeface="Times New Roman" pitchFamily="18" charset="0"/>
              </a:rPr>
              <a:t>* </a:t>
            </a:r>
            <a:r>
              <a:rPr kumimoji="1" lang="en-US" altLang="zh-CN" sz="3200" b="1">
                <a:effectLst>
                  <a:outerShdw blurRad="38100" dist="38100" dir="2700000" algn="tl">
                    <a:srgbClr val="C0C0C0"/>
                  </a:outerShdw>
                </a:effectLst>
                <a:latin typeface="Times New Roman" pitchFamily="18" charset="0"/>
              </a:rPr>
              <a:t>a</a:t>
            </a:r>
            <a:r>
              <a:rPr kumimoji="1" lang="en-US" altLang="zh-CN" sz="3200" b="1" baseline="-25000">
                <a:effectLst>
                  <a:outerShdw blurRad="38100" dist="38100" dir="2700000" algn="tl">
                    <a:srgbClr val="C0C0C0"/>
                  </a:outerShdw>
                </a:effectLst>
                <a:latin typeface="Times New Roman" pitchFamily="18" charset="0"/>
              </a:rPr>
              <a:t>3 </a:t>
            </a:r>
            <a:r>
              <a:rPr kumimoji="1" lang="zh-CN" altLang="en-US" b="1">
                <a:effectLst>
                  <a:outerShdw blurRad="38100" dist="38100" dir="2700000" algn="tl">
                    <a:srgbClr val="C0C0C0"/>
                  </a:outerShdw>
                </a:effectLst>
                <a:latin typeface="Times New Roman" pitchFamily="18" charset="0"/>
              </a:rPr>
              <a:t>，</a:t>
            </a:r>
          </a:p>
        </p:txBody>
      </p:sp>
      <p:sp>
        <p:nvSpPr>
          <p:cNvPr id="323626" name="Text Box 42"/>
          <p:cNvSpPr txBox="1">
            <a:spLocks noChangeArrowheads="1"/>
          </p:cNvSpPr>
          <p:nvPr/>
        </p:nvSpPr>
        <p:spPr bwMode="auto">
          <a:xfrm>
            <a:off x="6083300" y="5729288"/>
            <a:ext cx="2305050" cy="579437"/>
          </a:xfrm>
          <a:prstGeom prst="rect">
            <a:avLst/>
          </a:prstGeom>
          <a:noFill/>
          <a:ln w="9525">
            <a:noFill/>
            <a:miter lim="800000"/>
            <a:headEnd/>
            <a:tailEnd/>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3200" b="1">
                <a:solidFill>
                  <a:srgbClr val="CD1C09"/>
                </a:solidFill>
                <a:effectLst>
                  <a:outerShdw blurRad="38100" dist="38100" dir="2700000" algn="tl">
                    <a:srgbClr val="C0C0C0"/>
                  </a:outerShdw>
                </a:effectLst>
                <a:latin typeface="Times New Roman" pitchFamily="18" charset="0"/>
              </a:rPr>
              <a:t>a</a:t>
            </a:r>
            <a:r>
              <a:rPr kumimoji="1" lang="en-US" altLang="zh-CN" sz="3200" b="1" baseline="-25000">
                <a:solidFill>
                  <a:srgbClr val="CD1C09"/>
                </a:solidFill>
                <a:effectLst>
                  <a:outerShdw blurRad="38100" dist="38100" dir="2700000" algn="tl">
                    <a:srgbClr val="C0C0C0"/>
                  </a:outerShdw>
                </a:effectLst>
                <a:latin typeface="Times New Roman" pitchFamily="18" charset="0"/>
              </a:rPr>
              <a:t>1</a:t>
            </a:r>
            <a:r>
              <a:rPr kumimoji="1" lang="en-US" altLang="zh-CN" sz="3200" b="1">
                <a:solidFill>
                  <a:srgbClr val="990099"/>
                </a:solidFill>
                <a:effectLst>
                  <a:outerShdw blurRad="38100" dist="38100" dir="2700000" algn="tl">
                    <a:srgbClr val="C0C0C0"/>
                  </a:outerShdw>
                </a:effectLst>
                <a:latin typeface="Times New Roman" pitchFamily="18" charset="0"/>
              </a:rPr>
              <a:t>*E+a</a:t>
            </a:r>
            <a:r>
              <a:rPr kumimoji="1" lang="en-US" altLang="zh-CN" sz="3200" b="1" baseline="-25000">
                <a:solidFill>
                  <a:srgbClr val="990099"/>
                </a:solidFill>
                <a:effectLst>
                  <a:outerShdw blurRad="38100" dist="38100" dir="2700000" algn="tl">
                    <a:srgbClr val="C0C0C0"/>
                  </a:outerShdw>
                </a:effectLst>
                <a:latin typeface="Times New Roman" pitchFamily="18" charset="0"/>
              </a:rPr>
              <a:t>2</a:t>
            </a:r>
            <a:r>
              <a:rPr kumimoji="1" lang="zh-CN" altLang="en-US" sz="3200" b="1">
                <a:solidFill>
                  <a:srgbClr val="990099"/>
                </a:solidFill>
                <a:effectLst>
                  <a:outerShdw blurRad="38100" dist="38100" dir="2700000" algn="tl">
                    <a:srgbClr val="C0C0C0"/>
                  </a:outerShdw>
                </a:effectLst>
                <a:latin typeface="Times New Roman" pitchFamily="18" charset="0"/>
              </a:rPr>
              <a:t>* </a:t>
            </a:r>
            <a:r>
              <a:rPr kumimoji="1" lang="en-US" altLang="zh-CN" sz="3200" b="1">
                <a:solidFill>
                  <a:srgbClr val="990099"/>
                </a:solidFill>
                <a:effectLst>
                  <a:outerShdw blurRad="38100" dist="38100" dir="2700000" algn="tl">
                    <a:srgbClr val="C0C0C0"/>
                  </a:outerShdw>
                </a:effectLst>
                <a:latin typeface="Times New Roman" pitchFamily="18" charset="0"/>
              </a:rPr>
              <a:t>a</a:t>
            </a:r>
            <a:r>
              <a:rPr kumimoji="1" lang="en-US" altLang="zh-CN" sz="3200" b="1" baseline="-25000">
                <a:solidFill>
                  <a:srgbClr val="990099"/>
                </a:solidFill>
                <a:effectLst>
                  <a:outerShdw blurRad="38100" dist="38100" dir="2700000" algn="tl">
                    <a:srgbClr val="C0C0C0"/>
                  </a:outerShdw>
                </a:effectLst>
                <a:latin typeface="Times New Roman" pitchFamily="18" charset="0"/>
              </a:rPr>
              <a:t>3</a:t>
            </a:r>
            <a:endParaRPr kumimoji="1" lang="zh-CN" altLang="en-US" sz="3200" b="1">
              <a:solidFill>
                <a:srgbClr val="990099"/>
              </a:solidFill>
              <a:effectLst>
                <a:outerShdw blurRad="38100" dist="38100" dir="2700000" algn="tl">
                  <a:srgbClr val="C0C0C0"/>
                </a:outerShdw>
              </a:effectLst>
              <a:latin typeface="Times New Roman" pitchFamily="18" charset="0"/>
            </a:endParaRPr>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C8B84EF-38B9-48B8-9FF4-1F61A6149DA8}" type="datetime1">
              <a:rPr lang="zh-CN" altLang="en-US"/>
              <a:pPr/>
              <a:t>2017/2/24</a:t>
            </a:fld>
            <a:endParaRPr lang="en-US" altLang="zh-CN"/>
          </a:p>
        </p:txBody>
      </p:sp>
      <p:sp>
        <p:nvSpPr>
          <p:cNvPr id="7373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59344F3-E641-408D-9181-3309502D0C36}" type="slidenum">
              <a:rPr lang="zh-CN" altLang="en-US"/>
              <a:pPr/>
              <a:t>65</a:t>
            </a:fld>
            <a:endParaRPr lang="en-US" altLang="zh-CN"/>
          </a:p>
        </p:txBody>
      </p:sp>
      <p:sp>
        <p:nvSpPr>
          <p:cNvPr id="467970" name="Rectangle 2"/>
          <p:cNvSpPr>
            <a:spLocks noGrp="1" noRot="1" noChangeArrowheads="1"/>
          </p:cNvSpPr>
          <p:nvPr>
            <p:ph type="title"/>
          </p:nvPr>
        </p:nvSpPr>
        <p:spPr>
          <a:xfrm>
            <a:off x="542925" y="836613"/>
            <a:ext cx="4927600" cy="855662"/>
          </a:xfrm>
        </p:spPr>
        <p:txBody>
          <a:bodyPr/>
          <a:lstStyle/>
          <a:p>
            <a:pPr eaLnBrk="1" hangingPunct="1"/>
            <a:r>
              <a:rPr lang="zh-CN" altLang="en-US" b="1" smtClean="0">
                <a:solidFill>
                  <a:srgbClr val="000099"/>
                </a:solidFill>
                <a:latin typeface="Times New Roman" pitchFamily="18" charset="0"/>
                <a:ea typeface="华文新魏" pitchFamily="2" charset="-122"/>
              </a:rPr>
              <a:t>短语</a:t>
            </a:r>
            <a:r>
              <a:rPr lang="en-US" altLang="zh-CN" b="1" smtClean="0">
                <a:solidFill>
                  <a:srgbClr val="000099"/>
                </a:solidFill>
                <a:latin typeface="Times New Roman" pitchFamily="18" charset="0"/>
                <a:ea typeface="华文新魏" pitchFamily="2" charset="-122"/>
              </a:rPr>
              <a:t>(Phrase)</a:t>
            </a:r>
          </a:p>
        </p:txBody>
      </p:sp>
      <p:sp>
        <p:nvSpPr>
          <p:cNvPr id="467972" name="Rectangle 4"/>
          <p:cNvSpPr>
            <a:spLocks noChangeArrowheads="1"/>
          </p:cNvSpPr>
          <p:nvPr/>
        </p:nvSpPr>
        <p:spPr bwMode="auto">
          <a:xfrm>
            <a:off x="381000" y="3500438"/>
            <a:ext cx="8367713" cy="302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40000"/>
              </a:spcBef>
              <a:buClr>
                <a:schemeClr val="hlink"/>
              </a:buClr>
              <a:buSzPct val="75000"/>
              <a:buFont typeface="Wingdings" pitchFamily="2" charset="2"/>
              <a:buChar char="v"/>
            </a:pPr>
            <a:r>
              <a:rPr lang="zh-CN" altLang="en-US" sz="3200" b="1">
                <a:ea typeface="华文新魏" pitchFamily="2" charset="-122"/>
              </a:rPr>
              <a:t>如果</a:t>
            </a:r>
            <a:r>
              <a:rPr lang="en-US" altLang="zh-CN" sz="3200" b="1">
                <a:ea typeface="华文新魏" pitchFamily="2" charset="-122"/>
              </a:rPr>
              <a:t>S</a:t>
            </a:r>
            <a:r>
              <a:rPr lang="en-US" altLang="zh-CN" sz="3200" b="1">
                <a:ea typeface="华文新魏" pitchFamily="2" charset="-122"/>
                <a:sym typeface="Symbol" pitchFamily="18" charset="2"/>
              </a:rPr>
              <a:t></a:t>
            </a:r>
            <a:r>
              <a:rPr lang="en-US" altLang="zh-CN" sz="3200" b="1" baseline="30000">
                <a:ea typeface="华文新魏" pitchFamily="2" charset="-122"/>
                <a:sym typeface="Symbol" pitchFamily="18" charset="2"/>
              </a:rPr>
              <a:t>*</a:t>
            </a:r>
            <a:r>
              <a:rPr lang="en-US" altLang="zh-CN" sz="3200" b="1">
                <a:ea typeface="华文新魏" pitchFamily="2" charset="-122"/>
                <a:sym typeface="Symbol" pitchFamily="18" charset="2"/>
              </a:rPr>
              <a:t> </a:t>
            </a:r>
            <a:r>
              <a:rPr lang="en-US" altLang="zh-CN" sz="3200" b="1">
                <a:ea typeface="华文新魏" pitchFamily="2" charset="-122"/>
              </a:rPr>
              <a:t>αAβ </a:t>
            </a:r>
            <a:r>
              <a:rPr lang="zh-CN" altLang="en-US" sz="3200" b="1">
                <a:ea typeface="华文新魏" pitchFamily="2" charset="-122"/>
              </a:rPr>
              <a:t>&amp; </a:t>
            </a:r>
            <a:r>
              <a:rPr lang="en-US" altLang="zh-CN" sz="3200" b="1">
                <a:ea typeface="华文新魏" pitchFamily="2" charset="-122"/>
              </a:rPr>
              <a:t>A</a:t>
            </a:r>
            <a:r>
              <a:rPr lang="en-US" altLang="zh-CN" sz="3200" b="1">
                <a:ea typeface="华文新魏" pitchFamily="2" charset="-122"/>
                <a:sym typeface="Symbol" pitchFamily="18" charset="2"/>
              </a:rPr>
              <a:t></a:t>
            </a:r>
            <a:r>
              <a:rPr lang="en-US" altLang="zh-CN" sz="3200" b="1">
                <a:ea typeface="华文新魏" pitchFamily="2" charset="-122"/>
              </a:rPr>
              <a:t>γ</a:t>
            </a:r>
            <a:r>
              <a:rPr lang="zh-CN" altLang="en-US" sz="3200" b="1">
                <a:ea typeface="华文新魏" pitchFamily="2" charset="-122"/>
              </a:rPr>
              <a:t>，则称</a:t>
            </a:r>
            <a:r>
              <a:rPr lang="en-US" altLang="zh-CN" sz="3200" b="1">
                <a:ea typeface="华文新魏" pitchFamily="2" charset="-122"/>
              </a:rPr>
              <a:t>γ</a:t>
            </a:r>
            <a:r>
              <a:rPr lang="zh-CN" altLang="en-US" sz="3200" b="1">
                <a:ea typeface="华文新魏" pitchFamily="2" charset="-122"/>
              </a:rPr>
              <a:t>是句型</a:t>
            </a:r>
            <a:r>
              <a:rPr lang="en-US" altLang="zh-CN" sz="3200" b="1">
                <a:solidFill>
                  <a:srgbClr val="3333FF"/>
                </a:solidFill>
                <a:ea typeface="华文新魏" pitchFamily="2" charset="-122"/>
              </a:rPr>
              <a:t>αγβ</a:t>
            </a:r>
            <a:r>
              <a:rPr lang="zh-CN" altLang="en-US" sz="3200" b="1">
                <a:solidFill>
                  <a:srgbClr val="3333FF"/>
                </a:solidFill>
                <a:ea typeface="华文新魏" pitchFamily="2" charset="-122"/>
              </a:rPr>
              <a:t>的相对于变量</a:t>
            </a:r>
            <a:r>
              <a:rPr lang="en-US" altLang="zh-CN" sz="3200" b="1">
                <a:solidFill>
                  <a:srgbClr val="3333FF"/>
                </a:solidFill>
                <a:ea typeface="华文新魏" pitchFamily="2" charset="-122"/>
              </a:rPr>
              <a:t>A</a:t>
            </a:r>
            <a:r>
              <a:rPr lang="zh-CN" altLang="en-US" sz="3200" b="1">
                <a:solidFill>
                  <a:srgbClr val="3333FF"/>
                </a:solidFill>
                <a:ea typeface="华文新魏" pitchFamily="2" charset="-122"/>
              </a:rPr>
              <a:t>的</a:t>
            </a:r>
            <a:r>
              <a:rPr lang="zh-CN" altLang="en-US" sz="3200" b="1">
                <a:solidFill>
                  <a:schemeClr val="hlink"/>
                </a:solidFill>
                <a:ea typeface="华文新魏" pitchFamily="2" charset="-122"/>
              </a:rPr>
              <a:t>直接短语</a:t>
            </a:r>
          </a:p>
          <a:p>
            <a:pPr eaLnBrk="1" hangingPunct="1">
              <a:spcBef>
                <a:spcPct val="40000"/>
              </a:spcBef>
              <a:buClr>
                <a:schemeClr val="hlink"/>
              </a:buClr>
              <a:buSzPct val="75000"/>
              <a:buFont typeface="Wingdings" pitchFamily="2" charset="2"/>
              <a:buNone/>
            </a:pPr>
            <a:r>
              <a:rPr lang="zh-CN" altLang="en-US" sz="3200" b="1">
                <a:ea typeface="华文新魏" pitchFamily="2" charset="-122"/>
              </a:rPr>
              <a:t>，又称为</a:t>
            </a:r>
            <a:r>
              <a:rPr lang="zh-CN" altLang="en-US" sz="3200" b="1">
                <a:solidFill>
                  <a:schemeClr val="hlink"/>
                </a:solidFill>
                <a:ea typeface="华文新魏" pitchFamily="2" charset="-122"/>
              </a:rPr>
              <a:t>简单短语</a:t>
            </a:r>
          </a:p>
          <a:p>
            <a:pPr eaLnBrk="1" hangingPunct="1">
              <a:spcBef>
                <a:spcPct val="40000"/>
              </a:spcBef>
              <a:buClr>
                <a:schemeClr val="hlink"/>
              </a:buClr>
              <a:buSzPct val="75000"/>
              <a:buFont typeface="Wingdings" pitchFamily="2" charset="2"/>
              <a:buChar char="v"/>
            </a:pPr>
            <a:r>
              <a:rPr lang="zh-CN" altLang="en-US" sz="3200" b="1">
                <a:ea typeface="华文新魏" pitchFamily="2" charset="-122"/>
              </a:rPr>
              <a:t>最左直接短语叫做</a:t>
            </a:r>
            <a:r>
              <a:rPr lang="zh-CN" altLang="en-US" sz="3200" b="1">
                <a:solidFill>
                  <a:schemeClr val="hlink"/>
                </a:solidFill>
                <a:ea typeface="华文新魏" pitchFamily="2" charset="-122"/>
              </a:rPr>
              <a:t>句柄</a:t>
            </a:r>
            <a:r>
              <a:rPr lang="en-US" altLang="zh-CN" sz="3200" b="1">
                <a:ea typeface="华文新魏" pitchFamily="2" charset="-122"/>
              </a:rPr>
              <a:t>(Handle)</a:t>
            </a:r>
          </a:p>
        </p:txBody>
      </p:sp>
      <p:sp>
        <p:nvSpPr>
          <p:cNvPr id="467973" name="Rectangle 5"/>
          <p:cNvSpPr>
            <a:spLocks noChangeArrowheads="1"/>
          </p:cNvSpPr>
          <p:nvPr/>
        </p:nvSpPr>
        <p:spPr bwMode="auto">
          <a:xfrm>
            <a:off x="381000" y="1989138"/>
            <a:ext cx="822325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spcBef>
                <a:spcPct val="40000"/>
              </a:spcBef>
              <a:buClr>
                <a:schemeClr val="hlink"/>
              </a:buClr>
              <a:buSzPct val="75000"/>
              <a:buFont typeface="Wingdings" pitchFamily="2" charset="2"/>
              <a:buChar char="v"/>
            </a:pPr>
            <a:r>
              <a:rPr lang="zh-CN" altLang="en-US" sz="3200" b="1">
                <a:ea typeface="华文新魏" pitchFamily="2" charset="-122"/>
              </a:rPr>
              <a:t>如果</a:t>
            </a:r>
            <a:r>
              <a:rPr lang="en-US" altLang="zh-CN" sz="3200" b="1">
                <a:ea typeface="华文新魏" pitchFamily="2" charset="-122"/>
              </a:rPr>
              <a:t>S</a:t>
            </a:r>
            <a:r>
              <a:rPr lang="en-US" altLang="zh-CN" sz="3200" b="1">
                <a:ea typeface="华文新魏" pitchFamily="2" charset="-122"/>
                <a:sym typeface="Symbol" pitchFamily="18" charset="2"/>
              </a:rPr>
              <a:t></a:t>
            </a:r>
            <a:r>
              <a:rPr lang="en-US" altLang="zh-CN" sz="3200" b="1" baseline="30000">
                <a:ea typeface="华文新魏" pitchFamily="2" charset="-122"/>
                <a:sym typeface="Symbol" pitchFamily="18" charset="2"/>
              </a:rPr>
              <a:t>*</a:t>
            </a:r>
            <a:r>
              <a:rPr lang="en-US" altLang="zh-CN" sz="3200" b="1">
                <a:ea typeface="华文新魏" pitchFamily="2" charset="-122"/>
                <a:sym typeface="Symbol" pitchFamily="18" charset="2"/>
              </a:rPr>
              <a:t> </a:t>
            </a:r>
            <a:r>
              <a:rPr lang="en-US" altLang="zh-CN" sz="3200" b="1">
                <a:ea typeface="华文新魏" pitchFamily="2" charset="-122"/>
              </a:rPr>
              <a:t>αAβ </a:t>
            </a:r>
            <a:r>
              <a:rPr lang="zh-CN" altLang="en-US" sz="3200" b="1">
                <a:ea typeface="华文新魏" pitchFamily="2" charset="-122"/>
              </a:rPr>
              <a:t>&amp;</a:t>
            </a:r>
            <a:r>
              <a:rPr lang="en-US" altLang="zh-CN" sz="3200" b="1">
                <a:ea typeface="华文新魏" pitchFamily="2" charset="-122"/>
              </a:rPr>
              <a:t> A</a:t>
            </a:r>
            <a:r>
              <a:rPr lang="en-US" altLang="zh-CN" sz="3200" b="1">
                <a:ea typeface="华文新魏" pitchFamily="2" charset="-122"/>
                <a:sym typeface="Symbol" pitchFamily="18" charset="2"/>
              </a:rPr>
              <a:t></a:t>
            </a:r>
            <a:r>
              <a:rPr lang="en-US" altLang="zh-CN" sz="3200" b="1" baseline="30000">
                <a:ea typeface="华文新魏" pitchFamily="2" charset="-122"/>
                <a:sym typeface="Symbol" pitchFamily="18" charset="2"/>
              </a:rPr>
              <a:t>+</a:t>
            </a:r>
            <a:r>
              <a:rPr lang="en-US" altLang="zh-CN" sz="3200" b="1">
                <a:ea typeface="华文新魏" pitchFamily="2" charset="-122"/>
              </a:rPr>
              <a:t>γ，</a:t>
            </a:r>
            <a:r>
              <a:rPr lang="zh-CN" altLang="en-US" sz="3200" b="1">
                <a:ea typeface="华文新魏" pitchFamily="2" charset="-122"/>
              </a:rPr>
              <a:t>则称</a:t>
            </a:r>
            <a:r>
              <a:rPr lang="en-US" altLang="zh-CN" sz="3200" b="1">
                <a:ea typeface="华文新魏" pitchFamily="2" charset="-122"/>
              </a:rPr>
              <a:t>γ</a:t>
            </a:r>
            <a:r>
              <a:rPr lang="zh-CN" altLang="en-US" sz="3200" b="1">
                <a:ea typeface="华文新魏" pitchFamily="2" charset="-122"/>
              </a:rPr>
              <a:t>是句型</a:t>
            </a:r>
            <a:r>
              <a:rPr lang="en-US" altLang="zh-CN" sz="3200" b="1">
                <a:solidFill>
                  <a:srgbClr val="3333FF"/>
                </a:solidFill>
                <a:ea typeface="华文新魏" pitchFamily="2" charset="-122"/>
              </a:rPr>
              <a:t>αγβ</a:t>
            </a:r>
            <a:r>
              <a:rPr lang="zh-CN" altLang="en-US" sz="3200" b="1">
                <a:solidFill>
                  <a:srgbClr val="3333FF"/>
                </a:solidFill>
                <a:ea typeface="华文新魏" pitchFamily="2" charset="-122"/>
              </a:rPr>
              <a:t>的相对于变量</a:t>
            </a:r>
            <a:r>
              <a:rPr lang="en-US" altLang="zh-CN" sz="3200" b="1">
                <a:solidFill>
                  <a:srgbClr val="3333FF"/>
                </a:solidFill>
                <a:ea typeface="华文新魏" pitchFamily="2" charset="-122"/>
              </a:rPr>
              <a:t>A</a:t>
            </a:r>
            <a:r>
              <a:rPr lang="zh-CN" altLang="en-US" sz="3200" b="1">
                <a:solidFill>
                  <a:srgbClr val="3333FF"/>
                </a:solidFill>
                <a:ea typeface="华文新魏" pitchFamily="2" charset="-122"/>
              </a:rPr>
              <a:t>的</a:t>
            </a:r>
            <a:r>
              <a:rPr lang="zh-CN" altLang="en-US" sz="3200" b="1">
                <a:solidFill>
                  <a:schemeClr val="hlink"/>
                </a:solidFill>
                <a:ea typeface="华文新魏" pitchFamily="2" charset="-122"/>
              </a:rPr>
              <a:t>短语</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977ADE8-F753-4C07-B8A9-B7688D8A73CB}" type="datetime1">
              <a:rPr lang="zh-CN" altLang="en-US"/>
              <a:pPr/>
              <a:t>2017/2/24</a:t>
            </a:fld>
            <a:endParaRPr lang="en-US" altLang="zh-CN"/>
          </a:p>
        </p:txBody>
      </p:sp>
      <p:sp>
        <p:nvSpPr>
          <p:cNvPr id="7475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A76CAA3-BA67-4328-811B-6CCB1A17767D}" type="slidenum">
              <a:rPr lang="zh-CN" altLang="en-US"/>
              <a:pPr/>
              <a:t>66</a:t>
            </a:fld>
            <a:endParaRPr lang="en-US" altLang="zh-CN"/>
          </a:p>
        </p:txBody>
      </p:sp>
      <p:sp>
        <p:nvSpPr>
          <p:cNvPr id="74756" name="Rectangle 2"/>
          <p:cNvSpPr>
            <a:spLocks noGrp="1" noRot="1" noChangeArrowheads="1"/>
          </p:cNvSpPr>
          <p:nvPr>
            <p:ph type="title"/>
          </p:nvPr>
        </p:nvSpPr>
        <p:spPr>
          <a:xfrm>
            <a:off x="395288" y="763588"/>
            <a:ext cx="7777162" cy="835025"/>
          </a:xfrm>
        </p:spPr>
        <p:txBody>
          <a:bodyPr/>
          <a:lstStyle/>
          <a:p>
            <a:pPr eaLnBrk="1" hangingPunct="1"/>
            <a:r>
              <a:rPr lang="zh-CN" altLang="en-US" b="1" smtClean="0">
                <a:solidFill>
                  <a:srgbClr val="000099"/>
                </a:solidFill>
                <a:latin typeface="Times New Roman" pitchFamily="18" charset="0"/>
                <a:ea typeface="华文新魏" pitchFamily="2" charset="-122"/>
              </a:rPr>
              <a:t> 例：短语、直接短语、句柄</a:t>
            </a:r>
          </a:p>
        </p:txBody>
      </p:sp>
      <p:sp>
        <p:nvSpPr>
          <p:cNvPr id="468995" name="Rectangle 3"/>
          <p:cNvSpPr>
            <a:spLocks noGrp="1" noRot="1" noChangeArrowheads="1"/>
          </p:cNvSpPr>
          <p:nvPr>
            <p:ph type="body" idx="1"/>
          </p:nvPr>
        </p:nvSpPr>
        <p:spPr>
          <a:xfrm>
            <a:off x="630238" y="3357563"/>
            <a:ext cx="2286000" cy="3271837"/>
          </a:xfrm>
        </p:spPr>
        <p:txBody>
          <a:bodyPr/>
          <a:lstStyle/>
          <a:p>
            <a:pPr marL="190500" lvl="1" indent="0" eaLnBrk="1" hangingPunct="1">
              <a:spcBef>
                <a:spcPct val="15000"/>
              </a:spcBef>
              <a:buFont typeface="Wingdings" pitchFamily="2" charset="2"/>
              <a:buNone/>
            </a:pPr>
            <a:r>
              <a:rPr lang="en-US" altLang="zh-CN" b="1" smtClean="0">
                <a:latin typeface="Times New Roman" pitchFamily="18" charset="0"/>
                <a:ea typeface="华文新魏" pitchFamily="2" charset="-122"/>
              </a:rPr>
              <a:t>E</a:t>
            </a:r>
            <a:r>
              <a:rPr lang="en-US" altLang="zh-CN" b="1" smtClean="0">
                <a:latin typeface="Times New Roman" pitchFamily="18" charset="0"/>
                <a:ea typeface="华文新魏" pitchFamily="2" charset="-122"/>
                <a:sym typeface="Symbol" pitchFamily="18" charset="2"/>
              </a:rPr>
              <a:t>E+T </a:t>
            </a:r>
          </a:p>
          <a:p>
            <a:pPr marL="190500" lvl="1" indent="0" eaLnBrk="1" hangingPunct="1">
              <a:spcBef>
                <a:spcPct val="15000"/>
              </a:spcBef>
              <a:buFont typeface="Wingdings" pitchFamily="2" charset="2"/>
              <a:buNone/>
            </a:pPr>
            <a:r>
              <a:rPr lang="en-US" altLang="zh-CN" b="1" smtClean="0">
                <a:latin typeface="Times New Roman" pitchFamily="18" charset="0"/>
                <a:ea typeface="华文新魏" pitchFamily="2" charset="-122"/>
                <a:sym typeface="Symbol" pitchFamily="18" charset="2"/>
              </a:rPr>
              <a:t>T+T</a:t>
            </a:r>
          </a:p>
          <a:p>
            <a:pPr marL="190500" lvl="1" indent="0" eaLnBrk="1" hangingPunct="1">
              <a:spcBef>
                <a:spcPct val="15000"/>
              </a:spcBef>
              <a:buFont typeface="Wingdings" pitchFamily="2" charset="2"/>
              <a:buNone/>
            </a:pPr>
            <a:r>
              <a:rPr lang="en-US" altLang="zh-CN" b="1" smtClean="0">
                <a:latin typeface="Times New Roman" pitchFamily="18" charset="0"/>
                <a:ea typeface="华文新魏" pitchFamily="2" charset="-122"/>
                <a:sym typeface="Symbol" pitchFamily="18" charset="2"/>
              </a:rPr>
              <a:t>F+T</a:t>
            </a:r>
          </a:p>
          <a:p>
            <a:pPr marL="190500" lvl="1" indent="0" eaLnBrk="1" hangingPunct="1">
              <a:spcBef>
                <a:spcPct val="15000"/>
              </a:spcBef>
              <a:buFont typeface="Wingdings" pitchFamily="2" charset="2"/>
              <a:buNone/>
            </a:pPr>
            <a:r>
              <a:rPr lang="en-US" altLang="zh-CN" b="1" smtClean="0">
                <a:latin typeface="Times New Roman" pitchFamily="18" charset="0"/>
                <a:ea typeface="华文新魏" pitchFamily="2" charset="-122"/>
                <a:sym typeface="Symbol" pitchFamily="18" charset="2"/>
              </a:rPr>
              <a:t>(E)+T</a:t>
            </a:r>
          </a:p>
          <a:p>
            <a:pPr marL="190500" lvl="1" indent="0" eaLnBrk="1" hangingPunct="1">
              <a:spcBef>
                <a:spcPct val="15000"/>
              </a:spcBef>
              <a:buFont typeface="Wingdings" pitchFamily="2" charset="2"/>
              <a:buNone/>
            </a:pPr>
            <a:r>
              <a:rPr lang="en-US" altLang="zh-CN" b="1" smtClean="0">
                <a:latin typeface="Times New Roman" pitchFamily="18" charset="0"/>
                <a:ea typeface="华文新魏" pitchFamily="2" charset="-122"/>
                <a:sym typeface="Symbol" pitchFamily="18" charset="2"/>
              </a:rPr>
              <a:t>(E+T)+T</a:t>
            </a:r>
          </a:p>
          <a:p>
            <a:pPr marL="190500" lvl="1" indent="0">
              <a:spcBef>
                <a:spcPct val="15000"/>
              </a:spcBef>
              <a:buClr>
                <a:schemeClr val="folHlink"/>
              </a:buClr>
              <a:buSzPct val="75000"/>
              <a:buFont typeface="Monotype Sorts" pitchFamily="2" charset="2"/>
              <a:buNone/>
            </a:pPr>
            <a:r>
              <a:rPr lang="en-US" altLang="zh-CN" b="1" smtClean="0">
                <a:latin typeface="Times New Roman" pitchFamily="18" charset="0"/>
                <a:ea typeface="华文新魏" pitchFamily="2" charset="-122"/>
                <a:sym typeface="Symbol" pitchFamily="18" charset="2"/>
              </a:rPr>
              <a:t>(T+T)+T</a:t>
            </a:r>
          </a:p>
        </p:txBody>
      </p:sp>
      <p:sp>
        <p:nvSpPr>
          <p:cNvPr id="468996" name="Rectangle 4"/>
          <p:cNvSpPr>
            <a:spLocks noChangeArrowheads="1"/>
          </p:cNvSpPr>
          <p:nvPr/>
        </p:nvSpPr>
        <p:spPr bwMode="auto">
          <a:xfrm>
            <a:off x="3635375" y="1744663"/>
            <a:ext cx="2592388" cy="3124200"/>
          </a:xfrm>
          <a:prstGeom prst="rect">
            <a:avLst/>
          </a:prstGeom>
          <a:noFill/>
          <a:ln w="9525">
            <a:noFill/>
            <a:miter lim="800000"/>
            <a:headEnd/>
            <a:tailEnd/>
          </a:ln>
          <a:effectLst/>
        </p:spPr>
        <p:txBody>
          <a:bodyPr lIns="92075" tIns="46038" rIns="92075" bIns="46038"/>
          <a:lstStyle/>
          <a:p>
            <a:pPr marL="342900" indent="-342900">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sym typeface="Symbol" pitchFamily="18" charset="2"/>
              </a:rPr>
              <a:t>(T+T)+T</a:t>
            </a:r>
          </a:p>
          <a:p>
            <a:pPr marL="342900" indent="-342900">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sym typeface="Symbol" pitchFamily="18" charset="2"/>
              </a:rPr>
              <a:t>(F+T)+T</a:t>
            </a:r>
          </a:p>
          <a:p>
            <a:pPr marL="342900" indent="-342900">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sym typeface="Symbol" pitchFamily="18" charset="2"/>
              </a:rPr>
              <a:t>(a+T)+T</a:t>
            </a:r>
          </a:p>
          <a:p>
            <a:pPr marL="342900" indent="-342900">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sym typeface="Symbol" pitchFamily="18" charset="2"/>
              </a:rPr>
              <a:t>(a+T*F)+T</a:t>
            </a:r>
          </a:p>
          <a:p>
            <a:pPr marL="342900" indent="-342900">
              <a:spcBef>
                <a:spcPct val="2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sym typeface="Symbol" pitchFamily="18" charset="2"/>
              </a:rPr>
              <a:t>(a+F*F)+T</a:t>
            </a:r>
          </a:p>
          <a:p>
            <a:pPr marL="342900" indent="-342900">
              <a:spcBef>
                <a:spcPct val="20000"/>
              </a:spcBef>
              <a:buClr>
                <a:schemeClr val="folHlink"/>
              </a:buClr>
              <a:buSzPct val="75000"/>
              <a:buFont typeface="Monotype Sorts" pitchFamily="2" charset="2"/>
              <a:buNone/>
            </a:pPr>
            <a:r>
              <a:rPr kumimoji="1" lang="en-US" altLang="zh-CN" sz="2800" b="1">
                <a:solidFill>
                  <a:schemeClr val="hlink"/>
                </a:solidFill>
                <a:effectLst>
                  <a:outerShdw blurRad="38100" dist="38100" dir="2700000" algn="tl">
                    <a:srgbClr val="C0C0C0"/>
                  </a:outerShdw>
                </a:effectLst>
                <a:sym typeface="Symbol" pitchFamily="18" charset="2"/>
              </a:rPr>
              <a:t>(a+b*F)+T</a:t>
            </a:r>
          </a:p>
        </p:txBody>
      </p:sp>
      <p:sp>
        <p:nvSpPr>
          <p:cNvPr id="468997" name="Rectangle 5"/>
          <p:cNvSpPr>
            <a:spLocks noChangeArrowheads="1"/>
          </p:cNvSpPr>
          <p:nvPr/>
        </p:nvSpPr>
        <p:spPr bwMode="auto">
          <a:xfrm>
            <a:off x="703263" y="1773238"/>
            <a:ext cx="2087562" cy="154463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marL="342900" indent="-342900">
              <a:spcBef>
                <a:spcPct val="20000"/>
              </a:spcBef>
              <a:buClr>
                <a:schemeClr val="fo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E→E+T|T     </a:t>
            </a:r>
          </a:p>
          <a:p>
            <a:pPr marL="342900" indent="-342900">
              <a:spcBef>
                <a:spcPct val="20000"/>
              </a:spcBef>
              <a:buClr>
                <a:schemeClr val="fo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T→T* F|F    </a:t>
            </a:r>
          </a:p>
          <a:p>
            <a:pPr marL="342900" indent="-342900">
              <a:spcBef>
                <a:spcPct val="20000"/>
              </a:spcBef>
              <a:buClr>
                <a:schemeClr val="fo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F→(E)|id</a:t>
            </a:r>
          </a:p>
        </p:txBody>
      </p:sp>
      <p:sp>
        <p:nvSpPr>
          <p:cNvPr id="468998" name="AutoShape 6"/>
          <p:cNvSpPr>
            <a:spLocks noChangeArrowheads="1"/>
          </p:cNvSpPr>
          <p:nvPr/>
        </p:nvSpPr>
        <p:spPr bwMode="auto">
          <a:xfrm>
            <a:off x="5867400" y="1700213"/>
            <a:ext cx="3097213" cy="1298575"/>
          </a:xfrm>
          <a:prstGeom prst="wedgeRectCallout">
            <a:avLst>
              <a:gd name="adj1" fmla="val -59278"/>
              <a:gd name="adj2" fmla="val 160880"/>
            </a:avLst>
          </a:prstGeom>
          <a:solidFill>
            <a:schemeClr val="accent1"/>
          </a:solidFill>
          <a:ln w="9525">
            <a:solidFill>
              <a:schemeClr val="tx1"/>
            </a:solidFill>
            <a:miter lim="800000"/>
            <a:headEnd/>
            <a:tailEnd/>
          </a:ln>
        </p:spPr>
        <p:txBody>
          <a:bodyPr/>
          <a:lstStyle/>
          <a:p>
            <a:pPr eaLnBrk="1" hangingPunct="1"/>
            <a:r>
              <a:rPr lang="en-US" altLang="zh-CN" sz="2800" b="1">
                <a:solidFill>
                  <a:srgbClr val="990099"/>
                </a:solidFill>
              </a:rPr>
              <a:t>a</a:t>
            </a:r>
            <a:r>
              <a:rPr lang="zh-CN" altLang="en-US" sz="2800" b="1"/>
              <a:t>，</a:t>
            </a:r>
            <a:r>
              <a:rPr lang="en-US" altLang="zh-CN" sz="2800" b="1">
                <a:solidFill>
                  <a:srgbClr val="990099"/>
                </a:solidFill>
              </a:rPr>
              <a:t>b</a:t>
            </a:r>
            <a:r>
              <a:rPr lang="zh-CN" altLang="en-US" sz="2800" b="1"/>
              <a:t>，</a:t>
            </a:r>
            <a:r>
              <a:rPr lang="en-US" altLang="zh-CN" sz="2800" b="1"/>
              <a:t>b*F</a:t>
            </a:r>
            <a:r>
              <a:rPr lang="zh-CN" altLang="en-US" sz="2800" b="1"/>
              <a:t>，</a:t>
            </a:r>
            <a:r>
              <a:rPr lang="en-US" altLang="zh-CN" sz="2800" b="1"/>
              <a:t>a+b*F</a:t>
            </a:r>
            <a:r>
              <a:rPr lang="zh-CN" altLang="en-US" sz="2800" b="1"/>
              <a:t>，</a:t>
            </a:r>
            <a:r>
              <a:rPr lang="en-US" altLang="zh-CN" sz="2800" b="1"/>
              <a:t>(a+b*F), (a+b*F)+T</a:t>
            </a:r>
          </a:p>
        </p:txBody>
      </p:sp>
      <p:sp>
        <p:nvSpPr>
          <p:cNvPr id="468999" name="AutoShape 7"/>
          <p:cNvSpPr>
            <a:spLocks noChangeArrowheads="1"/>
          </p:cNvSpPr>
          <p:nvPr/>
        </p:nvSpPr>
        <p:spPr bwMode="auto">
          <a:xfrm>
            <a:off x="6877050" y="4652963"/>
            <a:ext cx="1727200" cy="577850"/>
          </a:xfrm>
          <a:prstGeom prst="wedgeRectCallout">
            <a:avLst>
              <a:gd name="adj1" fmla="val -120866"/>
              <a:gd name="adj2" fmla="val 209616"/>
            </a:avLst>
          </a:prstGeom>
          <a:solidFill>
            <a:schemeClr val="accent1"/>
          </a:solidFill>
          <a:ln w="9525">
            <a:solidFill>
              <a:schemeClr val="tx1"/>
            </a:solidFill>
            <a:miter lim="800000"/>
            <a:headEnd/>
            <a:tailEnd/>
          </a:ln>
        </p:spPr>
        <p:txBody>
          <a:bodyPr/>
          <a:lstStyle/>
          <a:p>
            <a:pPr algn="ctr" eaLnBrk="1" hangingPunct="1"/>
            <a:r>
              <a:rPr lang="en-US" altLang="zh-CN" sz="3200" b="1"/>
              <a:t>?</a:t>
            </a:r>
          </a:p>
        </p:txBody>
      </p:sp>
      <p:sp>
        <p:nvSpPr>
          <p:cNvPr id="469000" name="Rectangle 8"/>
          <p:cNvSpPr>
            <a:spLocks noChangeArrowheads="1"/>
          </p:cNvSpPr>
          <p:nvPr/>
        </p:nvSpPr>
        <p:spPr bwMode="auto">
          <a:xfrm>
            <a:off x="3635375" y="4837113"/>
            <a:ext cx="2519363" cy="1544637"/>
          </a:xfrm>
          <a:prstGeom prst="rect">
            <a:avLst/>
          </a:prstGeom>
          <a:noFill/>
          <a:ln w="9525">
            <a:noFill/>
            <a:miter lim="800000"/>
            <a:headEnd/>
            <a:tailEnd/>
          </a:ln>
          <a:effectLst/>
        </p:spPr>
        <p:txBody>
          <a:bodyPr>
            <a:spAutoFit/>
          </a:bodyPr>
          <a:lstStyle/>
          <a:p>
            <a:pPr marL="342900" indent="-342900" eaLnBrk="1" hangingPunct="1">
              <a:spcBef>
                <a:spcPct val="20000"/>
              </a:spcBef>
            </a:pPr>
            <a:r>
              <a:rPr kumimoji="1" lang="en-US" altLang="zh-CN" sz="2800" b="1">
                <a:effectLst>
                  <a:outerShdw blurRad="38100" dist="38100" dir="2700000" algn="tl">
                    <a:srgbClr val="C0C0C0"/>
                  </a:outerShdw>
                </a:effectLst>
                <a:sym typeface="Symbol" pitchFamily="18" charset="2"/>
              </a:rPr>
              <a:t>(a+b*c)+T</a:t>
            </a:r>
          </a:p>
          <a:p>
            <a:pPr marL="342900" indent="-342900" eaLnBrk="1" hangingPunct="1">
              <a:spcBef>
                <a:spcPct val="20000"/>
              </a:spcBef>
            </a:pPr>
            <a:r>
              <a:rPr kumimoji="1" lang="en-US" altLang="zh-CN" sz="2800" b="1">
                <a:effectLst>
                  <a:outerShdw blurRad="38100" dist="38100" dir="2700000" algn="tl">
                    <a:srgbClr val="C0C0C0"/>
                  </a:outerShdw>
                </a:effectLst>
                <a:sym typeface="Symbol" pitchFamily="18" charset="2"/>
              </a:rPr>
              <a:t>(a+b*c)+F</a:t>
            </a:r>
          </a:p>
          <a:p>
            <a:pPr marL="342900" indent="-342900" eaLnBrk="1" hangingPunct="1">
              <a:spcBef>
                <a:spcPct val="20000"/>
              </a:spcBef>
            </a:pPr>
            <a:r>
              <a:rPr kumimoji="1" lang="en-US" altLang="zh-CN" sz="2800" b="1">
                <a:solidFill>
                  <a:schemeClr val="hlink"/>
                </a:solidFill>
                <a:effectLst>
                  <a:outerShdw blurRad="38100" dist="38100" dir="2700000" algn="tl">
                    <a:srgbClr val="C0C0C0"/>
                  </a:outerShdw>
                </a:effectLst>
                <a:sym typeface="Symbol" pitchFamily="18" charset="2"/>
              </a:rPr>
              <a:t>(a+b*c)+d</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2018" name="Text Box 2"/>
          <p:cNvSpPr txBox="1">
            <a:spLocks noChangeArrowheads="1"/>
          </p:cNvSpPr>
          <p:nvPr/>
        </p:nvSpPr>
        <p:spPr bwMode="auto">
          <a:xfrm>
            <a:off x="76200" y="476250"/>
            <a:ext cx="2133600" cy="588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fontAlgn="ctr" hangingPunct="1">
              <a:spcBef>
                <a:spcPct val="50000"/>
              </a:spcBef>
            </a:pPr>
            <a:r>
              <a:rPr kumimoji="1" lang="en-US" altLang="en-US" sz="3200" b="1">
                <a:latin typeface="Times New Roman" pitchFamily="18" charset="0"/>
              </a:rPr>
              <a:t>E</a:t>
            </a:r>
            <a:endParaRPr kumimoji="1" lang="en-US" altLang="zh-CN" sz="3200" b="1">
              <a:latin typeface="Times New Roman" pitchFamily="18" charset="0"/>
            </a:endParaRPr>
          </a:p>
        </p:txBody>
      </p:sp>
      <p:sp>
        <p:nvSpPr>
          <p:cNvPr id="342019" name="Text Box 3"/>
          <p:cNvSpPr txBox="1">
            <a:spLocks noChangeArrowheads="1"/>
          </p:cNvSpPr>
          <p:nvPr/>
        </p:nvSpPr>
        <p:spPr bwMode="auto">
          <a:xfrm>
            <a:off x="76200" y="1085850"/>
            <a:ext cx="2133600" cy="588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zh-CN" altLang="zh-CN" sz="3200" b="1">
                <a:latin typeface="Times New Roman" pitchFamily="18" charset="0"/>
                <a:sym typeface="Symbol" pitchFamily="18" charset="2"/>
              </a:rPr>
              <a:t></a:t>
            </a:r>
            <a:r>
              <a:rPr kumimoji="1" lang="en-US" altLang="zh-CN" sz="3200" b="1">
                <a:latin typeface="Times New Roman" pitchFamily="18" charset="0"/>
                <a:sym typeface="Symbol" pitchFamily="18" charset="2"/>
              </a:rPr>
              <a:t>E+T</a:t>
            </a:r>
            <a:endParaRPr kumimoji="1" lang="en-US" altLang="zh-CN" sz="3200" b="1">
              <a:latin typeface="Times New Roman" pitchFamily="18" charset="0"/>
            </a:endParaRPr>
          </a:p>
        </p:txBody>
      </p:sp>
      <p:sp>
        <p:nvSpPr>
          <p:cNvPr id="342020" name="Text Box 4"/>
          <p:cNvSpPr txBox="1">
            <a:spLocks noChangeArrowheads="1"/>
          </p:cNvSpPr>
          <p:nvPr/>
        </p:nvSpPr>
        <p:spPr bwMode="auto">
          <a:xfrm>
            <a:off x="76200" y="1695450"/>
            <a:ext cx="2133600" cy="588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zh-CN" altLang="zh-CN" sz="3200" b="1">
                <a:latin typeface="Times New Roman" pitchFamily="18" charset="0"/>
                <a:sym typeface="Symbol" pitchFamily="18" charset="2"/>
              </a:rPr>
              <a:t></a:t>
            </a:r>
            <a:r>
              <a:rPr kumimoji="1" lang="en-US" altLang="zh-CN" sz="3200" b="1">
                <a:latin typeface="Times New Roman" pitchFamily="18" charset="0"/>
                <a:sym typeface="Symbol" pitchFamily="18" charset="2"/>
              </a:rPr>
              <a:t>T+T</a:t>
            </a:r>
            <a:endParaRPr kumimoji="1" lang="en-US" altLang="zh-CN" sz="3200" b="1">
              <a:latin typeface="Times New Roman" pitchFamily="18" charset="0"/>
            </a:endParaRPr>
          </a:p>
        </p:txBody>
      </p:sp>
      <p:sp>
        <p:nvSpPr>
          <p:cNvPr id="342021" name="Text Box 5"/>
          <p:cNvSpPr txBox="1">
            <a:spLocks noChangeArrowheads="1"/>
          </p:cNvSpPr>
          <p:nvPr/>
        </p:nvSpPr>
        <p:spPr bwMode="auto">
          <a:xfrm>
            <a:off x="76200" y="2305050"/>
            <a:ext cx="2133600" cy="588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zh-CN" altLang="zh-CN" sz="3200" b="1">
                <a:latin typeface="Times New Roman" pitchFamily="18" charset="0"/>
                <a:sym typeface="Symbol" pitchFamily="18" charset="2"/>
              </a:rPr>
              <a:t></a:t>
            </a:r>
            <a:r>
              <a:rPr kumimoji="1" lang="en-US" altLang="zh-CN" sz="3200" b="1">
                <a:latin typeface="Times New Roman" pitchFamily="18" charset="0"/>
                <a:sym typeface="Symbol" pitchFamily="18" charset="2"/>
              </a:rPr>
              <a:t>F+T</a:t>
            </a:r>
          </a:p>
        </p:txBody>
      </p:sp>
      <p:sp>
        <p:nvSpPr>
          <p:cNvPr id="342022" name="Text Box 6"/>
          <p:cNvSpPr txBox="1">
            <a:spLocks noChangeArrowheads="1"/>
          </p:cNvSpPr>
          <p:nvPr/>
        </p:nvSpPr>
        <p:spPr bwMode="auto">
          <a:xfrm>
            <a:off x="76200" y="2914650"/>
            <a:ext cx="2133600" cy="588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zh-CN" altLang="zh-CN" sz="3200" b="1">
                <a:latin typeface="Times New Roman" pitchFamily="18" charset="0"/>
                <a:sym typeface="Symbol" pitchFamily="18" charset="2"/>
              </a:rPr>
              <a:t></a:t>
            </a:r>
            <a:r>
              <a:rPr kumimoji="1" lang="zh-CN" altLang="en-US" sz="3200" b="1">
                <a:latin typeface="Times New Roman" pitchFamily="18" charset="0"/>
              </a:rPr>
              <a:t> </a:t>
            </a:r>
            <a:r>
              <a:rPr kumimoji="1" lang="en-US" altLang="en-US" sz="3200" b="1">
                <a:latin typeface="Times New Roman" pitchFamily="18" charset="0"/>
              </a:rPr>
              <a:t>a</a:t>
            </a:r>
            <a:r>
              <a:rPr kumimoji="1" lang="en-US" altLang="en-US" sz="3200" b="1" baseline="-25000">
                <a:latin typeface="Times New Roman" pitchFamily="18" charset="0"/>
              </a:rPr>
              <a:t>1</a:t>
            </a:r>
            <a:r>
              <a:rPr kumimoji="1" lang="en-US" altLang="en-US" sz="3200" b="1">
                <a:latin typeface="Times New Roman" pitchFamily="18" charset="0"/>
              </a:rPr>
              <a:t>+T</a:t>
            </a:r>
            <a:endParaRPr kumimoji="1" lang="en-US" altLang="zh-CN" sz="3200" b="1">
              <a:latin typeface="Times New Roman" pitchFamily="18" charset="0"/>
            </a:endParaRPr>
          </a:p>
        </p:txBody>
      </p:sp>
      <p:sp>
        <p:nvSpPr>
          <p:cNvPr id="342023" name="Text Box 7"/>
          <p:cNvSpPr txBox="1">
            <a:spLocks noChangeArrowheads="1"/>
          </p:cNvSpPr>
          <p:nvPr/>
        </p:nvSpPr>
        <p:spPr bwMode="auto">
          <a:xfrm>
            <a:off x="76200" y="3524250"/>
            <a:ext cx="2133600" cy="588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zh-CN" altLang="zh-CN" sz="3200" b="1">
                <a:latin typeface="Times New Roman" pitchFamily="18" charset="0"/>
                <a:sym typeface="Symbol" pitchFamily="18" charset="2"/>
              </a:rPr>
              <a:t></a:t>
            </a:r>
            <a:r>
              <a:rPr kumimoji="1" lang="zh-CN" altLang="en-US" sz="3200" b="1">
                <a:latin typeface="Times New Roman" pitchFamily="18" charset="0"/>
              </a:rPr>
              <a:t> </a:t>
            </a:r>
            <a:r>
              <a:rPr kumimoji="1" lang="en-US" altLang="en-US" sz="3200" b="1">
                <a:latin typeface="Times New Roman" pitchFamily="18" charset="0"/>
              </a:rPr>
              <a:t>a</a:t>
            </a:r>
            <a:r>
              <a:rPr kumimoji="1" lang="en-US" altLang="en-US" sz="3200" b="1" baseline="-25000">
                <a:latin typeface="Times New Roman" pitchFamily="18" charset="0"/>
              </a:rPr>
              <a:t>1</a:t>
            </a:r>
            <a:r>
              <a:rPr kumimoji="1" lang="en-US" altLang="en-US" sz="3200" b="1">
                <a:latin typeface="Times New Roman" pitchFamily="18" charset="0"/>
              </a:rPr>
              <a:t>+T*F</a:t>
            </a:r>
            <a:endParaRPr kumimoji="1" lang="en-US" altLang="zh-CN" sz="3200" b="1">
              <a:latin typeface="Times New Roman" pitchFamily="18" charset="0"/>
            </a:endParaRPr>
          </a:p>
        </p:txBody>
      </p:sp>
      <p:sp>
        <p:nvSpPr>
          <p:cNvPr id="342024" name="Text Box 8"/>
          <p:cNvSpPr txBox="1">
            <a:spLocks noChangeArrowheads="1"/>
          </p:cNvSpPr>
          <p:nvPr/>
        </p:nvSpPr>
        <p:spPr bwMode="auto">
          <a:xfrm>
            <a:off x="76200" y="4133850"/>
            <a:ext cx="2133600" cy="588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zh-CN" altLang="zh-CN" sz="3200" b="1">
                <a:latin typeface="Times New Roman" pitchFamily="18" charset="0"/>
                <a:sym typeface="Symbol" pitchFamily="18" charset="2"/>
              </a:rPr>
              <a:t></a:t>
            </a:r>
            <a:r>
              <a:rPr kumimoji="1" lang="zh-CN" altLang="en-US" sz="3200" b="1">
                <a:latin typeface="Times New Roman" pitchFamily="18" charset="0"/>
              </a:rPr>
              <a:t> </a:t>
            </a:r>
            <a:r>
              <a:rPr kumimoji="1" lang="en-US" altLang="en-US" sz="2800" b="1">
                <a:latin typeface="Times New Roman" pitchFamily="18" charset="0"/>
              </a:rPr>
              <a:t>a</a:t>
            </a:r>
            <a:r>
              <a:rPr kumimoji="1" lang="en-US" altLang="en-US" sz="2800" b="1" baseline="-25000">
                <a:latin typeface="Times New Roman" pitchFamily="18" charset="0"/>
              </a:rPr>
              <a:t>1</a:t>
            </a:r>
            <a:r>
              <a:rPr kumimoji="1" lang="en-US" altLang="en-US" sz="2800" b="1">
                <a:latin typeface="Times New Roman" pitchFamily="18" charset="0"/>
              </a:rPr>
              <a:t>+F * F</a:t>
            </a:r>
            <a:endParaRPr kumimoji="1" lang="en-US" altLang="zh-CN" sz="2800" b="1">
              <a:latin typeface="Times New Roman" pitchFamily="18" charset="0"/>
            </a:endParaRPr>
          </a:p>
        </p:txBody>
      </p:sp>
      <p:sp>
        <p:nvSpPr>
          <p:cNvPr id="342025" name="Text Box 9"/>
          <p:cNvSpPr txBox="1">
            <a:spLocks noChangeArrowheads="1"/>
          </p:cNvSpPr>
          <p:nvPr/>
        </p:nvSpPr>
        <p:spPr bwMode="auto">
          <a:xfrm>
            <a:off x="76200" y="4743450"/>
            <a:ext cx="2133600" cy="588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zh-CN" altLang="zh-CN" sz="3200" b="1">
                <a:latin typeface="Times New Roman" pitchFamily="18" charset="0"/>
                <a:sym typeface="Symbol" pitchFamily="18" charset="2"/>
              </a:rPr>
              <a:t></a:t>
            </a:r>
            <a:r>
              <a:rPr kumimoji="1" lang="zh-CN" altLang="en-US" sz="3200" b="1">
                <a:latin typeface="Times New Roman" pitchFamily="18" charset="0"/>
              </a:rPr>
              <a:t> </a:t>
            </a:r>
            <a:r>
              <a:rPr kumimoji="1" lang="en-US" altLang="en-US" sz="3200" b="1">
                <a:latin typeface="Times New Roman" pitchFamily="18" charset="0"/>
              </a:rPr>
              <a:t>a</a:t>
            </a:r>
            <a:r>
              <a:rPr kumimoji="1" lang="en-US" altLang="en-US" sz="3200" b="1" baseline="-25000">
                <a:latin typeface="Times New Roman" pitchFamily="18" charset="0"/>
              </a:rPr>
              <a:t>1</a:t>
            </a:r>
            <a:r>
              <a:rPr kumimoji="1" lang="en-US" altLang="en-US" sz="3200" b="1">
                <a:latin typeface="Times New Roman" pitchFamily="18" charset="0"/>
              </a:rPr>
              <a:t>+a</a:t>
            </a:r>
            <a:r>
              <a:rPr kumimoji="1" lang="en-US" altLang="en-US" sz="3200" b="1" baseline="-25000">
                <a:latin typeface="Times New Roman" pitchFamily="18" charset="0"/>
              </a:rPr>
              <a:t>2 </a:t>
            </a:r>
            <a:r>
              <a:rPr kumimoji="1" lang="en-US" altLang="en-US" sz="3200" b="1">
                <a:latin typeface="Times New Roman" pitchFamily="18" charset="0"/>
              </a:rPr>
              <a:t>*F</a:t>
            </a:r>
            <a:endParaRPr kumimoji="1" lang="en-US" altLang="zh-CN" sz="3200" b="1">
              <a:latin typeface="Times New Roman" pitchFamily="18" charset="0"/>
            </a:endParaRPr>
          </a:p>
        </p:txBody>
      </p:sp>
      <p:sp>
        <p:nvSpPr>
          <p:cNvPr id="342026" name="Text Box 10"/>
          <p:cNvSpPr txBox="1">
            <a:spLocks noChangeArrowheads="1"/>
          </p:cNvSpPr>
          <p:nvPr/>
        </p:nvSpPr>
        <p:spPr bwMode="auto">
          <a:xfrm>
            <a:off x="2209800" y="1106488"/>
            <a:ext cx="3048000" cy="5889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en-US" altLang="zh-CN" sz="3200" b="1">
                <a:solidFill>
                  <a:srgbClr val="9900CC"/>
                </a:solidFill>
                <a:latin typeface="Times New Roman" pitchFamily="18" charset="0"/>
                <a:ea typeface="华文新魏" pitchFamily="2" charset="-122"/>
              </a:rPr>
              <a:t>E+T</a:t>
            </a:r>
            <a:r>
              <a:rPr kumimoji="1" lang="en-US" altLang="zh-CN" sz="3200" b="1">
                <a:latin typeface="Times New Roman" pitchFamily="18" charset="0"/>
              </a:rPr>
              <a:t>          </a:t>
            </a:r>
          </a:p>
        </p:txBody>
      </p:sp>
      <p:sp>
        <p:nvSpPr>
          <p:cNvPr id="342027" name="Text Box 11"/>
          <p:cNvSpPr txBox="1">
            <a:spLocks noChangeArrowheads="1"/>
          </p:cNvSpPr>
          <p:nvPr/>
        </p:nvSpPr>
        <p:spPr bwMode="auto">
          <a:xfrm>
            <a:off x="2209800" y="1716088"/>
            <a:ext cx="3048000" cy="5889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en-US" altLang="zh-CN" sz="3200" b="1">
                <a:solidFill>
                  <a:srgbClr val="9900CC"/>
                </a:solidFill>
                <a:latin typeface="Times New Roman" pitchFamily="18" charset="0"/>
                <a:ea typeface="华文新魏" pitchFamily="2" charset="-122"/>
              </a:rPr>
              <a:t>T</a:t>
            </a:r>
            <a:r>
              <a:rPr kumimoji="1" lang="en-US" altLang="zh-CN" sz="3200" b="1">
                <a:latin typeface="Times New Roman" pitchFamily="18" charset="0"/>
              </a:rPr>
              <a:t>,T+T           </a:t>
            </a:r>
          </a:p>
        </p:txBody>
      </p:sp>
      <p:sp>
        <p:nvSpPr>
          <p:cNvPr id="342028" name="Text Box 12"/>
          <p:cNvSpPr txBox="1">
            <a:spLocks noChangeArrowheads="1"/>
          </p:cNvSpPr>
          <p:nvPr/>
        </p:nvSpPr>
        <p:spPr bwMode="auto">
          <a:xfrm>
            <a:off x="2209800" y="2325688"/>
            <a:ext cx="3048000" cy="5889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en-US" altLang="en-US" sz="3200" b="1">
                <a:solidFill>
                  <a:srgbClr val="9900CC"/>
                </a:solidFill>
                <a:latin typeface="Times New Roman" pitchFamily="18" charset="0"/>
                <a:ea typeface="华文新魏" pitchFamily="2" charset="-122"/>
              </a:rPr>
              <a:t>F</a:t>
            </a:r>
            <a:r>
              <a:rPr kumimoji="1" lang="en-US" altLang="en-US" sz="3200" b="1">
                <a:latin typeface="Times New Roman" pitchFamily="18" charset="0"/>
              </a:rPr>
              <a:t>,F+T           </a:t>
            </a:r>
            <a:endParaRPr kumimoji="1" lang="en-US" altLang="zh-CN" sz="3200" b="1">
              <a:latin typeface="Times New Roman" pitchFamily="18" charset="0"/>
            </a:endParaRPr>
          </a:p>
        </p:txBody>
      </p:sp>
      <p:sp>
        <p:nvSpPr>
          <p:cNvPr id="342029" name="Text Box 13"/>
          <p:cNvSpPr txBox="1">
            <a:spLocks noChangeArrowheads="1"/>
          </p:cNvSpPr>
          <p:nvPr/>
        </p:nvSpPr>
        <p:spPr bwMode="auto">
          <a:xfrm>
            <a:off x="2209800" y="2935288"/>
            <a:ext cx="3048000" cy="5889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en-US" altLang="en-US" sz="3200" b="1">
                <a:solidFill>
                  <a:srgbClr val="9900CC"/>
                </a:solidFill>
                <a:latin typeface="Times New Roman" pitchFamily="18" charset="0"/>
                <a:ea typeface="华文新魏" pitchFamily="2" charset="-122"/>
              </a:rPr>
              <a:t>a</a:t>
            </a:r>
            <a:r>
              <a:rPr kumimoji="1" lang="en-US" altLang="en-US" sz="3200" b="1" baseline="-25000">
                <a:solidFill>
                  <a:srgbClr val="9900CC"/>
                </a:solidFill>
                <a:latin typeface="Times New Roman" pitchFamily="18" charset="0"/>
                <a:ea typeface="华文新魏" pitchFamily="2" charset="-122"/>
              </a:rPr>
              <a:t>1</a:t>
            </a:r>
            <a:r>
              <a:rPr kumimoji="1" lang="en-US" altLang="en-US" sz="3200" b="1">
                <a:latin typeface="Times New Roman" pitchFamily="18" charset="0"/>
              </a:rPr>
              <a:t>, a</a:t>
            </a:r>
            <a:r>
              <a:rPr kumimoji="1" lang="en-US" altLang="en-US" sz="3200" b="1" baseline="-25000">
                <a:latin typeface="Times New Roman" pitchFamily="18" charset="0"/>
              </a:rPr>
              <a:t>1+</a:t>
            </a:r>
            <a:r>
              <a:rPr kumimoji="1" lang="en-US" altLang="en-US" sz="3200" b="1">
                <a:latin typeface="Times New Roman" pitchFamily="18" charset="0"/>
              </a:rPr>
              <a:t>T         </a:t>
            </a:r>
            <a:endParaRPr kumimoji="1" lang="en-US" altLang="zh-CN" sz="3200" b="1" baseline="-25000">
              <a:latin typeface="Times New Roman" pitchFamily="18" charset="0"/>
            </a:endParaRPr>
          </a:p>
        </p:txBody>
      </p:sp>
      <p:sp>
        <p:nvSpPr>
          <p:cNvPr id="342030" name="Text Box 14"/>
          <p:cNvSpPr txBox="1">
            <a:spLocks noChangeArrowheads="1"/>
          </p:cNvSpPr>
          <p:nvPr/>
        </p:nvSpPr>
        <p:spPr bwMode="auto">
          <a:xfrm>
            <a:off x="2209800" y="3544888"/>
            <a:ext cx="3048000" cy="5889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en-US" altLang="en-US" sz="3200" b="1">
                <a:solidFill>
                  <a:schemeClr val="hlink"/>
                </a:solidFill>
                <a:latin typeface="Times New Roman" pitchFamily="18" charset="0"/>
              </a:rPr>
              <a:t>a</a:t>
            </a:r>
            <a:r>
              <a:rPr kumimoji="1" lang="en-US" altLang="en-US" sz="3200" b="1" baseline="-25000">
                <a:solidFill>
                  <a:schemeClr val="hlink"/>
                </a:solidFill>
                <a:latin typeface="Times New Roman" pitchFamily="18" charset="0"/>
              </a:rPr>
              <a:t>1</a:t>
            </a:r>
            <a:r>
              <a:rPr kumimoji="1" lang="en-US" altLang="en-US" sz="3200" b="1">
                <a:latin typeface="Times New Roman" pitchFamily="18" charset="0"/>
              </a:rPr>
              <a:t>, </a:t>
            </a:r>
            <a:r>
              <a:rPr kumimoji="1" lang="en-US" altLang="en-US" sz="3200" b="1">
                <a:solidFill>
                  <a:srgbClr val="9900CC"/>
                </a:solidFill>
                <a:latin typeface="Times New Roman" pitchFamily="18" charset="0"/>
                <a:ea typeface="华文新魏" pitchFamily="2" charset="-122"/>
              </a:rPr>
              <a:t>T*F</a:t>
            </a:r>
            <a:r>
              <a:rPr kumimoji="1" lang="en-US" altLang="en-US" sz="3200" b="1">
                <a:latin typeface="Times New Roman" pitchFamily="18" charset="0"/>
              </a:rPr>
              <a:t>, a</a:t>
            </a:r>
            <a:r>
              <a:rPr kumimoji="1" lang="en-US" altLang="en-US" sz="3200" b="1" baseline="-25000">
                <a:latin typeface="Times New Roman" pitchFamily="18" charset="0"/>
              </a:rPr>
              <a:t>1+</a:t>
            </a:r>
            <a:r>
              <a:rPr kumimoji="1" lang="en-US" altLang="en-US" sz="3200" b="1">
                <a:latin typeface="Times New Roman" pitchFamily="18" charset="0"/>
              </a:rPr>
              <a:t>T*F</a:t>
            </a:r>
            <a:endParaRPr kumimoji="1" lang="en-US" altLang="zh-CN" sz="3200" b="1">
              <a:latin typeface="Times New Roman" pitchFamily="18" charset="0"/>
            </a:endParaRPr>
          </a:p>
        </p:txBody>
      </p:sp>
      <p:sp>
        <p:nvSpPr>
          <p:cNvPr id="342031" name="Text Box 15"/>
          <p:cNvSpPr txBox="1">
            <a:spLocks noChangeArrowheads="1"/>
          </p:cNvSpPr>
          <p:nvPr/>
        </p:nvSpPr>
        <p:spPr bwMode="auto">
          <a:xfrm>
            <a:off x="2209800" y="4154488"/>
            <a:ext cx="3048000" cy="5889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en-US" altLang="en-US" sz="2800" b="1">
                <a:solidFill>
                  <a:schemeClr val="hlink"/>
                </a:solidFill>
                <a:latin typeface="Times New Roman" pitchFamily="18" charset="0"/>
              </a:rPr>
              <a:t>a</a:t>
            </a:r>
            <a:r>
              <a:rPr kumimoji="1" lang="en-US" altLang="en-US" sz="2800" b="1" baseline="-25000">
                <a:solidFill>
                  <a:schemeClr val="hlink"/>
                </a:solidFill>
                <a:latin typeface="Times New Roman" pitchFamily="18" charset="0"/>
              </a:rPr>
              <a:t>1</a:t>
            </a:r>
            <a:r>
              <a:rPr kumimoji="1" lang="en-US" altLang="en-US" sz="2800" b="1">
                <a:latin typeface="Times New Roman" pitchFamily="18" charset="0"/>
              </a:rPr>
              <a:t>, </a:t>
            </a:r>
            <a:r>
              <a:rPr kumimoji="1" lang="en-US" altLang="en-US" sz="3200" b="1">
                <a:solidFill>
                  <a:srgbClr val="9900CC"/>
                </a:solidFill>
                <a:latin typeface="Times New Roman" pitchFamily="18" charset="0"/>
                <a:ea typeface="华文新魏" pitchFamily="2" charset="-122"/>
              </a:rPr>
              <a:t>F</a:t>
            </a:r>
            <a:r>
              <a:rPr kumimoji="1" lang="en-US" altLang="en-US" sz="2800" b="1">
                <a:latin typeface="Times New Roman" pitchFamily="18" charset="0"/>
              </a:rPr>
              <a:t>,F*F, a</a:t>
            </a:r>
            <a:r>
              <a:rPr kumimoji="1" lang="en-US" altLang="en-US" sz="2800" b="1" baseline="-25000">
                <a:latin typeface="Times New Roman" pitchFamily="18" charset="0"/>
              </a:rPr>
              <a:t>1+</a:t>
            </a:r>
            <a:r>
              <a:rPr kumimoji="1" lang="en-US" altLang="en-US" sz="2800" b="1">
                <a:latin typeface="Times New Roman" pitchFamily="18" charset="0"/>
              </a:rPr>
              <a:t>F*F</a:t>
            </a:r>
            <a:endParaRPr kumimoji="1" lang="en-US" altLang="zh-CN" sz="2800" b="1">
              <a:latin typeface="Times New Roman" pitchFamily="18" charset="0"/>
            </a:endParaRPr>
          </a:p>
        </p:txBody>
      </p:sp>
      <p:sp>
        <p:nvSpPr>
          <p:cNvPr id="342032" name="Text Box 16"/>
          <p:cNvSpPr txBox="1">
            <a:spLocks noChangeArrowheads="1"/>
          </p:cNvSpPr>
          <p:nvPr/>
        </p:nvSpPr>
        <p:spPr bwMode="auto">
          <a:xfrm>
            <a:off x="2209800" y="4743450"/>
            <a:ext cx="3048000" cy="588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zh-CN" altLang="en-US" sz="3200" b="1">
                <a:latin typeface="Times New Roman" pitchFamily="18" charset="0"/>
              </a:rPr>
              <a:t> </a:t>
            </a:r>
            <a:r>
              <a:rPr kumimoji="1" lang="en-US" altLang="en-US" sz="2400" b="1">
                <a:solidFill>
                  <a:srgbClr val="9933FF"/>
                </a:solidFill>
                <a:latin typeface="Times New Roman" pitchFamily="18" charset="0"/>
              </a:rPr>
              <a:t>a</a:t>
            </a:r>
            <a:r>
              <a:rPr kumimoji="1" lang="en-US" altLang="en-US" sz="2400" b="1" baseline="-25000">
                <a:solidFill>
                  <a:srgbClr val="9933FF"/>
                </a:solidFill>
                <a:latin typeface="Times New Roman" pitchFamily="18" charset="0"/>
              </a:rPr>
              <a:t>1</a:t>
            </a:r>
            <a:r>
              <a:rPr kumimoji="1" lang="en-US" altLang="en-US" sz="2400" b="1">
                <a:latin typeface="Times New Roman" pitchFamily="18" charset="0"/>
              </a:rPr>
              <a:t>, </a:t>
            </a:r>
            <a:r>
              <a:rPr kumimoji="1" lang="en-US" altLang="en-US" sz="2400" b="1">
                <a:solidFill>
                  <a:srgbClr val="9933FF"/>
                </a:solidFill>
                <a:latin typeface="Times New Roman" pitchFamily="18" charset="0"/>
              </a:rPr>
              <a:t>a</a:t>
            </a:r>
            <a:r>
              <a:rPr kumimoji="1" lang="en-US" altLang="en-US" sz="2400" b="1" baseline="-25000">
                <a:solidFill>
                  <a:srgbClr val="9933FF"/>
                </a:solidFill>
                <a:latin typeface="Times New Roman" pitchFamily="18" charset="0"/>
              </a:rPr>
              <a:t>2</a:t>
            </a:r>
            <a:r>
              <a:rPr kumimoji="1" lang="en-US" altLang="en-US" sz="2400" b="1">
                <a:latin typeface="Times New Roman" pitchFamily="18" charset="0"/>
              </a:rPr>
              <a:t>,a</a:t>
            </a:r>
            <a:r>
              <a:rPr kumimoji="1" lang="en-US" altLang="en-US" sz="2400" b="1" baseline="-25000">
                <a:latin typeface="Times New Roman" pitchFamily="18" charset="0"/>
              </a:rPr>
              <a:t>1+ </a:t>
            </a:r>
            <a:r>
              <a:rPr kumimoji="1" lang="en-US" altLang="en-US" sz="2400" b="1">
                <a:latin typeface="Times New Roman" pitchFamily="18" charset="0"/>
              </a:rPr>
              <a:t>a</a:t>
            </a:r>
            <a:r>
              <a:rPr kumimoji="1" lang="en-US" altLang="en-US" sz="2400" b="1" baseline="-25000">
                <a:latin typeface="Times New Roman" pitchFamily="18" charset="0"/>
              </a:rPr>
              <a:t>2 </a:t>
            </a:r>
            <a:r>
              <a:rPr kumimoji="1" lang="en-US" altLang="en-US" sz="2400" b="1">
                <a:latin typeface="Times New Roman" pitchFamily="18" charset="0"/>
              </a:rPr>
              <a:t>*F, a</a:t>
            </a:r>
            <a:r>
              <a:rPr kumimoji="1" lang="en-US" altLang="en-US" sz="2400" b="1" baseline="-25000">
                <a:latin typeface="Times New Roman" pitchFamily="18" charset="0"/>
              </a:rPr>
              <a:t>2 </a:t>
            </a:r>
            <a:r>
              <a:rPr kumimoji="1" lang="en-US" altLang="en-US" sz="2400" b="1">
                <a:latin typeface="Times New Roman" pitchFamily="18" charset="0"/>
              </a:rPr>
              <a:t>*F</a:t>
            </a:r>
            <a:r>
              <a:rPr kumimoji="1" lang="en-US" altLang="en-US" sz="3200" b="1">
                <a:latin typeface="Times New Roman" pitchFamily="18" charset="0"/>
              </a:rPr>
              <a:t> </a:t>
            </a:r>
            <a:endParaRPr kumimoji="1" lang="en-US" altLang="zh-CN" sz="3200" b="1">
              <a:latin typeface="Times New Roman" pitchFamily="18" charset="0"/>
            </a:endParaRPr>
          </a:p>
        </p:txBody>
      </p:sp>
      <p:sp>
        <p:nvSpPr>
          <p:cNvPr id="342033" name="Text Box 17"/>
          <p:cNvSpPr txBox="1">
            <a:spLocks noChangeArrowheads="1"/>
          </p:cNvSpPr>
          <p:nvPr/>
        </p:nvSpPr>
        <p:spPr bwMode="auto">
          <a:xfrm>
            <a:off x="2209800" y="5353050"/>
            <a:ext cx="3048000" cy="10763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en-US" altLang="en-US" sz="3200" b="1">
                <a:solidFill>
                  <a:srgbClr val="9933FF"/>
                </a:solidFill>
                <a:latin typeface="Times New Roman" pitchFamily="18" charset="0"/>
              </a:rPr>
              <a:t>a</a:t>
            </a:r>
            <a:r>
              <a:rPr kumimoji="1" lang="en-US" altLang="en-US" sz="3200" b="1" baseline="-25000">
                <a:solidFill>
                  <a:srgbClr val="9933FF"/>
                </a:solidFill>
                <a:latin typeface="Times New Roman" pitchFamily="18" charset="0"/>
              </a:rPr>
              <a:t>1</a:t>
            </a:r>
            <a:r>
              <a:rPr kumimoji="1" lang="en-US" altLang="en-US" sz="3200" b="1">
                <a:solidFill>
                  <a:srgbClr val="9933FF"/>
                </a:solidFill>
                <a:latin typeface="Times New Roman" pitchFamily="18" charset="0"/>
              </a:rPr>
              <a:t>, a</a:t>
            </a:r>
            <a:r>
              <a:rPr kumimoji="1" lang="en-US" altLang="en-US" sz="3200" b="1" baseline="-25000">
                <a:solidFill>
                  <a:srgbClr val="9933FF"/>
                </a:solidFill>
                <a:latin typeface="Times New Roman" pitchFamily="18" charset="0"/>
              </a:rPr>
              <a:t>2</a:t>
            </a:r>
            <a:r>
              <a:rPr kumimoji="1" lang="en-US" altLang="en-US" sz="3200" b="1">
                <a:solidFill>
                  <a:srgbClr val="9933FF"/>
                </a:solidFill>
                <a:latin typeface="Times New Roman" pitchFamily="18" charset="0"/>
              </a:rPr>
              <a:t>, a</a:t>
            </a:r>
            <a:r>
              <a:rPr kumimoji="1" lang="en-US" altLang="en-US" sz="3200" b="1" baseline="-25000">
                <a:solidFill>
                  <a:srgbClr val="9933FF"/>
                </a:solidFill>
                <a:latin typeface="Times New Roman" pitchFamily="18" charset="0"/>
              </a:rPr>
              <a:t>3</a:t>
            </a:r>
            <a:r>
              <a:rPr kumimoji="1" lang="en-US" altLang="en-US" sz="3200" b="1">
                <a:latin typeface="Times New Roman" pitchFamily="18" charset="0"/>
              </a:rPr>
              <a:t>, a</a:t>
            </a:r>
            <a:r>
              <a:rPr kumimoji="1" lang="en-US" altLang="en-US" sz="3200" b="1" baseline="-25000">
                <a:latin typeface="Times New Roman" pitchFamily="18" charset="0"/>
              </a:rPr>
              <a:t>2 </a:t>
            </a:r>
            <a:r>
              <a:rPr kumimoji="1" lang="en-US" altLang="en-US" sz="3200" b="1">
                <a:latin typeface="Times New Roman" pitchFamily="18" charset="0"/>
              </a:rPr>
              <a:t>*</a:t>
            </a:r>
            <a:r>
              <a:rPr kumimoji="1" lang="en-US" altLang="en-US" sz="2400" b="1">
                <a:latin typeface="Times New Roman" pitchFamily="18" charset="0"/>
              </a:rPr>
              <a:t> </a:t>
            </a:r>
            <a:r>
              <a:rPr kumimoji="1" lang="en-US" altLang="en-US" sz="3200" b="1">
                <a:latin typeface="Times New Roman" pitchFamily="18" charset="0"/>
              </a:rPr>
              <a:t>a</a:t>
            </a:r>
            <a:r>
              <a:rPr kumimoji="1" lang="en-US" altLang="en-US" sz="3200" b="1" baseline="-25000">
                <a:latin typeface="Times New Roman" pitchFamily="18" charset="0"/>
              </a:rPr>
              <a:t>3</a:t>
            </a:r>
            <a:r>
              <a:rPr kumimoji="1" lang="en-US" altLang="en-US" sz="2400" b="1">
                <a:latin typeface="Times New Roman" pitchFamily="18" charset="0"/>
              </a:rPr>
              <a:t> </a:t>
            </a:r>
            <a:r>
              <a:rPr kumimoji="1" lang="en-US" altLang="en-US" sz="3200" b="1">
                <a:latin typeface="Times New Roman" pitchFamily="18" charset="0"/>
              </a:rPr>
              <a:t>a</a:t>
            </a:r>
            <a:r>
              <a:rPr kumimoji="1" lang="en-US" altLang="en-US" sz="3200" b="1" baseline="-25000">
                <a:latin typeface="Times New Roman" pitchFamily="18" charset="0"/>
              </a:rPr>
              <a:t>1+ </a:t>
            </a:r>
            <a:r>
              <a:rPr kumimoji="1" lang="en-US" altLang="en-US" sz="3200" b="1">
                <a:latin typeface="Times New Roman" pitchFamily="18" charset="0"/>
              </a:rPr>
              <a:t>a</a:t>
            </a:r>
            <a:r>
              <a:rPr kumimoji="1" lang="en-US" altLang="en-US" sz="3200" b="1" baseline="-25000">
                <a:latin typeface="Times New Roman" pitchFamily="18" charset="0"/>
              </a:rPr>
              <a:t>2 </a:t>
            </a:r>
            <a:r>
              <a:rPr kumimoji="1" lang="en-US" altLang="en-US" sz="3200" b="1">
                <a:latin typeface="Times New Roman" pitchFamily="18" charset="0"/>
              </a:rPr>
              <a:t>*a</a:t>
            </a:r>
            <a:r>
              <a:rPr kumimoji="1" lang="en-US" altLang="en-US" sz="3200" b="1" baseline="-25000">
                <a:latin typeface="Times New Roman" pitchFamily="18" charset="0"/>
              </a:rPr>
              <a:t>3</a:t>
            </a:r>
            <a:endParaRPr kumimoji="1" lang="en-US" altLang="zh-CN" sz="3200" b="1">
              <a:latin typeface="Times New Roman" pitchFamily="18" charset="0"/>
            </a:endParaRPr>
          </a:p>
        </p:txBody>
      </p:sp>
      <p:sp>
        <p:nvSpPr>
          <p:cNvPr id="342034" name="Oval 18"/>
          <p:cNvSpPr>
            <a:spLocks noChangeArrowheads="1"/>
          </p:cNvSpPr>
          <p:nvPr/>
        </p:nvSpPr>
        <p:spPr bwMode="auto">
          <a:xfrm>
            <a:off x="6324600" y="9906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fontAlgn="ctr" hangingPunct="1"/>
            <a:r>
              <a:rPr kumimoji="1" lang="en-US" altLang="zh-CN" sz="3200" b="1"/>
              <a:t>E</a:t>
            </a:r>
          </a:p>
        </p:txBody>
      </p:sp>
      <p:sp>
        <p:nvSpPr>
          <p:cNvPr id="342035" name="Oval 19"/>
          <p:cNvSpPr>
            <a:spLocks noChangeArrowheads="1"/>
          </p:cNvSpPr>
          <p:nvPr/>
        </p:nvSpPr>
        <p:spPr bwMode="auto">
          <a:xfrm>
            <a:off x="5334000" y="20574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fontAlgn="ctr" hangingPunct="1"/>
            <a:r>
              <a:rPr kumimoji="1" lang="en-US" altLang="zh-CN" sz="3200" b="1"/>
              <a:t>E</a:t>
            </a:r>
          </a:p>
        </p:txBody>
      </p:sp>
      <p:sp>
        <p:nvSpPr>
          <p:cNvPr id="342036" name="Oval 20"/>
          <p:cNvSpPr>
            <a:spLocks noChangeArrowheads="1"/>
          </p:cNvSpPr>
          <p:nvPr/>
        </p:nvSpPr>
        <p:spPr bwMode="auto">
          <a:xfrm>
            <a:off x="6324600" y="20574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fontAlgn="ctr" hangingPunct="1"/>
            <a:r>
              <a:rPr kumimoji="1" lang="zh-CN" altLang="zh-CN" sz="3200" b="1"/>
              <a:t>+</a:t>
            </a:r>
          </a:p>
        </p:txBody>
      </p:sp>
      <p:sp>
        <p:nvSpPr>
          <p:cNvPr id="342037" name="Oval 21"/>
          <p:cNvSpPr>
            <a:spLocks noChangeArrowheads="1"/>
          </p:cNvSpPr>
          <p:nvPr/>
        </p:nvSpPr>
        <p:spPr bwMode="auto">
          <a:xfrm>
            <a:off x="7391400" y="19812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fontAlgn="ctr" hangingPunct="1"/>
            <a:r>
              <a:rPr kumimoji="1" lang="en-US" altLang="zh-CN" sz="3200" b="1"/>
              <a:t>T</a:t>
            </a:r>
          </a:p>
        </p:txBody>
      </p:sp>
      <p:sp>
        <p:nvSpPr>
          <p:cNvPr id="342038" name="Oval 22"/>
          <p:cNvSpPr>
            <a:spLocks noChangeArrowheads="1"/>
          </p:cNvSpPr>
          <p:nvPr/>
        </p:nvSpPr>
        <p:spPr bwMode="auto">
          <a:xfrm>
            <a:off x="5364163" y="32004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fontAlgn="ctr" hangingPunct="1"/>
            <a:r>
              <a:rPr kumimoji="1" lang="en-US" altLang="zh-CN" sz="3200" b="1"/>
              <a:t>T</a:t>
            </a:r>
          </a:p>
        </p:txBody>
      </p:sp>
      <p:sp>
        <p:nvSpPr>
          <p:cNvPr id="342039" name="Oval 23"/>
          <p:cNvSpPr>
            <a:spLocks noChangeArrowheads="1"/>
          </p:cNvSpPr>
          <p:nvPr/>
        </p:nvSpPr>
        <p:spPr bwMode="auto">
          <a:xfrm>
            <a:off x="5364163" y="43434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fontAlgn="ctr" hangingPunct="1"/>
            <a:r>
              <a:rPr kumimoji="1" lang="en-US" altLang="zh-CN" sz="3200" b="1"/>
              <a:t>F</a:t>
            </a:r>
          </a:p>
        </p:txBody>
      </p:sp>
      <p:sp>
        <p:nvSpPr>
          <p:cNvPr id="342040" name="Oval 24"/>
          <p:cNvSpPr>
            <a:spLocks noChangeArrowheads="1"/>
          </p:cNvSpPr>
          <p:nvPr/>
        </p:nvSpPr>
        <p:spPr bwMode="auto">
          <a:xfrm>
            <a:off x="5364163" y="54102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fontAlgn="ctr" hangingPunct="1"/>
            <a:r>
              <a:rPr kumimoji="1" lang="en-US" altLang="zh-CN" sz="3200" b="1"/>
              <a:t>a</a:t>
            </a:r>
            <a:r>
              <a:rPr kumimoji="1" lang="en-US" altLang="zh-CN" sz="3200" b="1" baseline="-25000"/>
              <a:t>1</a:t>
            </a:r>
            <a:endParaRPr kumimoji="1" lang="en-US" altLang="zh-CN" sz="3200" b="1"/>
          </a:p>
        </p:txBody>
      </p:sp>
      <p:sp>
        <p:nvSpPr>
          <p:cNvPr id="342041" name="Oval 25"/>
          <p:cNvSpPr>
            <a:spLocks noChangeArrowheads="1"/>
          </p:cNvSpPr>
          <p:nvPr/>
        </p:nvSpPr>
        <p:spPr bwMode="auto">
          <a:xfrm>
            <a:off x="6477000" y="31242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fontAlgn="ctr" hangingPunct="1"/>
            <a:r>
              <a:rPr kumimoji="1" lang="en-US" altLang="zh-CN" sz="3200" b="1"/>
              <a:t>T</a:t>
            </a:r>
          </a:p>
        </p:txBody>
      </p:sp>
      <p:sp>
        <p:nvSpPr>
          <p:cNvPr id="342042" name="Oval 26"/>
          <p:cNvSpPr>
            <a:spLocks noChangeArrowheads="1"/>
          </p:cNvSpPr>
          <p:nvPr/>
        </p:nvSpPr>
        <p:spPr bwMode="auto">
          <a:xfrm>
            <a:off x="7391400" y="31242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fontAlgn="ctr" hangingPunct="1"/>
            <a:r>
              <a:rPr kumimoji="1" lang="zh-CN" altLang="zh-CN" sz="3200" b="1"/>
              <a:t>*</a:t>
            </a:r>
          </a:p>
        </p:txBody>
      </p:sp>
      <p:sp>
        <p:nvSpPr>
          <p:cNvPr id="342043" name="Oval 27"/>
          <p:cNvSpPr>
            <a:spLocks noChangeArrowheads="1"/>
          </p:cNvSpPr>
          <p:nvPr/>
        </p:nvSpPr>
        <p:spPr bwMode="auto">
          <a:xfrm>
            <a:off x="8305800" y="31242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fontAlgn="ctr" hangingPunct="1"/>
            <a:r>
              <a:rPr kumimoji="1" lang="en-US" altLang="zh-CN" sz="3200" b="1"/>
              <a:t>F</a:t>
            </a:r>
          </a:p>
        </p:txBody>
      </p:sp>
      <p:sp>
        <p:nvSpPr>
          <p:cNvPr id="342044" name="Oval 28"/>
          <p:cNvSpPr>
            <a:spLocks noChangeArrowheads="1"/>
          </p:cNvSpPr>
          <p:nvPr/>
        </p:nvSpPr>
        <p:spPr bwMode="auto">
          <a:xfrm>
            <a:off x="6516688" y="42672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fontAlgn="ctr" hangingPunct="1"/>
            <a:r>
              <a:rPr kumimoji="1" lang="en-US" altLang="zh-CN" sz="3200" b="1"/>
              <a:t>F</a:t>
            </a:r>
          </a:p>
        </p:txBody>
      </p:sp>
      <p:sp>
        <p:nvSpPr>
          <p:cNvPr id="342045" name="Oval 29"/>
          <p:cNvSpPr>
            <a:spLocks noChangeArrowheads="1"/>
          </p:cNvSpPr>
          <p:nvPr/>
        </p:nvSpPr>
        <p:spPr bwMode="auto">
          <a:xfrm>
            <a:off x="6516688" y="53340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fontAlgn="ctr" hangingPunct="1"/>
            <a:r>
              <a:rPr kumimoji="1" lang="en-US" altLang="zh-CN" sz="3200" b="1"/>
              <a:t>a</a:t>
            </a:r>
            <a:r>
              <a:rPr kumimoji="1" lang="en-US" altLang="zh-CN" sz="3200" b="1" baseline="-25000"/>
              <a:t>2</a:t>
            </a:r>
            <a:endParaRPr kumimoji="1" lang="en-US" altLang="zh-CN" sz="3200" b="1"/>
          </a:p>
        </p:txBody>
      </p:sp>
      <p:sp>
        <p:nvSpPr>
          <p:cNvPr id="342046" name="Oval 30"/>
          <p:cNvSpPr>
            <a:spLocks noChangeArrowheads="1"/>
          </p:cNvSpPr>
          <p:nvPr/>
        </p:nvSpPr>
        <p:spPr bwMode="auto">
          <a:xfrm>
            <a:off x="8305800" y="42672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fontAlgn="ctr" hangingPunct="1"/>
            <a:r>
              <a:rPr kumimoji="1" lang="en-US" altLang="zh-CN" sz="3200" b="1"/>
              <a:t>a</a:t>
            </a:r>
            <a:r>
              <a:rPr kumimoji="1" lang="en-US" altLang="zh-CN" sz="3200" b="1" baseline="-25000"/>
              <a:t>3</a:t>
            </a:r>
            <a:endParaRPr kumimoji="1" lang="en-US" altLang="zh-CN" sz="3200" b="1"/>
          </a:p>
        </p:txBody>
      </p:sp>
      <p:sp>
        <p:nvSpPr>
          <p:cNvPr id="342047" name="Text Box 31"/>
          <p:cNvSpPr txBox="1">
            <a:spLocks noChangeArrowheads="1"/>
          </p:cNvSpPr>
          <p:nvPr/>
        </p:nvSpPr>
        <p:spPr bwMode="auto">
          <a:xfrm>
            <a:off x="76200" y="5353050"/>
            <a:ext cx="2133600" cy="588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zh-CN" altLang="zh-CN" sz="3200" b="1">
                <a:latin typeface="Times New Roman" pitchFamily="18" charset="0"/>
                <a:sym typeface="Symbol" pitchFamily="18" charset="2"/>
              </a:rPr>
              <a:t></a:t>
            </a:r>
            <a:r>
              <a:rPr kumimoji="1" lang="en-US" altLang="en-US" sz="3200" b="1">
                <a:latin typeface="Times New Roman" pitchFamily="18" charset="0"/>
              </a:rPr>
              <a:t>a</a:t>
            </a:r>
            <a:r>
              <a:rPr kumimoji="1" lang="en-US" altLang="en-US" sz="3200" b="1" baseline="-25000">
                <a:latin typeface="Times New Roman" pitchFamily="18" charset="0"/>
              </a:rPr>
              <a:t>1</a:t>
            </a:r>
            <a:r>
              <a:rPr kumimoji="1" lang="en-US" altLang="en-US" sz="3200" b="1">
                <a:latin typeface="Times New Roman" pitchFamily="18" charset="0"/>
              </a:rPr>
              <a:t>+a</a:t>
            </a:r>
            <a:r>
              <a:rPr kumimoji="1" lang="en-US" altLang="en-US" sz="3200" b="1" baseline="-25000">
                <a:latin typeface="Times New Roman" pitchFamily="18" charset="0"/>
              </a:rPr>
              <a:t>2 </a:t>
            </a:r>
            <a:r>
              <a:rPr kumimoji="1" lang="en-US" altLang="en-US" sz="3200" b="1">
                <a:latin typeface="Times New Roman" pitchFamily="18" charset="0"/>
              </a:rPr>
              <a:t>*a</a:t>
            </a:r>
            <a:r>
              <a:rPr kumimoji="1" lang="en-US" altLang="en-US" sz="3200" b="1" baseline="-25000">
                <a:latin typeface="Times New Roman" pitchFamily="18" charset="0"/>
              </a:rPr>
              <a:t>3</a:t>
            </a:r>
            <a:endParaRPr kumimoji="1" lang="en-US" altLang="zh-CN" sz="3200" b="1">
              <a:latin typeface="Times New Roman" pitchFamily="18" charset="0"/>
            </a:endParaRPr>
          </a:p>
        </p:txBody>
      </p:sp>
      <p:sp>
        <p:nvSpPr>
          <p:cNvPr id="342048" name="Text Box 32"/>
          <p:cNvSpPr txBox="1">
            <a:spLocks noChangeArrowheads="1"/>
          </p:cNvSpPr>
          <p:nvPr/>
        </p:nvSpPr>
        <p:spPr bwMode="auto">
          <a:xfrm>
            <a:off x="2235200" y="471488"/>
            <a:ext cx="3009900" cy="6207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fontAlgn="ctr" hangingPunct="1">
              <a:lnSpc>
                <a:spcPct val="155000"/>
              </a:lnSpc>
              <a:spcBef>
                <a:spcPct val="50000"/>
              </a:spcBef>
            </a:pPr>
            <a:r>
              <a:rPr kumimoji="1" lang="zh-CN" altLang="zh-CN" sz="2200" b="1">
                <a:latin typeface="Times New Roman" pitchFamily="18" charset="0"/>
                <a:ea typeface="华文新魏" pitchFamily="2" charset="-122"/>
              </a:rPr>
              <a:t>短语</a:t>
            </a:r>
            <a:r>
              <a:rPr kumimoji="1" lang="zh-CN" altLang="en-US" sz="2200" b="1">
                <a:latin typeface="Times New Roman" pitchFamily="18" charset="0"/>
                <a:ea typeface="华文新魏" pitchFamily="2" charset="-122"/>
              </a:rPr>
              <a:t>、</a:t>
            </a:r>
            <a:r>
              <a:rPr kumimoji="1" lang="zh-CN" altLang="en-US" sz="2200" b="1">
                <a:solidFill>
                  <a:srgbClr val="9900CC"/>
                </a:solidFill>
                <a:latin typeface="Times New Roman" pitchFamily="18" charset="0"/>
                <a:ea typeface="华文新魏" pitchFamily="2" charset="-122"/>
              </a:rPr>
              <a:t>简单短语</a:t>
            </a:r>
            <a:r>
              <a:rPr kumimoji="1" lang="zh-CN" altLang="en-US" sz="2200" b="1">
                <a:latin typeface="Times New Roman" pitchFamily="18" charset="0"/>
                <a:ea typeface="华文新魏" pitchFamily="2" charset="-122"/>
              </a:rPr>
              <a:t>与</a:t>
            </a:r>
            <a:r>
              <a:rPr kumimoji="1" lang="zh-CN" altLang="en-US" sz="2200" b="1">
                <a:solidFill>
                  <a:schemeClr val="hlink"/>
                </a:solidFill>
                <a:latin typeface="Times New Roman" pitchFamily="18" charset="0"/>
                <a:ea typeface="华文新魏" pitchFamily="2" charset="-122"/>
              </a:rPr>
              <a:t>句柄</a:t>
            </a:r>
          </a:p>
        </p:txBody>
      </p:sp>
      <p:sp>
        <p:nvSpPr>
          <p:cNvPr id="342050" name="Line 34"/>
          <p:cNvSpPr>
            <a:spLocks noChangeShapeType="1"/>
          </p:cNvSpPr>
          <p:nvPr/>
        </p:nvSpPr>
        <p:spPr bwMode="auto">
          <a:xfrm>
            <a:off x="2362200" y="1619250"/>
            <a:ext cx="6858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2052" name="Line 36"/>
          <p:cNvSpPr>
            <a:spLocks noChangeShapeType="1"/>
          </p:cNvSpPr>
          <p:nvPr/>
        </p:nvSpPr>
        <p:spPr bwMode="auto">
          <a:xfrm>
            <a:off x="2243138" y="2228850"/>
            <a:ext cx="4572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2053" name="Line 37"/>
          <p:cNvSpPr>
            <a:spLocks noChangeShapeType="1"/>
          </p:cNvSpPr>
          <p:nvPr/>
        </p:nvSpPr>
        <p:spPr bwMode="auto">
          <a:xfrm>
            <a:off x="2286000" y="2838450"/>
            <a:ext cx="2286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2056" name="Line 40"/>
          <p:cNvSpPr>
            <a:spLocks noChangeShapeType="1"/>
          </p:cNvSpPr>
          <p:nvPr/>
        </p:nvSpPr>
        <p:spPr bwMode="auto">
          <a:xfrm>
            <a:off x="2286000" y="3448050"/>
            <a:ext cx="3048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2061" name="Line 45"/>
          <p:cNvSpPr>
            <a:spLocks noChangeShapeType="1"/>
          </p:cNvSpPr>
          <p:nvPr/>
        </p:nvSpPr>
        <p:spPr bwMode="auto">
          <a:xfrm>
            <a:off x="2209800" y="5962650"/>
            <a:ext cx="4572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2064" name="Line 48"/>
          <p:cNvSpPr>
            <a:spLocks noChangeShapeType="1"/>
          </p:cNvSpPr>
          <p:nvPr/>
        </p:nvSpPr>
        <p:spPr bwMode="auto">
          <a:xfrm>
            <a:off x="2209800" y="5200650"/>
            <a:ext cx="4572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2066" name="Line 50"/>
          <p:cNvSpPr>
            <a:spLocks noChangeShapeType="1"/>
          </p:cNvSpPr>
          <p:nvPr/>
        </p:nvSpPr>
        <p:spPr bwMode="auto">
          <a:xfrm>
            <a:off x="2209800" y="4667250"/>
            <a:ext cx="4572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2068" name="Line 52"/>
          <p:cNvSpPr>
            <a:spLocks noChangeShapeType="1"/>
          </p:cNvSpPr>
          <p:nvPr/>
        </p:nvSpPr>
        <p:spPr bwMode="auto">
          <a:xfrm>
            <a:off x="2286000" y="4057650"/>
            <a:ext cx="4572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2070" name="Line 54"/>
          <p:cNvSpPr>
            <a:spLocks noChangeShapeType="1"/>
          </p:cNvSpPr>
          <p:nvPr/>
        </p:nvSpPr>
        <p:spPr bwMode="auto">
          <a:xfrm flipH="1">
            <a:off x="5638800" y="1524000"/>
            <a:ext cx="838200" cy="4841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2071" name="Line 55"/>
          <p:cNvSpPr>
            <a:spLocks noChangeShapeType="1"/>
          </p:cNvSpPr>
          <p:nvPr/>
        </p:nvSpPr>
        <p:spPr bwMode="auto">
          <a:xfrm>
            <a:off x="6629400" y="1600200"/>
            <a:ext cx="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2072" name="Line 56"/>
          <p:cNvSpPr>
            <a:spLocks noChangeShapeType="1"/>
          </p:cNvSpPr>
          <p:nvPr/>
        </p:nvSpPr>
        <p:spPr bwMode="auto">
          <a:xfrm>
            <a:off x="6858000" y="1524000"/>
            <a:ext cx="762000" cy="4397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2073" name="Line 57"/>
          <p:cNvSpPr>
            <a:spLocks noChangeShapeType="1"/>
          </p:cNvSpPr>
          <p:nvPr/>
        </p:nvSpPr>
        <p:spPr bwMode="auto">
          <a:xfrm>
            <a:off x="5638800" y="2667000"/>
            <a:ext cx="0" cy="533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2074" name="Line 58"/>
          <p:cNvSpPr>
            <a:spLocks noChangeShapeType="1"/>
          </p:cNvSpPr>
          <p:nvPr/>
        </p:nvSpPr>
        <p:spPr bwMode="auto">
          <a:xfrm>
            <a:off x="5668963" y="3810000"/>
            <a:ext cx="0" cy="533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2075" name="Line 59"/>
          <p:cNvSpPr>
            <a:spLocks noChangeShapeType="1"/>
          </p:cNvSpPr>
          <p:nvPr/>
        </p:nvSpPr>
        <p:spPr bwMode="auto">
          <a:xfrm>
            <a:off x="5668963" y="4953000"/>
            <a:ext cx="0" cy="457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2076" name="Line 60"/>
          <p:cNvSpPr>
            <a:spLocks noChangeShapeType="1"/>
          </p:cNvSpPr>
          <p:nvPr/>
        </p:nvSpPr>
        <p:spPr bwMode="auto">
          <a:xfrm flipH="1">
            <a:off x="6858000" y="2514600"/>
            <a:ext cx="685800" cy="685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2077" name="Line 61"/>
          <p:cNvSpPr>
            <a:spLocks noChangeShapeType="1"/>
          </p:cNvSpPr>
          <p:nvPr/>
        </p:nvSpPr>
        <p:spPr bwMode="auto">
          <a:xfrm>
            <a:off x="7696200" y="2590800"/>
            <a:ext cx="0" cy="533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2078" name="Line 62"/>
          <p:cNvSpPr>
            <a:spLocks noChangeShapeType="1"/>
          </p:cNvSpPr>
          <p:nvPr/>
        </p:nvSpPr>
        <p:spPr bwMode="auto">
          <a:xfrm>
            <a:off x="8001000" y="2514600"/>
            <a:ext cx="6096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2079" name="Line 63"/>
          <p:cNvSpPr>
            <a:spLocks noChangeShapeType="1"/>
          </p:cNvSpPr>
          <p:nvPr/>
        </p:nvSpPr>
        <p:spPr bwMode="auto">
          <a:xfrm>
            <a:off x="6781800" y="3733800"/>
            <a:ext cx="0" cy="533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2080" name="Line 64"/>
          <p:cNvSpPr>
            <a:spLocks noChangeShapeType="1"/>
          </p:cNvSpPr>
          <p:nvPr/>
        </p:nvSpPr>
        <p:spPr bwMode="auto">
          <a:xfrm>
            <a:off x="6821488" y="4876800"/>
            <a:ext cx="0" cy="457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2081" name="Line 65"/>
          <p:cNvSpPr>
            <a:spLocks noChangeShapeType="1"/>
          </p:cNvSpPr>
          <p:nvPr/>
        </p:nvSpPr>
        <p:spPr bwMode="auto">
          <a:xfrm>
            <a:off x="8610600" y="3733800"/>
            <a:ext cx="0" cy="533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2083" name="Rectangle 67"/>
          <p:cNvSpPr>
            <a:spLocks noChangeArrowheads="1"/>
          </p:cNvSpPr>
          <p:nvPr/>
        </p:nvSpPr>
        <p:spPr bwMode="auto">
          <a:xfrm>
            <a:off x="7307263" y="620713"/>
            <a:ext cx="1512887" cy="519112"/>
          </a:xfrm>
          <a:prstGeom prst="rect">
            <a:avLst/>
          </a:prstGeom>
          <a:noFill/>
          <a:ln w="9525">
            <a:noFill/>
            <a:miter lim="800000"/>
            <a:headEnd/>
            <a:tailEnd/>
          </a:ln>
          <a:effectLst/>
        </p:spPr>
        <p:txBody>
          <a:bodyPr>
            <a:spAutoFit/>
          </a:bodyPr>
          <a:lstStyle/>
          <a:p>
            <a:pPr eaLnBrk="1" hangingPunct="1"/>
            <a:r>
              <a:rPr lang="en-US" altLang="zh-CN" sz="2800" b="1">
                <a:effectLst>
                  <a:outerShdw blurRad="38100" dist="38100" dir="2700000" algn="tl">
                    <a:srgbClr val="C0C0C0"/>
                  </a:outerShdw>
                </a:effectLst>
                <a:ea typeface="华文新魏" pitchFamily="2" charset="-122"/>
                <a:sym typeface="Symbol" pitchFamily="18" charset="2"/>
              </a:rPr>
              <a:t>a</a:t>
            </a:r>
            <a:r>
              <a:rPr lang="en-US" altLang="zh-CN" sz="2800" b="1" baseline="-25000">
                <a:effectLst>
                  <a:outerShdw blurRad="38100" dist="38100" dir="2700000" algn="tl">
                    <a:srgbClr val="C0C0C0"/>
                  </a:outerShdw>
                </a:effectLst>
                <a:ea typeface="华文新魏" pitchFamily="2" charset="-122"/>
                <a:sym typeface="Symbol" pitchFamily="18" charset="2"/>
              </a:rPr>
              <a:t>1</a:t>
            </a:r>
            <a:r>
              <a:rPr lang="en-US" altLang="zh-CN" sz="2800" b="1">
                <a:effectLst>
                  <a:outerShdw blurRad="38100" dist="38100" dir="2700000" algn="tl">
                    <a:srgbClr val="C0C0C0"/>
                  </a:outerShdw>
                </a:effectLst>
                <a:ea typeface="华文新魏" pitchFamily="2" charset="-122"/>
                <a:sym typeface="Symbol" pitchFamily="18" charset="2"/>
              </a:rPr>
              <a:t>+</a:t>
            </a:r>
            <a:r>
              <a:rPr kumimoji="1" lang="en-US" altLang="zh-CN" sz="2800" b="1">
                <a:effectLst>
                  <a:outerShdw blurRad="38100" dist="38100" dir="2700000" algn="tl">
                    <a:srgbClr val="C0C0C0"/>
                  </a:outerShdw>
                </a:effectLst>
                <a:ea typeface="华文新魏" pitchFamily="2" charset="-122"/>
                <a:sym typeface="Symbol" pitchFamily="18" charset="2"/>
              </a:rPr>
              <a:t>a</a:t>
            </a:r>
            <a:r>
              <a:rPr kumimoji="1" lang="en-US" altLang="zh-CN" sz="2800" b="1" baseline="-25000">
                <a:effectLst>
                  <a:outerShdw blurRad="38100" dist="38100" dir="2700000" algn="tl">
                    <a:srgbClr val="C0C0C0"/>
                  </a:outerShdw>
                </a:effectLst>
                <a:ea typeface="华文新魏" pitchFamily="2" charset="-122"/>
                <a:sym typeface="Symbol" pitchFamily="18" charset="2"/>
              </a:rPr>
              <a:t>2</a:t>
            </a:r>
            <a:r>
              <a:rPr kumimoji="1" lang="en-US" altLang="zh-CN" sz="2800" b="1">
                <a:effectLst>
                  <a:outerShdw blurRad="38100" dist="38100" dir="2700000" algn="tl">
                    <a:srgbClr val="C0C0C0"/>
                  </a:outerShdw>
                </a:effectLst>
                <a:ea typeface="华文新魏" pitchFamily="2" charset="-122"/>
                <a:sym typeface="Symbol" pitchFamily="18" charset="2"/>
              </a:rPr>
              <a:t>*a</a:t>
            </a:r>
            <a:r>
              <a:rPr kumimoji="1" lang="en-US" altLang="zh-CN" sz="2800" b="1" baseline="-25000">
                <a:effectLst>
                  <a:outerShdw blurRad="38100" dist="38100" dir="2700000" algn="tl">
                    <a:srgbClr val="C0C0C0"/>
                  </a:outerShdw>
                </a:effectLst>
                <a:ea typeface="华文新魏" pitchFamily="2" charset="-122"/>
                <a:sym typeface="Symbol" pitchFamily="18" charset="2"/>
              </a:rPr>
              <a:t>3</a:t>
            </a:r>
            <a:endParaRPr kumimoji="1" lang="zh-CN" altLang="en-US" sz="2800" b="1" baseline="-25000">
              <a:effectLst>
                <a:outerShdw blurRad="38100" dist="38100" dir="2700000" algn="tl">
                  <a:srgbClr val="C0C0C0"/>
                </a:outerShdw>
              </a:effectLst>
              <a:ea typeface="华文新魏" pitchFamily="2" charset="-122"/>
              <a:sym typeface="Symbol" pitchFamily="18" charset="2"/>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日期占位符 1"/>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1F4E046-0122-40C9-945E-C1CA181D668F}" type="datetime1">
              <a:rPr lang="zh-CN" altLang="en-US"/>
              <a:pPr/>
              <a:t>2017/2/24</a:t>
            </a:fld>
            <a:endParaRPr lang="en-US" altLang="zh-CN"/>
          </a:p>
        </p:txBody>
      </p:sp>
      <p:sp>
        <p:nvSpPr>
          <p:cNvPr id="76803"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35CA7B0-BD39-4228-B4D4-51367A95DE1A}" type="slidenum">
              <a:rPr lang="zh-CN" altLang="en-US"/>
              <a:pPr/>
              <a:t>68</a:t>
            </a:fld>
            <a:endParaRPr lang="en-US" altLang="zh-CN"/>
          </a:p>
        </p:txBody>
      </p:sp>
      <p:sp>
        <p:nvSpPr>
          <p:cNvPr id="76804" name="Text Box 2"/>
          <p:cNvSpPr txBox="1">
            <a:spLocks noChangeArrowheads="1"/>
          </p:cNvSpPr>
          <p:nvPr/>
        </p:nvSpPr>
        <p:spPr bwMode="auto">
          <a:xfrm>
            <a:off x="684213" y="2492375"/>
            <a:ext cx="7926387"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150000"/>
              </a:spcBef>
              <a:buFont typeface="Wingdings" pitchFamily="2" charset="2"/>
              <a:buChar char="n"/>
            </a:pPr>
            <a:r>
              <a:rPr kumimoji="1" lang="zh-CN" altLang="en-US" sz="3200" b="1">
                <a:latin typeface="华文新魏" pitchFamily="2" charset="-122"/>
                <a:ea typeface="华文新魏" pitchFamily="2" charset="-122"/>
              </a:rPr>
              <a:t>短语：子树的结果是相对于子树根的短语</a:t>
            </a:r>
          </a:p>
          <a:p>
            <a:pPr eaLnBrk="1" fontAlgn="ctr" hangingPunct="1">
              <a:spcBef>
                <a:spcPct val="150000"/>
              </a:spcBef>
              <a:buFont typeface="Wingdings" pitchFamily="2" charset="2"/>
              <a:buChar char="n"/>
            </a:pPr>
            <a:r>
              <a:rPr kumimoji="1" lang="zh-CN" altLang="en-US" sz="3200" b="1">
                <a:latin typeface="华文新魏" pitchFamily="2" charset="-122"/>
                <a:ea typeface="华文新魏" pitchFamily="2" charset="-122"/>
              </a:rPr>
              <a:t>直接短语：含两层节点的子树的结果</a:t>
            </a:r>
          </a:p>
          <a:p>
            <a:pPr eaLnBrk="1" fontAlgn="ctr" hangingPunct="1">
              <a:spcBef>
                <a:spcPct val="150000"/>
              </a:spcBef>
              <a:buFont typeface="Wingdings" pitchFamily="2" charset="2"/>
              <a:buChar char="n"/>
            </a:pPr>
            <a:r>
              <a:rPr kumimoji="1" lang="zh-CN" altLang="en-US" sz="3200" b="1">
                <a:latin typeface="华文新魏" pitchFamily="2" charset="-122"/>
                <a:ea typeface="华文新魏" pitchFamily="2" charset="-122"/>
              </a:rPr>
              <a:t>句柄：一个句型的分析树中最左那棵只有父子两代的子树的结果</a:t>
            </a:r>
          </a:p>
        </p:txBody>
      </p:sp>
      <p:sp>
        <p:nvSpPr>
          <p:cNvPr id="76805" name="Rectangle 3"/>
          <p:cNvSpPr>
            <a:spLocks noGrp="1" noRot="1" noChangeArrowheads="1"/>
          </p:cNvSpPr>
          <p:nvPr>
            <p:ph type="title" idx="4294967295"/>
          </p:nvPr>
        </p:nvSpPr>
        <p:spPr>
          <a:xfrm>
            <a:off x="301625" y="1038225"/>
            <a:ext cx="7758113" cy="654050"/>
          </a:xfrm>
        </p:spPr>
        <p:txBody>
          <a:bodyPr/>
          <a:lstStyle/>
          <a:p>
            <a:pPr eaLnBrk="1" hangingPunct="1"/>
            <a:r>
              <a:rPr kumimoji="1" lang="zh-CN" altLang="en-US" sz="3600" b="1" smtClean="0">
                <a:solidFill>
                  <a:srgbClr val="000099"/>
                </a:solidFill>
                <a:latin typeface="Times New Roman" pitchFamily="18" charset="0"/>
                <a:ea typeface="华文新魏" pitchFamily="2" charset="-122"/>
              </a:rPr>
              <a:t>用子树解释短语、直接短语、句柄</a:t>
            </a:r>
            <a:endParaRPr lang="zh-CN" altLang="en-US" sz="3600" b="1" smtClean="0">
              <a:solidFill>
                <a:srgbClr val="000099"/>
              </a:solidFill>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日期占位符 1"/>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8A4DC0C-80A5-47F7-9973-9AED9ACA386E}" type="datetime1">
              <a:rPr lang="zh-CN" altLang="en-US"/>
              <a:pPr/>
              <a:t>2017/2/24</a:t>
            </a:fld>
            <a:endParaRPr lang="en-US" altLang="zh-CN"/>
          </a:p>
        </p:txBody>
      </p:sp>
      <p:sp>
        <p:nvSpPr>
          <p:cNvPr id="7782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7118089-BB0E-474E-8E79-4782059A8712}" type="slidenum">
              <a:rPr lang="zh-CN" altLang="en-US"/>
              <a:pPr/>
              <a:t>69</a:t>
            </a:fld>
            <a:endParaRPr lang="en-US" altLang="zh-CN"/>
          </a:p>
        </p:txBody>
      </p:sp>
      <p:sp>
        <p:nvSpPr>
          <p:cNvPr id="77828" name="Text Box 2"/>
          <p:cNvSpPr txBox="1">
            <a:spLocks noChangeArrowheads="1"/>
          </p:cNvSpPr>
          <p:nvPr/>
        </p:nvSpPr>
        <p:spPr bwMode="auto">
          <a:xfrm>
            <a:off x="468313" y="2024063"/>
            <a:ext cx="8218487"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zh-CN" altLang="en-US" sz="3200" b="1">
                <a:latin typeface="Times New Roman" pitchFamily="18" charset="0"/>
                <a:ea typeface="华文新魏" pitchFamily="2" charset="-122"/>
              </a:rPr>
              <a:t> 1.  描述一个语言的文法不是唯一的</a:t>
            </a:r>
            <a:r>
              <a:rPr kumimoji="1" lang="en-US" altLang="zh-CN" sz="3200" b="1">
                <a:latin typeface="Times New Roman" pitchFamily="18" charset="0"/>
                <a:ea typeface="华文新魏" pitchFamily="2" charset="-122"/>
              </a:rPr>
              <a:t>(</a:t>
            </a:r>
            <a:r>
              <a:rPr kumimoji="1" lang="zh-CN" altLang="en-US" sz="3200" b="1">
                <a:latin typeface="Times New Roman" pitchFamily="18" charset="0"/>
                <a:ea typeface="华文新魏" pitchFamily="2" charset="-122"/>
              </a:rPr>
              <a:t>标识符的文法</a:t>
            </a:r>
            <a:r>
              <a:rPr kumimoji="1" lang="en-US" altLang="zh-CN" sz="3200" b="1">
                <a:latin typeface="Times New Roman" pitchFamily="18" charset="0"/>
                <a:ea typeface="华文新魏" pitchFamily="2" charset="-122"/>
              </a:rPr>
              <a:t>)</a:t>
            </a:r>
            <a:r>
              <a:rPr kumimoji="1" lang="zh-CN" altLang="en-US" sz="3200" b="1">
                <a:latin typeface="Times New Roman" pitchFamily="18" charset="0"/>
                <a:ea typeface="华文新魏" pitchFamily="2" charset="-122"/>
              </a:rPr>
              <a:t>；</a:t>
            </a:r>
          </a:p>
          <a:p>
            <a:pPr eaLnBrk="1" fontAlgn="ctr" hangingPunct="1">
              <a:spcBef>
                <a:spcPct val="50000"/>
              </a:spcBef>
            </a:pPr>
            <a:r>
              <a:rPr kumimoji="1" lang="zh-CN" altLang="en-US" sz="3200" b="1">
                <a:latin typeface="Times New Roman" pitchFamily="18" charset="0"/>
                <a:ea typeface="华文新魏" pitchFamily="2" charset="-122"/>
              </a:rPr>
              <a:t> 2. 文法描述语言句子的分析应是唯一的，但是，有的时候存在问题。</a:t>
            </a:r>
          </a:p>
          <a:p>
            <a:pPr eaLnBrk="1" fontAlgn="ctr" hangingPunct="1">
              <a:spcBef>
                <a:spcPct val="50000"/>
              </a:spcBef>
            </a:pPr>
            <a:r>
              <a:rPr kumimoji="1" lang="zh-CN" altLang="en-US" sz="3200" b="1">
                <a:latin typeface="Times New Roman" pitchFamily="18" charset="0"/>
                <a:ea typeface="华文新魏" pitchFamily="2" charset="-122"/>
              </a:rPr>
              <a:t>考虑表达式下面的文法 </a:t>
            </a:r>
            <a:r>
              <a:rPr kumimoji="1" lang="en-US" altLang="zh-CN" sz="3200" b="1">
                <a:latin typeface="Times New Roman" pitchFamily="18" charset="0"/>
                <a:ea typeface="华文新魏" pitchFamily="2" charset="-122"/>
              </a:rPr>
              <a:t>G</a:t>
            </a:r>
            <a:r>
              <a:rPr kumimoji="1" lang="zh-CN" altLang="zh-CN" sz="3200" b="1">
                <a:latin typeface="Times New Roman" pitchFamily="18" charset="0"/>
                <a:ea typeface="华文新魏" pitchFamily="2" charset="-122"/>
              </a:rPr>
              <a:t>：</a:t>
            </a:r>
            <a:endParaRPr kumimoji="1" lang="zh-CN" altLang="en-US" sz="3200" b="1">
              <a:latin typeface="Times New Roman" pitchFamily="18" charset="0"/>
              <a:ea typeface="华文新魏" pitchFamily="2" charset="-122"/>
            </a:endParaRPr>
          </a:p>
          <a:p>
            <a:pPr eaLnBrk="1" fontAlgn="ctr" hangingPunct="1">
              <a:spcBef>
                <a:spcPct val="50000"/>
              </a:spcBef>
            </a:pPr>
            <a:r>
              <a:rPr kumimoji="1" lang="zh-CN" altLang="zh-CN" sz="3200" b="1">
                <a:latin typeface="Times New Roman" pitchFamily="18" charset="0"/>
                <a:ea typeface="华文新魏" pitchFamily="2" charset="-122"/>
              </a:rPr>
              <a:t>      </a:t>
            </a:r>
            <a:r>
              <a:rPr kumimoji="1" lang="en-US" altLang="zh-CN" sz="3200" b="1">
                <a:latin typeface="Times New Roman" pitchFamily="18" charset="0"/>
                <a:ea typeface="华文新魏" pitchFamily="2" charset="-122"/>
              </a:rPr>
              <a:t>E</a:t>
            </a:r>
            <a:r>
              <a:rPr kumimoji="1" lang="en-US" altLang="zh-CN" sz="3200" b="1">
                <a:latin typeface="Times New Roman" pitchFamily="18" charset="0"/>
                <a:ea typeface="华文新魏" pitchFamily="2" charset="-122"/>
                <a:sym typeface="Symbol" pitchFamily="18" charset="2"/>
              </a:rPr>
              <a:t></a:t>
            </a:r>
            <a:r>
              <a:rPr kumimoji="1" lang="en-US" altLang="zh-CN" sz="3200" b="1">
                <a:latin typeface="Times New Roman" pitchFamily="18" charset="0"/>
                <a:ea typeface="华文新魏" pitchFamily="2" charset="-122"/>
              </a:rPr>
              <a:t>E+E</a:t>
            </a:r>
            <a:r>
              <a:rPr kumimoji="1" lang="en-US" altLang="zh-CN" sz="3200" b="1">
                <a:latin typeface="Times New Roman" pitchFamily="18" charset="0"/>
                <a:ea typeface="华文新魏" pitchFamily="2" charset="-122"/>
                <a:sym typeface="Symbol" pitchFamily="18" charset="2"/>
              </a:rPr>
              <a:t></a:t>
            </a:r>
            <a:r>
              <a:rPr kumimoji="1" lang="en-US" altLang="zh-CN" sz="3200" b="1">
                <a:latin typeface="Times New Roman" pitchFamily="18" charset="0"/>
                <a:ea typeface="华文新魏" pitchFamily="2" charset="-122"/>
              </a:rPr>
              <a:t>E*E</a:t>
            </a:r>
            <a:r>
              <a:rPr kumimoji="1" lang="en-US" altLang="zh-CN" sz="3200" b="1">
                <a:latin typeface="Times New Roman" pitchFamily="18" charset="0"/>
                <a:ea typeface="华文新魏" pitchFamily="2" charset="-122"/>
                <a:sym typeface="Symbol" pitchFamily="18" charset="2"/>
              </a:rPr>
              <a:t></a:t>
            </a:r>
            <a:r>
              <a:rPr kumimoji="1" lang="en-US" altLang="zh-CN" sz="3200" b="1">
                <a:latin typeface="Times New Roman" pitchFamily="18" charset="0"/>
                <a:ea typeface="华文新魏" pitchFamily="2" charset="-122"/>
              </a:rPr>
              <a:t> (E) </a:t>
            </a:r>
            <a:r>
              <a:rPr kumimoji="1" lang="en-US" altLang="zh-CN" sz="3200" b="1">
                <a:latin typeface="Times New Roman" pitchFamily="18" charset="0"/>
                <a:ea typeface="华文新魏" pitchFamily="2" charset="-122"/>
                <a:sym typeface="Symbol" pitchFamily="18" charset="2"/>
              </a:rPr>
              <a:t></a:t>
            </a:r>
            <a:r>
              <a:rPr kumimoji="1" lang="en-US" altLang="zh-CN" sz="3200" b="1">
                <a:latin typeface="Times New Roman" pitchFamily="18" charset="0"/>
                <a:ea typeface="华文新魏" pitchFamily="2" charset="-122"/>
              </a:rPr>
              <a:t> id       </a:t>
            </a:r>
          </a:p>
        </p:txBody>
      </p:sp>
      <p:sp>
        <p:nvSpPr>
          <p:cNvPr id="77829" name="Rectangle 3"/>
          <p:cNvSpPr>
            <a:spLocks noGrp="1" noRot="1" noChangeArrowheads="1"/>
          </p:cNvSpPr>
          <p:nvPr>
            <p:ph type="title" idx="4294967295"/>
          </p:nvPr>
        </p:nvSpPr>
        <p:spPr>
          <a:xfrm>
            <a:off x="755650" y="549275"/>
            <a:ext cx="8064500" cy="1050925"/>
          </a:xfrm>
        </p:spPr>
        <p:txBody>
          <a:bodyPr/>
          <a:lstStyle/>
          <a:p>
            <a:pPr eaLnBrk="1" hangingPunct="1"/>
            <a:r>
              <a:rPr kumimoji="1" lang="zh-CN" altLang="en-US" sz="4800" b="1" smtClean="0">
                <a:solidFill>
                  <a:srgbClr val="000099"/>
                </a:solidFill>
                <a:latin typeface="Times New Roman" pitchFamily="18" charset="0"/>
                <a:ea typeface="华文新魏" pitchFamily="2" charset="-122"/>
              </a:rPr>
              <a:t>关于文法</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76251A8-330F-42F0-977A-D0C7F8F25755}" type="datetime1">
              <a:rPr lang="zh-CN" altLang="en-US"/>
              <a:pPr/>
              <a:t>2017/2/24</a:t>
            </a:fld>
            <a:endParaRPr lang="en-US" altLang="zh-CN"/>
          </a:p>
        </p:txBody>
      </p:sp>
      <p:sp>
        <p:nvSpPr>
          <p:cNvPr id="7885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F7268C5F-BF82-4480-BC0D-0F263BD548AC}" type="slidenum">
              <a:rPr lang="zh-CN" altLang="en-US"/>
              <a:pPr/>
              <a:t>70</a:t>
            </a:fld>
            <a:endParaRPr lang="en-US" altLang="zh-CN"/>
          </a:p>
        </p:txBody>
      </p:sp>
      <p:sp>
        <p:nvSpPr>
          <p:cNvPr id="324610" name="Rectangle 2"/>
          <p:cNvSpPr>
            <a:spLocks noGrp="1" noRot="1" noChangeArrowheads="1"/>
          </p:cNvSpPr>
          <p:nvPr>
            <p:ph type="title"/>
          </p:nvPr>
        </p:nvSpPr>
        <p:spPr>
          <a:xfrm>
            <a:off x="468313" y="260350"/>
            <a:ext cx="8496300" cy="936625"/>
          </a:xfrm>
          <a:noFill/>
        </p:spPr>
        <p:txBody>
          <a:bodyPr lIns="92075" tIns="46038" rIns="92075" bIns="46038"/>
          <a:lstStyle/>
          <a:p>
            <a:pPr eaLnBrk="1" hangingPunct="1"/>
            <a:r>
              <a:rPr kumimoji="1" lang="zh-CN" altLang="en-US" b="1" smtClean="0">
                <a:solidFill>
                  <a:srgbClr val="000099"/>
                </a:solidFill>
                <a:latin typeface="Times New Roman" pitchFamily="18" charset="0"/>
                <a:ea typeface="华文新魏" pitchFamily="2" charset="-122"/>
              </a:rPr>
              <a:t>文法的二义性</a:t>
            </a:r>
            <a:r>
              <a:rPr kumimoji="1" lang="en-US" altLang="zh-CN" b="1" smtClean="0">
                <a:solidFill>
                  <a:srgbClr val="000099"/>
                </a:solidFill>
                <a:latin typeface="Times New Roman" pitchFamily="18" charset="0"/>
                <a:ea typeface="华文新魏" pitchFamily="2" charset="-122"/>
              </a:rPr>
              <a:t>/</a:t>
            </a:r>
            <a:r>
              <a:rPr kumimoji="1" lang="zh-CN" altLang="en-US" b="1" smtClean="0">
                <a:solidFill>
                  <a:srgbClr val="000099"/>
                </a:solidFill>
                <a:latin typeface="Times New Roman" pitchFamily="18" charset="0"/>
                <a:ea typeface="华文新魏" pitchFamily="2" charset="-122"/>
              </a:rPr>
              <a:t>歧义性</a:t>
            </a:r>
            <a:r>
              <a:rPr kumimoji="1" lang="en-US" altLang="zh-CN" b="1" smtClean="0">
                <a:solidFill>
                  <a:srgbClr val="000099"/>
                </a:solidFill>
                <a:latin typeface="Times New Roman" pitchFamily="18" charset="0"/>
                <a:ea typeface="华文新魏" pitchFamily="2" charset="-122"/>
              </a:rPr>
              <a:t>(ambiquity)</a:t>
            </a:r>
            <a:endParaRPr kumimoji="1" lang="zh-CN" altLang="en-US" b="1" smtClean="0">
              <a:solidFill>
                <a:srgbClr val="000099"/>
              </a:solidFill>
              <a:latin typeface="Times New Roman" pitchFamily="18" charset="0"/>
              <a:ea typeface="华文新魏" pitchFamily="2" charset="-122"/>
            </a:endParaRPr>
          </a:p>
        </p:txBody>
      </p:sp>
      <p:sp>
        <p:nvSpPr>
          <p:cNvPr id="78855" name="Rectangle 48"/>
          <p:cNvSpPr>
            <a:spLocks noGrp="1" noRot="1" noChangeArrowheads="1"/>
          </p:cNvSpPr>
          <p:nvPr>
            <p:ph type="body" idx="1"/>
          </p:nvPr>
        </p:nvSpPr>
        <p:spPr>
          <a:xfrm>
            <a:off x="1835150" y="5516563"/>
            <a:ext cx="1944688" cy="647700"/>
          </a:xfrm>
        </p:spPr>
        <p:txBody>
          <a:bodyPr/>
          <a:lstStyle/>
          <a:p>
            <a:pPr eaLnBrk="1" hangingPunct="1">
              <a:buFont typeface="Wingdings" pitchFamily="2" charset="2"/>
              <a:buNone/>
            </a:pPr>
            <a:r>
              <a:rPr lang="en-US" altLang="zh-CN" b="1" smtClean="0">
                <a:latin typeface="Times New Roman" pitchFamily="18" charset="0"/>
                <a:ea typeface="华文新魏" pitchFamily="2" charset="-122"/>
                <a:sym typeface="Symbol" pitchFamily="18" charset="2"/>
              </a:rPr>
              <a:t>a</a:t>
            </a:r>
            <a:r>
              <a:rPr lang="en-US" altLang="zh-CN" b="1" baseline="-25000" smtClean="0">
                <a:latin typeface="Times New Roman" pitchFamily="18" charset="0"/>
                <a:ea typeface="华文新魏" pitchFamily="2" charset="-122"/>
                <a:sym typeface="Symbol" pitchFamily="18" charset="2"/>
              </a:rPr>
              <a:t>1</a:t>
            </a:r>
            <a:r>
              <a:rPr lang="en-US" altLang="zh-CN" b="1" smtClean="0">
                <a:latin typeface="Times New Roman" pitchFamily="18" charset="0"/>
                <a:ea typeface="华文新魏" pitchFamily="2" charset="-122"/>
                <a:sym typeface="Symbol" pitchFamily="18" charset="2"/>
              </a:rPr>
              <a:t>+a</a:t>
            </a:r>
            <a:r>
              <a:rPr lang="en-US" altLang="zh-CN" b="1" baseline="-25000" smtClean="0">
                <a:latin typeface="Times New Roman" pitchFamily="18" charset="0"/>
                <a:ea typeface="华文新魏" pitchFamily="2" charset="-122"/>
                <a:sym typeface="Symbol" pitchFamily="18" charset="2"/>
              </a:rPr>
              <a:t>2</a:t>
            </a:r>
            <a:r>
              <a:rPr lang="en-US" altLang="zh-CN" b="1" smtClean="0">
                <a:latin typeface="Times New Roman" pitchFamily="18" charset="0"/>
                <a:ea typeface="华文新魏" pitchFamily="2" charset="-122"/>
                <a:sym typeface="Symbol" pitchFamily="18" charset="2"/>
              </a:rPr>
              <a:t>*a</a:t>
            </a:r>
            <a:r>
              <a:rPr lang="en-US" altLang="zh-CN" b="1" baseline="-25000" smtClean="0">
                <a:latin typeface="Times New Roman" pitchFamily="18" charset="0"/>
                <a:ea typeface="华文新魏" pitchFamily="2" charset="-122"/>
                <a:sym typeface="Symbol" pitchFamily="18" charset="2"/>
              </a:rPr>
              <a:t>3</a:t>
            </a:r>
            <a:endParaRPr lang="en-US" altLang="zh-CN" b="1" smtClean="0">
              <a:latin typeface="Times New Roman" pitchFamily="18" charset="0"/>
              <a:ea typeface="华文新魏" pitchFamily="2" charset="-122"/>
            </a:endParaRPr>
          </a:p>
        </p:txBody>
      </p:sp>
      <p:sp>
        <p:nvSpPr>
          <p:cNvPr id="344068" name="Oval 4"/>
          <p:cNvSpPr>
            <a:spLocks noChangeArrowheads="1"/>
          </p:cNvSpPr>
          <p:nvPr/>
        </p:nvSpPr>
        <p:spPr bwMode="auto">
          <a:xfrm>
            <a:off x="1524000" y="1647825"/>
            <a:ext cx="609600" cy="609600"/>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grpSp>
        <p:nvGrpSpPr>
          <p:cNvPr id="2" name="Group 44"/>
          <p:cNvGrpSpPr>
            <a:grpSpLocks/>
          </p:cNvGrpSpPr>
          <p:nvPr/>
        </p:nvGrpSpPr>
        <p:grpSpPr bwMode="auto">
          <a:xfrm>
            <a:off x="685800" y="2181225"/>
            <a:ext cx="2590800" cy="990600"/>
            <a:chOff x="432" y="1680"/>
            <a:chExt cx="1632" cy="624"/>
          </a:xfrm>
        </p:grpSpPr>
        <p:sp>
          <p:nvSpPr>
            <p:cNvPr id="78902" name="Oval 5"/>
            <p:cNvSpPr>
              <a:spLocks noChangeArrowheads="1"/>
            </p:cNvSpPr>
            <p:nvPr/>
          </p:nvSpPr>
          <p:spPr bwMode="auto">
            <a:xfrm>
              <a:off x="432" y="1920"/>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78903" name="Oval 6"/>
            <p:cNvSpPr>
              <a:spLocks noChangeArrowheads="1"/>
            </p:cNvSpPr>
            <p:nvPr/>
          </p:nvSpPr>
          <p:spPr bwMode="auto">
            <a:xfrm>
              <a:off x="960" y="1920"/>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zh-CN" altLang="zh-CN" sz="3200" b="1"/>
                <a:t>+</a:t>
              </a:r>
            </a:p>
          </p:txBody>
        </p:sp>
        <p:sp>
          <p:nvSpPr>
            <p:cNvPr id="78904" name="Oval 7"/>
            <p:cNvSpPr>
              <a:spLocks noChangeArrowheads="1"/>
            </p:cNvSpPr>
            <p:nvPr/>
          </p:nvSpPr>
          <p:spPr bwMode="auto">
            <a:xfrm>
              <a:off x="1680" y="1920"/>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78905" name="Line 14"/>
            <p:cNvSpPr>
              <a:spLocks noChangeShapeType="1"/>
            </p:cNvSpPr>
            <p:nvPr/>
          </p:nvSpPr>
          <p:spPr bwMode="auto">
            <a:xfrm>
              <a:off x="1152" y="172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906" name="Line 15"/>
            <p:cNvSpPr>
              <a:spLocks noChangeShapeType="1"/>
            </p:cNvSpPr>
            <p:nvPr/>
          </p:nvSpPr>
          <p:spPr bwMode="auto">
            <a:xfrm flipH="1">
              <a:off x="720" y="1728"/>
              <a:ext cx="336" cy="19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907" name="Line 16"/>
            <p:cNvSpPr>
              <a:spLocks noChangeShapeType="1"/>
            </p:cNvSpPr>
            <p:nvPr/>
          </p:nvSpPr>
          <p:spPr bwMode="auto">
            <a:xfrm>
              <a:off x="1248" y="1680"/>
              <a:ext cx="528" cy="30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 name="Group 45"/>
          <p:cNvGrpSpPr>
            <a:grpSpLocks/>
          </p:cNvGrpSpPr>
          <p:nvPr/>
        </p:nvGrpSpPr>
        <p:grpSpPr bwMode="auto">
          <a:xfrm>
            <a:off x="685800" y="3171825"/>
            <a:ext cx="609600" cy="1981200"/>
            <a:chOff x="432" y="2304"/>
            <a:chExt cx="384" cy="1248"/>
          </a:xfrm>
        </p:grpSpPr>
        <p:sp>
          <p:nvSpPr>
            <p:cNvPr id="78909" name="Oval 11"/>
            <p:cNvSpPr>
              <a:spLocks noChangeArrowheads="1"/>
            </p:cNvSpPr>
            <p:nvPr/>
          </p:nvSpPr>
          <p:spPr bwMode="auto">
            <a:xfrm>
              <a:off x="432" y="3168"/>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1</a:t>
              </a:r>
              <a:endParaRPr kumimoji="1" lang="en-US" altLang="zh-CN" sz="3200" b="1"/>
            </a:p>
          </p:txBody>
        </p:sp>
        <p:sp>
          <p:nvSpPr>
            <p:cNvPr id="78910" name="Line 17"/>
            <p:cNvSpPr>
              <a:spLocks noChangeShapeType="1"/>
            </p:cNvSpPr>
            <p:nvPr/>
          </p:nvSpPr>
          <p:spPr bwMode="auto">
            <a:xfrm>
              <a:off x="624" y="2304"/>
              <a:ext cx="0" cy="86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46"/>
          <p:cNvGrpSpPr>
            <a:grpSpLocks/>
          </p:cNvGrpSpPr>
          <p:nvPr/>
        </p:nvGrpSpPr>
        <p:grpSpPr bwMode="auto">
          <a:xfrm>
            <a:off x="1828800" y="3095625"/>
            <a:ext cx="2362200" cy="1066800"/>
            <a:chOff x="1152" y="2256"/>
            <a:chExt cx="1488" cy="672"/>
          </a:xfrm>
        </p:grpSpPr>
        <p:sp>
          <p:nvSpPr>
            <p:cNvPr id="78912" name="Oval 8"/>
            <p:cNvSpPr>
              <a:spLocks noChangeArrowheads="1"/>
            </p:cNvSpPr>
            <p:nvPr/>
          </p:nvSpPr>
          <p:spPr bwMode="auto">
            <a:xfrm>
              <a:off x="1152" y="2544"/>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78913" name="Oval 9"/>
            <p:cNvSpPr>
              <a:spLocks noChangeArrowheads="1"/>
            </p:cNvSpPr>
            <p:nvPr/>
          </p:nvSpPr>
          <p:spPr bwMode="auto">
            <a:xfrm>
              <a:off x="1680" y="2544"/>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zh-CN" altLang="zh-CN" sz="3200" b="1"/>
                <a:t>*</a:t>
              </a:r>
            </a:p>
          </p:txBody>
        </p:sp>
        <p:sp>
          <p:nvSpPr>
            <p:cNvPr id="78914" name="Oval 10"/>
            <p:cNvSpPr>
              <a:spLocks noChangeArrowheads="1"/>
            </p:cNvSpPr>
            <p:nvPr/>
          </p:nvSpPr>
          <p:spPr bwMode="auto">
            <a:xfrm>
              <a:off x="2256" y="2544"/>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78915" name="Line 18"/>
            <p:cNvSpPr>
              <a:spLocks noChangeShapeType="1"/>
            </p:cNvSpPr>
            <p:nvPr/>
          </p:nvSpPr>
          <p:spPr bwMode="auto">
            <a:xfrm>
              <a:off x="1872" y="2304"/>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916" name="Line 19"/>
            <p:cNvSpPr>
              <a:spLocks noChangeShapeType="1"/>
            </p:cNvSpPr>
            <p:nvPr/>
          </p:nvSpPr>
          <p:spPr bwMode="auto">
            <a:xfrm flipH="1">
              <a:off x="1440" y="2256"/>
              <a:ext cx="288" cy="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917" name="Line 20"/>
            <p:cNvSpPr>
              <a:spLocks noChangeShapeType="1"/>
            </p:cNvSpPr>
            <p:nvPr/>
          </p:nvSpPr>
          <p:spPr bwMode="auto">
            <a:xfrm>
              <a:off x="1968" y="2256"/>
              <a:ext cx="480" cy="27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5" name="Group 47"/>
          <p:cNvGrpSpPr>
            <a:grpSpLocks/>
          </p:cNvGrpSpPr>
          <p:nvPr/>
        </p:nvGrpSpPr>
        <p:grpSpPr bwMode="auto">
          <a:xfrm>
            <a:off x="1828800" y="4162425"/>
            <a:ext cx="609600" cy="990600"/>
            <a:chOff x="1152" y="2928"/>
            <a:chExt cx="384" cy="624"/>
          </a:xfrm>
        </p:grpSpPr>
        <p:sp>
          <p:nvSpPr>
            <p:cNvPr id="78919" name="Oval 12"/>
            <p:cNvSpPr>
              <a:spLocks noChangeArrowheads="1"/>
            </p:cNvSpPr>
            <p:nvPr/>
          </p:nvSpPr>
          <p:spPr bwMode="auto">
            <a:xfrm>
              <a:off x="1152" y="3168"/>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2</a:t>
              </a:r>
              <a:endParaRPr kumimoji="1" lang="en-US" altLang="zh-CN" sz="3200" b="1"/>
            </a:p>
          </p:txBody>
        </p:sp>
        <p:sp>
          <p:nvSpPr>
            <p:cNvPr id="78920" name="Line 21"/>
            <p:cNvSpPr>
              <a:spLocks noChangeShapeType="1"/>
            </p:cNvSpPr>
            <p:nvPr/>
          </p:nvSpPr>
          <p:spPr bwMode="auto">
            <a:xfrm>
              <a:off x="1344" y="2928"/>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48"/>
          <p:cNvGrpSpPr>
            <a:grpSpLocks/>
          </p:cNvGrpSpPr>
          <p:nvPr/>
        </p:nvGrpSpPr>
        <p:grpSpPr bwMode="auto">
          <a:xfrm>
            <a:off x="3581400" y="4162425"/>
            <a:ext cx="609600" cy="1066800"/>
            <a:chOff x="2256" y="2928"/>
            <a:chExt cx="384" cy="672"/>
          </a:xfrm>
        </p:grpSpPr>
        <p:sp>
          <p:nvSpPr>
            <p:cNvPr id="78922" name="Oval 13"/>
            <p:cNvSpPr>
              <a:spLocks noChangeArrowheads="1"/>
            </p:cNvSpPr>
            <p:nvPr/>
          </p:nvSpPr>
          <p:spPr bwMode="auto">
            <a:xfrm>
              <a:off x="2256" y="3216"/>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3</a:t>
              </a:r>
              <a:endParaRPr kumimoji="1" lang="en-US" altLang="zh-CN" sz="3200" b="1"/>
            </a:p>
          </p:txBody>
        </p:sp>
        <p:sp>
          <p:nvSpPr>
            <p:cNvPr id="78923" name="Line 22"/>
            <p:cNvSpPr>
              <a:spLocks noChangeShapeType="1"/>
            </p:cNvSpPr>
            <p:nvPr/>
          </p:nvSpPr>
          <p:spPr bwMode="auto">
            <a:xfrm>
              <a:off x="2448" y="2928"/>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44087" name="Oval 23"/>
          <p:cNvSpPr>
            <a:spLocks noChangeArrowheads="1"/>
          </p:cNvSpPr>
          <p:nvPr/>
        </p:nvSpPr>
        <p:spPr bwMode="auto">
          <a:xfrm>
            <a:off x="7086600" y="1628775"/>
            <a:ext cx="609600" cy="609600"/>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grpSp>
        <p:nvGrpSpPr>
          <p:cNvPr id="7" name="Group 49"/>
          <p:cNvGrpSpPr>
            <a:grpSpLocks/>
          </p:cNvGrpSpPr>
          <p:nvPr/>
        </p:nvGrpSpPr>
        <p:grpSpPr bwMode="auto">
          <a:xfrm>
            <a:off x="6172200" y="2162175"/>
            <a:ext cx="2667000" cy="990600"/>
            <a:chOff x="3888" y="1680"/>
            <a:chExt cx="1680" cy="624"/>
          </a:xfrm>
        </p:grpSpPr>
        <p:sp>
          <p:nvSpPr>
            <p:cNvPr id="78926" name="Oval 24"/>
            <p:cNvSpPr>
              <a:spLocks noChangeArrowheads="1"/>
            </p:cNvSpPr>
            <p:nvPr/>
          </p:nvSpPr>
          <p:spPr bwMode="auto">
            <a:xfrm>
              <a:off x="3888" y="1920"/>
              <a:ext cx="384" cy="384"/>
            </a:xfrm>
            <a:prstGeom prst="ellipse">
              <a:avLst/>
            </a:prstGeom>
            <a:solidFill>
              <a:schemeClr val="bg1"/>
            </a:solidFill>
            <a:ln w="38100">
              <a:solidFill>
                <a:schemeClr val="tx1"/>
              </a:solidFill>
              <a:round/>
              <a:headEnd/>
              <a:tailEnd/>
            </a:ln>
          </p:spPr>
          <p:txBody>
            <a:bodyPr wrap="none" anchor="ctr"/>
            <a:lstStyle/>
            <a:p>
              <a:pPr algn="ctr" eaLnBrk="1" fontAlgn="ctr" hangingPunct="1"/>
              <a:r>
                <a:rPr kumimoji="1" lang="en-US" altLang="zh-CN" sz="3200" b="1"/>
                <a:t>E</a:t>
              </a:r>
            </a:p>
          </p:txBody>
        </p:sp>
        <p:sp>
          <p:nvSpPr>
            <p:cNvPr id="78927" name="Oval 25"/>
            <p:cNvSpPr>
              <a:spLocks noChangeArrowheads="1"/>
            </p:cNvSpPr>
            <p:nvPr/>
          </p:nvSpPr>
          <p:spPr bwMode="auto">
            <a:xfrm>
              <a:off x="4464" y="1920"/>
              <a:ext cx="384" cy="384"/>
            </a:xfrm>
            <a:prstGeom prst="ellipse">
              <a:avLst/>
            </a:prstGeom>
            <a:solidFill>
              <a:schemeClr val="bg1"/>
            </a:solidFill>
            <a:ln w="38100">
              <a:solidFill>
                <a:schemeClr val="tx1"/>
              </a:solidFill>
              <a:round/>
              <a:headEnd/>
              <a:tailEnd/>
            </a:ln>
          </p:spPr>
          <p:txBody>
            <a:bodyPr wrap="none" anchor="ctr"/>
            <a:lstStyle/>
            <a:p>
              <a:pPr algn="ctr" eaLnBrk="1" fontAlgn="ctr" hangingPunct="1"/>
              <a:r>
                <a:rPr kumimoji="1" lang="zh-CN" altLang="zh-CN" sz="3200" b="1"/>
                <a:t>*</a:t>
              </a:r>
            </a:p>
          </p:txBody>
        </p:sp>
        <p:sp>
          <p:nvSpPr>
            <p:cNvPr id="78928" name="Oval 26"/>
            <p:cNvSpPr>
              <a:spLocks noChangeArrowheads="1"/>
            </p:cNvSpPr>
            <p:nvPr/>
          </p:nvSpPr>
          <p:spPr bwMode="auto">
            <a:xfrm>
              <a:off x="5184" y="1920"/>
              <a:ext cx="384" cy="384"/>
            </a:xfrm>
            <a:prstGeom prst="ellipse">
              <a:avLst/>
            </a:prstGeom>
            <a:solidFill>
              <a:schemeClr val="bg1"/>
            </a:solidFill>
            <a:ln w="38100">
              <a:solidFill>
                <a:schemeClr val="tx1"/>
              </a:solidFill>
              <a:round/>
              <a:headEnd/>
              <a:tailEnd/>
            </a:ln>
          </p:spPr>
          <p:txBody>
            <a:bodyPr wrap="none" anchor="ctr"/>
            <a:lstStyle/>
            <a:p>
              <a:pPr algn="ctr" eaLnBrk="1" fontAlgn="ctr" hangingPunct="1"/>
              <a:r>
                <a:rPr kumimoji="1" lang="en-US" altLang="zh-CN" sz="3200" b="1"/>
                <a:t>E</a:t>
              </a:r>
            </a:p>
          </p:txBody>
        </p:sp>
        <p:sp>
          <p:nvSpPr>
            <p:cNvPr id="78929" name="Line 33"/>
            <p:cNvSpPr>
              <a:spLocks noChangeShapeType="1"/>
            </p:cNvSpPr>
            <p:nvPr/>
          </p:nvSpPr>
          <p:spPr bwMode="auto">
            <a:xfrm>
              <a:off x="4656" y="1728"/>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930" name="Line 34"/>
            <p:cNvSpPr>
              <a:spLocks noChangeShapeType="1"/>
            </p:cNvSpPr>
            <p:nvPr/>
          </p:nvSpPr>
          <p:spPr bwMode="auto">
            <a:xfrm flipH="1">
              <a:off x="4224" y="1728"/>
              <a:ext cx="336" cy="19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931" name="Line 35"/>
            <p:cNvSpPr>
              <a:spLocks noChangeShapeType="1"/>
            </p:cNvSpPr>
            <p:nvPr/>
          </p:nvSpPr>
          <p:spPr bwMode="auto">
            <a:xfrm>
              <a:off x="4752" y="1680"/>
              <a:ext cx="480" cy="27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 name="Group 50"/>
          <p:cNvGrpSpPr>
            <a:grpSpLocks/>
          </p:cNvGrpSpPr>
          <p:nvPr/>
        </p:nvGrpSpPr>
        <p:grpSpPr bwMode="auto">
          <a:xfrm>
            <a:off x="5181600" y="3152775"/>
            <a:ext cx="2667000" cy="914400"/>
            <a:chOff x="3264" y="2304"/>
            <a:chExt cx="1680" cy="576"/>
          </a:xfrm>
        </p:grpSpPr>
        <p:sp>
          <p:nvSpPr>
            <p:cNvPr id="78933" name="Oval 27"/>
            <p:cNvSpPr>
              <a:spLocks noChangeArrowheads="1"/>
            </p:cNvSpPr>
            <p:nvPr/>
          </p:nvSpPr>
          <p:spPr bwMode="auto">
            <a:xfrm>
              <a:off x="3936" y="2496"/>
              <a:ext cx="384" cy="384"/>
            </a:xfrm>
            <a:prstGeom prst="ellipse">
              <a:avLst/>
            </a:prstGeom>
            <a:solidFill>
              <a:schemeClr val="bg1"/>
            </a:solidFill>
            <a:ln w="38100">
              <a:solidFill>
                <a:schemeClr val="tx1"/>
              </a:solidFill>
              <a:round/>
              <a:headEnd/>
              <a:tailEnd/>
            </a:ln>
          </p:spPr>
          <p:txBody>
            <a:bodyPr wrap="none" anchor="ctr"/>
            <a:lstStyle/>
            <a:p>
              <a:pPr algn="ctr" eaLnBrk="1" fontAlgn="ctr" hangingPunct="1"/>
              <a:r>
                <a:rPr kumimoji="1" lang="zh-CN" altLang="zh-CN" sz="3200" b="1"/>
                <a:t>+</a:t>
              </a:r>
            </a:p>
          </p:txBody>
        </p:sp>
        <p:sp>
          <p:nvSpPr>
            <p:cNvPr id="78934" name="Oval 28"/>
            <p:cNvSpPr>
              <a:spLocks noChangeArrowheads="1"/>
            </p:cNvSpPr>
            <p:nvPr/>
          </p:nvSpPr>
          <p:spPr bwMode="auto">
            <a:xfrm>
              <a:off x="3264" y="2496"/>
              <a:ext cx="384" cy="384"/>
            </a:xfrm>
            <a:prstGeom prst="ellipse">
              <a:avLst/>
            </a:prstGeom>
            <a:solidFill>
              <a:schemeClr val="bg1"/>
            </a:solidFill>
            <a:ln w="38100">
              <a:solidFill>
                <a:schemeClr val="tx1"/>
              </a:solidFill>
              <a:round/>
              <a:headEnd/>
              <a:tailEnd/>
            </a:ln>
          </p:spPr>
          <p:txBody>
            <a:bodyPr wrap="none" anchor="ctr"/>
            <a:lstStyle/>
            <a:p>
              <a:pPr algn="ctr" eaLnBrk="1" fontAlgn="ctr" hangingPunct="1"/>
              <a:r>
                <a:rPr kumimoji="1" lang="en-US" altLang="zh-CN" sz="3200" b="1"/>
                <a:t>E</a:t>
              </a:r>
            </a:p>
          </p:txBody>
        </p:sp>
        <p:sp>
          <p:nvSpPr>
            <p:cNvPr id="78935" name="Oval 29"/>
            <p:cNvSpPr>
              <a:spLocks noChangeArrowheads="1"/>
            </p:cNvSpPr>
            <p:nvPr/>
          </p:nvSpPr>
          <p:spPr bwMode="auto">
            <a:xfrm>
              <a:off x="4560" y="2496"/>
              <a:ext cx="384" cy="384"/>
            </a:xfrm>
            <a:prstGeom prst="ellipse">
              <a:avLst/>
            </a:prstGeom>
            <a:solidFill>
              <a:schemeClr val="bg1"/>
            </a:solidFill>
            <a:ln w="38100">
              <a:solidFill>
                <a:schemeClr val="tx1"/>
              </a:solidFill>
              <a:round/>
              <a:headEnd/>
              <a:tailEnd/>
            </a:ln>
          </p:spPr>
          <p:txBody>
            <a:bodyPr wrap="none" anchor="ctr"/>
            <a:lstStyle/>
            <a:p>
              <a:pPr algn="ctr" eaLnBrk="1" fontAlgn="ctr" hangingPunct="1"/>
              <a:r>
                <a:rPr kumimoji="1" lang="en-US" altLang="zh-CN" sz="3200" b="1"/>
                <a:t>E</a:t>
              </a:r>
            </a:p>
          </p:txBody>
        </p:sp>
        <p:sp>
          <p:nvSpPr>
            <p:cNvPr id="78936" name="Line 36"/>
            <p:cNvSpPr>
              <a:spLocks noChangeShapeType="1"/>
            </p:cNvSpPr>
            <p:nvPr/>
          </p:nvSpPr>
          <p:spPr bwMode="auto">
            <a:xfrm>
              <a:off x="4080" y="2304"/>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937" name="Line 37"/>
            <p:cNvSpPr>
              <a:spLocks noChangeShapeType="1"/>
            </p:cNvSpPr>
            <p:nvPr/>
          </p:nvSpPr>
          <p:spPr bwMode="auto">
            <a:xfrm flipH="1">
              <a:off x="3600" y="2304"/>
              <a:ext cx="384" cy="22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938" name="Line 38"/>
            <p:cNvSpPr>
              <a:spLocks noChangeShapeType="1"/>
            </p:cNvSpPr>
            <p:nvPr/>
          </p:nvSpPr>
          <p:spPr bwMode="auto">
            <a:xfrm>
              <a:off x="4176" y="2304"/>
              <a:ext cx="432" cy="2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 name="Group 51"/>
          <p:cNvGrpSpPr>
            <a:grpSpLocks/>
          </p:cNvGrpSpPr>
          <p:nvPr/>
        </p:nvGrpSpPr>
        <p:grpSpPr bwMode="auto">
          <a:xfrm>
            <a:off x="5257800" y="4067175"/>
            <a:ext cx="609600" cy="1143000"/>
            <a:chOff x="3312" y="2880"/>
            <a:chExt cx="384" cy="720"/>
          </a:xfrm>
        </p:grpSpPr>
        <p:sp>
          <p:nvSpPr>
            <p:cNvPr id="78940" name="Oval 31"/>
            <p:cNvSpPr>
              <a:spLocks noChangeArrowheads="1"/>
            </p:cNvSpPr>
            <p:nvPr/>
          </p:nvSpPr>
          <p:spPr bwMode="auto">
            <a:xfrm>
              <a:off x="3312" y="3216"/>
              <a:ext cx="384" cy="384"/>
            </a:xfrm>
            <a:prstGeom prst="ellipse">
              <a:avLst/>
            </a:prstGeom>
            <a:solidFill>
              <a:schemeClr val="bg1"/>
            </a:solidFill>
            <a:ln w="38100">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1</a:t>
              </a:r>
              <a:endParaRPr kumimoji="1" lang="en-US" altLang="zh-CN" sz="3200" b="1"/>
            </a:p>
          </p:txBody>
        </p:sp>
        <p:sp>
          <p:nvSpPr>
            <p:cNvPr id="78941" name="Line 39"/>
            <p:cNvSpPr>
              <a:spLocks noChangeShapeType="1"/>
            </p:cNvSpPr>
            <p:nvPr/>
          </p:nvSpPr>
          <p:spPr bwMode="auto">
            <a:xfrm>
              <a:off x="3456" y="2880"/>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 name="Group 52"/>
          <p:cNvGrpSpPr>
            <a:grpSpLocks/>
          </p:cNvGrpSpPr>
          <p:nvPr/>
        </p:nvGrpSpPr>
        <p:grpSpPr bwMode="auto">
          <a:xfrm>
            <a:off x="7239000" y="4067175"/>
            <a:ext cx="609600" cy="1143000"/>
            <a:chOff x="4560" y="2880"/>
            <a:chExt cx="384" cy="720"/>
          </a:xfrm>
        </p:grpSpPr>
        <p:sp>
          <p:nvSpPr>
            <p:cNvPr id="78943" name="Oval 30"/>
            <p:cNvSpPr>
              <a:spLocks noChangeArrowheads="1"/>
            </p:cNvSpPr>
            <p:nvPr/>
          </p:nvSpPr>
          <p:spPr bwMode="auto">
            <a:xfrm>
              <a:off x="4560" y="3216"/>
              <a:ext cx="384" cy="384"/>
            </a:xfrm>
            <a:prstGeom prst="ellipse">
              <a:avLst/>
            </a:prstGeom>
            <a:solidFill>
              <a:schemeClr val="bg1"/>
            </a:solidFill>
            <a:ln w="38100">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2</a:t>
              </a:r>
              <a:endParaRPr kumimoji="1" lang="en-US" altLang="zh-CN" sz="3200" b="1"/>
            </a:p>
          </p:txBody>
        </p:sp>
        <p:sp>
          <p:nvSpPr>
            <p:cNvPr id="78944" name="Line 40"/>
            <p:cNvSpPr>
              <a:spLocks noChangeShapeType="1"/>
            </p:cNvSpPr>
            <p:nvPr/>
          </p:nvSpPr>
          <p:spPr bwMode="auto">
            <a:xfrm>
              <a:off x="4752" y="2880"/>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 name="Group 53"/>
          <p:cNvGrpSpPr>
            <a:grpSpLocks/>
          </p:cNvGrpSpPr>
          <p:nvPr/>
        </p:nvGrpSpPr>
        <p:grpSpPr bwMode="auto">
          <a:xfrm>
            <a:off x="8229600" y="3152775"/>
            <a:ext cx="609600" cy="1981200"/>
            <a:chOff x="5184" y="2304"/>
            <a:chExt cx="384" cy="1248"/>
          </a:xfrm>
        </p:grpSpPr>
        <p:sp>
          <p:nvSpPr>
            <p:cNvPr id="78946" name="Oval 32"/>
            <p:cNvSpPr>
              <a:spLocks noChangeArrowheads="1"/>
            </p:cNvSpPr>
            <p:nvPr/>
          </p:nvSpPr>
          <p:spPr bwMode="auto">
            <a:xfrm>
              <a:off x="5184" y="3168"/>
              <a:ext cx="384" cy="384"/>
            </a:xfrm>
            <a:prstGeom prst="ellipse">
              <a:avLst/>
            </a:prstGeom>
            <a:solidFill>
              <a:schemeClr val="bg1"/>
            </a:solidFill>
            <a:ln w="38100">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3</a:t>
              </a:r>
              <a:endParaRPr kumimoji="1" lang="en-US" altLang="zh-CN" sz="3200" b="1"/>
            </a:p>
          </p:txBody>
        </p:sp>
        <p:sp>
          <p:nvSpPr>
            <p:cNvPr id="78947" name="Line 41"/>
            <p:cNvSpPr>
              <a:spLocks noChangeShapeType="1"/>
            </p:cNvSpPr>
            <p:nvPr/>
          </p:nvSpPr>
          <p:spPr bwMode="auto">
            <a:xfrm>
              <a:off x="5376" y="2304"/>
              <a:ext cx="0" cy="86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68997" name="Rectangle 5"/>
          <p:cNvSpPr>
            <a:spLocks noChangeArrowheads="1"/>
          </p:cNvSpPr>
          <p:nvPr/>
        </p:nvSpPr>
        <p:spPr bwMode="auto">
          <a:xfrm>
            <a:off x="3779838" y="1371600"/>
            <a:ext cx="1728787" cy="20574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marL="342900" indent="-342900">
              <a:spcBef>
                <a:spcPct val="20000"/>
              </a:spcBef>
              <a:buClr>
                <a:schemeClr val="fo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E→E+E     </a:t>
            </a:r>
          </a:p>
          <a:p>
            <a:pPr marL="342900" indent="-342900">
              <a:spcBef>
                <a:spcPct val="20000"/>
              </a:spcBef>
              <a:buClr>
                <a:schemeClr val="fo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E→E* E    </a:t>
            </a:r>
          </a:p>
          <a:p>
            <a:pPr marL="342900" indent="-342900">
              <a:spcBef>
                <a:spcPct val="20000"/>
              </a:spcBef>
              <a:buClr>
                <a:schemeClr val="fo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E→(E) </a:t>
            </a:r>
          </a:p>
          <a:p>
            <a:pPr marL="342900" indent="-342900">
              <a:spcBef>
                <a:spcPct val="20000"/>
              </a:spcBef>
              <a:buClr>
                <a:schemeClr val="folHlink"/>
              </a:buClr>
              <a:buSzPct val="75000"/>
              <a:buFont typeface="Monotype Sorts" pitchFamily="2" charset="2"/>
              <a:buNone/>
            </a:pPr>
            <a:r>
              <a:rPr kumimoji="1" lang="en-US" altLang="zh-CN" sz="2800" b="1">
                <a:solidFill>
                  <a:schemeClr val="bg1"/>
                </a:solidFill>
                <a:effectLst>
                  <a:outerShdw blurRad="38100" dist="38100" dir="2700000" algn="tl">
                    <a:srgbClr val="000000"/>
                  </a:outerShdw>
                </a:effectLst>
              </a:rPr>
              <a:t>E→id</a:t>
            </a:r>
          </a:p>
        </p:txBody>
      </p:sp>
      <p:sp>
        <p:nvSpPr>
          <p:cNvPr id="78949" name="Rectangle 101"/>
          <p:cNvSpPr>
            <a:spLocks noChangeArrowheads="1"/>
          </p:cNvSpPr>
          <p:nvPr/>
        </p:nvSpPr>
        <p:spPr bwMode="auto">
          <a:xfrm>
            <a:off x="3563938" y="5589588"/>
            <a:ext cx="36718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buClr>
                <a:schemeClr val="hlink"/>
              </a:buClr>
              <a:buSzPct val="75000"/>
              <a:buFont typeface="Wingdings" pitchFamily="2" charset="2"/>
              <a:buNone/>
            </a:pPr>
            <a:r>
              <a:rPr lang="zh-CN" altLang="en-US" sz="2800" b="1">
                <a:ea typeface="华文新魏" pitchFamily="2" charset="-122"/>
              </a:rPr>
              <a:t>有两棵不同的语法树</a:t>
            </a:r>
            <a:endParaRPr lang="en-US" altLang="zh-CN" sz="2800" b="1">
              <a:ea typeface="华文新魏" pitchFamily="2" charset="-122"/>
            </a:endParaRPr>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4106" name="Text Box 42"/>
          <p:cNvSpPr txBox="1">
            <a:spLocks noChangeArrowheads="1"/>
          </p:cNvSpPr>
          <p:nvPr/>
        </p:nvSpPr>
        <p:spPr bwMode="auto">
          <a:xfrm>
            <a:off x="2771775" y="2722563"/>
            <a:ext cx="4105275" cy="1066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zh-CN" altLang="en-US" sz="3200" b="1">
                <a:latin typeface="Tahoma" pitchFamily="34" charset="0"/>
                <a:ea typeface="华文新魏" pitchFamily="2" charset="-122"/>
              </a:rPr>
              <a:t>两个不同的</a:t>
            </a:r>
            <a:r>
              <a:rPr kumimoji="1" lang="zh-CN" altLang="en-US" sz="3200" b="1">
                <a:solidFill>
                  <a:srgbClr val="000099"/>
                </a:solidFill>
                <a:latin typeface="Tahoma" pitchFamily="34" charset="0"/>
                <a:ea typeface="华文新魏" pitchFamily="2" charset="-122"/>
              </a:rPr>
              <a:t>最左</a:t>
            </a:r>
            <a:r>
              <a:rPr kumimoji="1" lang="zh-CN" altLang="en-US" sz="3200" b="1">
                <a:latin typeface="Tahoma" pitchFamily="34" charset="0"/>
                <a:ea typeface="华文新魏" pitchFamily="2" charset="-122"/>
              </a:rPr>
              <a:t>推导</a:t>
            </a:r>
            <a:r>
              <a:rPr kumimoji="1" lang="en-US" altLang="zh-CN" sz="3200" b="1">
                <a:latin typeface="Tahoma" pitchFamily="34" charset="0"/>
                <a:ea typeface="华文新魏" pitchFamily="2" charset="-122"/>
              </a:rPr>
              <a:t>,</a:t>
            </a:r>
            <a:r>
              <a:rPr kumimoji="1" lang="zh-CN" altLang="en-US" sz="3200" b="1">
                <a:latin typeface="Tahoma" pitchFamily="34" charset="0"/>
                <a:ea typeface="华文新魏" pitchFamily="2" charset="-122"/>
              </a:rPr>
              <a:t>对应两不同的语法树</a:t>
            </a:r>
            <a:endParaRPr kumimoji="1" lang="en-US" altLang="zh-CN" sz="3200" b="1">
              <a:latin typeface="Tahoma" pitchFamily="34" charset="0"/>
              <a:ea typeface="华文新魏" pitchFamily="2" charset="-122"/>
            </a:endParaRPr>
          </a:p>
        </p:txBody>
      </p:sp>
      <p:sp>
        <p:nvSpPr>
          <p:cNvPr id="344066" name="Text Box 2"/>
          <p:cNvSpPr txBox="1">
            <a:spLocks noChangeArrowheads="1"/>
          </p:cNvSpPr>
          <p:nvPr/>
        </p:nvSpPr>
        <p:spPr bwMode="auto">
          <a:xfrm>
            <a:off x="827088" y="-26988"/>
            <a:ext cx="2736850" cy="2730501"/>
          </a:xfrm>
          <a:prstGeom prst="rect">
            <a:avLst/>
          </a:prstGeom>
          <a:solidFill>
            <a:schemeClr val="tx1"/>
          </a:solidFill>
          <a:ln w="9525">
            <a:solidFill>
              <a:schemeClr val="tx1"/>
            </a:solidFill>
            <a:miter lim="800000"/>
            <a:headEnd/>
            <a:tailEnd/>
          </a:ln>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lnSpc>
                <a:spcPct val="90000"/>
              </a:lnSpc>
            </a:pPr>
            <a:r>
              <a:rPr kumimoji="1" lang="zh-CN" altLang="en-US" sz="3200" b="1">
                <a:solidFill>
                  <a:schemeClr val="bg1"/>
                </a:solidFill>
                <a:latin typeface="Times New Roman" pitchFamily="18" charset="0"/>
              </a:rPr>
              <a:t>    </a:t>
            </a:r>
            <a:r>
              <a:rPr kumimoji="1" lang="en-US" altLang="zh-CN" sz="3200" b="1">
                <a:solidFill>
                  <a:schemeClr val="bg1"/>
                </a:solidFill>
                <a:latin typeface="Times New Roman" pitchFamily="18" charset="0"/>
              </a:rPr>
              <a:t>E</a:t>
            </a:r>
          </a:p>
          <a:p>
            <a:pPr eaLnBrk="1" fontAlgn="ctr" hangingPunct="1">
              <a:lnSpc>
                <a:spcPct val="90000"/>
              </a:lnSpc>
            </a:pPr>
            <a:r>
              <a:rPr kumimoji="1" lang="en-US" altLang="zh-CN" sz="3200" b="1">
                <a:solidFill>
                  <a:schemeClr val="bg1"/>
                </a:solidFill>
                <a:latin typeface="Times New Roman" pitchFamily="18" charset="0"/>
                <a:sym typeface="Symbol" pitchFamily="18" charset="2"/>
              </a:rPr>
              <a:t>E+E </a:t>
            </a:r>
          </a:p>
          <a:p>
            <a:pPr eaLnBrk="1" fontAlgn="ctr" hangingPunct="1">
              <a:lnSpc>
                <a:spcPct val="90000"/>
              </a:lnSpc>
            </a:pPr>
            <a:r>
              <a:rPr kumimoji="1" lang="en-US" altLang="zh-CN" sz="3200" b="1">
                <a:solidFill>
                  <a:schemeClr val="bg1"/>
                </a:solidFill>
                <a:latin typeface="Times New Roman" pitchFamily="18" charset="0"/>
                <a:sym typeface="Symbol" pitchFamily="18" charset="2"/>
              </a:rPr>
              <a:t>a</a:t>
            </a:r>
            <a:r>
              <a:rPr kumimoji="1" lang="en-US" altLang="zh-CN" sz="3200" b="1" baseline="-25000">
                <a:solidFill>
                  <a:schemeClr val="bg1"/>
                </a:solidFill>
                <a:latin typeface="Times New Roman" pitchFamily="18" charset="0"/>
                <a:sym typeface="Symbol" pitchFamily="18" charset="2"/>
              </a:rPr>
              <a:t>1</a:t>
            </a:r>
            <a:r>
              <a:rPr kumimoji="1" lang="en-US" altLang="zh-CN" sz="3200" b="1">
                <a:solidFill>
                  <a:schemeClr val="bg1"/>
                </a:solidFill>
                <a:latin typeface="Times New Roman" pitchFamily="18" charset="0"/>
                <a:sym typeface="Symbol" pitchFamily="18" charset="2"/>
              </a:rPr>
              <a:t>+E</a:t>
            </a:r>
          </a:p>
          <a:p>
            <a:pPr eaLnBrk="1" fontAlgn="ctr" hangingPunct="1">
              <a:lnSpc>
                <a:spcPct val="90000"/>
              </a:lnSpc>
            </a:pPr>
            <a:r>
              <a:rPr kumimoji="1" lang="en-US" altLang="zh-CN" sz="3200" b="1">
                <a:solidFill>
                  <a:schemeClr val="bg1"/>
                </a:solidFill>
                <a:latin typeface="Times New Roman" pitchFamily="18" charset="0"/>
                <a:sym typeface="Symbol" pitchFamily="18" charset="2"/>
              </a:rPr>
              <a:t>a</a:t>
            </a:r>
            <a:r>
              <a:rPr kumimoji="1" lang="en-US" altLang="zh-CN" sz="3200" b="1" baseline="-25000">
                <a:solidFill>
                  <a:schemeClr val="bg1"/>
                </a:solidFill>
                <a:latin typeface="Times New Roman" pitchFamily="18" charset="0"/>
                <a:sym typeface="Symbol" pitchFamily="18" charset="2"/>
              </a:rPr>
              <a:t>1</a:t>
            </a:r>
            <a:r>
              <a:rPr kumimoji="1" lang="en-US" altLang="zh-CN" sz="3200" b="1">
                <a:solidFill>
                  <a:schemeClr val="bg1"/>
                </a:solidFill>
                <a:latin typeface="Times New Roman" pitchFamily="18" charset="0"/>
                <a:sym typeface="Symbol" pitchFamily="18" charset="2"/>
              </a:rPr>
              <a:t>+E*E</a:t>
            </a:r>
          </a:p>
          <a:p>
            <a:pPr eaLnBrk="1" fontAlgn="ctr" hangingPunct="1">
              <a:lnSpc>
                <a:spcPct val="90000"/>
              </a:lnSpc>
            </a:pPr>
            <a:r>
              <a:rPr kumimoji="1" lang="en-US" altLang="zh-CN" sz="3200" b="1">
                <a:solidFill>
                  <a:schemeClr val="bg1"/>
                </a:solidFill>
                <a:latin typeface="Times New Roman" pitchFamily="18" charset="0"/>
                <a:sym typeface="Symbol" pitchFamily="18" charset="2"/>
              </a:rPr>
              <a:t>a</a:t>
            </a:r>
            <a:r>
              <a:rPr kumimoji="1" lang="en-US" altLang="zh-CN" sz="3200" b="1" baseline="-25000">
                <a:solidFill>
                  <a:schemeClr val="bg1"/>
                </a:solidFill>
                <a:latin typeface="Times New Roman" pitchFamily="18" charset="0"/>
                <a:sym typeface="Symbol" pitchFamily="18" charset="2"/>
              </a:rPr>
              <a:t>1</a:t>
            </a:r>
            <a:r>
              <a:rPr kumimoji="1" lang="en-US" altLang="zh-CN" sz="3200" b="1">
                <a:solidFill>
                  <a:schemeClr val="bg1"/>
                </a:solidFill>
                <a:latin typeface="Times New Roman" pitchFamily="18" charset="0"/>
                <a:sym typeface="Symbol" pitchFamily="18" charset="2"/>
              </a:rPr>
              <a:t>+a</a:t>
            </a:r>
            <a:r>
              <a:rPr kumimoji="1" lang="en-US" altLang="zh-CN" sz="3200" b="1" baseline="-25000">
                <a:solidFill>
                  <a:schemeClr val="bg1"/>
                </a:solidFill>
                <a:latin typeface="Times New Roman" pitchFamily="18" charset="0"/>
                <a:sym typeface="Symbol" pitchFamily="18" charset="2"/>
              </a:rPr>
              <a:t>2</a:t>
            </a:r>
            <a:r>
              <a:rPr kumimoji="1" lang="en-US" altLang="zh-CN" sz="3200" b="1">
                <a:solidFill>
                  <a:schemeClr val="bg1"/>
                </a:solidFill>
                <a:latin typeface="Times New Roman" pitchFamily="18" charset="0"/>
                <a:sym typeface="Symbol" pitchFamily="18" charset="2"/>
              </a:rPr>
              <a:t>*E</a:t>
            </a:r>
          </a:p>
          <a:p>
            <a:pPr eaLnBrk="1" fontAlgn="ctr" hangingPunct="1">
              <a:lnSpc>
                <a:spcPct val="90000"/>
              </a:lnSpc>
            </a:pPr>
            <a:r>
              <a:rPr kumimoji="1" lang="en-US" altLang="zh-CN" sz="3200" b="1">
                <a:solidFill>
                  <a:schemeClr val="bg1"/>
                </a:solidFill>
                <a:latin typeface="Times New Roman" pitchFamily="18" charset="0"/>
                <a:sym typeface="Symbol" pitchFamily="18" charset="2"/>
              </a:rPr>
              <a:t>a</a:t>
            </a:r>
            <a:r>
              <a:rPr kumimoji="1" lang="en-US" altLang="zh-CN" sz="3200" b="1" baseline="-25000">
                <a:solidFill>
                  <a:schemeClr val="bg1"/>
                </a:solidFill>
                <a:latin typeface="Times New Roman" pitchFamily="18" charset="0"/>
                <a:sym typeface="Symbol" pitchFamily="18" charset="2"/>
              </a:rPr>
              <a:t>1</a:t>
            </a:r>
            <a:r>
              <a:rPr kumimoji="1" lang="en-US" altLang="zh-CN" sz="3200" b="1">
                <a:solidFill>
                  <a:schemeClr val="bg1"/>
                </a:solidFill>
                <a:latin typeface="Times New Roman" pitchFamily="18" charset="0"/>
                <a:sym typeface="Symbol" pitchFamily="18" charset="2"/>
              </a:rPr>
              <a:t>+a</a:t>
            </a:r>
            <a:r>
              <a:rPr kumimoji="1" lang="en-US" altLang="zh-CN" sz="3200" b="1" baseline="-25000">
                <a:solidFill>
                  <a:schemeClr val="bg1"/>
                </a:solidFill>
                <a:latin typeface="Times New Roman" pitchFamily="18" charset="0"/>
                <a:sym typeface="Symbol" pitchFamily="18" charset="2"/>
              </a:rPr>
              <a:t>2</a:t>
            </a:r>
            <a:r>
              <a:rPr kumimoji="1" lang="en-US" altLang="zh-CN" sz="3200" b="1">
                <a:solidFill>
                  <a:schemeClr val="bg1"/>
                </a:solidFill>
                <a:latin typeface="Times New Roman" pitchFamily="18" charset="0"/>
                <a:sym typeface="Symbol" pitchFamily="18" charset="2"/>
              </a:rPr>
              <a:t>*a</a:t>
            </a:r>
            <a:r>
              <a:rPr kumimoji="1" lang="en-US" altLang="zh-CN" sz="3200" b="1" baseline="-25000">
                <a:solidFill>
                  <a:schemeClr val="bg1"/>
                </a:solidFill>
                <a:latin typeface="Times New Roman" pitchFamily="18" charset="0"/>
                <a:sym typeface="Symbol" pitchFamily="18" charset="2"/>
              </a:rPr>
              <a:t>3</a:t>
            </a:r>
          </a:p>
        </p:txBody>
      </p:sp>
      <p:sp>
        <p:nvSpPr>
          <p:cNvPr id="344067" name="Text Box 3"/>
          <p:cNvSpPr txBox="1">
            <a:spLocks noChangeArrowheads="1"/>
          </p:cNvSpPr>
          <p:nvPr/>
        </p:nvSpPr>
        <p:spPr bwMode="auto">
          <a:xfrm>
            <a:off x="5651500" y="-26988"/>
            <a:ext cx="2592388" cy="2730501"/>
          </a:xfrm>
          <a:prstGeom prst="rect">
            <a:avLst/>
          </a:prstGeom>
          <a:solidFill>
            <a:schemeClr val="tx1"/>
          </a:solidFill>
          <a:ln w="9525">
            <a:solidFill>
              <a:schemeClr val="tx1"/>
            </a:solidFill>
            <a:miter lim="800000"/>
            <a:headEnd/>
            <a:tailEnd/>
          </a:ln>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lnSpc>
                <a:spcPct val="90000"/>
              </a:lnSpc>
            </a:pPr>
            <a:r>
              <a:rPr kumimoji="1" lang="zh-CN" altLang="zh-CN" sz="3200">
                <a:solidFill>
                  <a:schemeClr val="bg1"/>
                </a:solidFill>
                <a:latin typeface="Times New Roman" pitchFamily="18" charset="0"/>
              </a:rPr>
              <a:t> </a:t>
            </a:r>
            <a:r>
              <a:rPr kumimoji="1" lang="zh-CN" altLang="en-US" sz="3200">
                <a:solidFill>
                  <a:schemeClr val="bg1"/>
                </a:solidFill>
                <a:latin typeface="Times New Roman" pitchFamily="18" charset="0"/>
              </a:rPr>
              <a:t>   </a:t>
            </a:r>
            <a:r>
              <a:rPr kumimoji="1" lang="en-US" altLang="zh-CN" sz="3200" b="1">
                <a:solidFill>
                  <a:schemeClr val="bg1"/>
                </a:solidFill>
                <a:latin typeface="Times New Roman" pitchFamily="18" charset="0"/>
              </a:rPr>
              <a:t>E </a:t>
            </a:r>
          </a:p>
          <a:p>
            <a:pPr eaLnBrk="1" fontAlgn="ctr" hangingPunct="1">
              <a:lnSpc>
                <a:spcPct val="90000"/>
              </a:lnSpc>
            </a:pPr>
            <a:r>
              <a:rPr kumimoji="1" lang="en-US" altLang="zh-CN" sz="3200" b="1">
                <a:solidFill>
                  <a:schemeClr val="bg1"/>
                </a:solidFill>
                <a:latin typeface="Times New Roman" pitchFamily="18" charset="0"/>
                <a:sym typeface="Symbol" pitchFamily="18" charset="2"/>
              </a:rPr>
              <a:t>E*E</a:t>
            </a:r>
          </a:p>
          <a:p>
            <a:pPr eaLnBrk="1" fontAlgn="ctr" hangingPunct="1">
              <a:lnSpc>
                <a:spcPct val="90000"/>
              </a:lnSpc>
            </a:pPr>
            <a:r>
              <a:rPr kumimoji="1" lang="en-US" altLang="zh-CN" sz="3200" b="1">
                <a:solidFill>
                  <a:schemeClr val="bg1"/>
                </a:solidFill>
                <a:latin typeface="Times New Roman" pitchFamily="18" charset="0"/>
                <a:sym typeface="Symbol" pitchFamily="18" charset="2"/>
              </a:rPr>
              <a:t>E+E*E </a:t>
            </a:r>
          </a:p>
          <a:p>
            <a:pPr eaLnBrk="1" fontAlgn="ctr" hangingPunct="1">
              <a:lnSpc>
                <a:spcPct val="90000"/>
              </a:lnSpc>
            </a:pPr>
            <a:r>
              <a:rPr kumimoji="1" lang="en-US" altLang="zh-CN" sz="3200" b="1">
                <a:solidFill>
                  <a:schemeClr val="bg1"/>
                </a:solidFill>
                <a:latin typeface="Times New Roman" pitchFamily="18" charset="0"/>
                <a:sym typeface="Symbol" pitchFamily="18" charset="2"/>
              </a:rPr>
              <a:t>a</a:t>
            </a:r>
            <a:r>
              <a:rPr kumimoji="1" lang="en-US" altLang="zh-CN" sz="3200" b="1" baseline="-25000">
                <a:solidFill>
                  <a:schemeClr val="bg1"/>
                </a:solidFill>
                <a:latin typeface="Times New Roman" pitchFamily="18" charset="0"/>
                <a:sym typeface="Symbol" pitchFamily="18" charset="2"/>
              </a:rPr>
              <a:t>1</a:t>
            </a:r>
            <a:r>
              <a:rPr kumimoji="1" lang="en-US" altLang="zh-CN" sz="3200" b="1">
                <a:solidFill>
                  <a:schemeClr val="bg1"/>
                </a:solidFill>
                <a:latin typeface="Times New Roman" pitchFamily="18" charset="0"/>
                <a:sym typeface="Symbol" pitchFamily="18" charset="2"/>
              </a:rPr>
              <a:t>+E*E</a:t>
            </a:r>
          </a:p>
          <a:p>
            <a:pPr eaLnBrk="1" fontAlgn="ctr" hangingPunct="1">
              <a:lnSpc>
                <a:spcPct val="90000"/>
              </a:lnSpc>
            </a:pPr>
            <a:r>
              <a:rPr kumimoji="1" lang="en-US" altLang="zh-CN" sz="3200" b="1">
                <a:solidFill>
                  <a:schemeClr val="bg1"/>
                </a:solidFill>
                <a:latin typeface="Times New Roman" pitchFamily="18" charset="0"/>
                <a:sym typeface="Symbol" pitchFamily="18" charset="2"/>
              </a:rPr>
              <a:t>a</a:t>
            </a:r>
            <a:r>
              <a:rPr kumimoji="1" lang="en-US" altLang="zh-CN" sz="3200" b="1" baseline="-25000">
                <a:solidFill>
                  <a:schemeClr val="bg1"/>
                </a:solidFill>
                <a:latin typeface="Times New Roman" pitchFamily="18" charset="0"/>
                <a:sym typeface="Symbol" pitchFamily="18" charset="2"/>
              </a:rPr>
              <a:t>1</a:t>
            </a:r>
            <a:r>
              <a:rPr kumimoji="1" lang="en-US" altLang="zh-CN" sz="3200" b="1">
                <a:solidFill>
                  <a:schemeClr val="bg1"/>
                </a:solidFill>
                <a:latin typeface="Times New Roman" pitchFamily="18" charset="0"/>
                <a:sym typeface="Symbol" pitchFamily="18" charset="2"/>
              </a:rPr>
              <a:t>+a</a:t>
            </a:r>
            <a:r>
              <a:rPr kumimoji="1" lang="en-US" altLang="zh-CN" sz="3200" b="1" baseline="-25000">
                <a:solidFill>
                  <a:schemeClr val="bg1"/>
                </a:solidFill>
                <a:latin typeface="Times New Roman" pitchFamily="18" charset="0"/>
                <a:sym typeface="Symbol" pitchFamily="18" charset="2"/>
              </a:rPr>
              <a:t>2</a:t>
            </a:r>
            <a:r>
              <a:rPr kumimoji="1" lang="en-US" altLang="zh-CN" sz="3200" b="1">
                <a:solidFill>
                  <a:schemeClr val="bg1"/>
                </a:solidFill>
                <a:latin typeface="Times New Roman" pitchFamily="18" charset="0"/>
                <a:sym typeface="Symbol" pitchFamily="18" charset="2"/>
              </a:rPr>
              <a:t>*E</a:t>
            </a:r>
          </a:p>
          <a:p>
            <a:pPr eaLnBrk="1" fontAlgn="ctr" hangingPunct="1">
              <a:lnSpc>
                <a:spcPct val="90000"/>
              </a:lnSpc>
            </a:pPr>
            <a:r>
              <a:rPr kumimoji="1" lang="en-US" altLang="zh-CN" sz="3200" b="1">
                <a:solidFill>
                  <a:schemeClr val="bg1"/>
                </a:solidFill>
                <a:latin typeface="Times New Roman" pitchFamily="18" charset="0"/>
                <a:sym typeface="Symbol" pitchFamily="18" charset="2"/>
              </a:rPr>
              <a:t>a</a:t>
            </a:r>
            <a:r>
              <a:rPr kumimoji="1" lang="en-US" altLang="zh-CN" sz="3200" b="1" baseline="-25000">
                <a:solidFill>
                  <a:schemeClr val="bg1"/>
                </a:solidFill>
                <a:latin typeface="Times New Roman" pitchFamily="18" charset="0"/>
                <a:sym typeface="Symbol" pitchFamily="18" charset="2"/>
              </a:rPr>
              <a:t>1</a:t>
            </a:r>
            <a:r>
              <a:rPr kumimoji="1" lang="en-US" altLang="zh-CN" sz="3200" b="1">
                <a:solidFill>
                  <a:schemeClr val="bg1"/>
                </a:solidFill>
                <a:latin typeface="Times New Roman" pitchFamily="18" charset="0"/>
                <a:sym typeface="Symbol" pitchFamily="18" charset="2"/>
              </a:rPr>
              <a:t>+a</a:t>
            </a:r>
            <a:r>
              <a:rPr kumimoji="1" lang="en-US" altLang="zh-CN" sz="3200" b="1" baseline="-25000">
                <a:solidFill>
                  <a:schemeClr val="bg1"/>
                </a:solidFill>
                <a:latin typeface="Times New Roman" pitchFamily="18" charset="0"/>
                <a:sym typeface="Symbol" pitchFamily="18" charset="2"/>
              </a:rPr>
              <a:t>2</a:t>
            </a:r>
            <a:r>
              <a:rPr kumimoji="1" lang="en-US" altLang="zh-CN" sz="3200" b="1">
                <a:solidFill>
                  <a:schemeClr val="bg1"/>
                </a:solidFill>
                <a:latin typeface="Times New Roman" pitchFamily="18" charset="0"/>
                <a:sym typeface="Symbol" pitchFamily="18" charset="2"/>
              </a:rPr>
              <a:t>*a</a:t>
            </a:r>
            <a:r>
              <a:rPr kumimoji="1" lang="en-US" altLang="zh-CN" sz="3200" b="1" baseline="-25000">
                <a:solidFill>
                  <a:schemeClr val="bg1"/>
                </a:solidFill>
                <a:latin typeface="Times New Roman" pitchFamily="18" charset="0"/>
                <a:sym typeface="Symbol" pitchFamily="18" charset="2"/>
              </a:rPr>
              <a:t>3</a:t>
            </a:r>
          </a:p>
        </p:txBody>
      </p:sp>
      <p:sp>
        <p:nvSpPr>
          <p:cNvPr id="344068" name="Oval 4"/>
          <p:cNvSpPr>
            <a:spLocks noChangeArrowheads="1"/>
          </p:cNvSpPr>
          <p:nvPr/>
        </p:nvSpPr>
        <p:spPr bwMode="auto">
          <a:xfrm>
            <a:off x="1524000" y="2727325"/>
            <a:ext cx="609600" cy="609600"/>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grpSp>
        <p:nvGrpSpPr>
          <p:cNvPr id="2" name="Group 44"/>
          <p:cNvGrpSpPr>
            <a:grpSpLocks/>
          </p:cNvGrpSpPr>
          <p:nvPr/>
        </p:nvGrpSpPr>
        <p:grpSpPr bwMode="auto">
          <a:xfrm>
            <a:off x="685800" y="3260725"/>
            <a:ext cx="2590800" cy="990600"/>
            <a:chOff x="432" y="1680"/>
            <a:chExt cx="1632" cy="624"/>
          </a:xfrm>
        </p:grpSpPr>
        <p:sp>
          <p:nvSpPr>
            <p:cNvPr id="79919" name="Oval 5"/>
            <p:cNvSpPr>
              <a:spLocks noChangeArrowheads="1"/>
            </p:cNvSpPr>
            <p:nvPr/>
          </p:nvSpPr>
          <p:spPr bwMode="auto">
            <a:xfrm>
              <a:off x="432" y="1920"/>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79920" name="Oval 6"/>
            <p:cNvSpPr>
              <a:spLocks noChangeArrowheads="1"/>
            </p:cNvSpPr>
            <p:nvPr/>
          </p:nvSpPr>
          <p:spPr bwMode="auto">
            <a:xfrm>
              <a:off x="960" y="1920"/>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zh-CN" altLang="zh-CN" sz="3200" b="1"/>
                <a:t>+</a:t>
              </a:r>
            </a:p>
          </p:txBody>
        </p:sp>
        <p:sp>
          <p:nvSpPr>
            <p:cNvPr id="79921" name="Oval 7"/>
            <p:cNvSpPr>
              <a:spLocks noChangeArrowheads="1"/>
            </p:cNvSpPr>
            <p:nvPr/>
          </p:nvSpPr>
          <p:spPr bwMode="auto">
            <a:xfrm>
              <a:off x="1680" y="1920"/>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79922" name="Line 14"/>
            <p:cNvSpPr>
              <a:spLocks noChangeShapeType="1"/>
            </p:cNvSpPr>
            <p:nvPr/>
          </p:nvSpPr>
          <p:spPr bwMode="auto">
            <a:xfrm>
              <a:off x="1152" y="1728"/>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23" name="Line 15"/>
            <p:cNvSpPr>
              <a:spLocks noChangeShapeType="1"/>
            </p:cNvSpPr>
            <p:nvPr/>
          </p:nvSpPr>
          <p:spPr bwMode="auto">
            <a:xfrm flipH="1">
              <a:off x="720" y="1728"/>
              <a:ext cx="336" cy="19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24" name="Line 16"/>
            <p:cNvSpPr>
              <a:spLocks noChangeShapeType="1"/>
            </p:cNvSpPr>
            <p:nvPr/>
          </p:nvSpPr>
          <p:spPr bwMode="auto">
            <a:xfrm>
              <a:off x="1248" y="1680"/>
              <a:ext cx="528" cy="3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45"/>
          <p:cNvGrpSpPr>
            <a:grpSpLocks/>
          </p:cNvGrpSpPr>
          <p:nvPr/>
        </p:nvGrpSpPr>
        <p:grpSpPr bwMode="auto">
          <a:xfrm>
            <a:off x="685800" y="4251325"/>
            <a:ext cx="609600" cy="1981200"/>
            <a:chOff x="432" y="2304"/>
            <a:chExt cx="384" cy="1248"/>
          </a:xfrm>
        </p:grpSpPr>
        <p:sp>
          <p:nvSpPr>
            <p:cNvPr id="79917" name="Oval 11"/>
            <p:cNvSpPr>
              <a:spLocks noChangeArrowheads="1"/>
            </p:cNvSpPr>
            <p:nvPr/>
          </p:nvSpPr>
          <p:spPr bwMode="auto">
            <a:xfrm>
              <a:off x="432" y="3168"/>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1</a:t>
              </a:r>
              <a:endParaRPr kumimoji="1" lang="en-US" altLang="zh-CN" sz="3200" b="1"/>
            </a:p>
          </p:txBody>
        </p:sp>
        <p:sp>
          <p:nvSpPr>
            <p:cNvPr id="79918" name="Line 17"/>
            <p:cNvSpPr>
              <a:spLocks noChangeShapeType="1"/>
            </p:cNvSpPr>
            <p:nvPr/>
          </p:nvSpPr>
          <p:spPr bwMode="auto">
            <a:xfrm>
              <a:off x="624" y="2304"/>
              <a:ext cx="0" cy="86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46"/>
          <p:cNvGrpSpPr>
            <a:grpSpLocks/>
          </p:cNvGrpSpPr>
          <p:nvPr/>
        </p:nvGrpSpPr>
        <p:grpSpPr bwMode="auto">
          <a:xfrm>
            <a:off x="1828800" y="4175125"/>
            <a:ext cx="2362200" cy="1066800"/>
            <a:chOff x="1152" y="2256"/>
            <a:chExt cx="1488" cy="672"/>
          </a:xfrm>
        </p:grpSpPr>
        <p:sp>
          <p:nvSpPr>
            <p:cNvPr id="79911" name="Oval 8"/>
            <p:cNvSpPr>
              <a:spLocks noChangeArrowheads="1"/>
            </p:cNvSpPr>
            <p:nvPr/>
          </p:nvSpPr>
          <p:spPr bwMode="auto">
            <a:xfrm>
              <a:off x="1152" y="2544"/>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79912" name="Oval 9"/>
            <p:cNvSpPr>
              <a:spLocks noChangeArrowheads="1"/>
            </p:cNvSpPr>
            <p:nvPr/>
          </p:nvSpPr>
          <p:spPr bwMode="auto">
            <a:xfrm>
              <a:off x="1680" y="2544"/>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zh-CN" altLang="zh-CN" sz="3200" b="1"/>
                <a:t>*</a:t>
              </a:r>
            </a:p>
          </p:txBody>
        </p:sp>
        <p:sp>
          <p:nvSpPr>
            <p:cNvPr id="79913" name="Oval 10"/>
            <p:cNvSpPr>
              <a:spLocks noChangeArrowheads="1"/>
            </p:cNvSpPr>
            <p:nvPr/>
          </p:nvSpPr>
          <p:spPr bwMode="auto">
            <a:xfrm>
              <a:off x="2256" y="2544"/>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79914" name="Line 18"/>
            <p:cNvSpPr>
              <a:spLocks noChangeShapeType="1"/>
            </p:cNvSpPr>
            <p:nvPr/>
          </p:nvSpPr>
          <p:spPr bwMode="auto">
            <a:xfrm>
              <a:off x="1872" y="2304"/>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5" name="Line 19"/>
            <p:cNvSpPr>
              <a:spLocks noChangeShapeType="1"/>
            </p:cNvSpPr>
            <p:nvPr/>
          </p:nvSpPr>
          <p:spPr bwMode="auto">
            <a:xfrm flipH="1">
              <a:off x="1440" y="2256"/>
              <a:ext cx="288" cy="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6" name="Line 20"/>
            <p:cNvSpPr>
              <a:spLocks noChangeShapeType="1"/>
            </p:cNvSpPr>
            <p:nvPr/>
          </p:nvSpPr>
          <p:spPr bwMode="auto">
            <a:xfrm>
              <a:off x="1968" y="2256"/>
              <a:ext cx="480" cy="27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 name="Group 47"/>
          <p:cNvGrpSpPr>
            <a:grpSpLocks/>
          </p:cNvGrpSpPr>
          <p:nvPr/>
        </p:nvGrpSpPr>
        <p:grpSpPr bwMode="auto">
          <a:xfrm>
            <a:off x="1828800" y="5241925"/>
            <a:ext cx="609600" cy="990600"/>
            <a:chOff x="1152" y="2928"/>
            <a:chExt cx="384" cy="624"/>
          </a:xfrm>
        </p:grpSpPr>
        <p:sp>
          <p:nvSpPr>
            <p:cNvPr id="79909" name="Oval 12"/>
            <p:cNvSpPr>
              <a:spLocks noChangeArrowheads="1"/>
            </p:cNvSpPr>
            <p:nvPr/>
          </p:nvSpPr>
          <p:spPr bwMode="auto">
            <a:xfrm>
              <a:off x="1152" y="3168"/>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2</a:t>
              </a:r>
              <a:endParaRPr kumimoji="1" lang="en-US" altLang="zh-CN" sz="3200" b="1"/>
            </a:p>
          </p:txBody>
        </p:sp>
        <p:sp>
          <p:nvSpPr>
            <p:cNvPr id="79910" name="Line 21"/>
            <p:cNvSpPr>
              <a:spLocks noChangeShapeType="1"/>
            </p:cNvSpPr>
            <p:nvPr/>
          </p:nvSpPr>
          <p:spPr bwMode="auto">
            <a:xfrm>
              <a:off x="1344" y="2928"/>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48"/>
          <p:cNvGrpSpPr>
            <a:grpSpLocks/>
          </p:cNvGrpSpPr>
          <p:nvPr/>
        </p:nvGrpSpPr>
        <p:grpSpPr bwMode="auto">
          <a:xfrm>
            <a:off x="3581400" y="5241925"/>
            <a:ext cx="609600" cy="1066800"/>
            <a:chOff x="2256" y="2928"/>
            <a:chExt cx="384" cy="672"/>
          </a:xfrm>
        </p:grpSpPr>
        <p:sp>
          <p:nvSpPr>
            <p:cNvPr id="79907" name="Oval 13"/>
            <p:cNvSpPr>
              <a:spLocks noChangeArrowheads="1"/>
            </p:cNvSpPr>
            <p:nvPr/>
          </p:nvSpPr>
          <p:spPr bwMode="auto">
            <a:xfrm>
              <a:off x="2256" y="3216"/>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3</a:t>
              </a:r>
              <a:endParaRPr kumimoji="1" lang="en-US" altLang="zh-CN" sz="3200" b="1"/>
            </a:p>
          </p:txBody>
        </p:sp>
        <p:sp>
          <p:nvSpPr>
            <p:cNvPr id="79908" name="Line 22"/>
            <p:cNvSpPr>
              <a:spLocks noChangeShapeType="1"/>
            </p:cNvSpPr>
            <p:nvPr/>
          </p:nvSpPr>
          <p:spPr bwMode="auto">
            <a:xfrm>
              <a:off x="2448" y="2928"/>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44087" name="Oval 23"/>
          <p:cNvSpPr>
            <a:spLocks noChangeArrowheads="1"/>
          </p:cNvSpPr>
          <p:nvPr/>
        </p:nvSpPr>
        <p:spPr bwMode="auto">
          <a:xfrm>
            <a:off x="7086600" y="2708275"/>
            <a:ext cx="609600" cy="609600"/>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grpSp>
        <p:nvGrpSpPr>
          <p:cNvPr id="7" name="Group 49"/>
          <p:cNvGrpSpPr>
            <a:grpSpLocks/>
          </p:cNvGrpSpPr>
          <p:nvPr/>
        </p:nvGrpSpPr>
        <p:grpSpPr bwMode="auto">
          <a:xfrm>
            <a:off x="6172200" y="3241675"/>
            <a:ext cx="2667000" cy="990600"/>
            <a:chOff x="3888" y="1680"/>
            <a:chExt cx="1680" cy="624"/>
          </a:xfrm>
        </p:grpSpPr>
        <p:sp>
          <p:nvSpPr>
            <p:cNvPr id="79901" name="Oval 24"/>
            <p:cNvSpPr>
              <a:spLocks noChangeArrowheads="1"/>
            </p:cNvSpPr>
            <p:nvPr/>
          </p:nvSpPr>
          <p:spPr bwMode="auto">
            <a:xfrm>
              <a:off x="3888" y="1920"/>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79902" name="Oval 25"/>
            <p:cNvSpPr>
              <a:spLocks noChangeArrowheads="1"/>
            </p:cNvSpPr>
            <p:nvPr/>
          </p:nvSpPr>
          <p:spPr bwMode="auto">
            <a:xfrm>
              <a:off x="4464" y="1920"/>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zh-CN" altLang="zh-CN" sz="3200" b="1"/>
                <a:t>*</a:t>
              </a:r>
            </a:p>
          </p:txBody>
        </p:sp>
        <p:sp>
          <p:nvSpPr>
            <p:cNvPr id="79903" name="Oval 26"/>
            <p:cNvSpPr>
              <a:spLocks noChangeArrowheads="1"/>
            </p:cNvSpPr>
            <p:nvPr/>
          </p:nvSpPr>
          <p:spPr bwMode="auto">
            <a:xfrm>
              <a:off x="5184" y="1920"/>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79904" name="Line 33"/>
            <p:cNvSpPr>
              <a:spLocks noChangeShapeType="1"/>
            </p:cNvSpPr>
            <p:nvPr/>
          </p:nvSpPr>
          <p:spPr bwMode="auto">
            <a:xfrm>
              <a:off x="4656" y="1728"/>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05" name="Line 34"/>
            <p:cNvSpPr>
              <a:spLocks noChangeShapeType="1"/>
            </p:cNvSpPr>
            <p:nvPr/>
          </p:nvSpPr>
          <p:spPr bwMode="auto">
            <a:xfrm flipH="1">
              <a:off x="4224" y="1728"/>
              <a:ext cx="336" cy="19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06" name="Line 35"/>
            <p:cNvSpPr>
              <a:spLocks noChangeShapeType="1"/>
            </p:cNvSpPr>
            <p:nvPr/>
          </p:nvSpPr>
          <p:spPr bwMode="auto">
            <a:xfrm>
              <a:off x="4752" y="1680"/>
              <a:ext cx="480" cy="27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 name="Group 50"/>
          <p:cNvGrpSpPr>
            <a:grpSpLocks/>
          </p:cNvGrpSpPr>
          <p:nvPr/>
        </p:nvGrpSpPr>
        <p:grpSpPr bwMode="auto">
          <a:xfrm>
            <a:off x="5181600" y="4232275"/>
            <a:ext cx="2667000" cy="914400"/>
            <a:chOff x="3264" y="2304"/>
            <a:chExt cx="1680" cy="576"/>
          </a:xfrm>
        </p:grpSpPr>
        <p:sp>
          <p:nvSpPr>
            <p:cNvPr id="79895" name="Oval 27"/>
            <p:cNvSpPr>
              <a:spLocks noChangeArrowheads="1"/>
            </p:cNvSpPr>
            <p:nvPr/>
          </p:nvSpPr>
          <p:spPr bwMode="auto">
            <a:xfrm>
              <a:off x="3936" y="2496"/>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zh-CN" altLang="zh-CN" sz="3200" b="1"/>
                <a:t>+</a:t>
              </a:r>
            </a:p>
          </p:txBody>
        </p:sp>
        <p:sp>
          <p:nvSpPr>
            <p:cNvPr id="79896" name="Oval 28"/>
            <p:cNvSpPr>
              <a:spLocks noChangeArrowheads="1"/>
            </p:cNvSpPr>
            <p:nvPr/>
          </p:nvSpPr>
          <p:spPr bwMode="auto">
            <a:xfrm>
              <a:off x="3264" y="2496"/>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79897" name="Oval 29"/>
            <p:cNvSpPr>
              <a:spLocks noChangeArrowheads="1"/>
            </p:cNvSpPr>
            <p:nvPr/>
          </p:nvSpPr>
          <p:spPr bwMode="auto">
            <a:xfrm>
              <a:off x="4560" y="2496"/>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79898" name="Line 36"/>
            <p:cNvSpPr>
              <a:spLocks noChangeShapeType="1"/>
            </p:cNvSpPr>
            <p:nvPr/>
          </p:nvSpPr>
          <p:spPr bwMode="auto">
            <a:xfrm>
              <a:off x="4080" y="2304"/>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99" name="Line 37"/>
            <p:cNvSpPr>
              <a:spLocks noChangeShapeType="1"/>
            </p:cNvSpPr>
            <p:nvPr/>
          </p:nvSpPr>
          <p:spPr bwMode="auto">
            <a:xfrm flipH="1">
              <a:off x="3600" y="2304"/>
              <a:ext cx="384" cy="22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00" name="Line 38"/>
            <p:cNvSpPr>
              <a:spLocks noChangeShapeType="1"/>
            </p:cNvSpPr>
            <p:nvPr/>
          </p:nvSpPr>
          <p:spPr bwMode="auto">
            <a:xfrm>
              <a:off x="4176" y="2304"/>
              <a:ext cx="432" cy="2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 name="Group 51"/>
          <p:cNvGrpSpPr>
            <a:grpSpLocks/>
          </p:cNvGrpSpPr>
          <p:nvPr/>
        </p:nvGrpSpPr>
        <p:grpSpPr bwMode="auto">
          <a:xfrm>
            <a:off x="5257800" y="5146675"/>
            <a:ext cx="609600" cy="1143000"/>
            <a:chOff x="3312" y="2880"/>
            <a:chExt cx="384" cy="720"/>
          </a:xfrm>
        </p:grpSpPr>
        <p:sp>
          <p:nvSpPr>
            <p:cNvPr id="79893" name="Oval 31"/>
            <p:cNvSpPr>
              <a:spLocks noChangeArrowheads="1"/>
            </p:cNvSpPr>
            <p:nvPr/>
          </p:nvSpPr>
          <p:spPr bwMode="auto">
            <a:xfrm>
              <a:off x="3312" y="3216"/>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1</a:t>
              </a:r>
              <a:endParaRPr kumimoji="1" lang="en-US" altLang="zh-CN" sz="3200" b="1"/>
            </a:p>
          </p:txBody>
        </p:sp>
        <p:sp>
          <p:nvSpPr>
            <p:cNvPr id="79894" name="Line 39"/>
            <p:cNvSpPr>
              <a:spLocks noChangeShapeType="1"/>
            </p:cNvSpPr>
            <p:nvPr/>
          </p:nvSpPr>
          <p:spPr bwMode="auto">
            <a:xfrm>
              <a:off x="3456" y="2880"/>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 name="Group 52"/>
          <p:cNvGrpSpPr>
            <a:grpSpLocks/>
          </p:cNvGrpSpPr>
          <p:nvPr/>
        </p:nvGrpSpPr>
        <p:grpSpPr bwMode="auto">
          <a:xfrm>
            <a:off x="7239000" y="5146675"/>
            <a:ext cx="609600" cy="1143000"/>
            <a:chOff x="4560" y="2880"/>
            <a:chExt cx="384" cy="720"/>
          </a:xfrm>
        </p:grpSpPr>
        <p:sp>
          <p:nvSpPr>
            <p:cNvPr id="79891" name="Oval 30"/>
            <p:cNvSpPr>
              <a:spLocks noChangeArrowheads="1"/>
            </p:cNvSpPr>
            <p:nvPr/>
          </p:nvSpPr>
          <p:spPr bwMode="auto">
            <a:xfrm>
              <a:off x="4560" y="3216"/>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2</a:t>
              </a:r>
              <a:endParaRPr kumimoji="1" lang="en-US" altLang="zh-CN" sz="3200" b="1"/>
            </a:p>
          </p:txBody>
        </p:sp>
        <p:sp>
          <p:nvSpPr>
            <p:cNvPr id="79892" name="Line 40"/>
            <p:cNvSpPr>
              <a:spLocks noChangeShapeType="1"/>
            </p:cNvSpPr>
            <p:nvPr/>
          </p:nvSpPr>
          <p:spPr bwMode="auto">
            <a:xfrm>
              <a:off x="4752" y="2880"/>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 name="Group 53"/>
          <p:cNvGrpSpPr>
            <a:grpSpLocks/>
          </p:cNvGrpSpPr>
          <p:nvPr/>
        </p:nvGrpSpPr>
        <p:grpSpPr bwMode="auto">
          <a:xfrm>
            <a:off x="8229600" y="4232275"/>
            <a:ext cx="609600" cy="1981200"/>
            <a:chOff x="5184" y="2304"/>
            <a:chExt cx="384" cy="1248"/>
          </a:xfrm>
        </p:grpSpPr>
        <p:sp>
          <p:nvSpPr>
            <p:cNvPr id="79889" name="Oval 32"/>
            <p:cNvSpPr>
              <a:spLocks noChangeArrowheads="1"/>
            </p:cNvSpPr>
            <p:nvPr/>
          </p:nvSpPr>
          <p:spPr bwMode="auto">
            <a:xfrm>
              <a:off x="5184" y="3168"/>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3</a:t>
              </a:r>
              <a:endParaRPr kumimoji="1" lang="en-US" altLang="zh-CN" sz="3200" b="1"/>
            </a:p>
          </p:txBody>
        </p:sp>
        <p:sp>
          <p:nvSpPr>
            <p:cNvPr id="79890" name="Line 41"/>
            <p:cNvSpPr>
              <a:spLocks noChangeShapeType="1"/>
            </p:cNvSpPr>
            <p:nvPr/>
          </p:nvSpPr>
          <p:spPr bwMode="auto">
            <a:xfrm>
              <a:off x="5376" y="2304"/>
              <a:ext cx="0" cy="86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5092" name="Oval 4"/>
          <p:cNvSpPr>
            <a:spLocks noChangeArrowheads="1"/>
          </p:cNvSpPr>
          <p:nvPr/>
        </p:nvSpPr>
        <p:spPr bwMode="auto">
          <a:xfrm>
            <a:off x="1524000" y="2800350"/>
            <a:ext cx="609600" cy="609600"/>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grpSp>
        <p:nvGrpSpPr>
          <p:cNvPr id="2" name="Group 45"/>
          <p:cNvGrpSpPr>
            <a:grpSpLocks/>
          </p:cNvGrpSpPr>
          <p:nvPr/>
        </p:nvGrpSpPr>
        <p:grpSpPr bwMode="auto">
          <a:xfrm>
            <a:off x="685800" y="3333750"/>
            <a:ext cx="2590800" cy="990600"/>
            <a:chOff x="432" y="1680"/>
            <a:chExt cx="1632" cy="624"/>
          </a:xfrm>
        </p:grpSpPr>
        <p:sp>
          <p:nvSpPr>
            <p:cNvPr id="80943" name="Oval 5"/>
            <p:cNvSpPr>
              <a:spLocks noChangeArrowheads="1"/>
            </p:cNvSpPr>
            <p:nvPr/>
          </p:nvSpPr>
          <p:spPr bwMode="auto">
            <a:xfrm>
              <a:off x="432" y="1920"/>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80944" name="Oval 6"/>
            <p:cNvSpPr>
              <a:spLocks noChangeArrowheads="1"/>
            </p:cNvSpPr>
            <p:nvPr/>
          </p:nvSpPr>
          <p:spPr bwMode="auto">
            <a:xfrm>
              <a:off x="960" y="1920"/>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zh-CN" altLang="zh-CN" sz="3200" b="1"/>
                <a:t>+</a:t>
              </a:r>
            </a:p>
          </p:txBody>
        </p:sp>
        <p:sp>
          <p:nvSpPr>
            <p:cNvPr id="80945" name="Oval 7"/>
            <p:cNvSpPr>
              <a:spLocks noChangeArrowheads="1"/>
            </p:cNvSpPr>
            <p:nvPr/>
          </p:nvSpPr>
          <p:spPr bwMode="auto">
            <a:xfrm>
              <a:off x="1680" y="1920"/>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80946" name="Line 14"/>
            <p:cNvSpPr>
              <a:spLocks noChangeShapeType="1"/>
            </p:cNvSpPr>
            <p:nvPr/>
          </p:nvSpPr>
          <p:spPr bwMode="auto">
            <a:xfrm>
              <a:off x="1152" y="1728"/>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7" name="Line 15"/>
            <p:cNvSpPr>
              <a:spLocks noChangeShapeType="1"/>
            </p:cNvSpPr>
            <p:nvPr/>
          </p:nvSpPr>
          <p:spPr bwMode="auto">
            <a:xfrm flipH="1">
              <a:off x="720" y="1728"/>
              <a:ext cx="336" cy="19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8" name="Line 16"/>
            <p:cNvSpPr>
              <a:spLocks noChangeShapeType="1"/>
            </p:cNvSpPr>
            <p:nvPr/>
          </p:nvSpPr>
          <p:spPr bwMode="auto">
            <a:xfrm>
              <a:off x="1248" y="1680"/>
              <a:ext cx="528" cy="3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49"/>
          <p:cNvGrpSpPr>
            <a:grpSpLocks/>
          </p:cNvGrpSpPr>
          <p:nvPr/>
        </p:nvGrpSpPr>
        <p:grpSpPr bwMode="auto">
          <a:xfrm>
            <a:off x="685800" y="4324350"/>
            <a:ext cx="609600" cy="1981200"/>
            <a:chOff x="432" y="2304"/>
            <a:chExt cx="384" cy="1248"/>
          </a:xfrm>
        </p:grpSpPr>
        <p:sp>
          <p:nvSpPr>
            <p:cNvPr id="80941" name="Oval 11"/>
            <p:cNvSpPr>
              <a:spLocks noChangeArrowheads="1"/>
            </p:cNvSpPr>
            <p:nvPr/>
          </p:nvSpPr>
          <p:spPr bwMode="auto">
            <a:xfrm>
              <a:off x="432" y="3168"/>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1</a:t>
              </a:r>
              <a:endParaRPr kumimoji="1" lang="en-US" altLang="zh-CN" sz="3200" b="1"/>
            </a:p>
          </p:txBody>
        </p:sp>
        <p:sp>
          <p:nvSpPr>
            <p:cNvPr id="80942" name="Line 17"/>
            <p:cNvSpPr>
              <a:spLocks noChangeShapeType="1"/>
            </p:cNvSpPr>
            <p:nvPr/>
          </p:nvSpPr>
          <p:spPr bwMode="auto">
            <a:xfrm>
              <a:off x="624" y="2304"/>
              <a:ext cx="0" cy="86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46"/>
          <p:cNvGrpSpPr>
            <a:grpSpLocks/>
          </p:cNvGrpSpPr>
          <p:nvPr/>
        </p:nvGrpSpPr>
        <p:grpSpPr bwMode="auto">
          <a:xfrm>
            <a:off x="1828800" y="4248150"/>
            <a:ext cx="2362200" cy="1066800"/>
            <a:chOff x="1152" y="2256"/>
            <a:chExt cx="1488" cy="672"/>
          </a:xfrm>
        </p:grpSpPr>
        <p:sp>
          <p:nvSpPr>
            <p:cNvPr id="80935" name="Oval 8"/>
            <p:cNvSpPr>
              <a:spLocks noChangeArrowheads="1"/>
            </p:cNvSpPr>
            <p:nvPr/>
          </p:nvSpPr>
          <p:spPr bwMode="auto">
            <a:xfrm>
              <a:off x="1152" y="2544"/>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80936" name="Oval 9"/>
            <p:cNvSpPr>
              <a:spLocks noChangeArrowheads="1"/>
            </p:cNvSpPr>
            <p:nvPr/>
          </p:nvSpPr>
          <p:spPr bwMode="auto">
            <a:xfrm>
              <a:off x="1680" y="2544"/>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zh-CN" altLang="zh-CN" sz="3200" b="1"/>
                <a:t>*</a:t>
              </a:r>
            </a:p>
          </p:txBody>
        </p:sp>
        <p:sp>
          <p:nvSpPr>
            <p:cNvPr id="80937" name="Oval 10"/>
            <p:cNvSpPr>
              <a:spLocks noChangeArrowheads="1"/>
            </p:cNvSpPr>
            <p:nvPr/>
          </p:nvSpPr>
          <p:spPr bwMode="auto">
            <a:xfrm>
              <a:off x="2256" y="2544"/>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80938" name="Line 18"/>
            <p:cNvSpPr>
              <a:spLocks noChangeShapeType="1"/>
            </p:cNvSpPr>
            <p:nvPr/>
          </p:nvSpPr>
          <p:spPr bwMode="auto">
            <a:xfrm>
              <a:off x="1872" y="2304"/>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9" name="Line 19"/>
            <p:cNvSpPr>
              <a:spLocks noChangeShapeType="1"/>
            </p:cNvSpPr>
            <p:nvPr/>
          </p:nvSpPr>
          <p:spPr bwMode="auto">
            <a:xfrm flipH="1">
              <a:off x="1440" y="2256"/>
              <a:ext cx="288" cy="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0" name="Line 20"/>
            <p:cNvSpPr>
              <a:spLocks noChangeShapeType="1"/>
            </p:cNvSpPr>
            <p:nvPr/>
          </p:nvSpPr>
          <p:spPr bwMode="auto">
            <a:xfrm>
              <a:off x="1968" y="2256"/>
              <a:ext cx="480" cy="27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 name="Group 48"/>
          <p:cNvGrpSpPr>
            <a:grpSpLocks/>
          </p:cNvGrpSpPr>
          <p:nvPr/>
        </p:nvGrpSpPr>
        <p:grpSpPr bwMode="auto">
          <a:xfrm>
            <a:off x="1828800" y="5314950"/>
            <a:ext cx="609600" cy="990600"/>
            <a:chOff x="1152" y="2928"/>
            <a:chExt cx="384" cy="624"/>
          </a:xfrm>
        </p:grpSpPr>
        <p:sp>
          <p:nvSpPr>
            <p:cNvPr id="80933" name="Oval 12"/>
            <p:cNvSpPr>
              <a:spLocks noChangeArrowheads="1"/>
            </p:cNvSpPr>
            <p:nvPr/>
          </p:nvSpPr>
          <p:spPr bwMode="auto">
            <a:xfrm>
              <a:off x="1152" y="3168"/>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2</a:t>
              </a:r>
              <a:endParaRPr kumimoji="1" lang="en-US" altLang="zh-CN" sz="3200" b="1"/>
            </a:p>
          </p:txBody>
        </p:sp>
        <p:sp>
          <p:nvSpPr>
            <p:cNvPr id="80934" name="Line 21"/>
            <p:cNvSpPr>
              <a:spLocks noChangeShapeType="1"/>
            </p:cNvSpPr>
            <p:nvPr/>
          </p:nvSpPr>
          <p:spPr bwMode="auto">
            <a:xfrm>
              <a:off x="1344" y="2928"/>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47"/>
          <p:cNvGrpSpPr>
            <a:grpSpLocks/>
          </p:cNvGrpSpPr>
          <p:nvPr/>
        </p:nvGrpSpPr>
        <p:grpSpPr bwMode="auto">
          <a:xfrm>
            <a:off x="3581400" y="5314950"/>
            <a:ext cx="609600" cy="1066800"/>
            <a:chOff x="2256" y="2928"/>
            <a:chExt cx="384" cy="672"/>
          </a:xfrm>
        </p:grpSpPr>
        <p:sp>
          <p:nvSpPr>
            <p:cNvPr id="80931" name="Oval 13"/>
            <p:cNvSpPr>
              <a:spLocks noChangeArrowheads="1"/>
            </p:cNvSpPr>
            <p:nvPr/>
          </p:nvSpPr>
          <p:spPr bwMode="auto">
            <a:xfrm>
              <a:off x="2256" y="3216"/>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3</a:t>
              </a:r>
              <a:endParaRPr kumimoji="1" lang="en-US" altLang="zh-CN" sz="3200" b="1"/>
            </a:p>
          </p:txBody>
        </p:sp>
        <p:sp>
          <p:nvSpPr>
            <p:cNvPr id="80932" name="Line 22"/>
            <p:cNvSpPr>
              <a:spLocks noChangeShapeType="1"/>
            </p:cNvSpPr>
            <p:nvPr/>
          </p:nvSpPr>
          <p:spPr bwMode="auto">
            <a:xfrm>
              <a:off x="2448" y="2928"/>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45111" name="Oval 23"/>
          <p:cNvSpPr>
            <a:spLocks noChangeArrowheads="1"/>
          </p:cNvSpPr>
          <p:nvPr/>
        </p:nvSpPr>
        <p:spPr bwMode="auto">
          <a:xfrm>
            <a:off x="7086600" y="2800350"/>
            <a:ext cx="609600" cy="609600"/>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grpSp>
        <p:nvGrpSpPr>
          <p:cNvPr id="7" name="Group 50"/>
          <p:cNvGrpSpPr>
            <a:grpSpLocks/>
          </p:cNvGrpSpPr>
          <p:nvPr/>
        </p:nvGrpSpPr>
        <p:grpSpPr bwMode="auto">
          <a:xfrm>
            <a:off x="6172200" y="3333750"/>
            <a:ext cx="2667000" cy="990600"/>
            <a:chOff x="3888" y="1680"/>
            <a:chExt cx="1680" cy="624"/>
          </a:xfrm>
        </p:grpSpPr>
        <p:sp>
          <p:nvSpPr>
            <p:cNvPr id="80925" name="Oval 24"/>
            <p:cNvSpPr>
              <a:spLocks noChangeArrowheads="1"/>
            </p:cNvSpPr>
            <p:nvPr/>
          </p:nvSpPr>
          <p:spPr bwMode="auto">
            <a:xfrm>
              <a:off x="3888" y="1920"/>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80926" name="Oval 25"/>
            <p:cNvSpPr>
              <a:spLocks noChangeArrowheads="1"/>
            </p:cNvSpPr>
            <p:nvPr/>
          </p:nvSpPr>
          <p:spPr bwMode="auto">
            <a:xfrm>
              <a:off x="4464" y="1920"/>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zh-CN" altLang="zh-CN" sz="3200" b="1"/>
                <a:t>*</a:t>
              </a:r>
            </a:p>
          </p:txBody>
        </p:sp>
        <p:sp>
          <p:nvSpPr>
            <p:cNvPr id="80927" name="Oval 26"/>
            <p:cNvSpPr>
              <a:spLocks noChangeArrowheads="1"/>
            </p:cNvSpPr>
            <p:nvPr/>
          </p:nvSpPr>
          <p:spPr bwMode="auto">
            <a:xfrm>
              <a:off x="5184" y="1920"/>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80928" name="Line 33"/>
            <p:cNvSpPr>
              <a:spLocks noChangeShapeType="1"/>
            </p:cNvSpPr>
            <p:nvPr/>
          </p:nvSpPr>
          <p:spPr bwMode="auto">
            <a:xfrm>
              <a:off x="4656" y="1728"/>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29" name="Line 34"/>
            <p:cNvSpPr>
              <a:spLocks noChangeShapeType="1"/>
            </p:cNvSpPr>
            <p:nvPr/>
          </p:nvSpPr>
          <p:spPr bwMode="auto">
            <a:xfrm flipH="1">
              <a:off x="4224" y="1728"/>
              <a:ext cx="336" cy="19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0" name="Line 35"/>
            <p:cNvSpPr>
              <a:spLocks noChangeShapeType="1"/>
            </p:cNvSpPr>
            <p:nvPr/>
          </p:nvSpPr>
          <p:spPr bwMode="auto">
            <a:xfrm>
              <a:off x="4752" y="1680"/>
              <a:ext cx="480" cy="27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 name="Group 52"/>
          <p:cNvGrpSpPr>
            <a:grpSpLocks/>
          </p:cNvGrpSpPr>
          <p:nvPr/>
        </p:nvGrpSpPr>
        <p:grpSpPr bwMode="auto">
          <a:xfrm>
            <a:off x="5181600" y="4324350"/>
            <a:ext cx="2667000" cy="914400"/>
            <a:chOff x="3264" y="2304"/>
            <a:chExt cx="1680" cy="576"/>
          </a:xfrm>
        </p:grpSpPr>
        <p:sp>
          <p:nvSpPr>
            <p:cNvPr id="80919" name="Oval 27"/>
            <p:cNvSpPr>
              <a:spLocks noChangeArrowheads="1"/>
            </p:cNvSpPr>
            <p:nvPr/>
          </p:nvSpPr>
          <p:spPr bwMode="auto">
            <a:xfrm>
              <a:off x="3936" y="2496"/>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zh-CN" altLang="zh-CN" sz="3200" b="1"/>
                <a:t>+</a:t>
              </a:r>
            </a:p>
          </p:txBody>
        </p:sp>
        <p:sp>
          <p:nvSpPr>
            <p:cNvPr id="80920" name="Oval 28"/>
            <p:cNvSpPr>
              <a:spLocks noChangeArrowheads="1"/>
            </p:cNvSpPr>
            <p:nvPr/>
          </p:nvSpPr>
          <p:spPr bwMode="auto">
            <a:xfrm>
              <a:off x="3264" y="2496"/>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80921" name="Oval 29"/>
            <p:cNvSpPr>
              <a:spLocks noChangeArrowheads="1"/>
            </p:cNvSpPr>
            <p:nvPr/>
          </p:nvSpPr>
          <p:spPr bwMode="auto">
            <a:xfrm>
              <a:off x="4560" y="2496"/>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E</a:t>
              </a:r>
            </a:p>
          </p:txBody>
        </p:sp>
        <p:sp>
          <p:nvSpPr>
            <p:cNvPr id="80922" name="Line 36"/>
            <p:cNvSpPr>
              <a:spLocks noChangeShapeType="1"/>
            </p:cNvSpPr>
            <p:nvPr/>
          </p:nvSpPr>
          <p:spPr bwMode="auto">
            <a:xfrm>
              <a:off x="4080" y="2304"/>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23" name="Line 37"/>
            <p:cNvSpPr>
              <a:spLocks noChangeShapeType="1"/>
            </p:cNvSpPr>
            <p:nvPr/>
          </p:nvSpPr>
          <p:spPr bwMode="auto">
            <a:xfrm flipH="1">
              <a:off x="3600" y="2304"/>
              <a:ext cx="384" cy="22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24" name="Line 38"/>
            <p:cNvSpPr>
              <a:spLocks noChangeShapeType="1"/>
            </p:cNvSpPr>
            <p:nvPr/>
          </p:nvSpPr>
          <p:spPr bwMode="auto">
            <a:xfrm>
              <a:off x="4176" y="2304"/>
              <a:ext cx="432" cy="2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 name="Group 54"/>
          <p:cNvGrpSpPr>
            <a:grpSpLocks/>
          </p:cNvGrpSpPr>
          <p:nvPr/>
        </p:nvGrpSpPr>
        <p:grpSpPr bwMode="auto">
          <a:xfrm>
            <a:off x="5257800" y="5238750"/>
            <a:ext cx="609600" cy="1143000"/>
            <a:chOff x="3312" y="2880"/>
            <a:chExt cx="384" cy="720"/>
          </a:xfrm>
        </p:grpSpPr>
        <p:sp>
          <p:nvSpPr>
            <p:cNvPr id="80917" name="Oval 31"/>
            <p:cNvSpPr>
              <a:spLocks noChangeArrowheads="1"/>
            </p:cNvSpPr>
            <p:nvPr/>
          </p:nvSpPr>
          <p:spPr bwMode="auto">
            <a:xfrm>
              <a:off x="3312" y="3216"/>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1</a:t>
              </a:r>
              <a:endParaRPr kumimoji="1" lang="en-US" altLang="zh-CN" sz="3200" b="1"/>
            </a:p>
          </p:txBody>
        </p:sp>
        <p:sp>
          <p:nvSpPr>
            <p:cNvPr id="80918" name="Line 39"/>
            <p:cNvSpPr>
              <a:spLocks noChangeShapeType="1"/>
            </p:cNvSpPr>
            <p:nvPr/>
          </p:nvSpPr>
          <p:spPr bwMode="auto">
            <a:xfrm>
              <a:off x="3456" y="2880"/>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 name="Group 53"/>
          <p:cNvGrpSpPr>
            <a:grpSpLocks/>
          </p:cNvGrpSpPr>
          <p:nvPr/>
        </p:nvGrpSpPr>
        <p:grpSpPr bwMode="auto">
          <a:xfrm>
            <a:off x="7239000" y="5238750"/>
            <a:ext cx="609600" cy="1143000"/>
            <a:chOff x="4560" y="2880"/>
            <a:chExt cx="384" cy="720"/>
          </a:xfrm>
        </p:grpSpPr>
        <p:sp>
          <p:nvSpPr>
            <p:cNvPr id="80915" name="Oval 30"/>
            <p:cNvSpPr>
              <a:spLocks noChangeArrowheads="1"/>
            </p:cNvSpPr>
            <p:nvPr/>
          </p:nvSpPr>
          <p:spPr bwMode="auto">
            <a:xfrm>
              <a:off x="4560" y="3216"/>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2</a:t>
              </a:r>
              <a:endParaRPr kumimoji="1" lang="en-US" altLang="zh-CN" sz="3200" b="1"/>
            </a:p>
          </p:txBody>
        </p:sp>
        <p:sp>
          <p:nvSpPr>
            <p:cNvPr id="80916" name="Line 40"/>
            <p:cNvSpPr>
              <a:spLocks noChangeShapeType="1"/>
            </p:cNvSpPr>
            <p:nvPr/>
          </p:nvSpPr>
          <p:spPr bwMode="auto">
            <a:xfrm>
              <a:off x="4752" y="2880"/>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 name="Group 51"/>
          <p:cNvGrpSpPr>
            <a:grpSpLocks/>
          </p:cNvGrpSpPr>
          <p:nvPr/>
        </p:nvGrpSpPr>
        <p:grpSpPr bwMode="auto">
          <a:xfrm>
            <a:off x="8229600" y="4324350"/>
            <a:ext cx="609600" cy="1981200"/>
            <a:chOff x="5184" y="2304"/>
            <a:chExt cx="384" cy="1248"/>
          </a:xfrm>
        </p:grpSpPr>
        <p:sp>
          <p:nvSpPr>
            <p:cNvPr id="80913" name="Oval 32"/>
            <p:cNvSpPr>
              <a:spLocks noChangeArrowheads="1"/>
            </p:cNvSpPr>
            <p:nvPr/>
          </p:nvSpPr>
          <p:spPr bwMode="auto">
            <a:xfrm>
              <a:off x="5184" y="3168"/>
              <a:ext cx="384" cy="384"/>
            </a:xfrm>
            <a:prstGeom prst="ellipse">
              <a:avLst/>
            </a:prstGeom>
            <a:solidFill>
              <a:schemeClr val="bg1"/>
            </a:solidFill>
            <a:ln w="9525">
              <a:solidFill>
                <a:schemeClr val="tx1"/>
              </a:solidFill>
              <a:round/>
              <a:headEnd/>
              <a:tailEnd/>
            </a:ln>
          </p:spPr>
          <p:txBody>
            <a:bodyPr wrap="none" anchor="ctr"/>
            <a:lstStyle/>
            <a:p>
              <a:pPr algn="ctr" eaLnBrk="1" fontAlgn="ctr" hangingPunct="1"/>
              <a:r>
                <a:rPr kumimoji="1" lang="en-US" altLang="zh-CN" sz="3200" b="1"/>
                <a:t>a</a:t>
              </a:r>
              <a:r>
                <a:rPr kumimoji="1" lang="en-US" altLang="zh-CN" sz="3200" b="1" baseline="-25000"/>
                <a:t>3</a:t>
              </a:r>
              <a:endParaRPr kumimoji="1" lang="en-US" altLang="zh-CN" sz="3200" b="1"/>
            </a:p>
          </p:txBody>
        </p:sp>
        <p:sp>
          <p:nvSpPr>
            <p:cNvPr id="80914" name="Line 41"/>
            <p:cNvSpPr>
              <a:spLocks noChangeShapeType="1"/>
            </p:cNvSpPr>
            <p:nvPr/>
          </p:nvSpPr>
          <p:spPr bwMode="auto">
            <a:xfrm>
              <a:off x="5376" y="2304"/>
              <a:ext cx="0" cy="86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45130" name="Text Box 42"/>
          <p:cNvSpPr txBox="1">
            <a:spLocks noChangeArrowheads="1"/>
          </p:cNvSpPr>
          <p:nvPr/>
        </p:nvSpPr>
        <p:spPr bwMode="auto">
          <a:xfrm>
            <a:off x="2771775" y="2655888"/>
            <a:ext cx="4033838" cy="1066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pPr>
            <a:r>
              <a:rPr kumimoji="1" lang="zh-CN" altLang="en-US" sz="3200" b="1">
                <a:latin typeface="Tahoma" pitchFamily="34" charset="0"/>
                <a:ea typeface="华文新魏" pitchFamily="2" charset="-122"/>
              </a:rPr>
              <a:t>两个不同的</a:t>
            </a:r>
            <a:r>
              <a:rPr kumimoji="1" lang="zh-CN" altLang="en-US" sz="3200" b="1">
                <a:solidFill>
                  <a:srgbClr val="000099"/>
                </a:solidFill>
                <a:latin typeface="Tahoma" pitchFamily="34" charset="0"/>
                <a:ea typeface="华文新魏" pitchFamily="2" charset="-122"/>
              </a:rPr>
              <a:t>最右</a:t>
            </a:r>
            <a:r>
              <a:rPr kumimoji="1" lang="zh-CN" altLang="en-US" sz="3200" b="1">
                <a:latin typeface="Tahoma" pitchFamily="34" charset="0"/>
                <a:ea typeface="华文新魏" pitchFamily="2" charset="-122"/>
              </a:rPr>
              <a:t>推导</a:t>
            </a:r>
            <a:r>
              <a:rPr kumimoji="1" lang="en-US" altLang="zh-CN" sz="3200" b="1">
                <a:latin typeface="Tahoma" pitchFamily="34" charset="0"/>
                <a:ea typeface="华文新魏" pitchFamily="2" charset="-122"/>
              </a:rPr>
              <a:t>,</a:t>
            </a:r>
            <a:r>
              <a:rPr kumimoji="1" lang="zh-CN" altLang="en-US" sz="3200" b="1">
                <a:latin typeface="Tahoma" pitchFamily="34" charset="0"/>
                <a:ea typeface="华文新魏" pitchFamily="2" charset="-122"/>
              </a:rPr>
              <a:t>对应两不同的语法树</a:t>
            </a:r>
            <a:endParaRPr kumimoji="1" lang="zh-CN" altLang="en-US" sz="3200" b="1">
              <a:latin typeface="Times New Roman" pitchFamily="18" charset="0"/>
            </a:endParaRPr>
          </a:p>
        </p:txBody>
      </p:sp>
      <p:sp>
        <p:nvSpPr>
          <p:cNvPr id="344066" name="Text Box 2"/>
          <p:cNvSpPr txBox="1">
            <a:spLocks noChangeArrowheads="1"/>
          </p:cNvSpPr>
          <p:nvPr/>
        </p:nvSpPr>
        <p:spPr bwMode="auto">
          <a:xfrm>
            <a:off x="827088" y="-26988"/>
            <a:ext cx="2736850" cy="2730501"/>
          </a:xfrm>
          <a:prstGeom prst="rect">
            <a:avLst/>
          </a:prstGeom>
          <a:solidFill>
            <a:schemeClr val="tx1"/>
          </a:solidFill>
          <a:ln w="9525">
            <a:solidFill>
              <a:schemeClr val="tx1"/>
            </a:solidFill>
            <a:miter lim="800000"/>
            <a:headEnd/>
            <a:tailEnd/>
          </a:ln>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90000"/>
              </a:lnSpc>
            </a:pPr>
            <a:r>
              <a:rPr kumimoji="1" lang="en-US" altLang="zh-CN" sz="3200" b="1">
                <a:solidFill>
                  <a:schemeClr val="bg1"/>
                </a:solidFill>
                <a:latin typeface="Times New Roman" pitchFamily="18" charset="0"/>
              </a:rPr>
              <a:t>    E</a:t>
            </a:r>
          </a:p>
          <a:p>
            <a:pPr>
              <a:lnSpc>
                <a:spcPct val="90000"/>
              </a:lnSpc>
            </a:pPr>
            <a:r>
              <a:rPr kumimoji="1" lang="en-US" altLang="zh-CN" sz="3200" b="1">
                <a:solidFill>
                  <a:schemeClr val="bg1"/>
                </a:solidFill>
                <a:latin typeface="Times New Roman" pitchFamily="18" charset="0"/>
                <a:sym typeface="Symbol" pitchFamily="18" charset="2"/>
              </a:rPr>
              <a:t>E+E</a:t>
            </a:r>
          </a:p>
          <a:p>
            <a:pPr>
              <a:lnSpc>
                <a:spcPct val="90000"/>
              </a:lnSpc>
            </a:pPr>
            <a:r>
              <a:rPr kumimoji="1" lang="en-US" altLang="zh-CN" sz="3200" b="1">
                <a:solidFill>
                  <a:schemeClr val="bg1"/>
                </a:solidFill>
                <a:latin typeface="Times New Roman" pitchFamily="18" charset="0"/>
                <a:sym typeface="Symbol" pitchFamily="18" charset="2"/>
              </a:rPr>
              <a:t>E+E*E</a:t>
            </a:r>
          </a:p>
          <a:p>
            <a:pPr>
              <a:lnSpc>
                <a:spcPct val="90000"/>
              </a:lnSpc>
            </a:pPr>
            <a:r>
              <a:rPr kumimoji="1" lang="en-US" altLang="zh-CN" sz="3200" b="1">
                <a:solidFill>
                  <a:schemeClr val="bg1"/>
                </a:solidFill>
                <a:latin typeface="Times New Roman" pitchFamily="18" charset="0"/>
                <a:sym typeface="Symbol" pitchFamily="18" charset="2"/>
              </a:rPr>
              <a:t>E+E*a3</a:t>
            </a:r>
          </a:p>
          <a:p>
            <a:pPr>
              <a:lnSpc>
                <a:spcPct val="90000"/>
              </a:lnSpc>
            </a:pPr>
            <a:r>
              <a:rPr kumimoji="1" lang="en-US" altLang="zh-CN" sz="3200" b="1">
                <a:solidFill>
                  <a:schemeClr val="bg1"/>
                </a:solidFill>
                <a:latin typeface="Times New Roman" pitchFamily="18" charset="0"/>
                <a:sym typeface="Symbol" pitchFamily="18" charset="2"/>
              </a:rPr>
              <a:t>E+a2*a3</a:t>
            </a:r>
          </a:p>
          <a:p>
            <a:pPr>
              <a:lnSpc>
                <a:spcPct val="90000"/>
              </a:lnSpc>
            </a:pPr>
            <a:r>
              <a:rPr kumimoji="1" lang="en-US" altLang="zh-CN" sz="3200" b="1">
                <a:solidFill>
                  <a:schemeClr val="bg1"/>
                </a:solidFill>
                <a:latin typeface="Times New Roman" pitchFamily="18" charset="0"/>
                <a:sym typeface="Symbol" pitchFamily="18" charset="2"/>
              </a:rPr>
              <a:t>a1+a2*a3</a:t>
            </a:r>
          </a:p>
        </p:txBody>
      </p:sp>
      <p:sp>
        <p:nvSpPr>
          <p:cNvPr id="344067" name="Text Box 3"/>
          <p:cNvSpPr txBox="1">
            <a:spLocks noChangeArrowheads="1"/>
          </p:cNvSpPr>
          <p:nvPr/>
        </p:nvSpPr>
        <p:spPr bwMode="auto">
          <a:xfrm>
            <a:off x="5651500" y="-26988"/>
            <a:ext cx="2592388" cy="2730501"/>
          </a:xfrm>
          <a:prstGeom prst="rect">
            <a:avLst/>
          </a:prstGeom>
          <a:solidFill>
            <a:schemeClr val="tx1"/>
          </a:solidFill>
          <a:ln w="9525">
            <a:solidFill>
              <a:schemeClr val="tx1"/>
            </a:solidFill>
            <a:miter lim="800000"/>
            <a:headEnd/>
            <a:tailEnd/>
          </a:ln>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90000"/>
              </a:lnSpc>
            </a:pPr>
            <a:r>
              <a:rPr kumimoji="1" lang="en-US" altLang="zh-CN" sz="3200" b="1">
                <a:solidFill>
                  <a:schemeClr val="bg1"/>
                </a:solidFill>
                <a:latin typeface="Times New Roman" pitchFamily="18" charset="0"/>
              </a:rPr>
              <a:t>    E </a:t>
            </a:r>
          </a:p>
          <a:p>
            <a:pPr>
              <a:lnSpc>
                <a:spcPct val="90000"/>
              </a:lnSpc>
            </a:pPr>
            <a:r>
              <a:rPr kumimoji="1" lang="en-US" altLang="zh-CN" sz="3200" b="1">
                <a:solidFill>
                  <a:schemeClr val="bg1"/>
                </a:solidFill>
                <a:latin typeface="Times New Roman" pitchFamily="18" charset="0"/>
                <a:sym typeface="Symbol" pitchFamily="18" charset="2"/>
              </a:rPr>
              <a:t>E*E</a:t>
            </a:r>
          </a:p>
          <a:p>
            <a:pPr>
              <a:lnSpc>
                <a:spcPct val="90000"/>
              </a:lnSpc>
            </a:pPr>
            <a:r>
              <a:rPr kumimoji="1" lang="en-US" altLang="zh-CN" sz="3200" b="1">
                <a:solidFill>
                  <a:schemeClr val="bg1"/>
                </a:solidFill>
                <a:latin typeface="Times New Roman" pitchFamily="18" charset="0"/>
                <a:sym typeface="Symbol" pitchFamily="18" charset="2"/>
              </a:rPr>
              <a:t>E*a3</a:t>
            </a:r>
          </a:p>
          <a:p>
            <a:pPr>
              <a:lnSpc>
                <a:spcPct val="90000"/>
              </a:lnSpc>
            </a:pPr>
            <a:r>
              <a:rPr kumimoji="1" lang="en-US" altLang="zh-CN" sz="3200" b="1">
                <a:solidFill>
                  <a:schemeClr val="bg1"/>
                </a:solidFill>
                <a:latin typeface="Times New Roman" pitchFamily="18" charset="0"/>
                <a:sym typeface="Symbol" pitchFamily="18" charset="2"/>
              </a:rPr>
              <a:t>E+E*a3</a:t>
            </a:r>
          </a:p>
          <a:p>
            <a:pPr>
              <a:lnSpc>
                <a:spcPct val="90000"/>
              </a:lnSpc>
            </a:pPr>
            <a:r>
              <a:rPr kumimoji="1" lang="en-US" altLang="zh-CN" sz="3200" b="1">
                <a:solidFill>
                  <a:schemeClr val="bg1"/>
                </a:solidFill>
                <a:latin typeface="Times New Roman" pitchFamily="18" charset="0"/>
                <a:sym typeface="Symbol" pitchFamily="18" charset="2"/>
              </a:rPr>
              <a:t>E+a2*a3</a:t>
            </a:r>
          </a:p>
          <a:p>
            <a:pPr>
              <a:lnSpc>
                <a:spcPct val="90000"/>
              </a:lnSpc>
            </a:pPr>
            <a:r>
              <a:rPr kumimoji="1" lang="en-US" altLang="zh-CN" sz="3200" b="1">
                <a:solidFill>
                  <a:schemeClr val="bg1"/>
                </a:solidFill>
                <a:latin typeface="Times New Roman" pitchFamily="18" charset="0"/>
                <a:sym typeface="Symbol" pitchFamily="18" charset="2"/>
              </a:rPr>
              <a:t>a1+a2 *a3</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日期占位符 1"/>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97108FA-47B1-4A08-BAE1-D12F365BD3BF}" type="datetime1">
              <a:rPr lang="zh-CN" altLang="en-US"/>
              <a:pPr/>
              <a:t>2017/2/24</a:t>
            </a:fld>
            <a:endParaRPr lang="en-US" altLang="zh-CN"/>
          </a:p>
        </p:txBody>
      </p:sp>
      <p:sp>
        <p:nvSpPr>
          <p:cNvPr id="81923"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E299B36-1ED8-4798-B6D6-2B4014D34A15}" type="slidenum">
              <a:rPr lang="zh-CN" altLang="en-US"/>
              <a:pPr/>
              <a:t>73</a:t>
            </a:fld>
            <a:endParaRPr lang="en-US" altLang="zh-CN"/>
          </a:p>
        </p:txBody>
      </p:sp>
      <p:sp>
        <p:nvSpPr>
          <p:cNvPr id="81924" name="Text Box 2"/>
          <p:cNvSpPr txBox="1">
            <a:spLocks noChangeArrowheads="1"/>
          </p:cNvSpPr>
          <p:nvPr/>
        </p:nvSpPr>
        <p:spPr bwMode="auto">
          <a:xfrm>
            <a:off x="468313" y="1906588"/>
            <a:ext cx="8294687"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61950">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fontAlgn="ctr" hangingPunct="1">
              <a:spcBef>
                <a:spcPct val="50000"/>
              </a:spcBef>
              <a:buFontTx/>
              <a:buChar char="•"/>
            </a:pPr>
            <a:r>
              <a:rPr kumimoji="1" lang="zh-CN" altLang="en-US" sz="3200" b="1">
                <a:latin typeface="Times New Roman" pitchFamily="18" charset="0"/>
                <a:ea typeface="华文新魏" pitchFamily="2" charset="-122"/>
              </a:rPr>
              <a:t>语法树、最左派生、最右派生、最右归约、最左归约是一一对应的</a:t>
            </a:r>
          </a:p>
          <a:p>
            <a:pPr eaLnBrk="1" fontAlgn="ctr" hangingPunct="1">
              <a:spcBef>
                <a:spcPct val="50000"/>
              </a:spcBef>
              <a:buFontTx/>
              <a:buChar char="•"/>
            </a:pPr>
            <a:r>
              <a:rPr kumimoji="1" lang="zh-CN" altLang="en-US" sz="3200" b="1">
                <a:latin typeface="Times New Roman" pitchFamily="18" charset="0"/>
                <a:ea typeface="华文新魏" pitchFamily="2" charset="-122"/>
              </a:rPr>
              <a:t>如果一个文法的句子存在两棵分析树,那么</a:t>
            </a:r>
            <a:r>
              <a:rPr kumimoji="1" lang="en-US" altLang="zh-CN" sz="3200" b="1">
                <a:latin typeface="Times New Roman" pitchFamily="18" charset="0"/>
                <a:ea typeface="华文新魏" pitchFamily="2" charset="-122"/>
              </a:rPr>
              <a:t>,</a:t>
            </a:r>
            <a:r>
              <a:rPr kumimoji="1" lang="zh-CN" altLang="en-US" sz="3200" b="1">
                <a:latin typeface="Times New Roman" pitchFamily="18" charset="0"/>
                <a:ea typeface="华文新魏" pitchFamily="2" charset="-122"/>
              </a:rPr>
              <a:t>该句子是二义性的</a:t>
            </a:r>
          </a:p>
          <a:p>
            <a:pPr eaLnBrk="1" fontAlgn="ctr" hangingPunct="1">
              <a:spcBef>
                <a:spcPct val="50000"/>
              </a:spcBef>
              <a:buFontTx/>
              <a:buChar char="•"/>
            </a:pPr>
            <a:r>
              <a:rPr kumimoji="1" lang="zh-CN" altLang="en-US" sz="3200" b="1">
                <a:latin typeface="Times New Roman" pitchFamily="18" charset="0"/>
                <a:ea typeface="华文新魏" pitchFamily="2" charset="-122"/>
              </a:rPr>
              <a:t>如果一个文法包含二义性的句子,则称这个文法是二义性的;</a:t>
            </a:r>
            <a:r>
              <a:rPr kumimoji="1" lang="zh-CN" altLang="zh-CN" sz="3200" b="1">
                <a:latin typeface="Times New Roman" pitchFamily="18" charset="0"/>
                <a:ea typeface="华文新魏" pitchFamily="2" charset="-122"/>
              </a:rPr>
              <a:t> 否则，该</a:t>
            </a:r>
            <a:r>
              <a:rPr kumimoji="1" lang="zh-CN" altLang="en-US" sz="3200" b="1">
                <a:latin typeface="Times New Roman" pitchFamily="18" charset="0"/>
                <a:ea typeface="华文新魏" pitchFamily="2" charset="-122"/>
              </a:rPr>
              <a:t>文法是无二义性的</a:t>
            </a:r>
            <a:endParaRPr kumimoji="1" lang="en-US" altLang="zh-CN" sz="3200" b="1">
              <a:solidFill>
                <a:srgbClr val="3333FF"/>
              </a:solidFill>
              <a:latin typeface="Times New Roman" pitchFamily="18" charset="0"/>
              <a:ea typeface="华文新魏" pitchFamily="2" charset="-122"/>
            </a:endParaRPr>
          </a:p>
        </p:txBody>
      </p:sp>
      <p:sp>
        <p:nvSpPr>
          <p:cNvPr id="81925" name="Rectangle 4"/>
          <p:cNvSpPr>
            <a:spLocks noGrp="1" noRot="1" noChangeArrowheads="1"/>
          </p:cNvSpPr>
          <p:nvPr>
            <p:ph type="title" idx="4294967295"/>
          </p:nvPr>
        </p:nvSpPr>
        <p:spPr>
          <a:xfrm>
            <a:off x="838200" y="304800"/>
            <a:ext cx="7766050" cy="1371600"/>
          </a:xfrm>
        </p:spPr>
        <p:txBody>
          <a:bodyPr/>
          <a:lstStyle/>
          <a:p>
            <a:pPr eaLnBrk="1" hangingPunct="1"/>
            <a:r>
              <a:rPr lang="zh-CN" altLang="en-US" b="1" smtClean="0">
                <a:solidFill>
                  <a:srgbClr val="000099"/>
                </a:solidFill>
                <a:latin typeface="Times New Roman" pitchFamily="18" charset="0"/>
                <a:ea typeface="华文新魏" pitchFamily="2" charset="-122"/>
              </a:rPr>
              <a:t>文法的二义性</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93DFFFB-15E1-4EFD-A9D3-93C32402BF93}" type="datetime1">
              <a:rPr lang="zh-CN" altLang="en-US"/>
              <a:pPr/>
              <a:t>2017/2/24</a:t>
            </a:fld>
            <a:endParaRPr lang="en-US" altLang="zh-CN"/>
          </a:p>
        </p:txBody>
      </p:sp>
      <p:sp>
        <p:nvSpPr>
          <p:cNvPr id="829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A34D01E-7B8F-4483-944B-43A339D88332}" type="slidenum">
              <a:rPr lang="zh-CN" altLang="en-US"/>
              <a:pPr/>
              <a:t>74</a:t>
            </a:fld>
            <a:endParaRPr lang="en-US" altLang="zh-CN"/>
          </a:p>
        </p:txBody>
      </p:sp>
      <p:sp>
        <p:nvSpPr>
          <p:cNvPr id="82948" name="Rectangle 2"/>
          <p:cNvSpPr>
            <a:spLocks noGrp="1" noRot="1" noChangeArrowheads="1"/>
          </p:cNvSpPr>
          <p:nvPr>
            <p:ph type="title"/>
          </p:nvPr>
        </p:nvSpPr>
        <p:spPr>
          <a:xfrm>
            <a:off x="301625" y="404813"/>
            <a:ext cx="8540750" cy="1143000"/>
          </a:xfrm>
        </p:spPr>
        <p:txBody>
          <a:bodyPr/>
          <a:lstStyle/>
          <a:p>
            <a:pPr eaLnBrk="1" hangingPunct="1"/>
            <a:r>
              <a:rPr lang="zh-CN" altLang="en-US" b="1" smtClean="0">
                <a:solidFill>
                  <a:srgbClr val="000099"/>
                </a:solidFill>
                <a:latin typeface="Times New Roman" pitchFamily="18" charset="0"/>
                <a:ea typeface="华文新魏" pitchFamily="2" charset="-122"/>
              </a:rPr>
              <a:t>文法的二义性</a:t>
            </a:r>
          </a:p>
        </p:txBody>
      </p:sp>
      <p:sp>
        <p:nvSpPr>
          <p:cNvPr id="372739" name="Rectangle 3"/>
          <p:cNvSpPr>
            <a:spLocks noGrp="1" noRot="1" noChangeArrowheads="1"/>
          </p:cNvSpPr>
          <p:nvPr>
            <p:ph type="body" idx="1"/>
          </p:nvPr>
        </p:nvSpPr>
        <p:spPr>
          <a:xfrm>
            <a:off x="395288" y="1700213"/>
            <a:ext cx="8559800" cy="4579937"/>
          </a:xfrm>
        </p:spPr>
        <p:txBody>
          <a:bodyPr/>
          <a:lstStyle/>
          <a:p>
            <a:pPr eaLnBrk="1" hangingPunct="1">
              <a:buFont typeface="Wingdings" pitchFamily="2" charset="2"/>
              <a:buNone/>
            </a:pPr>
            <a:r>
              <a:rPr kumimoji="1" lang="en-US" altLang="zh-CN" b="1" smtClean="0">
                <a:latin typeface="Times New Roman" pitchFamily="18" charset="0"/>
                <a:ea typeface="华文新魏" pitchFamily="2" charset="-122"/>
              </a:rPr>
              <a:t>(1)  </a:t>
            </a:r>
            <a:r>
              <a:rPr kumimoji="1" lang="zh-CN" altLang="en-US" b="1" smtClean="0">
                <a:latin typeface="Times New Roman" pitchFamily="18" charset="0"/>
                <a:ea typeface="华文新魏" pitchFamily="2" charset="-122"/>
              </a:rPr>
              <a:t>一般来说</a:t>
            </a:r>
            <a:r>
              <a:rPr kumimoji="1" lang="en-US" altLang="zh-CN" b="1" smtClean="0">
                <a:latin typeface="Times New Roman" pitchFamily="18" charset="0"/>
                <a:ea typeface="华文新魏" pitchFamily="2" charset="-122"/>
              </a:rPr>
              <a:t>,</a:t>
            </a:r>
            <a:r>
              <a:rPr kumimoji="1" lang="zh-CN" altLang="en-US" b="1" smtClean="0">
                <a:latin typeface="Times New Roman" pitchFamily="18" charset="0"/>
                <a:ea typeface="华文新魏" pitchFamily="2" charset="-122"/>
              </a:rPr>
              <a:t>高级程序设计语言存在无二义性文法</a:t>
            </a:r>
            <a:r>
              <a:rPr kumimoji="1" lang="en-US" altLang="zh-CN" b="1" smtClean="0">
                <a:latin typeface="Times New Roman" pitchFamily="18" charset="0"/>
                <a:ea typeface="华文新魏" pitchFamily="2" charset="-122"/>
              </a:rPr>
              <a:t>,</a:t>
            </a:r>
            <a:r>
              <a:rPr kumimoji="1" lang="zh-CN" altLang="en-US" b="1" smtClean="0">
                <a:latin typeface="Times New Roman" pitchFamily="18" charset="0"/>
                <a:ea typeface="华文新魏" pitchFamily="2" charset="-122"/>
              </a:rPr>
              <a:t>但有时用二义性文法。如：表达式文法、条件语句文法</a:t>
            </a:r>
          </a:p>
          <a:p>
            <a:pPr eaLnBrk="1" hangingPunct="1"/>
            <a:r>
              <a:rPr kumimoji="1" lang="zh-CN" altLang="zh-CN" smtClean="0">
                <a:latin typeface="Times New Roman" pitchFamily="18" charset="0"/>
              </a:rPr>
              <a:t> </a:t>
            </a:r>
            <a:r>
              <a:rPr kumimoji="1" lang="en-US" altLang="zh-CN" b="1" smtClean="0">
                <a:effectLst>
                  <a:outerShdw blurRad="38100" dist="38100" dir="2700000" algn="tl">
                    <a:srgbClr val="C0C0C0"/>
                  </a:outerShdw>
                </a:effectLst>
                <a:latin typeface="Times New Roman" pitchFamily="18" charset="0"/>
                <a:ea typeface="华文新魏" pitchFamily="2" charset="-122"/>
              </a:rPr>
              <a:t>E→E+E|E-E|E*E|E/E|( E )| id</a:t>
            </a:r>
            <a:endParaRPr kumimoji="1" lang="en-US" altLang="zh-CN" b="1" smtClean="0">
              <a:latin typeface="Times New Roman" pitchFamily="18" charset="0"/>
              <a:ea typeface="华文新魏" pitchFamily="2" charset="-122"/>
            </a:endParaRPr>
          </a:p>
          <a:p>
            <a:pPr eaLnBrk="1" hangingPunct="1"/>
            <a:r>
              <a:rPr kumimoji="1" lang="en-US" altLang="zh-CN" b="1" smtClean="0">
                <a:latin typeface="Times New Roman" pitchFamily="18" charset="0"/>
                <a:ea typeface="华文新魏" pitchFamily="2" charset="-122"/>
              </a:rPr>
              <a:t> </a:t>
            </a:r>
            <a:r>
              <a:rPr kumimoji="1" lang="en-US" altLang="en-US" b="1" smtClean="0">
                <a:latin typeface="Times New Roman" pitchFamily="18" charset="0"/>
                <a:ea typeface="华文新魏" pitchFamily="2" charset="-122"/>
              </a:rPr>
              <a:t>S</a:t>
            </a:r>
            <a:r>
              <a:rPr kumimoji="1" lang="en-US" altLang="zh-CN" b="1" smtClean="0">
                <a:effectLst>
                  <a:outerShdw blurRad="38100" dist="38100" dir="2700000" algn="tl">
                    <a:srgbClr val="C0C0C0"/>
                  </a:outerShdw>
                </a:effectLst>
                <a:latin typeface="Times New Roman" pitchFamily="18" charset="0"/>
                <a:ea typeface="华文新魏" pitchFamily="2" charset="-122"/>
              </a:rPr>
              <a:t>→  </a:t>
            </a:r>
            <a:r>
              <a:rPr kumimoji="1" lang="en-US" altLang="en-US" b="1" smtClean="0">
                <a:latin typeface="Times New Roman" pitchFamily="18" charset="0"/>
                <a:ea typeface="华文新魏" pitchFamily="2" charset="-122"/>
                <a:sym typeface="Symbol" pitchFamily="18" charset="2"/>
              </a:rPr>
              <a:t>if  </a:t>
            </a:r>
            <a:r>
              <a:rPr kumimoji="1" lang="en-US" altLang="zh-CN" b="1" smtClean="0">
                <a:latin typeface="Times New Roman" pitchFamily="18" charset="0"/>
                <a:ea typeface="华文新魏" pitchFamily="2" charset="-122"/>
                <a:sym typeface="Symbol" pitchFamily="18" charset="2"/>
              </a:rPr>
              <a:t>E</a:t>
            </a:r>
            <a:r>
              <a:rPr kumimoji="1" lang="en-US" altLang="en-US" b="1" smtClean="0">
                <a:latin typeface="Times New Roman" pitchFamily="18" charset="0"/>
                <a:ea typeface="华文新魏" pitchFamily="2" charset="-122"/>
                <a:sym typeface="Symbol" pitchFamily="18" charset="2"/>
              </a:rPr>
              <a:t>  then  S</a:t>
            </a:r>
          </a:p>
          <a:p>
            <a:pPr eaLnBrk="1" hangingPunct="1">
              <a:buFont typeface="Wingdings" pitchFamily="2" charset="2"/>
              <a:buNone/>
            </a:pPr>
            <a:r>
              <a:rPr kumimoji="1" lang="en-US" altLang="en-US" b="1" smtClean="0">
                <a:latin typeface="Times New Roman" pitchFamily="18" charset="0"/>
                <a:ea typeface="华文新魏" pitchFamily="2" charset="-122"/>
                <a:sym typeface="Symbol" pitchFamily="18" charset="2"/>
              </a:rPr>
              <a:t>      </a:t>
            </a:r>
            <a:r>
              <a:rPr kumimoji="1" lang="en-US" altLang="zh-CN" b="1" smtClean="0">
                <a:latin typeface="Times New Roman" pitchFamily="18" charset="0"/>
                <a:ea typeface="华文新魏" pitchFamily="2" charset="-122"/>
                <a:sym typeface="Symbol" pitchFamily="18" charset="2"/>
              </a:rPr>
              <a:t>    </a:t>
            </a:r>
            <a:r>
              <a:rPr kumimoji="1" lang="en-US" altLang="en-US" b="1" smtClean="0">
                <a:latin typeface="Times New Roman" pitchFamily="18" charset="0"/>
                <a:ea typeface="华文新魏" pitchFamily="2" charset="-122"/>
                <a:sym typeface="Symbol" pitchFamily="18" charset="2"/>
              </a:rPr>
              <a:t>if  </a:t>
            </a:r>
            <a:r>
              <a:rPr kumimoji="1" lang="en-US" altLang="zh-CN" b="1" smtClean="0">
                <a:latin typeface="Times New Roman" pitchFamily="18" charset="0"/>
                <a:ea typeface="华文新魏" pitchFamily="2" charset="-122"/>
                <a:sym typeface="Symbol" pitchFamily="18" charset="2"/>
              </a:rPr>
              <a:t>E</a:t>
            </a:r>
            <a:r>
              <a:rPr kumimoji="1" lang="en-US" altLang="en-US" b="1" smtClean="0">
                <a:latin typeface="Times New Roman" pitchFamily="18" charset="0"/>
                <a:ea typeface="华文新魏" pitchFamily="2" charset="-122"/>
                <a:sym typeface="Symbol" pitchFamily="18" charset="2"/>
              </a:rPr>
              <a:t>  then  S  else S</a:t>
            </a:r>
          </a:p>
          <a:p>
            <a:pPr eaLnBrk="1" hangingPunct="1">
              <a:buFont typeface="Wingdings" pitchFamily="2" charset="2"/>
              <a:buNone/>
            </a:pPr>
            <a:r>
              <a:rPr kumimoji="1" lang="en-US" altLang="en-US" b="1" smtClean="0">
                <a:latin typeface="Times New Roman" pitchFamily="18" charset="0"/>
                <a:ea typeface="华文新魏" pitchFamily="2" charset="-122"/>
                <a:sym typeface="Symbol" pitchFamily="18" charset="2"/>
              </a:rPr>
              <a:t>      </a:t>
            </a:r>
            <a:r>
              <a:rPr kumimoji="1" lang="en-US" altLang="zh-CN" b="1" smtClean="0">
                <a:latin typeface="Times New Roman" pitchFamily="18" charset="0"/>
                <a:ea typeface="华文新魏" pitchFamily="2" charset="-122"/>
                <a:sym typeface="Symbol" pitchFamily="18" charset="2"/>
              </a:rPr>
              <a:t>    </a:t>
            </a:r>
            <a:r>
              <a:rPr kumimoji="1" lang="en-US" altLang="en-US" b="1" smtClean="0">
                <a:latin typeface="Times New Roman" pitchFamily="18" charset="0"/>
                <a:ea typeface="华文新魏" pitchFamily="2" charset="-122"/>
                <a:sym typeface="Symbol" pitchFamily="18" charset="2"/>
              </a:rPr>
              <a:t>other</a:t>
            </a:r>
            <a:endParaRPr kumimoji="1" lang="zh-CN" altLang="en-US" b="1" smtClean="0">
              <a:solidFill>
                <a:srgbClr val="3333FF"/>
              </a:solidFill>
              <a:latin typeface="Times New Roman" pitchFamily="18" charset="0"/>
              <a:ea typeface="华文新魏" pitchFamily="2" charset="-122"/>
            </a:endParaRPr>
          </a:p>
          <a:p>
            <a:pPr lvl="1" eaLnBrk="1" hangingPunct="1"/>
            <a:r>
              <a:rPr kumimoji="1" lang="zh-CN" altLang="en-US" b="1" smtClean="0">
                <a:solidFill>
                  <a:srgbClr val="3333FF"/>
                </a:solidFill>
                <a:latin typeface="Times New Roman" pitchFamily="18" charset="0"/>
                <a:ea typeface="华文新魏" pitchFamily="2" charset="-122"/>
              </a:rPr>
              <a:t>二义性的句子: </a:t>
            </a:r>
            <a:r>
              <a:rPr kumimoji="1" lang="en-US" altLang="zh-CN" b="1" smtClean="0">
                <a:solidFill>
                  <a:srgbClr val="3333FF"/>
                </a:solidFill>
                <a:latin typeface="Times New Roman" pitchFamily="18" charset="0"/>
                <a:ea typeface="华文新魏" pitchFamily="2" charset="-122"/>
              </a:rPr>
              <a:t>if e</a:t>
            </a:r>
            <a:r>
              <a:rPr kumimoji="1" lang="en-US" altLang="zh-CN" b="1" baseline="-25000" smtClean="0">
                <a:solidFill>
                  <a:srgbClr val="3333FF"/>
                </a:solidFill>
                <a:latin typeface="Times New Roman" pitchFamily="18" charset="0"/>
                <a:ea typeface="华文新魏" pitchFamily="2" charset="-122"/>
              </a:rPr>
              <a:t>1</a:t>
            </a:r>
            <a:r>
              <a:rPr kumimoji="1" lang="en-US" altLang="zh-CN" b="1" smtClean="0">
                <a:solidFill>
                  <a:srgbClr val="3333FF"/>
                </a:solidFill>
                <a:latin typeface="Times New Roman" pitchFamily="18" charset="0"/>
                <a:ea typeface="华文新魏" pitchFamily="2" charset="-122"/>
              </a:rPr>
              <a:t>  then  if  e</a:t>
            </a:r>
            <a:r>
              <a:rPr kumimoji="1" lang="en-US" altLang="zh-CN" b="1" baseline="-25000" smtClean="0">
                <a:solidFill>
                  <a:srgbClr val="3333FF"/>
                </a:solidFill>
                <a:latin typeface="Times New Roman" pitchFamily="18" charset="0"/>
                <a:ea typeface="华文新魏" pitchFamily="2" charset="-122"/>
              </a:rPr>
              <a:t>2</a:t>
            </a:r>
            <a:r>
              <a:rPr kumimoji="1" lang="en-US" altLang="zh-CN" b="1" smtClean="0">
                <a:solidFill>
                  <a:srgbClr val="3333FF"/>
                </a:solidFill>
                <a:latin typeface="Times New Roman" pitchFamily="18" charset="0"/>
                <a:ea typeface="华文新魏" pitchFamily="2" charset="-122"/>
              </a:rPr>
              <a:t>  then   s</a:t>
            </a:r>
            <a:r>
              <a:rPr kumimoji="1" lang="en-US" altLang="zh-CN" b="1" baseline="-25000" smtClean="0">
                <a:solidFill>
                  <a:srgbClr val="3333FF"/>
                </a:solidFill>
                <a:latin typeface="Times New Roman" pitchFamily="18" charset="0"/>
                <a:ea typeface="华文新魏" pitchFamily="2" charset="-122"/>
              </a:rPr>
              <a:t>1</a:t>
            </a:r>
            <a:r>
              <a:rPr kumimoji="1" lang="en-US" altLang="zh-CN" b="1" smtClean="0">
                <a:solidFill>
                  <a:srgbClr val="3333FF"/>
                </a:solidFill>
                <a:latin typeface="Times New Roman" pitchFamily="18" charset="0"/>
                <a:ea typeface="华文新魏" pitchFamily="2" charset="-122"/>
              </a:rPr>
              <a:t> else s</a:t>
            </a:r>
            <a:r>
              <a:rPr kumimoji="1" lang="en-US" altLang="zh-CN" b="1" baseline="-25000" smtClean="0">
                <a:solidFill>
                  <a:srgbClr val="3333FF"/>
                </a:solidFill>
                <a:latin typeface="Times New Roman" pitchFamily="18" charset="0"/>
                <a:ea typeface="华文新魏" pitchFamily="2" charset="-122"/>
              </a:rPr>
              <a:t>2</a:t>
            </a:r>
            <a:r>
              <a:rPr kumimoji="1" lang="en-US" altLang="zh-CN" b="1" smtClean="0">
                <a:solidFill>
                  <a:srgbClr val="3333FF"/>
                </a:solidFill>
                <a:latin typeface="Times New Roman" pitchFamily="18" charset="0"/>
                <a:ea typeface="华文新魏" pitchFamily="2" charset="-122"/>
              </a:rPr>
              <a:t> </a:t>
            </a:r>
            <a:endParaRPr kumimoji="1" lang="zh-CN" altLang="en-US" b="1" smtClean="0">
              <a:solidFill>
                <a:srgbClr val="3333FF"/>
              </a:solidFill>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4B2A54B-38CC-4C72-87DE-41F5B242D5C9}" type="datetime1">
              <a:rPr lang="zh-CN" altLang="en-US"/>
              <a:pPr/>
              <a:t>2017/2/24</a:t>
            </a:fld>
            <a:endParaRPr lang="en-US" altLang="zh-CN"/>
          </a:p>
        </p:txBody>
      </p:sp>
      <p:sp>
        <p:nvSpPr>
          <p:cNvPr id="8397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E5EC731-80EF-463D-948D-A4F80DD0F735}" type="slidenum">
              <a:rPr lang="zh-CN" altLang="en-US"/>
              <a:pPr/>
              <a:t>75</a:t>
            </a:fld>
            <a:endParaRPr lang="en-US" altLang="zh-CN"/>
          </a:p>
        </p:txBody>
      </p:sp>
      <p:sp>
        <p:nvSpPr>
          <p:cNvPr id="83972" name="Rectangle 2"/>
          <p:cNvSpPr>
            <a:spLocks noGrp="1" noRot="1" noChangeArrowheads="1"/>
          </p:cNvSpPr>
          <p:nvPr>
            <p:ph type="title"/>
          </p:nvPr>
        </p:nvSpPr>
        <p:spPr>
          <a:xfrm>
            <a:off x="301625" y="333375"/>
            <a:ext cx="8540750" cy="1143000"/>
          </a:xfrm>
        </p:spPr>
        <p:txBody>
          <a:bodyPr/>
          <a:lstStyle/>
          <a:p>
            <a:pPr eaLnBrk="1" hangingPunct="1"/>
            <a:r>
              <a:rPr lang="zh-CN" altLang="en-US" b="1" smtClean="0">
                <a:solidFill>
                  <a:srgbClr val="000099"/>
                </a:solidFill>
                <a:latin typeface="Times New Roman" pitchFamily="18" charset="0"/>
                <a:ea typeface="华文新魏" pitchFamily="2" charset="-122"/>
              </a:rPr>
              <a:t>文法的二义性</a:t>
            </a:r>
          </a:p>
        </p:txBody>
      </p:sp>
      <p:sp>
        <p:nvSpPr>
          <p:cNvPr id="83973" name="Rectangle 3"/>
          <p:cNvSpPr>
            <a:spLocks noGrp="1" noRot="1" noChangeArrowheads="1"/>
          </p:cNvSpPr>
          <p:nvPr>
            <p:ph type="body" idx="1"/>
          </p:nvPr>
        </p:nvSpPr>
        <p:spPr>
          <a:xfrm>
            <a:off x="301625" y="1700213"/>
            <a:ext cx="8540750" cy="4194175"/>
          </a:xfrm>
        </p:spPr>
        <p:txBody>
          <a:bodyPr/>
          <a:lstStyle/>
          <a:p>
            <a:pPr eaLnBrk="1" fontAlgn="ctr" hangingPunct="1">
              <a:buClrTx/>
              <a:buSzTx/>
              <a:buFontTx/>
              <a:buNone/>
            </a:pPr>
            <a:r>
              <a:rPr kumimoji="1" lang="en-US" altLang="zh-CN" b="1" smtClean="0">
                <a:latin typeface="Times New Roman" pitchFamily="18" charset="0"/>
                <a:ea typeface="华文新魏" pitchFamily="2" charset="-122"/>
              </a:rPr>
              <a:t>(2) </a:t>
            </a:r>
            <a:r>
              <a:rPr kumimoji="1" lang="zh-CN" altLang="en-US" b="1" smtClean="0">
                <a:latin typeface="Times New Roman" pitchFamily="18" charset="0"/>
                <a:ea typeface="华文新魏" pitchFamily="2" charset="-122"/>
              </a:rPr>
              <a:t>对于任意一个</a:t>
            </a:r>
            <a:r>
              <a:rPr kumimoji="1" lang="en-US" altLang="zh-CN" b="1" smtClean="0">
                <a:latin typeface="Times New Roman" pitchFamily="18" charset="0"/>
                <a:ea typeface="华文新魏" pitchFamily="2" charset="-122"/>
              </a:rPr>
              <a:t>CFG</a:t>
            </a:r>
            <a:r>
              <a:rPr kumimoji="1" lang="zh-CN" altLang="en-US" b="1" smtClean="0">
                <a:latin typeface="Times New Roman" pitchFamily="18" charset="0"/>
                <a:ea typeface="华文新魏" pitchFamily="2" charset="-122"/>
              </a:rPr>
              <a:t>，不存在算法判定它是不是无二义性的；但能给出一组充分条件，满足这组充分条件的文法是无二义性的</a:t>
            </a:r>
          </a:p>
          <a:p>
            <a:pPr lvl="1" eaLnBrk="1" hangingPunct="1">
              <a:spcBef>
                <a:spcPct val="100000"/>
              </a:spcBef>
            </a:pPr>
            <a:r>
              <a:rPr lang="zh-CN" altLang="en-US" b="1" smtClean="0">
                <a:latin typeface="Times New Roman" pitchFamily="18" charset="0"/>
                <a:ea typeface="华文新魏" pitchFamily="2" charset="-122"/>
                <a:sym typeface="Symbol" pitchFamily="18" charset="2"/>
              </a:rPr>
              <a:t>一个文法是否为二义性的</a:t>
            </a:r>
            <a:r>
              <a:rPr lang="zh-CN" altLang="en-US" b="1" smtClean="0">
                <a:latin typeface="Times New Roman" pitchFamily="18" charset="0"/>
                <a:ea typeface="华文新魏" pitchFamily="2" charset="-122"/>
              </a:rPr>
              <a:t>不可判定</a:t>
            </a:r>
            <a:endParaRPr lang="zh-CN" altLang="en-US" smtClean="0">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00B4AFAB-BD28-4A1B-8D2C-2110DC173F99}" type="datetime1">
              <a:rPr lang="zh-CN" altLang="en-US"/>
              <a:pPr/>
              <a:t>2017/2/24</a:t>
            </a:fld>
            <a:endParaRPr lang="en-US" altLang="zh-CN"/>
          </a:p>
        </p:txBody>
      </p:sp>
      <p:sp>
        <p:nvSpPr>
          <p:cNvPr id="8499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82BE3600-A8F3-4219-8484-2B65BA757187}" type="slidenum">
              <a:rPr lang="zh-CN" altLang="en-US"/>
              <a:pPr/>
              <a:t>76</a:t>
            </a:fld>
            <a:endParaRPr lang="en-US" altLang="zh-CN"/>
          </a:p>
        </p:txBody>
      </p:sp>
      <p:sp>
        <p:nvSpPr>
          <p:cNvPr id="84996" name="Rectangle 2"/>
          <p:cNvSpPr>
            <a:spLocks noGrp="1" noRot="1" noChangeArrowheads="1"/>
          </p:cNvSpPr>
          <p:nvPr>
            <p:ph type="title"/>
          </p:nvPr>
        </p:nvSpPr>
        <p:spPr>
          <a:xfrm>
            <a:off x="301625" y="476250"/>
            <a:ext cx="8540750" cy="769938"/>
          </a:xfrm>
        </p:spPr>
        <p:txBody>
          <a:bodyPr/>
          <a:lstStyle/>
          <a:p>
            <a:pPr eaLnBrk="1" hangingPunct="1"/>
            <a:r>
              <a:rPr lang="zh-CN" altLang="en-US" b="1" smtClean="0">
                <a:solidFill>
                  <a:srgbClr val="000099"/>
                </a:solidFill>
                <a:latin typeface="Times New Roman" pitchFamily="18" charset="0"/>
                <a:ea typeface="华文新魏" pitchFamily="2" charset="-122"/>
              </a:rPr>
              <a:t>文法的二义性</a:t>
            </a:r>
          </a:p>
        </p:txBody>
      </p:sp>
      <p:sp>
        <p:nvSpPr>
          <p:cNvPr id="84997" name="Rectangle 3"/>
          <p:cNvSpPr>
            <a:spLocks noGrp="1" noRot="1" noChangeArrowheads="1"/>
          </p:cNvSpPr>
          <p:nvPr>
            <p:ph type="body" idx="1"/>
          </p:nvPr>
        </p:nvSpPr>
        <p:spPr>
          <a:xfrm>
            <a:off x="395288" y="1700213"/>
            <a:ext cx="8353425" cy="4465637"/>
          </a:xfrm>
        </p:spPr>
        <p:txBody>
          <a:bodyPr/>
          <a:lstStyle/>
          <a:p>
            <a:pPr marL="0" indent="0" defTabSz="901700" eaLnBrk="1" hangingPunct="1">
              <a:buFont typeface="Wingdings" pitchFamily="2" charset="2"/>
              <a:buNone/>
            </a:pPr>
            <a:r>
              <a:rPr kumimoji="1" lang="en-US" altLang="zh-CN" b="1" smtClean="0">
                <a:latin typeface="Times New Roman" pitchFamily="18" charset="0"/>
                <a:ea typeface="华文新魏" pitchFamily="2" charset="-122"/>
              </a:rPr>
              <a:t>    (3) </a:t>
            </a:r>
            <a:r>
              <a:rPr kumimoji="1" lang="zh-CN" altLang="en-US" b="1" smtClean="0">
                <a:latin typeface="Times New Roman" pitchFamily="18" charset="0"/>
                <a:ea typeface="华文新魏" pitchFamily="2" charset="-122"/>
              </a:rPr>
              <a:t>存在先天</a:t>
            </a:r>
            <a:r>
              <a:rPr kumimoji="1" lang="en-US" altLang="zh-CN" b="1" smtClean="0">
                <a:latin typeface="Times New Roman" pitchFamily="18" charset="0"/>
                <a:ea typeface="华文新魏" pitchFamily="2" charset="-122"/>
              </a:rPr>
              <a:t>/</a:t>
            </a:r>
            <a:r>
              <a:rPr kumimoji="1" lang="zh-CN" altLang="en-US" b="1" smtClean="0">
                <a:latin typeface="Times New Roman" pitchFamily="18" charset="0"/>
                <a:ea typeface="华文新魏" pitchFamily="2" charset="-122"/>
              </a:rPr>
              <a:t>固有</a:t>
            </a:r>
            <a:r>
              <a:rPr kumimoji="1" lang="en-US" altLang="zh-CN" b="1" smtClean="0">
                <a:latin typeface="Times New Roman" pitchFamily="18" charset="0"/>
                <a:ea typeface="华文新魏" pitchFamily="2" charset="-122"/>
              </a:rPr>
              <a:t>(Inherent)</a:t>
            </a:r>
            <a:r>
              <a:rPr kumimoji="1" lang="zh-CN" altLang="en-US" b="1" smtClean="0">
                <a:latin typeface="Times New Roman" pitchFamily="18" charset="0"/>
                <a:ea typeface="华文新魏" pitchFamily="2" charset="-122"/>
              </a:rPr>
              <a:t>二义性语言。</a:t>
            </a:r>
          </a:p>
          <a:p>
            <a:pPr marL="0" indent="0" defTabSz="901700" eaLnBrk="1" hangingPunct="1">
              <a:buFont typeface="Wingdings" pitchFamily="2" charset="2"/>
              <a:buNone/>
            </a:pPr>
            <a:r>
              <a:rPr kumimoji="1" lang="zh-CN" altLang="en-US" b="1" smtClean="0">
                <a:latin typeface="Times New Roman" pitchFamily="18" charset="0"/>
                <a:ea typeface="华文新魏" pitchFamily="2" charset="-122"/>
              </a:rPr>
              <a:t>例如，语言</a:t>
            </a:r>
          </a:p>
          <a:p>
            <a:pPr marL="0" indent="0" defTabSz="901700" eaLnBrk="1" hangingPunct="1">
              <a:buFont typeface="Wingdings" pitchFamily="2" charset="2"/>
              <a:buNone/>
            </a:pPr>
            <a:r>
              <a:rPr kumimoji="1" lang="zh-CN" altLang="en-US" b="1" smtClean="0">
                <a:latin typeface="Times New Roman" pitchFamily="18" charset="0"/>
                <a:ea typeface="华文新魏" pitchFamily="2" charset="-122"/>
              </a:rPr>
              <a:t>      </a:t>
            </a:r>
            <a:r>
              <a:rPr kumimoji="1" lang="zh-CN" altLang="en-US" b="1" smtClean="0">
                <a:latin typeface="Times New Roman" pitchFamily="18" charset="0"/>
                <a:ea typeface="华文新魏" pitchFamily="2" charset="-122"/>
                <a:sym typeface="Symbol" pitchFamily="18" charset="2"/>
              </a:rPr>
              <a:t></a:t>
            </a:r>
            <a:r>
              <a:rPr kumimoji="1" lang="en-US" altLang="en-US" b="1" smtClean="0">
                <a:latin typeface="Times New Roman" pitchFamily="18" charset="0"/>
                <a:ea typeface="华文新魏" pitchFamily="2" charset="-122"/>
                <a:sym typeface="Symbol" pitchFamily="18" charset="2"/>
              </a:rPr>
              <a:t>a</a:t>
            </a:r>
            <a:r>
              <a:rPr kumimoji="1" lang="en-US" altLang="en-US" b="1" baseline="30000" smtClean="0">
                <a:latin typeface="Times New Roman" pitchFamily="18" charset="0"/>
                <a:ea typeface="华文新魏" pitchFamily="2" charset="-122"/>
                <a:sym typeface="Symbol" pitchFamily="18" charset="2"/>
              </a:rPr>
              <a:t>i</a:t>
            </a:r>
            <a:r>
              <a:rPr kumimoji="1" lang="en-US" altLang="en-US" b="1" smtClean="0">
                <a:latin typeface="Times New Roman" pitchFamily="18" charset="0"/>
                <a:ea typeface="华文新魏" pitchFamily="2" charset="-122"/>
                <a:sym typeface="Symbol" pitchFamily="18" charset="2"/>
              </a:rPr>
              <a:t>b</a:t>
            </a:r>
            <a:r>
              <a:rPr kumimoji="1" lang="en-US" altLang="en-US" b="1" baseline="30000" smtClean="0">
                <a:latin typeface="Times New Roman" pitchFamily="18" charset="0"/>
                <a:ea typeface="华文新魏" pitchFamily="2" charset="-122"/>
                <a:sym typeface="Symbol" pitchFamily="18" charset="2"/>
              </a:rPr>
              <a:t>i</a:t>
            </a:r>
            <a:r>
              <a:rPr kumimoji="1" lang="en-US" altLang="en-US" b="1" smtClean="0">
                <a:latin typeface="Times New Roman" pitchFamily="18" charset="0"/>
                <a:ea typeface="华文新魏" pitchFamily="2" charset="-122"/>
                <a:sym typeface="Symbol" pitchFamily="18" charset="2"/>
              </a:rPr>
              <a:t>c</a:t>
            </a:r>
            <a:r>
              <a:rPr kumimoji="1" lang="en-US" altLang="en-US" b="1" baseline="30000" smtClean="0">
                <a:latin typeface="Times New Roman" pitchFamily="18" charset="0"/>
                <a:ea typeface="华文新魏" pitchFamily="2" charset="-122"/>
                <a:sym typeface="Symbol" pitchFamily="18" charset="2"/>
              </a:rPr>
              <a:t>j</a:t>
            </a:r>
            <a:r>
              <a:rPr kumimoji="1" lang="en-US" altLang="en-US" b="1" smtClean="0">
                <a:latin typeface="Times New Roman" pitchFamily="18" charset="0"/>
                <a:ea typeface="华文新魏" pitchFamily="2" charset="-122"/>
                <a:sym typeface="Symbol" pitchFamily="18" charset="2"/>
              </a:rPr>
              <a:t>i,j1</a:t>
            </a:r>
            <a:r>
              <a:rPr kumimoji="1" lang="en-US" altLang="zh-CN" b="1" smtClean="0">
                <a:latin typeface="Times New Roman" pitchFamily="18" charset="0"/>
                <a:ea typeface="华文新魏" pitchFamily="2" charset="-122"/>
                <a:sym typeface="Symbol" pitchFamily="18" charset="2"/>
              </a:rPr>
              <a:t> </a:t>
            </a:r>
            <a:r>
              <a:rPr kumimoji="1" lang="zh-CN" altLang="en-US" b="1" smtClean="0">
                <a:latin typeface="Times New Roman" pitchFamily="18" charset="0"/>
                <a:ea typeface="华文新魏" pitchFamily="2" charset="-122"/>
                <a:sym typeface="Symbol" pitchFamily="18" charset="2"/>
              </a:rPr>
              <a:t></a:t>
            </a:r>
            <a:r>
              <a:rPr kumimoji="1" lang="en-US" altLang="en-US" b="1" smtClean="0">
                <a:latin typeface="Times New Roman" pitchFamily="18" charset="0"/>
                <a:ea typeface="华文新魏" pitchFamily="2" charset="-122"/>
                <a:sym typeface="Symbol" pitchFamily="18" charset="2"/>
              </a:rPr>
              <a:t>a</a:t>
            </a:r>
            <a:r>
              <a:rPr kumimoji="1" lang="en-US" altLang="en-US" b="1" baseline="30000" smtClean="0">
                <a:latin typeface="Times New Roman" pitchFamily="18" charset="0"/>
                <a:ea typeface="华文新魏" pitchFamily="2" charset="-122"/>
                <a:sym typeface="Symbol" pitchFamily="18" charset="2"/>
              </a:rPr>
              <a:t>i</a:t>
            </a:r>
            <a:r>
              <a:rPr kumimoji="1" lang="en-US" altLang="en-US" b="1" smtClean="0">
                <a:latin typeface="Times New Roman" pitchFamily="18" charset="0"/>
                <a:ea typeface="华文新魏" pitchFamily="2" charset="-122"/>
                <a:sym typeface="Symbol" pitchFamily="18" charset="2"/>
              </a:rPr>
              <a:t>b</a:t>
            </a:r>
            <a:r>
              <a:rPr kumimoji="1" lang="en-US" altLang="en-US" b="1" baseline="30000" smtClean="0">
                <a:latin typeface="Times New Roman" pitchFamily="18" charset="0"/>
                <a:ea typeface="华文新魏" pitchFamily="2" charset="-122"/>
                <a:sym typeface="Symbol" pitchFamily="18" charset="2"/>
              </a:rPr>
              <a:t>j</a:t>
            </a:r>
            <a:r>
              <a:rPr kumimoji="1" lang="en-US" altLang="en-US" b="1" smtClean="0">
                <a:latin typeface="Times New Roman" pitchFamily="18" charset="0"/>
                <a:ea typeface="华文新魏" pitchFamily="2" charset="-122"/>
                <a:sym typeface="Symbol" pitchFamily="18" charset="2"/>
              </a:rPr>
              <a:t>c</a:t>
            </a:r>
            <a:r>
              <a:rPr kumimoji="1" lang="en-US" altLang="en-US" b="1" baseline="30000" smtClean="0">
                <a:latin typeface="Times New Roman" pitchFamily="18" charset="0"/>
                <a:ea typeface="华文新魏" pitchFamily="2" charset="-122"/>
                <a:sym typeface="Symbol" pitchFamily="18" charset="2"/>
              </a:rPr>
              <a:t>j</a:t>
            </a:r>
            <a:r>
              <a:rPr kumimoji="1" lang="en-US" altLang="en-US" b="1" smtClean="0">
                <a:latin typeface="Times New Roman" pitchFamily="18" charset="0"/>
                <a:ea typeface="华文新魏" pitchFamily="2" charset="-122"/>
                <a:sym typeface="Symbol" pitchFamily="18" charset="2"/>
              </a:rPr>
              <a:t>i,j1</a:t>
            </a:r>
            <a:r>
              <a:rPr kumimoji="1" lang="en-US" altLang="zh-CN" b="1" smtClean="0">
                <a:latin typeface="Times New Roman" pitchFamily="18" charset="0"/>
                <a:ea typeface="华文新魏" pitchFamily="2" charset="-122"/>
                <a:sym typeface="Symbol" pitchFamily="18" charset="2"/>
              </a:rPr>
              <a:t></a:t>
            </a:r>
          </a:p>
          <a:p>
            <a:pPr marL="0" indent="0" defTabSz="901700" eaLnBrk="1" hangingPunct="1">
              <a:buFont typeface="Wingdings" pitchFamily="2" charset="2"/>
              <a:buNone/>
            </a:pPr>
            <a:r>
              <a:rPr kumimoji="1" lang="zh-CN" altLang="en-US" b="1" smtClean="0">
                <a:latin typeface="Times New Roman" pitchFamily="18" charset="0"/>
                <a:ea typeface="华文新魏" pitchFamily="2" charset="-122"/>
              </a:rPr>
              <a:t>存在二义性的句子</a:t>
            </a:r>
            <a:r>
              <a:rPr kumimoji="1" lang="en-US" altLang="en-US" b="1" smtClean="0">
                <a:latin typeface="Times New Roman" pitchFamily="18" charset="0"/>
                <a:ea typeface="华文新魏" pitchFamily="2" charset="-122"/>
                <a:sym typeface="Symbol" pitchFamily="18" charset="2"/>
              </a:rPr>
              <a:t>a</a:t>
            </a:r>
            <a:r>
              <a:rPr kumimoji="1" lang="en-US" altLang="en-US" b="1" baseline="30000" smtClean="0">
                <a:latin typeface="Times New Roman" pitchFamily="18" charset="0"/>
                <a:ea typeface="华文新魏" pitchFamily="2" charset="-122"/>
                <a:sym typeface="Symbol" pitchFamily="18" charset="2"/>
              </a:rPr>
              <a:t>k</a:t>
            </a:r>
            <a:r>
              <a:rPr kumimoji="1" lang="en-US" altLang="en-US" b="1" smtClean="0">
                <a:latin typeface="Times New Roman" pitchFamily="18" charset="0"/>
                <a:ea typeface="华文新魏" pitchFamily="2" charset="-122"/>
                <a:sym typeface="Symbol" pitchFamily="18" charset="2"/>
              </a:rPr>
              <a:t>b</a:t>
            </a:r>
            <a:r>
              <a:rPr kumimoji="1" lang="en-US" altLang="en-US" b="1" baseline="30000" smtClean="0">
                <a:latin typeface="Times New Roman" pitchFamily="18" charset="0"/>
                <a:ea typeface="华文新魏" pitchFamily="2" charset="-122"/>
                <a:sym typeface="Symbol" pitchFamily="18" charset="2"/>
              </a:rPr>
              <a:t>k</a:t>
            </a:r>
            <a:r>
              <a:rPr kumimoji="1" lang="en-US" altLang="en-US" b="1" smtClean="0">
                <a:latin typeface="Times New Roman" pitchFamily="18" charset="0"/>
                <a:ea typeface="华文新魏" pitchFamily="2" charset="-122"/>
                <a:sym typeface="Symbol" pitchFamily="18" charset="2"/>
              </a:rPr>
              <a:t>c</a:t>
            </a:r>
            <a:r>
              <a:rPr kumimoji="1" lang="en-US" altLang="en-US" b="1" baseline="30000" smtClean="0">
                <a:latin typeface="Times New Roman" pitchFamily="18" charset="0"/>
                <a:ea typeface="华文新魏" pitchFamily="2" charset="-122"/>
                <a:sym typeface="Symbol" pitchFamily="18" charset="2"/>
              </a:rPr>
              <a:t>k</a:t>
            </a:r>
            <a:endParaRPr kumimoji="1" lang="en-US" altLang="zh-CN" b="1" baseline="30000" smtClean="0">
              <a:latin typeface="Times New Roman" pitchFamily="18" charset="0"/>
              <a:ea typeface="华文新魏" pitchFamily="2" charset="-122"/>
              <a:sym typeface="Symbol" pitchFamily="18" charset="2"/>
            </a:endParaRPr>
          </a:p>
          <a:p>
            <a:pPr marL="465138" lvl="1" defTabSz="901700" eaLnBrk="1" hangingPunct="1">
              <a:spcBef>
                <a:spcPct val="100000"/>
              </a:spcBef>
            </a:pPr>
            <a:r>
              <a:rPr lang="zh-CN" altLang="en-US" b="1" smtClean="0">
                <a:latin typeface="Times New Roman" pitchFamily="18" charset="0"/>
                <a:ea typeface="华文新魏" pitchFamily="2" charset="-122"/>
                <a:sym typeface="Symbol" pitchFamily="18" charset="2"/>
              </a:rPr>
              <a:t>一个语言是否为先天二义性的</a:t>
            </a:r>
            <a:r>
              <a:rPr lang="zh-CN" altLang="en-US" b="1" smtClean="0">
                <a:latin typeface="Times New Roman" pitchFamily="18" charset="0"/>
                <a:ea typeface="华文新魏" pitchFamily="2" charset="-122"/>
              </a:rPr>
              <a:t>不可判定</a:t>
            </a:r>
            <a:endParaRPr lang="en-US" altLang="zh-CN" b="1" smtClean="0">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0668240B-93D6-44D7-A112-8FC3D514E4A1}" type="datetime1">
              <a:rPr lang="zh-CN" altLang="en-US"/>
              <a:pPr/>
              <a:t>2017/2/24</a:t>
            </a:fld>
            <a:endParaRPr lang="en-US" altLang="zh-CN"/>
          </a:p>
        </p:txBody>
      </p:sp>
      <p:sp>
        <p:nvSpPr>
          <p:cNvPr id="86019" name="灯片编号占位符 5"/>
          <p:cNvSpPr>
            <a:spLocks noGrp="1"/>
          </p:cNvSpPr>
          <p:nvPr>
            <p:ph type="sldNum" sz="quarter" idx="12"/>
          </p:nvPr>
        </p:nvSpPr>
        <p:spPr>
          <a:xfrm>
            <a:off x="8243888" y="6245225"/>
            <a:ext cx="598487"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CA6BE98-FF95-4EE7-BA8E-117CA792EBDA}" type="slidenum">
              <a:rPr lang="zh-CN" altLang="en-US"/>
              <a:pPr/>
              <a:t>77</a:t>
            </a:fld>
            <a:endParaRPr lang="en-US" altLang="zh-CN"/>
          </a:p>
        </p:txBody>
      </p:sp>
      <p:sp>
        <p:nvSpPr>
          <p:cNvPr id="86020" name="Rectangle 2"/>
          <p:cNvSpPr>
            <a:spLocks noGrp="1" noRot="1" noChangeArrowheads="1"/>
          </p:cNvSpPr>
          <p:nvPr>
            <p:ph type="title"/>
          </p:nvPr>
        </p:nvSpPr>
        <p:spPr>
          <a:xfrm>
            <a:off x="301625" y="188913"/>
            <a:ext cx="8540750" cy="1143000"/>
          </a:xfrm>
        </p:spPr>
        <p:txBody>
          <a:bodyPr/>
          <a:lstStyle/>
          <a:p>
            <a:pPr eaLnBrk="1" hangingPunct="1"/>
            <a:r>
              <a:rPr lang="zh-CN" altLang="en-US" b="1" smtClean="0">
                <a:solidFill>
                  <a:srgbClr val="000099"/>
                </a:solidFill>
                <a:latin typeface="Times New Roman" pitchFamily="18" charset="0"/>
                <a:ea typeface="华文新魏" pitchFamily="2" charset="-122"/>
              </a:rPr>
              <a:t>文法的二义性</a:t>
            </a:r>
          </a:p>
        </p:txBody>
      </p:sp>
      <p:sp>
        <p:nvSpPr>
          <p:cNvPr id="370691" name="Rectangle 3"/>
          <p:cNvSpPr>
            <a:spLocks noGrp="1" noRot="1" noChangeArrowheads="1"/>
          </p:cNvSpPr>
          <p:nvPr>
            <p:ph type="body" idx="1"/>
          </p:nvPr>
        </p:nvSpPr>
        <p:spPr>
          <a:xfrm>
            <a:off x="468313" y="1484313"/>
            <a:ext cx="8351837" cy="649287"/>
          </a:xfrm>
        </p:spPr>
        <p:txBody>
          <a:bodyPr/>
          <a:lstStyle/>
          <a:p>
            <a:pPr eaLnBrk="1" hangingPunct="1">
              <a:buFont typeface="Wingdings" pitchFamily="2" charset="2"/>
              <a:buNone/>
            </a:pPr>
            <a:r>
              <a:rPr kumimoji="1" lang="en-US" altLang="zh-CN" b="1" smtClean="0">
                <a:latin typeface="Times New Roman" pitchFamily="18" charset="0"/>
                <a:ea typeface="华文新魏" pitchFamily="2" charset="-122"/>
                <a:sym typeface="Symbol" pitchFamily="18" charset="2"/>
              </a:rPr>
              <a:t>(4)</a:t>
            </a:r>
            <a:r>
              <a:rPr kumimoji="1" lang="zh-CN" altLang="zh-CN" b="1" smtClean="0">
                <a:latin typeface="Times New Roman" pitchFamily="18" charset="0"/>
                <a:ea typeface="华文新魏" pitchFamily="2" charset="-122"/>
                <a:sym typeface="Symbol" pitchFamily="18" charset="2"/>
              </a:rPr>
              <a:t> 在能</a:t>
            </a:r>
            <a:r>
              <a:rPr kumimoji="1" lang="zh-CN" altLang="en-US" b="1" smtClean="0">
                <a:latin typeface="Times New Roman" pitchFamily="18" charset="0"/>
                <a:ea typeface="华文新魏" pitchFamily="2" charset="-122"/>
                <a:sym typeface="Symbol" pitchFamily="18" charset="2"/>
              </a:rPr>
              <a:t>控制时</a:t>
            </a:r>
            <a:r>
              <a:rPr kumimoji="1" lang="zh-CN" altLang="zh-CN" b="1" smtClean="0">
                <a:latin typeface="Times New Roman" pitchFamily="18" charset="0"/>
                <a:ea typeface="华文新魏" pitchFamily="2" charset="-122"/>
                <a:sym typeface="Symbol" pitchFamily="18" charset="2"/>
              </a:rPr>
              <a:t>，使用</a:t>
            </a:r>
            <a:r>
              <a:rPr kumimoji="1" lang="zh-CN" altLang="en-US" b="1" smtClean="0">
                <a:latin typeface="Times New Roman" pitchFamily="18" charset="0"/>
                <a:ea typeface="华文新魏" pitchFamily="2" charset="-122"/>
              </a:rPr>
              <a:t>二义性文法</a:t>
            </a:r>
            <a:r>
              <a:rPr kumimoji="1" lang="en-US" altLang="zh-CN" b="1" smtClean="0">
                <a:latin typeface="Times New Roman" pitchFamily="18" charset="0"/>
                <a:ea typeface="华文新魏" pitchFamily="2" charset="-122"/>
              </a:rPr>
              <a:t>——</a:t>
            </a:r>
            <a:r>
              <a:rPr kumimoji="1" lang="zh-CN" altLang="en-US" b="1" smtClean="0">
                <a:latin typeface="Times New Roman" pitchFamily="18" charset="0"/>
                <a:ea typeface="华文新魏" pitchFamily="2" charset="-122"/>
              </a:rPr>
              <a:t>简单</a:t>
            </a:r>
          </a:p>
        </p:txBody>
      </p:sp>
      <p:sp>
        <p:nvSpPr>
          <p:cNvPr id="2" name="Rectangle 3"/>
          <p:cNvSpPr>
            <a:spLocks noRot="1" noChangeArrowheads="1"/>
          </p:cNvSpPr>
          <p:nvPr/>
        </p:nvSpPr>
        <p:spPr bwMode="auto">
          <a:xfrm>
            <a:off x="468313" y="4076700"/>
            <a:ext cx="5040312"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buClr>
                <a:schemeClr val="hlink"/>
              </a:buClr>
              <a:buSzPct val="75000"/>
              <a:buFont typeface="Wingdings" pitchFamily="2" charset="2"/>
              <a:buChar char="v"/>
            </a:pPr>
            <a:r>
              <a:rPr kumimoji="1" lang="zh-CN" altLang="en-US" sz="3200" b="1">
                <a:ea typeface="华文新魏" pitchFamily="2" charset="-122"/>
              </a:rPr>
              <a:t>简单算术表达式的</a:t>
            </a:r>
            <a:r>
              <a:rPr kumimoji="1" lang="zh-CN" altLang="en-US" sz="3200" b="1">
                <a:effectLst>
                  <a:outerShdw blurRad="38100" dist="38100" dir="2700000" algn="tl">
                    <a:srgbClr val="C0C0C0"/>
                  </a:outerShdw>
                </a:effectLst>
                <a:ea typeface="华文新魏" pitchFamily="2" charset="-122"/>
              </a:rPr>
              <a:t>无二义性文法</a:t>
            </a:r>
            <a:endParaRPr kumimoji="1" lang="en-US" altLang="zh-CN" sz="3200" b="1">
              <a:ea typeface="华文新魏" pitchFamily="2" charset="-122"/>
            </a:endParaRPr>
          </a:p>
          <a:p>
            <a:pPr marL="742950" lvl="1" indent="-285750" eaLnBrk="1" hangingPunct="1">
              <a:buClr>
                <a:schemeClr val="accent2"/>
              </a:buClr>
              <a:buSzPct val="85000"/>
              <a:buFont typeface="Wingdings" pitchFamily="2" charset="2"/>
              <a:buNone/>
            </a:pPr>
            <a:r>
              <a:rPr kumimoji="1" lang="en-US" altLang="zh-CN" sz="2800" b="1">
                <a:effectLst>
                  <a:outerShdw blurRad="38100" dist="38100" dir="2700000" algn="tl">
                    <a:srgbClr val="C0C0C0"/>
                  </a:outerShdw>
                </a:effectLst>
                <a:ea typeface="华文新魏" pitchFamily="2" charset="-122"/>
              </a:rPr>
              <a:t>G</a:t>
            </a:r>
            <a:r>
              <a:rPr kumimoji="1" lang="en-US" altLang="zh-CN" sz="2800" b="1" baseline="-25000">
                <a:effectLst>
                  <a:outerShdw blurRad="38100" dist="38100" dir="2700000" algn="tl">
                    <a:srgbClr val="C0C0C0"/>
                  </a:outerShdw>
                </a:effectLst>
                <a:ea typeface="华文新魏" pitchFamily="2" charset="-122"/>
              </a:rPr>
              <a:t>2</a:t>
            </a:r>
            <a:r>
              <a:rPr kumimoji="1" lang="en-US" altLang="zh-CN" sz="2800" b="1">
                <a:effectLst>
                  <a:outerShdw blurRad="38100" dist="38100" dir="2700000" algn="tl">
                    <a:srgbClr val="C0C0C0"/>
                  </a:outerShdw>
                </a:effectLst>
                <a:ea typeface="华文新魏" pitchFamily="2" charset="-122"/>
              </a:rPr>
              <a:t>: E→E+T | E-T | T     </a:t>
            </a:r>
          </a:p>
          <a:p>
            <a:pPr marL="742950" lvl="1" indent="-285750" eaLnBrk="1" hangingPunct="1">
              <a:buClr>
                <a:schemeClr val="accent2"/>
              </a:buClr>
              <a:buSzPct val="85000"/>
              <a:buFont typeface="Wingdings" pitchFamily="2" charset="2"/>
              <a:buNone/>
            </a:pPr>
            <a:r>
              <a:rPr kumimoji="1" lang="en-US" altLang="zh-CN" sz="2800" b="1">
                <a:effectLst>
                  <a:outerShdw blurRad="38100" dist="38100" dir="2700000" algn="tl">
                    <a:srgbClr val="C0C0C0"/>
                  </a:outerShdw>
                </a:effectLst>
                <a:ea typeface="华文新魏" pitchFamily="2" charset="-122"/>
              </a:rPr>
              <a:t>      T→T*F | T/F | F    </a:t>
            </a:r>
          </a:p>
          <a:p>
            <a:pPr marL="742950" lvl="1" indent="-285750" eaLnBrk="1" hangingPunct="1">
              <a:buClr>
                <a:schemeClr val="accent2"/>
              </a:buClr>
              <a:buSzPct val="85000"/>
              <a:buFont typeface="Wingdings" pitchFamily="2" charset="2"/>
              <a:buNone/>
            </a:pPr>
            <a:r>
              <a:rPr kumimoji="1" lang="en-US" altLang="zh-CN" sz="2800" b="1">
                <a:effectLst>
                  <a:outerShdw blurRad="38100" dist="38100" dir="2700000" algn="tl">
                    <a:srgbClr val="C0C0C0"/>
                  </a:outerShdw>
                </a:effectLst>
                <a:ea typeface="华文新魏" pitchFamily="2" charset="-122"/>
              </a:rPr>
              <a:t>      F→F↑P | P</a:t>
            </a:r>
          </a:p>
          <a:p>
            <a:pPr marL="742950" lvl="1" indent="-285750" eaLnBrk="1" hangingPunct="1">
              <a:buClr>
                <a:schemeClr val="accent2"/>
              </a:buClr>
              <a:buSzPct val="85000"/>
              <a:buFont typeface="Wingdings" pitchFamily="2" charset="2"/>
              <a:buNone/>
            </a:pPr>
            <a:r>
              <a:rPr kumimoji="1" lang="en-US" altLang="zh-CN" sz="2800" b="1">
                <a:effectLst>
                  <a:outerShdw blurRad="38100" dist="38100" dir="2700000" algn="tl">
                    <a:srgbClr val="C0C0C0"/>
                  </a:outerShdw>
                </a:effectLst>
                <a:ea typeface="华文新魏" pitchFamily="2" charset="-122"/>
              </a:rPr>
              <a:t>      P→( E ) | id</a:t>
            </a:r>
            <a:endParaRPr kumimoji="1" lang="zh-CN" altLang="en-US" sz="2800" b="1">
              <a:effectLst>
                <a:outerShdw blurRad="38100" dist="38100" dir="2700000" algn="tl">
                  <a:srgbClr val="C0C0C0"/>
                </a:outerShdw>
              </a:effectLst>
              <a:ea typeface="华文新魏" pitchFamily="2" charset="-122"/>
            </a:endParaRPr>
          </a:p>
        </p:txBody>
      </p:sp>
      <p:grpSp>
        <p:nvGrpSpPr>
          <p:cNvPr id="86058" name="Group 42"/>
          <p:cNvGrpSpPr>
            <a:grpSpLocks/>
          </p:cNvGrpSpPr>
          <p:nvPr/>
        </p:nvGrpSpPr>
        <p:grpSpPr bwMode="auto">
          <a:xfrm>
            <a:off x="7885113" y="1916113"/>
            <a:ext cx="574675" cy="4032250"/>
            <a:chOff x="4513" y="1298"/>
            <a:chExt cx="362" cy="2540"/>
          </a:xfrm>
        </p:grpSpPr>
        <p:sp>
          <p:nvSpPr>
            <p:cNvPr id="86033" name="Line 9"/>
            <p:cNvSpPr>
              <a:spLocks noChangeShapeType="1"/>
            </p:cNvSpPr>
            <p:nvPr/>
          </p:nvSpPr>
          <p:spPr bwMode="auto">
            <a:xfrm>
              <a:off x="4694" y="3248"/>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86034" name="Line 10"/>
            <p:cNvSpPr>
              <a:spLocks noChangeShapeType="1"/>
            </p:cNvSpPr>
            <p:nvPr/>
          </p:nvSpPr>
          <p:spPr bwMode="auto">
            <a:xfrm>
              <a:off x="4694" y="1616"/>
              <a:ext cx="0" cy="31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86037" name="Line 13"/>
            <p:cNvSpPr>
              <a:spLocks noChangeShapeType="1"/>
            </p:cNvSpPr>
            <p:nvPr/>
          </p:nvSpPr>
          <p:spPr bwMode="auto">
            <a:xfrm>
              <a:off x="4694" y="2703"/>
              <a:ext cx="0" cy="31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86039" name="Line 15"/>
            <p:cNvSpPr>
              <a:spLocks noChangeShapeType="1"/>
            </p:cNvSpPr>
            <p:nvPr/>
          </p:nvSpPr>
          <p:spPr bwMode="auto">
            <a:xfrm>
              <a:off x="4694" y="2159"/>
              <a:ext cx="0" cy="31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5650" name="Rectangle 18"/>
            <p:cNvSpPr>
              <a:spLocks noChangeArrowheads="1"/>
            </p:cNvSpPr>
            <p:nvPr/>
          </p:nvSpPr>
          <p:spPr bwMode="auto">
            <a:xfrm>
              <a:off x="4558" y="2386"/>
              <a:ext cx="288" cy="384"/>
            </a:xfrm>
            <a:prstGeom prst="rect">
              <a:avLst/>
            </a:prstGeom>
            <a:solidFill>
              <a:schemeClr val="bg1"/>
            </a:solidFill>
            <a:ln w="9525">
              <a:solidFill>
                <a:schemeClr val="tx1"/>
              </a:solidFill>
              <a:miter lim="800000"/>
              <a:headEnd/>
              <a:tailEnd/>
            </a:ln>
          </p:spPr>
          <p:txBody>
            <a:bodyPr lIns="92075" tIns="46038" rIns="92075" bIns="46038"/>
            <a:lstStyle/>
            <a:p>
              <a:pPr marL="342900" indent="-342900">
                <a:spcBef>
                  <a:spcPct val="20000"/>
                </a:spcBef>
                <a:buClr>
                  <a:schemeClr val="tx2"/>
                </a:buClr>
                <a:buSzPct val="75000"/>
                <a:buFont typeface="Monotype Sorts" pitchFamily="2" charset="2"/>
                <a:buNone/>
              </a:pPr>
              <a:r>
                <a:rPr kumimoji="1" lang="en-US" altLang="zh-CN" sz="3200" b="1">
                  <a:effectLst>
                    <a:outerShdw blurRad="38100" dist="38100" dir="2700000" algn="tl">
                      <a:srgbClr val="C0C0C0"/>
                    </a:outerShdw>
                  </a:effectLst>
                </a:rPr>
                <a:t>F</a:t>
              </a:r>
            </a:p>
          </p:txBody>
        </p:sp>
        <p:sp>
          <p:nvSpPr>
            <p:cNvPr id="3" name="Rectangle 20"/>
            <p:cNvSpPr>
              <a:spLocks noChangeArrowheads="1"/>
            </p:cNvSpPr>
            <p:nvPr/>
          </p:nvSpPr>
          <p:spPr bwMode="auto">
            <a:xfrm>
              <a:off x="4513" y="3482"/>
              <a:ext cx="362" cy="356"/>
            </a:xfrm>
            <a:prstGeom prst="rect">
              <a:avLst/>
            </a:prstGeom>
            <a:solidFill>
              <a:schemeClr val="bg1"/>
            </a:solidFill>
            <a:ln w="9525">
              <a:solidFill>
                <a:schemeClr val="tx1"/>
              </a:solidFill>
              <a:miter lim="800000"/>
              <a:headEnd/>
              <a:tailEnd/>
            </a:ln>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en-US" altLang="zh-CN" sz="3200" b="1">
                  <a:effectLst>
                    <a:outerShdw blurRad="38100" dist="38100" dir="2700000" algn="tl">
                      <a:srgbClr val="C0C0C0"/>
                    </a:outerShdw>
                  </a:effectLst>
                </a:rPr>
                <a:t>id</a:t>
              </a:r>
            </a:p>
          </p:txBody>
        </p:sp>
        <p:sp>
          <p:nvSpPr>
            <p:cNvPr id="325653" name="Rectangle 21"/>
            <p:cNvSpPr>
              <a:spLocks noChangeArrowheads="1"/>
            </p:cNvSpPr>
            <p:nvPr/>
          </p:nvSpPr>
          <p:spPr bwMode="auto">
            <a:xfrm>
              <a:off x="4542" y="1842"/>
              <a:ext cx="288" cy="384"/>
            </a:xfrm>
            <a:prstGeom prst="rect">
              <a:avLst/>
            </a:prstGeom>
            <a:solidFill>
              <a:schemeClr val="bg1"/>
            </a:solidFill>
            <a:ln w="9525">
              <a:solidFill>
                <a:schemeClr val="tx1"/>
              </a:solidFill>
              <a:miter lim="800000"/>
              <a:headEnd/>
              <a:tailEnd/>
            </a:ln>
          </p:spPr>
          <p:txBody>
            <a:bodyPr lIns="92075" tIns="46038" rIns="92075" bIns="46038"/>
            <a:lstStyle/>
            <a:p>
              <a:pPr marL="342900" indent="-342900">
                <a:spcBef>
                  <a:spcPct val="20000"/>
                </a:spcBef>
                <a:buClr>
                  <a:schemeClr val="tx2"/>
                </a:buClr>
                <a:buSzPct val="75000"/>
                <a:buFont typeface="Monotype Sorts" pitchFamily="2" charset="2"/>
                <a:buNone/>
              </a:pPr>
              <a:r>
                <a:rPr kumimoji="1" lang="en-US" altLang="zh-CN" sz="3200" b="1">
                  <a:effectLst>
                    <a:outerShdw blurRad="38100" dist="38100" dir="2700000" algn="tl">
                      <a:srgbClr val="C0C0C0"/>
                    </a:outerShdw>
                  </a:effectLst>
                </a:rPr>
                <a:t>T</a:t>
              </a:r>
            </a:p>
          </p:txBody>
        </p:sp>
        <p:sp>
          <p:nvSpPr>
            <p:cNvPr id="4" name="Rectangle 23"/>
            <p:cNvSpPr>
              <a:spLocks noChangeArrowheads="1"/>
            </p:cNvSpPr>
            <p:nvPr/>
          </p:nvSpPr>
          <p:spPr bwMode="auto">
            <a:xfrm>
              <a:off x="4558" y="2975"/>
              <a:ext cx="288" cy="318"/>
            </a:xfrm>
            <a:prstGeom prst="rect">
              <a:avLst/>
            </a:prstGeom>
            <a:solidFill>
              <a:schemeClr val="bg1"/>
            </a:solidFill>
            <a:ln w="9525">
              <a:solidFill>
                <a:schemeClr val="tx1"/>
              </a:solidFill>
              <a:miter lim="800000"/>
              <a:headEnd/>
              <a:tailEnd/>
            </a:ln>
          </p:spPr>
          <p:txBody>
            <a:bodyPr lIns="92075" tIns="46038" rIns="92075" bIns="46038"/>
            <a:lstStyle/>
            <a:p>
              <a:pPr marL="342900" indent="-342900">
                <a:spcBef>
                  <a:spcPct val="20000"/>
                </a:spcBef>
                <a:buClr>
                  <a:schemeClr val="tx2"/>
                </a:buClr>
                <a:buSzPct val="75000"/>
                <a:buFont typeface="Monotype Sorts" pitchFamily="2" charset="2"/>
                <a:buNone/>
              </a:pPr>
              <a:r>
                <a:rPr kumimoji="1" lang="en-US" altLang="zh-CN" sz="3200" b="1">
                  <a:effectLst>
                    <a:outerShdw blurRad="38100" dist="38100" dir="2700000" algn="tl">
                      <a:srgbClr val="C0C0C0"/>
                    </a:outerShdw>
                  </a:effectLst>
                </a:rPr>
                <a:t>P</a:t>
              </a:r>
            </a:p>
          </p:txBody>
        </p:sp>
        <p:sp>
          <p:nvSpPr>
            <p:cNvPr id="325656" name="Rectangle 24"/>
            <p:cNvSpPr>
              <a:spLocks noChangeArrowheads="1"/>
            </p:cNvSpPr>
            <p:nvPr/>
          </p:nvSpPr>
          <p:spPr bwMode="auto">
            <a:xfrm>
              <a:off x="4558" y="1298"/>
              <a:ext cx="288" cy="384"/>
            </a:xfrm>
            <a:prstGeom prst="rect">
              <a:avLst/>
            </a:prstGeom>
            <a:solidFill>
              <a:schemeClr val="bg1"/>
            </a:solidFill>
            <a:ln w="9525">
              <a:solidFill>
                <a:schemeClr val="tx1"/>
              </a:solidFill>
              <a:miter lim="800000"/>
              <a:headEnd/>
              <a:tailEnd/>
            </a:ln>
          </p:spPr>
          <p:txBody>
            <a:bodyPr lIns="92075" tIns="46038" rIns="92075" bIns="46038"/>
            <a:lstStyle/>
            <a:p>
              <a:pPr marL="342900" indent="-342900">
                <a:spcBef>
                  <a:spcPct val="20000"/>
                </a:spcBef>
                <a:buClr>
                  <a:schemeClr val="tx2"/>
                </a:buClr>
                <a:buSzPct val="75000"/>
                <a:buFont typeface="Monotype Sorts" pitchFamily="2" charset="2"/>
                <a:buNone/>
              </a:pPr>
              <a:r>
                <a:rPr kumimoji="1" lang="en-US" altLang="zh-CN" sz="3200" b="1">
                  <a:effectLst>
                    <a:outerShdw blurRad="38100" dist="38100" dir="2700000" algn="tl">
                      <a:srgbClr val="C0C0C0"/>
                    </a:outerShdw>
                  </a:effectLst>
                </a:rPr>
                <a:t>E</a:t>
              </a:r>
            </a:p>
          </p:txBody>
        </p:sp>
      </p:grpSp>
      <p:grpSp>
        <p:nvGrpSpPr>
          <p:cNvPr id="86059" name="Group 43"/>
          <p:cNvGrpSpPr>
            <a:grpSpLocks/>
          </p:cNvGrpSpPr>
          <p:nvPr/>
        </p:nvGrpSpPr>
        <p:grpSpPr bwMode="auto">
          <a:xfrm>
            <a:off x="6443663" y="3500438"/>
            <a:ext cx="574675" cy="1370012"/>
            <a:chOff x="3697" y="1434"/>
            <a:chExt cx="362" cy="863"/>
          </a:xfrm>
        </p:grpSpPr>
        <p:sp>
          <p:nvSpPr>
            <p:cNvPr id="86052" name="Line 9"/>
            <p:cNvSpPr>
              <a:spLocks noChangeShapeType="1"/>
            </p:cNvSpPr>
            <p:nvPr/>
          </p:nvSpPr>
          <p:spPr bwMode="auto">
            <a:xfrm>
              <a:off x="3878" y="1707"/>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5652" name="Rectangle 20"/>
            <p:cNvSpPr>
              <a:spLocks noChangeArrowheads="1"/>
            </p:cNvSpPr>
            <p:nvPr/>
          </p:nvSpPr>
          <p:spPr bwMode="auto">
            <a:xfrm>
              <a:off x="3697" y="1941"/>
              <a:ext cx="362" cy="356"/>
            </a:xfrm>
            <a:prstGeom prst="rect">
              <a:avLst/>
            </a:prstGeom>
            <a:solidFill>
              <a:schemeClr val="bg1"/>
            </a:solidFill>
            <a:ln w="9525">
              <a:solidFill>
                <a:schemeClr val="tx1"/>
              </a:solidFill>
              <a:miter lim="800000"/>
              <a:headEnd/>
              <a:tailEnd/>
            </a:ln>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en-US" altLang="zh-CN" sz="3200" b="1">
                  <a:effectLst>
                    <a:outerShdw blurRad="38100" dist="38100" dir="2700000" algn="tl">
                      <a:srgbClr val="C0C0C0"/>
                    </a:outerShdw>
                  </a:effectLst>
                </a:rPr>
                <a:t>id</a:t>
              </a:r>
            </a:p>
          </p:txBody>
        </p:sp>
        <p:sp>
          <p:nvSpPr>
            <p:cNvPr id="325655" name="Rectangle 23"/>
            <p:cNvSpPr>
              <a:spLocks noChangeArrowheads="1"/>
            </p:cNvSpPr>
            <p:nvPr/>
          </p:nvSpPr>
          <p:spPr bwMode="auto">
            <a:xfrm>
              <a:off x="3742" y="1434"/>
              <a:ext cx="288" cy="318"/>
            </a:xfrm>
            <a:prstGeom prst="rect">
              <a:avLst/>
            </a:prstGeom>
            <a:solidFill>
              <a:schemeClr val="bg1"/>
            </a:solidFill>
            <a:ln w="9525">
              <a:solidFill>
                <a:schemeClr val="tx1"/>
              </a:solidFill>
              <a:miter lim="800000"/>
              <a:headEnd/>
              <a:tailEnd/>
            </a:ln>
          </p:spPr>
          <p:txBody>
            <a:bodyPr lIns="92075" tIns="46038" rIns="92075" bIns="46038"/>
            <a:lstStyle/>
            <a:p>
              <a:pPr marL="342900" indent="-342900">
                <a:spcBef>
                  <a:spcPct val="20000"/>
                </a:spcBef>
                <a:buClr>
                  <a:schemeClr val="tx2"/>
                </a:buClr>
                <a:buSzPct val="75000"/>
                <a:buFont typeface="Monotype Sorts" pitchFamily="2" charset="2"/>
                <a:buNone/>
              </a:pPr>
              <a:r>
                <a:rPr kumimoji="1" lang="en-US" altLang="zh-CN" sz="3200" b="1">
                  <a:effectLst>
                    <a:outerShdw blurRad="38100" dist="38100" dir="2700000" algn="tl">
                      <a:srgbClr val="C0C0C0"/>
                    </a:outerShdw>
                  </a:effectLst>
                </a:rPr>
                <a:t>E</a:t>
              </a:r>
            </a:p>
          </p:txBody>
        </p:sp>
      </p:grpSp>
      <p:sp>
        <p:nvSpPr>
          <p:cNvPr id="5" name="Rectangle 3"/>
          <p:cNvSpPr>
            <a:spLocks noRot="1" noChangeArrowheads="1"/>
          </p:cNvSpPr>
          <p:nvPr/>
        </p:nvSpPr>
        <p:spPr bwMode="auto">
          <a:xfrm>
            <a:off x="468313" y="2276475"/>
            <a:ext cx="6048375"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buClr>
                <a:schemeClr val="hlink"/>
              </a:buClr>
              <a:buSzPct val="75000"/>
              <a:buFont typeface="Wingdings" pitchFamily="2" charset="2"/>
              <a:buChar char="v"/>
            </a:pPr>
            <a:r>
              <a:rPr kumimoji="1" lang="zh-CN" altLang="en-US" sz="3200" b="1">
                <a:ea typeface="华文新魏" pitchFamily="2" charset="-122"/>
              </a:rPr>
              <a:t>简单算术表达式的二义性文法</a:t>
            </a:r>
          </a:p>
          <a:p>
            <a:pPr marL="742950" lvl="1" indent="-285750" eaLnBrk="1" hangingPunct="1">
              <a:buClr>
                <a:schemeClr val="accent2"/>
              </a:buClr>
              <a:buSzPct val="85000"/>
              <a:buFont typeface="Wingdings" pitchFamily="2" charset="2"/>
              <a:buNone/>
            </a:pPr>
            <a:r>
              <a:rPr kumimoji="1" lang="en-US" altLang="zh-CN" sz="2800" b="1">
                <a:ea typeface="华文新魏" pitchFamily="2" charset="-122"/>
              </a:rPr>
              <a:t>G</a:t>
            </a:r>
            <a:r>
              <a:rPr kumimoji="1" lang="en-US" altLang="zh-CN" sz="2800" b="1" baseline="-25000">
                <a:ea typeface="华文新魏" pitchFamily="2" charset="-122"/>
              </a:rPr>
              <a:t>1</a:t>
            </a:r>
            <a:r>
              <a:rPr kumimoji="1" lang="en-US" altLang="zh-CN" sz="2800" b="1">
                <a:effectLst>
                  <a:outerShdw blurRad="38100" dist="38100" dir="2700000" algn="tl">
                    <a:srgbClr val="C0C0C0"/>
                  </a:outerShdw>
                </a:effectLst>
                <a:ea typeface="华文新魏" pitchFamily="2" charset="-122"/>
              </a:rPr>
              <a:t> :E→E+E|E-E|E*E|E/E</a:t>
            </a:r>
          </a:p>
          <a:p>
            <a:pPr marL="342900" indent="-342900" eaLnBrk="1" hangingPunct="1">
              <a:buClr>
                <a:schemeClr val="hlink"/>
              </a:buClr>
              <a:buSzPct val="75000"/>
              <a:buFont typeface="Wingdings" pitchFamily="2" charset="2"/>
              <a:buNone/>
            </a:pPr>
            <a:r>
              <a:rPr kumimoji="1" lang="en-US" altLang="zh-CN" sz="3200" b="1">
                <a:effectLst>
                  <a:outerShdw blurRad="38100" dist="38100" dir="2700000" algn="tl">
                    <a:srgbClr val="C0C0C0"/>
                  </a:outerShdw>
                </a:effectLst>
                <a:ea typeface="华文新魏" pitchFamily="2" charset="-122"/>
              </a:rPr>
              <a:t>          </a:t>
            </a:r>
            <a:r>
              <a:rPr kumimoji="1" lang="en-US" altLang="zh-CN" sz="2800" b="1">
                <a:effectLst>
                  <a:outerShdw blurRad="38100" dist="38100" dir="2700000" algn="tl">
                    <a:srgbClr val="C0C0C0"/>
                  </a:outerShdw>
                </a:effectLst>
                <a:ea typeface="华文新魏" pitchFamily="2" charset="-122"/>
              </a:rPr>
              <a:t>E→ E↑E |( E )| id</a:t>
            </a:r>
          </a:p>
        </p:txBody>
      </p:sp>
      <p:sp>
        <p:nvSpPr>
          <p:cNvPr id="86056" name="Text Box 40"/>
          <p:cNvSpPr txBox="1">
            <a:spLocks noChangeArrowheads="1"/>
          </p:cNvSpPr>
          <p:nvPr/>
        </p:nvSpPr>
        <p:spPr bwMode="auto">
          <a:xfrm>
            <a:off x="7308850" y="6021388"/>
            <a:ext cx="1800225" cy="946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b="1">
                <a:ea typeface="华文新魏" pitchFamily="2" charset="-122"/>
              </a:rPr>
              <a:t>id</a:t>
            </a:r>
            <a:r>
              <a:rPr lang="zh-CN" altLang="en-US" sz="2800" b="1">
                <a:ea typeface="华文新魏" pitchFamily="2" charset="-122"/>
              </a:rPr>
              <a:t>关于</a:t>
            </a:r>
            <a:r>
              <a:rPr lang="en-US" altLang="zh-CN" sz="2800" b="1">
                <a:ea typeface="华文新魏" pitchFamily="2" charset="-122"/>
              </a:rPr>
              <a:t>G</a:t>
            </a:r>
            <a:r>
              <a:rPr lang="en-US" altLang="zh-CN" sz="2800" b="1" baseline="-25000">
                <a:ea typeface="华文新魏" pitchFamily="2" charset="-122"/>
              </a:rPr>
              <a:t>2</a:t>
            </a:r>
            <a:r>
              <a:rPr lang="zh-CN" altLang="en-US" sz="2800" b="1">
                <a:ea typeface="华文新魏" pitchFamily="2" charset="-122"/>
              </a:rPr>
              <a:t>的语法树</a:t>
            </a:r>
          </a:p>
        </p:txBody>
      </p:sp>
      <p:sp>
        <p:nvSpPr>
          <p:cNvPr id="86057" name="Text Box 41"/>
          <p:cNvSpPr txBox="1">
            <a:spLocks noChangeArrowheads="1"/>
          </p:cNvSpPr>
          <p:nvPr/>
        </p:nvSpPr>
        <p:spPr bwMode="auto">
          <a:xfrm>
            <a:off x="5795963" y="5013325"/>
            <a:ext cx="2017712" cy="946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b="1">
                <a:ea typeface="华文新魏" pitchFamily="2" charset="-122"/>
              </a:rPr>
              <a:t>id</a:t>
            </a:r>
            <a:r>
              <a:rPr lang="zh-CN" altLang="en-US" sz="2800" b="1">
                <a:ea typeface="华文新魏" pitchFamily="2" charset="-122"/>
              </a:rPr>
              <a:t>关于</a:t>
            </a:r>
            <a:r>
              <a:rPr lang="en-US" altLang="zh-CN" sz="2800" b="1">
                <a:ea typeface="华文新魏" pitchFamily="2" charset="-122"/>
              </a:rPr>
              <a:t>G</a:t>
            </a:r>
            <a:r>
              <a:rPr lang="en-US" altLang="zh-CN" sz="2800" b="1" baseline="-25000">
                <a:ea typeface="华文新魏" pitchFamily="2" charset="-122"/>
              </a:rPr>
              <a:t>1</a:t>
            </a:r>
            <a:r>
              <a:rPr lang="zh-CN" altLang="en-US" sz="2800" b="1">
                <a:ea typeface="华文新魏" pitchFamily="2" charset="-122"/>
              </a:rPr>
              <a:t>的语法树</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9C63194-93E0-469C-ADF7-4B3BD49A2F12}" type="datetime1">
              <a:rPr lang="zh-CN" altLang="en-US"/>
              <a:pPr/>
              <a:t>2017/2/24</a:t>
            </a:fld>
            <a:endParaRPr lang="en-US" altLang="zh-CN"/>
          </a:p>
        </p:txBody>
      </p:sp>
      <p:sp>
        <p:nvSpPr>
          <p:cNvPr id="8704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0F0327D-2F2B-4692-A791-5B8C803C8586}" type="slidenum">
              <a:rPr lang="zh-CN" altLang="en-US"/>
              <a:pPr/>
              <a:t>78</a:t>
            </a:fld>
            <a:endParaRPr lang="en-US" altLang="zh-CN"/>
          </a:p>
        </p:txBody>
      </p:sp>
      <p:sp>
        <p:nvSpPr>
          <p:cNvPr id="325634" name="Rectangle 2"/>
          <p:cNvSpPr>
            <a:spLocks noGrp="1" noRot="1" noChangeArrowheads="1"/>
          </p:cNvSpPr>
          <p:nvPr>
            <p:ph type="title"/>
          </p:nvPr>
        </p:nvSpPr>
        <p:spPr>
          <a:xfrm>
            <a:off x="1066800" y="533400"/>
            <a:ext cx="7772400" cy="914400"/>
          </a:xfrm>
        </p:spPr>
        <p:txBody>
          <a:bodyPr/>
          <a:lstStyle/>
          <a:p>
            <a:pPr eaLnBrk="1" hangingPunct="1"/>
            <a:r>
              <a:rPr lang="zh-CN" altLang="en-US" b="1" smtClean="0">
                <a:solidFill>
                  <a:srgbClr val="000099"/>
                </a:solidFill>
                <a:latin typeface="Times New Roman" pitchFamily="18" charset="0"/>
                <a:ea typeface="华文新魏" pitchFamily="2" charset="-122"/>
              </a:rPr>
              <a:t>参考书：</a:t>
            </a:r>
            <a:r>
              <a:rPr lang="en-US" altLang="zh-CN" b="1" smtClean="0">
                <a:solidFill>
                  <a:srgbClr val="000099"/>
                </a:solidFill>
                <a:latin typeface="Times New Roman" pitchFamily="18" charset="0"/>
                <a:ea typeface="华文新魏" pitchFamily="2" charset="-122"/>
              </a:rPr>
              <a:t>(</a:t>
            </a:r>
            <a:r>
              <a:rPr lang="zh-CN" altLang="en-US" b="1" smtClean="0">
                <a:solidFill>
                  <a:srgbClr val="000099"/>
                </a:solidFill>
                <a:latin typeface="Times New Roman" pitchFamily="18" charset="0"/>
                <a:ea typeface="华文新魏" pitchFamily="2" charset="-122"/>
              </a:rPr>
              <a:t>抽象</a:t>
            </a:r>
            <a:r>
              <a:rPr lang="en-US" altLang="zh-CN" b="1" smtClean="0">
                <a:solidFill>
                  <a:srgbClr val="000099"/>
                </a:solidFill>
                <a:latin typeface="Times New Roman" pitchFamily="18" charset="0"/>
                <a:ea typeface="华文新魏" pitchFamily="2" charset="-122"/>
              </a:rPr>
              <a:t>)</a:t>
            </a:r>
            <a:r>
              <a:rPr lang="zh-CN" altLang="en-US" b="1" smtClean="0">
                <a:solidFill>
                  <a:srgbClr val="000099"/>
                </a:solidFill>
                <a:latin typeface="Times New Roman" pitchFamily="18" charset="0"/>
                <a:ea typeface="华文新魏" pitchFamily="2" charset="-122"/>
              </a:rPr>
              <a:t>语法树不同</a:t>
            </a:r>
          </a:p>
        </p:txBody>
      </p:sp>
      <p:sp>
        <p:nvSpPr>
          <p:cNvPr id="325636" name="Text Box 4"/>
          <p:cNvSpPr txBox="1">
            <a:spLocks noChangeArrowheads="1"/>
          </p:cNvSpPr>
          <p:nvPr/>
        </p:nvSpPr>
        <p:spPr bwMode="auto">
          <a:xfrm>
            <a:off x="5003800" y="5373688"/>
            <a:ext cx="2438400" cy="561975"/>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solidFill>
                  <a:srgbClr val="000099"/>
                </a:solidFill>
                <a:effectLst>
                  <a:outerShdw blurRad="38100" dist="38100" dir="2700000" algn="tl">
                    <a:srgbClr val="C0C0C0"/>
                  </a:outerShdw>
                </a:effectLst>
                <a:latin typeface="Times New Roman" pitchFamily="18" charset="0"/>
                <a:ea typeface="华文新魏" pitchFamily="2" charset="-122"/>
              </a:rPr>
              <a:t>(</a:t>
            </a:r>
            <a:r>
              <a:rPr kumimoji="1" lang="zh-CN" altLang="en-US" sz="2800" b="1">
                <a:solidFill>
                  <a:srgbClr val="000099"/>
                </a:solidFill>
                <a:effectLst>
                  <a:outerShdw blurRad="38100" dist="38100" dir="2700000" algn="tl">
                    <a:srgbClr val="C0C0C0"/>
                  </a:outerShdw>
                </a:effectLst>
                <a:latin typeface="Times New Roman" pitchFamily="18" charset="0"/>
                <a:ea typeface="华文新魏" pitchFamily="2" charset="-122"/>
              </a:rPr>
              <a:t>语法</a:t>
            </a:r>
            <a:r>
              <a:rPr kumimoji="1" lang="en-US" altLang="zh-CN" sz="2800" b="1">
                <a:solidFill>
                  <a:srgbClr val="000099"/>
                </a:solidFill>
                <a:effectLst>
                  <a:outerShdw blurRad="38100" dist="38100" dir="2700000" algn="tl">
                    <a:srgbClr val="C0C0C0"/>
                  </a:outerShdw>
                </a:effectLst>
                <a:latin typeface="Times New Roman" pitchFamily="18" charset="0"/>
                <a:ea typeface="华文新魏" pitchFamily="2" charset="-122"/>
              </a:rPr>
              <a:t>)</a:t>
            </a:r>
            <a:r>
              <a:rPr kumimoji="1" lang="zh-CN" altLang="en-US" sz="2800" b="1">
                <a:solidFill>
                  <a:srgbClr val="000099"/>
                </a:solidFill>
                <a:effectLst>
                  <a:outerShdw blurRad="38100" dist="38100" dir="2700000" algn="tl">
                    <a:srgbClr val="C0C0C0"/>
                  </a:outerShdw>
                </a:effectLst>
                <a:latin typeface="华文新魏" pitchFamily="2" charset="-122"/>
                <a:ea typeface="华文新魏" pitchFamily="2" charset="-122"/>
              </a:rPr>
              <a:t>分析树</a:t>
            </a:r>
          </a:p>
        </p:txBody>
      </p:sp>
      <p:grpSp>
        <p:nvGrpSpPr>
          <p:cNvPr id="87088" name="Group 48"/>
          <p:cNvGrpSpPr>
            <a:grpSpLocks/>
          </p:cNvGrpSpPr>
          <p:nvPr/>
        </p:nvGrpSpPr>
        <p:grpSpPr bwMode="auto">
          <a:xfrm>
            <a:off x="4140200" y="1884363"/>
            <a:ext cx="4111625" cy="3489325"/>
            <a:chOff x="2718" y="981"/>
            <a:chExt cx="2590" cy="2198"/>
          </a:xfrm>
        </p:grpSpPr>
        <p:sp>
          <p:nvSpPr>
            <p:cNvPr id="87075" name="Line 8"/>
            <p:cNvSpPr>
              <a:spLocks noChangeShapeType="1"/>
            </p:cNvSpPr>
            <p:nvPr/>
          </p:nvSpPr>
          <p:spPr bwMode="auto">
            <a:xfrm flipH="1">
              <a:off x="3659" y="1253"/>
              <a:ext cx="582" cy="34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87076" name="Line 9"/>
            <p:cNvSpPr>
              <a:spLocks noChangeShapeType="1"/>
            </p:cNvSpPr>
            <p:nvPr/>
          </p:nvSpPr>
          <p:spPr bwMode="auto">
            <a:xfrm>
              <a:off x="4283" y="1258"/>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87077" name="Line 10"/>
            <p:cNvSpPr>
              <a:spLocks noChangeShapeType="1"/>
            </p:cNvSpPr>
            <p:nvPr/>
          </p:nvSpPr>
          <p:spPr bwMode="auto">
            <a:xfrm>
              <a:off x="4332" y="1253"/>
              <a:ext cx="635" cy="31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87078" name="Line 11"/>
            <p:cNvSpPr>
              <a:spLocks noChangeShapeType="1"/>
            </p:cNvSpPr>
            <p:nvPr/>
          </p:nvSpPr>
          <p:spPr bwMode="auto">
            <a:xfrm flipH="1">
              <a:off x="2881" y="1752"/>
              <a:ext cx="725" cy="43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87079" name="Line 12"/>
            <p:cNvSpPr>
              <a:spLocks noChangeShapeType="1"/>
            </p:cNvSpPr>
            <p:nvPr/>
          </p:nvSpPr>
          <p:spPr bwMode="auto">
            <a:xfrm>
              <a:off x="3649" y="1752"/>
              <a:ext cx="0" cy="43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87080" name="Line 13"/>
            <p:cNvSpPr>
              <a:spLocks noChangeShapeType="1"/>
            </p:cNvSpPr>
            <p:nvPr/>
          </p:nvSpPr>
          <p:spPr bwMode="auto">
            <a:xfrm>
              <a:off x="3696" y="1752"/>
              <a:ext cx="721" cy="4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87081" name="Line 14"/>
            <p:cNvSpPr>
              <a:spLocks noChangeShapeType="1"/>
            </p:cNvSpPr>
            <p:nvPr/>
          </p:nvSpPr>
          <p:spPr bwMode="auto">
            <a:xfrm>
              <a:off x="2880" y="2432"/>
              <a:ext cx="0"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87082" name="Line 15"/>
            <p:cNvSpPr>
              <a:spLocks noChangeShapeType="1"/>
            </p:cNvSpPr>
            <p:nvPr/>
          </p:nvSpPr>
          <p:spPr bwMode="auto">
            <a:xfrm>
              <a:off x="4972" y="1797"/>
              <a:ext cx="0" cy="43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325649" name="Rectangle 17"/>
            <p:cNvSpPr>
              <a:spLocks noChangeArrowheads="1"/>
            </p:cNvSpPr>
            <p:nvPr/>
          </p:nvSpPr>
          <p:spPr bwMode="auto">
            <a:xfrm>
              <a:off x="2742" y="2115"/>
              <a:ext cx="288" cy="384"/>
            </a:xfrm>
            <a:prstGeom prst="rect">
              <a:avLst/>
            </a:prstGeom>
            <a:noFill/>
            <a:ln w="9525">
              <a:noFill/>
              <a:miter lim="800000"/>
              <a:headEnd/>
              <a:tailEnd/>
            </a:ln>
            <a:effectLst/>
          </p:spPr>
          <p:txBody>
            <a:bodyPr lIns="92075" tIns="46038" rIns="92075" bIns="46038"/>
            <a:lstStyle/>
            <a:p>
              <a:pPr marL="342900" indent="-342900">
                <a:spcBef>
                  <a:spcPct val="20000"/>
                </a:spcBef>
                <a:buClr>
                  <a:schemeClr val="tx2"/>
                </a:buClr>
                <a:buSzPct val="75000"/>
                <a:buFont typeface="Monotype Sorts" pitchFamily="2" charset="2"/>
                <a:buNone/>
              </a:pPr>
              <a:r>
                <a:rPr kumimoji="1" lang="en-US" altLang="zh-CN" sz="3200" b="1">
                  <a:effectLst>
                    <a:outerShdw blurRad="38100" dist="38100" dir="2700000" algn="tl">
                      <a:srgbClr val="C0C0C0"/>
                    </a:outerShdw>
                  </a:effectLst>
                </a:rPr>
                <a:t>E</a:t>
              </a:r>
            </a:p>
          </p:txBody>
        </p:sp>
        <p:sp>
          <p:nvSpPr>
            <p:cNvPr id="325650" name="Rectangle 18"/>
            <p:cNvSpPr>
              <a:spLocks noChangeArrowheads="1"/>
            </p:cNvSpPr>
            <p:nvPr/>
          </p:nvSpPr>
          <p:spPr bwMode="auto">
            <a:xfrm>
              <a:off x="4270" y="2115"/>
              <a:ext cx="288" cy="384"/>
            </a:xfrm>
            <a:prstGeom prst="rect">
              <a:avLst/>
            </a:prstGeom>
            <a:noFill/>
            <a:ln w="9525">
              <a:noFill/>
              <a:miter lim="800000"/>
              <a:headEnd/>
              <a:tailEnd/>
            </a:ln>
            <a:effectLst/>
          </p:spPr>
          <p:txBody>
            <a:bodyPr lIns="92075" tIns="46038" rIns="92075" bIns="46038"/>
            <a:lstStyle/>
            <a:p>
              <a:pPr marL="342900" indent="-342900">
                <a:spcBef>
                  <a:spcPct val="20000"/>
                </a:spcBef>
                <a:buClr>
                  <a:schemeClr val="tx2"/>
                </a:buClr>
                <a:buSzPct val="75000"/>
                <a:buFont typeface="Monotype Sorts" pitchFamily="2" charset="2"/>
                <a:buNone/>
              </a:pPr>
              <a:r>
                <a:rPr kumimoji="1" lang="en-US" altLang="zh-CN" sz="3200" b="1">
                  <a:effectLst>
                    <a:outerShdw blurRad="38100" dist="38100" dir="2700000" algn="tl">
                      <a:srgbClr val="C0C0C0"/>
                    </a:outerShdw>
                  </a:effectLst>
                </a:rPr>
                <a:t>E</a:t>
              </a:r>
            </a:p>
          </p:txBody>
        </p:sp>
        <p:sp>
          <p:nvSpPr>
            <p:cNvPr id="325651" name="Rectangle 19"/>
            <p:cNvSpPr>
              <a:spLocks noChangeArrowheads="1"/>
            </p:cNvSpPr>
            <p:nvPr/>
          </p:nvSpPr>
          <p:spPr bwMode="auto">
            <a:xfrm>
              <a:off x="3515" y="2094"/>
              <a:ext cx="288" cy="384"/>
            </a:xfrm>
            <a:prstGeom prst="rect">
              <a:avLst/>
            </a:prstGeom>
            <a:noFill/>
            <a:ln w="9525">
              <a:noFill/>
              <a:miter lim="800000"/>
              <a:headEnd/>
              <a:tailEnd/>
            </a:ln>
            <a:effectLst/>
          </p:spPr>
          <p:txBody>
            <a:bodyPr lIns="92075" tIns="46038" rIns="92075" bIns="46038"/>
            <a:lstStyle/>
            <a:p>
              <a:pPr marL="342900" indent="-342900">
                <a:spcBef>
                  <a:spcPct val="20000"/>
                </a:spcBef>
                <a:buClr>
                  <a:schemeClr val="tx2"/>
                </a:buClr>
                <a:buSzPct val="75000"/>
                <a:buFont typeface="Monotype Sorts" pitchFamily="2" charset="2"/>
                <a:buNone/>
              </a:pPr>
              <a:r>
                <a:rPr kumimoji="1" lang="zh-CN" altLang="en-US" sz="3200" b="1">
                  <a:effectLst>
                    <a:outerShdw blurRad="38100" dist="38100" dir="2700000" algn="tl">
                      <a:srgbClr val="C0C0C0"/>
                    </a:outerShdw>
                  </a:effectLst>
                </a:rPr>
                <a:t>+</a:t>
              </a:r>
            </a:p>
          </p:txBody>
        </p:sp>
        <p:sp>
          <p:nvSpPr>
            <p:cNvPr id="325652" name="Rectangle 20"/>
            <p:cNvSpPr>
              <a:spLocks noChangeArrowheads="1"/>
            </p:cNvSpPr>
            <p:nvPr/>
          </p:nvSpPr>
          <p:spPr bwMode="auto">
            <a:xfrm>
              <a:off x="4876" y="2229"/>
              <a:ext cx="432" cy="384"/>
            </a:xfrm>
            <a:prstGeom prst="rect">
              <a:avLst/>
            </a:prstGeom>
            <a:noFill/>
            <a:ln w="9525">
              <a:noFill/>
              <a:miter lim="800000"/>
              <a:headEnd/>
              <a:tailEnd/>
            </a:ln>
            <a:effec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en-US" altLang="zh-CN" sz="3200" b="1">
                  <a:effectLst>
                    <a:outerShdw blurRad="38100" dist="38100" dir="2700000" algn="tl">
                      <a:srgbClr val="C0C0C0"/>
                    </a:outerShdw>
                  </a:effectLst>
                </a:rPr>
                <a:t>id</a:t>
              </a:r>
            </a:p>
          </p:txBody>
        </p:sp>
        <p:sp>
          <p:nvSpPr>
            <p:cNvPr id="325653" name="Rectangle 21"/>
            <p:cNvSpPr>
              <a:spLocks noChangeArrowheads="1"/>
            </p:cNvSpPr>
            <p:nvPr/>
          </p:nvSpPr>
          <p:spPr bwMode="auto">
            <a:xfrm>
              <a:off x="4830" y="1480"/>
              <a:ext cx="288" cy="384"/>
            </a:xfrm>
            <a:prstGeom prst="rect">
              <a:avLst/>
            </a:prstGeom>
            <a:noFill/>
            <a:ln w="9525">
              <a:noFill/>
              <a:miter lim="800000"/>
              <a:headEnd/>
              <a:tailEnd/>
            </a:ln>
            <a:effectLst/>
          </p:spPr>
          <p:txBody>
            <a:bodyPr lIns="92075" tIns="46038" rIns="92075" bIns="46038"/>
            <a:lstStyle/>
            <a:p>
              <a:pPr marL="342900" indent="-342900">
                <a:spcBef>
                  <a:spcPct val="20000"/>
                </a:spcBef>
                <a:buClr>
                  <a:schemeClr val="tx2"/>
                </a:buClr>
                <a:buSzPct val="75000"/>
                <a:buFont typeface="Monotype Sorts" pitchFamily="2" charset="2"/>
                <a:buNone/>
              </a:pPr>
              <a:r>
                <a:rPr kumimoji="1" lang="en-US" altLang="zh-CN" sz="3200" b="1">
                  <a:effectLst>
                    <a:outerShdw blurRad="38100" dist="38100" dir="2700000" algn="tl">
                      <a:srgbClr val="C0C0C0"/>
                    </a:outerShdw>
                  </a:effectLst>
                </a:rPr>
                <a:t>E</a:t>
              </a:r>
            </a:p>
          </p:txBody>
        </p:sp>
        <p:sp>
          <p:nvSpPr>
            <p:cNvPr id="325654" name="Rectangle 22"/>
            <p:cNvSpPr>
              <a:spLocks noChangeArrowheads="1"/>
            </p:cNvSpPr>
            <p:nvPr/>
          </p:nvSpPr>
          <p:spPr bwMode="auto">
            <a:xfrm>
              <a:off x="4187" y="1480"/>
              <a:ext cx="288" cy="384"/>
            </a:xfrm>
            <a:prstGeom prst="rect">
              <a:avLst/>
            </a:prstGeom>
            <a:noFill/>
            <a:ln w="9525">
              <a:noFill/>
              <a:miter lim="800000"/>
              <a:headEnd/>
              <a:tailEnd/>
            </a:ln>
            <a:effectLst/>
          </p:spPr>
          <p:txBody>
            <a:bodyPr lIns="92075" tIns="46038" rIns="92075" bIns="46038"/>
            <a:lstStyle/>
            <a:p>
              <a:pPr marL="342900" indent="-342900">
                <a:spcBef>
                  <a:spcPct val="20000"/>
                </a:spcBef>
                <a:buClr>
                  <a:schemeClr val="tx2"/>
                </a:buClr>
                <a:buSzPct val="75000"/>
                <a:buFont typeface="Monotype Sorts" pitchFamily="2" charset="2"/>
                <a:buNone/>
              </a:pPr>
              <a:r>
                <a:rPr kumimoji="1" lang="zh-CN" altLang="en-US" sz="3200" b="1">
                  <a:effectLst>
                    <a:outerShdw blurRad="38100" dist="38100" dir="2700000" algn="tl">
                      <a:srgbClr val="C0C0C0"/>
                    </a:outerShdw>
                  </a:effectLst>
                </a:rPr>
                <a:t>+</a:t>
              </a:r>
            </a:p>
          </p:txBody>
        </p:sp>
        <p:sp>
          <p:nvSpPr>
            <p:cNvPr id="325655" name="Rectangle 23"/>
            <p:cNvSpPr>
              <a:spLocks noChangeArrowheads="1"/>
            </p:cNvSpPr>
            <p:nvPr/>
          </p:nvSpPr>
          <p:spPr bwMode="auto">
            <a:xfrm>
              <a:off x="3515" y="1480"/>
              <a:ext cx="288" cy="384"/>
            </a:xfrm>
            <a:prstGeom prst="rect">
              <a:avLst/>
            </a:prstGeom>
            <a:noFill/>
            <a:ln w="9525">
              <a:noFill/>
              <a:miter lim="800000"/>
              <a:headEnd/>
              <a:tailEnd/>
            </a:ln>
            <a:effectLst/>
          </p:spPr>
          <p:txBody>
            <a:bodyPr lIns="92075" tIns="46038" rIns="92075" bIns="46038"/>
            <a:lstStyle/>
            <a:p>
              <a:pPr marL="342900" indent="-342900">
                <a:spcBef>
                  <a:spcPct val="20000"/>
                </a:spcBef>
                <a:buClr>
                  <a:schemeClr val="tx2"/>
                </a:buClr>
                <a:buSzPct val="75000"/>
                <a:buFont typeface="Monotype Sorts" pitchFamily="2" charset="2"/>
                <a:buNone/>
              </a:pPr>
              <a:r>
                <a:rPr kumimoji="1" lang="en-US" altLang="zh-CN" sz="3200" b="1">
                  <a:effectLst>
                    <a:outerShdw blurRad="38100" dist="38100" dir="2700000" algn="tl">
                      <a:srgbClr val="C0C0C0"/>
                    </a:outerShdw>
                  </a:effectLst>
                </a:rPr>
                <a:t>E</a:t>
              </a:r>
            </a:p>
          </p:txBody>
        </p:sp>
        <p:sp>
          <p:nvSpPr>
            <p:cNvPr id="325656" name="Rectangle 24"/>
            <p:cNvSpPr>
              <a:spLocks noChangeArrowheads="1"/>
            </p:cNvSpPr>
            <p:nvPr/>
          </p:nvSpPr>
          <p:spPr bwMode="auto">
            <a:xfrm>
              <a:off x="4136" y="981"/>
              <a:ext cx="288" cy="384"/>
            </a:xfrm>
            <a:prstGeom prst="rect">
              <a:avLst/>
            </a:prstGeom>
            <a:noFill/>
            <a:ln w="9525">
              <a:noFill/>
              <a:miter lim="800000"/>
              <a:headEnd/>
              <a:tailEnd/>
            </a:ln>
            <a:effectLst/>
          </p:spPr>
          <p:txBody>
            <a:bodyPr lIns="92075" tIns="46038" rIns="92075" bIns="46038"/>
            <a:lstStyle/>
            <a:p>
              <a:pPr marL="342900" indent="-342900">
                <a:spcBef>
                  <a:spcPct val="20000"/>
                </a:spcBef>
                <a:buClr>
                  <a:schemeClr val="tx2"/>
                </a:buClr>
                <a:buSzPct val="75000"/>
                <a:buFont typeface="Monotype Sorts" pitchFamily="2" charset="2"/>
                <a:buNone/>
              </a:pPr>
              <a:r>
                <a:rPr kumimoji="1" lang="en-US" altLang="zh-CN" sz="3200" b="1">
                  <a:effectLst>
                    <a:outerShdw blurRad="38100" dist="38100" dir="2700000" algn="tl">
                      <a:srgbClr val="C0C0C0"/>
                    </a:outerShdw>
                  </a:effectLst>
                </a:rPr>
                <a:t>E</a:t>
              </a:r>
            </a:p>
          </p:txBody>
        </p:sp>
        <p:sp>
          <p:nvSpPr>
            <p:cNvPr id="325657" name="Rectangle 25"/>
            <p:cNvSpPr>
              <a:spLocks noChangeArrowheads="1"/>
            </p:cNvSpPr>
            <p:nvPr/>
          </p:nvSpPr>
          <p:spPr bwMode="auto">
            <a:xfrm>
              <a:off x="2718" y="2750"/>
              <a:ext cx="480" cy="384"/>
            </a:xfrm>
            <a:prstGeom prst="rect">
              <a:avLst/>
            </a:prstGeom>
            <a:noFill/>
            <a:ln w="9525">
              <a:noFill/>
              <a:miter lim="800000"/>
              <a:headEnd/>
              <a:tailEnd/>
            </a:ln>
            <a:effec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en-US" altLang="zh-CN" sz="3200" b="1">
                  <a:effectLst>
                    <a:outerShdw blurRad="38100" dist="38100" dir="2700000" algn="tl">
                      <a:srgbClr val="C0C0C0"/>
                    </a:outerShdw>
                  </a:effectLst>
                </a:rPr>
                <a:t>id</a:t>
              </a:r>
            </a:p>
          </p:txBody>
        </p:sp>
        <p:sp>
          <p:nvSpPr>
            <p:cNvPr id="325658" name="Rectangle 26"/>
            <p:cNvSpPr>
              <a:spLocks noChangeArrowheads="1"/>
            </p:cNvSpPr>
            <p:nvPr/>
          </p:nvSpPr>
          <p:spPr bwMode="auto">
            <a:xfrm>
              <a:off x="4214" y="2795"/>
              <a:ext cx="480" cy="384"/>
            </a:xfrm>
            <a:prstGeom prst="rect">
              <a:avLst/>
            </a:prstGeom>
            <a:noFill/>
            <a:ln w="9525">
              <a:noFill/>
              <a:miter lim="800000"/>
              <a:headEnd/>
              <a:tailEnd/>
            </a:ln>
            <a:effec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en-US" altLang="zh-CN" sz="3200" b="1">
                  <a:effectLst>
                    <a:outerShdw blurRad="38100" dist="38100" dir="2700000" algn="tl">
                      <a:srgbClr val="C0C0C0"/>
                    </a:outerShdw>
                  </a:effectLst>
                </a:rPr>
                <a:t>id</a:t>
              </a:r>
            </a:p>
          </p:txBody>
        </p:sp>
        <p:sp>
          <p:nvSpPr>
            <p:cNvPr id="87062" name="Line 27"/>
            <p:cNvSpPr>
              <a:spLocks noChangeShapeType="1"/>
            </p:cNvSpPr>
            <p:nvPr/>
          </p:nvSpPr>
          <p:spPr bwMode="auto">
            <a:xfrm>
              <a:off x="4377" y="2432"/>
              <a:ext cx="0" cy="43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grpSp>
      <p:grpSp>
        <p:nvGrpSpPr>
          <p:cNvPr id="87084" name="Group 44"/>
          <p:cNvGrpSpPr>
            <a:grpSpLocks/>
          </p:cNvGrpSpPr>
          <p:nvPr/>
        </p:nvGrpSpPr>
        <p:grpSpPr bwMode="auto">
          <a:xfrm>
            <a:off x="755650" y="1952625"/>
            <a:ext cx="3519488" cy="3983038"/>
            <a:chOff x="567" y="1230"/>
            <a:chExt cx="2217" cy="2509"/>
          </a:xfrm>
        </p:grpSpPr>
        <p:sp>
          <p:nvSpPr>
            <p:cNvPr id="325661" name="Text Box 29"/>
            <p:cNvSpPr txBox="1">
              <a:spLocks noChangeArrowheads="1"/>
            </p:cNvSpPr>
            <p:nvPr/>
          </p:nvSpPr>
          <p:spPr bwMode="auto">
            <a:xfrm>
              <a:off x="567" y="3385"/>
              <a:ext cx="1776" cy="354"/>
            </a:xfrm>
            <a:prstGeom prst="rect">
              <a:avLst/>
            </a:prstGeom>
            <a:noFill/>
            <a:ln w="9525">
              <a:noFill/>
              <a:miter lim="800000"/>
              <a:headEnd/>
              <a:tailEnd/>
            </a:ln>
            <a:effectLst/>
          </p:spPr>
          <p:txBody>
            <a:bodyPr lIns="92075" tIns="46038" rIns="92075" bIns="46038">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solidFill>
                    <a:srgbClr val="000099"/>
                  </a:solidFill>
                  <a:effectLst>
                    <a:outerShdw blurRad="38100" dist="38100" dir="2700000" algn="tl">
                      <a:srgbClr val="C0C0C0"/>
                    </a:outerShdw>
                  </a:effectLst>
                  <a:latin typeface="Times New Roman" pitchFamily="18" charset="0"/>
                  <a:ea typeface="华文新魏" pitchFamily="2" charset="-122"/>
                </a:rPr>
                <a:t>(</a:t>
              </a:r>
              <a:r>
                <a:rPr kumimoji="1" lang="zh-CN" altLang="en-US" sz="2800" b="1">
                  <a:solidFill>
                    <a:srgbClr val="000099"/>
                  </a:solidFill>
                  <a:effectLst>
                    <a:outerShdw blurRad="38100" dist="38100" dir="2700000" algn="tl">
                      <a:srgbClr val="C0C0C0"/>
                    </a:outerShdw>
                  </a:effectLst>
                  <a:latin typeface="Times New Roman" pitchFamily="18" charset="0"/>
                  <a:ea typeface="华文新魏" pitchFamily="2" charset="-122"/>
                </a:rPr>
                <a:t>抽象</a:t>
              </a:r>
              <a:r>
                <a:rPr kumimoji="1" lang="en-US" altLang="zh-CN" sz="2800" b="1">
                  <a:solidFill>
                    <a:srgbClr val="000099"/>
                  </a:solidFill>
                  <a:effectLst>
                    <a:outerShdw blurRad="38100" dist="38100" dir="2700000" algn="tl">
                      <a:srgbClr val="C0C0C0"/>
                    </a:outerShdw>
                  </a:effectLst>
                  <a:latin typeface="Times New Roman" pitchFamily="18" charset="0"/>
                  <a:ea typeface="华文新魏" pitchFamily="2" charset="-122"/>
                </a:rPr>
                <a:t>)</a:t>
              </a:r>
              <a:r>
                <a:rPr kumimoji="1" lang="zh-CN" altLang="en-US" sz="2800" b="1">
                  <a:solidFill>
                    <a:srgbClr val="000099"/>
                  </a:solidFill>
                  <a:effectLst>
                    <a:outerShdw blurRad="38100" dist="38100" dir="2700000" algn="tl">
                      <a:srgbClr val="C0C0C0"/>
                    </a:outerShdw>
                  </a:effectLst>
                  <a:latin typeface="华文新魏" pitchFamily="2" charset="-122"/>
                  <a:ea typeface="华文新魏" pitchFamily="2" charset="-122"/>
                </a:rPr>
                <a:t>语法树</a:t>
              </a:r>
            </a:p>
          </p:txBody>
        </p:sp>
        <p:grpSp>
          <p:nvGrpSpPr>
            <p:cNvPr id="87048" name="Group 30"/>
            <p:cNvGrpSpPr>
              <a:grpSpLocks/>
            </p:cNvGrpSpPr>
            <p:nvPr/>
          </p:nvGrpSpPr>
          <p:grpSpPr bwMode="auto">
            <a:xfrm>
              <a:off x="906" y="1518"/>
              <a:ext cx="1248" cy="1248"/>
              <a:chOff x="1008" y="1824"/>
              <a:chExt cx="2256" cy="1248"/>
            </a:xfrm>
          </p:grpSpPr>
          <p:sp>
            <p:nvSpPr>
              <p:cNvPr id="87055" name="Line 31"/>
              <p:cNvSpPr>
                <a:spLocks noChangeShapeType="1"/>
              </p:cNvSpPr>
              <p:nvPr/>
            </p:nvSpPr>
            <p:spPr bwMode="auto">
              <a:xfrm flipH="1">
                <a:off x="1776" y="1824"/>
                <a:ext cx="720" cy="4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87056" name="Line 32"/>
              <p:cNvSpPr>
                <a:spLocks noChangeShapeType="1"/>
              </p:cNvSpPr>
              <p:nvPr/>
            </p:nvSpPr>
            <p:spPr bwMode="auto">
              <a:xfrm>
                <a:off x="2784" y="1824"/>
                <a:ext cx="480" cy="4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87057" name="Line 33"/>
              <p:cNvSpPr>
                <a:spLocks noChangeShapeType="1"/>
              </p:cNvSpPr>
              <p:nvPr/>
            </p:nvSpPr>
            <p:spPr bwMode="auto">
              <a:xfrm flipH="1">
                <a:off x="1008" y="2544"/>
                <a:ext cx="480" cy="52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87058" name="Line 34"/>
              <p:cNvSpPr>
                <a:spLocks noChangeShapeType="1"/>
              </p:cNvSpPr>
              <p:nvPr/>
            </p:nvSpPr>
            <p:spPr bwMode="auto">
              <a:xfrm>
                <a:off x="1776" y="2544"/>
                <a:ext cx="432" cy="52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grpSp>
        <p:grpSp>
          <p:nvGrpSpPr>
            <p:cNvPr id="87049" name="Group 35"/>
            <p:cNvGrpSpPr>
              <a:grpSpLocks/>
            </p:cNvGrpSpPr>
            <p:nvPr/>
          </p:nvGrpSpPr>
          <p:grpSpPr bwMode="auto">
            <a:xfrm>
              <a:off x="768" y="1230"/>
              <a:ext cx="2016" cy="1884"/>
              <a:chOff x="-96" y="1392"/>
              <a:chExt cx="2016" cy="1884"/>
            </a:xfrm>
          </p:grpSpPr>
          <p:sp>
            <p:nvSpPr>
              <p:cNvPr id="325668" name="Text Box 36"/>
              <p:cNvSpPr txBox="1">
                <a:spLocks noChangeArrowheads="1"/>
              </p:cNvSpPr>
              <p:nvPr/>
            </p:nvSpPr>
            <p:spPr bwMode="auto">
              <a:xfrm>
                <a:off x="816" y="1392"/>
                <a:ext cx="720" cy="396"/>
              </a:xfrm>
              <a:prstGeom prst="rect">
                <a:avLst/>
              </a:prstGeom>
              <a:noFill/>
              <a:ln w="9525">
                <a:noFill/>
                <a:miter lim="800000"/>
                <a:headEnd/>
                <a:tailEnd/>
              </a:ln>
              <a:effectLst/>
            </p:spPr>
            <p:txBody>
              <a:bodyPr lIns="92075" tIns="46038" rIns="92075" bIns="46038"/>
              <a:lstStyle>
                <a:lvl1pPr marL="342900" indent="-342900">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spcBef>
                    <a:spcPct val="20000"/>
                  </a:spcBef>
                  <a:buClr>
                    <a:schemeClr val="tx2"/>
                  </a:buClr>
                  <a:buSzPct val="75000"/>
                  <a:buFont typeface="Monotype Sorts" pitchFamily="2" charset="2"/>
                  <a:buNone/>
                </a:pPr>
                <a:r>
                  <a:rPr kumimoji="1" lang="zh-CN" altLang="en-US" sz="3200" b="1">
                    <a:effectLst>
                      <a:outerShdw blurRad="38100" dist="38100" dir="2700000" algn="tl">
                        <a:srgbClr val="C0C0C0"/>
                      </a:outerShdw>
                    </a:effectLst>
                    <a:latin typeface="Times New Roman" pitchFamily="18" charset="0"/>
                  </a:rPr>
                  <a:t>+</a:t>
                </a:r>
              </a:p>
            </p:txBody>
          </p:sp>
          <p:sp>
            <p:nvSpPr>
              <p:cNvPr id="325669" name="Text Box 37"/>
              <p:cNvSpPr txBox="1">
                <a:spLocks noChangeArrowheads="1"/>
              </p:cNvSpPr>
              <p:nvPr/>
            </p:nvSpPr>
            <p:spPr bwMode="auto">
              <a:xfrm>
                <a:off x="1200" y="2064"/>
                <a:ext cx="720" cy="396"/>
              </a:xfrm>
              <a:prstGeom prst="rect">
                <a:avLst/>
              </a:prstGeom>
              <a:noFill/>
              <a:ln w="9525">
                <a:noFill/>
                <a:miter lim="800000"/>
                <a:headEnd/>
                <a:tailEnd/>
              </a:ln>
              <a:effec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en-US" altLang="zh-CN" sz="3200" b="1">
                    <a:effectLst>
                      <a:outerShdw blurRad="38100" dist="38100" dir="2700000" algn="tl">
                        <a:srgbClr val="C0C0C0"/>
                      </a:outerShdw>
                    </a:effectLst>
                  </a:rPr>
                  <a:t>id</a:t>
                </a:r>
              </a:p>
            </p:txBody>
          </p:sp>
          <p:sp>
            <p:nvSpPr>
              <p:cNvPr id="325670" name="Text Box 38"/>
              <p:cNvSpPr txBox="1">
                <a:spLocks noChangeArrowheads="1"/>
              </p:cNvSpPr>
              <p:nvPr/>
            </p:nvSpPr>
            <p:spPr bwMode="auto">
              <a:xfrm>
                <a:off x="288" y="2100"/>
                <a:ext cx="720" cy="396"/>
              </a:xfrm>
              <a:prstGeom prst="rect">
                <a:avLst/>
              </a:prstGeom>
              <a:noFill/>
              <a:ln w="9525">
                <a:noFill/>
                <a:miter lim="800000"/>
                <a:headEnd/>
                <a:tailEnd/>
              </a:ln>
              <a:effectLst/>
            </p:spPr>
            <p:txBody>
              <a:bodyPr lIns="92075" tIns="46038" rIns="92075" bIns="46038"/>
              <a:lstStyle>
                <a:lvl1pPr marL="342900" indent="-342900">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spcBef>
                    <a:spcPct val="20000"/>
                  </a:spcBef>
                  <a:buClr>
                    <a:schemeClr val="tx2"/>
                  </a:buClr>
                  <a:buSzPct val="75000"/>
                  <a:buFont typeface="Monotype Sorts" pitchFamily="2" charset="2"/>
                  <a:buNone/>
                </a:pPr>
                <a:r>
                  <a:rPr kumimoji="1" lang="zh-CN" altLang="en-US" sz="3200" b="1">
                    <a:effectLst>
                      <a:outerShdw blurRad="38100" dist="38100" dir="2700000" algn="tl">
                        <a:srgbClr val="C0C0C0"/>
                      </a:outerShdw>
                    </a:effectLst>
                    <a:latin typeface="Times New Roman" pitchFamily="18" charset="0"/>
                  </a:rPr>
                  <a:t>+</a:t>
                </a:r>
              </a:p>
            </p:txBody>
          </p:sp>
          <p:sp>
            <p:nvSpPr>
              <p:cNvPr id="325671" name="Text Box 39"/>
              <p:cNvSpPr txBox="1">
                <a:spLocks noChangeArrowheads="1"/>
              </p:cNvSpPr>
              <p:nvPr/>
            </p:nvSpPr>
            <p:spPr bwMode="auto">
              <a:xfrm>
                <a:off x="-96" y="2880"/>
                <a:ext cx="720" cy="396"/>
              </a:xfrm>
              <a:prstGeom prst="rect">
                <a:avLst/>
              </a:prstGeom>
              <a:noFill/>
              <a:ln w="9525">
                <a:noFill/>
                <a:miter lim="800000"/>
                <a:headEnd/>
                <a:tailEnd/>
              </a:ln>
              <a:effec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en-US" altLang="zh-CN" sz="3200" b="1">
                    <a:effectLst>
                      <a:outerShdw blurRad="38100" dist="38100" dir="2700000" algn="tl">
                        <a:srgbClr val="C0C0C0"/>
                      </a:outerShdw>
                    </a:effectLst>
                  </a:rPr>
                  <a:t>id</a:t>
                </a:r>
              </a:p>
            </p:txBody>
          </p:sp>
          <p:sp>
            <p:nvSpPr>
              <p:cNvPr id="325672" name="Text Box 40"/>
              <p:cNvSpPr txBox="1">
                <a:spLocks noChangeArrowheads="1"/>
              </p:cNvSpPr>
              <p:nvPr/>
            </p:nvSpPr>
            <p:spPr bwMode="auto">
              <a:xfrm>
                <a:off x="576" y="2880"/>
                <a:ext cx="720" cy="396"/>
              </a:xfrm>
              <a:prstGeom prst="rect">
                <a:avLst/>
              </a:prstGeom>
              <a:noFill/>
              <a:ln w="9525">
                <a:noFill/>
                <a:miter lim="800000"/>
                <a:headEnd/>
                <a:tailEnd/>
              </a:ln>
              <a:effectLst/>
            </p:spPr>
            <p:txBody>
              <a:bodyPr lIns="92075" tIns="46038" rIns="92075" bIns="46038"/>
              <a:lstStyle/>
              <a:p>
                <a:pPr marL="342900" indent="-342900">
                  <a:spcBef>
                    <a:spcPct val="20000"/>
                  </a:spcBef>
                  <a:buClr>
                    <a:schemeClr val="tx2"/>
                  </a:buClr>
                  <a:buSzPct val="75000"/>
                  <a:buFont typeface="Monotype Sorts" pitchFamily="2" charset="2"/>
                  <a:buNone/>
                  <a:defRPr/>
                </a:pPr>
                <a:r>
                  <a:rPr kumimoji="1" lang="en-US" altLang="zh-CN" sz="3200" b="1">
                    <a:effectLst>
                      <a:outerShdw blurRad="38100" dist="38100" dir="2700000" algn="tl">
                        <a:srgbClr val="C0C0C0"/>
                      </a:outerShdw>
                    </a:effectLst>
                  </a:rPr>
                  <a:t>id</a:t>
                </a:r>
              </a:p>
            </p:txBody>
          </p:sp>
        </p:grpSp>
      </p:gr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8482ECA8-ED2A-4DDB-BFAC-9F4CBC481F2F}" type="datetime1">
              <a:rPr lang="zh-CN" altLang="en-US"/>
              <a:pPr/>
              <a:t>2017/2/24</a:t>
            </a:fld>
            <a:endParaRPr lang="en-US" altLang="zh-CN"/>
          </a:p>
        </p:txBody>
      </p:sp>
      <p:sp>
        <p:nvSpPr>
          <p:cNvPr id="8806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829FBE2-C887-4863-AB0F-9218F756FF64}" type="slidenum">
              <a:rPr lang="zh-CN" altLang="en-US"/>
              <a:pPr/>
              <a:t>79</a:t>
            </a:fld>
            <a:endParaRPr lang="en-US" altLang="zh-CN"/>
          </a:p>
        </p:txBody>
      </p:sp>
      <p:sp>
        <p:nvSpPr>
          <p:cNvPr id="88068" name="Rectangle 2"/>
          <p:cNvSpPr>
            <a:spLocks noGrp="1" noRot="1" noChangeArrowheads="1"/>
          </p:cNvSpPr>
          <p:nvPr>
            <p:ph type="title"/>
          </p:nvPr>
        </p:nvSpPr>
        <p:spPr>
          <a:xfrm>
            <a:off x="323850" y="549275"/>
            <a:ext cx="8326438" cy="833438"/>
          </a:xfrm>
          <a:noFill/>
        </p:spPr>
        <p:txBody>
          <a:bodyPr lIns="92075" tIns="46038" rIns="92075" bIns="46038"/>
          <a:lstStyle/>
          <a:p>
            <a:pPr eaLnBrk="1" hangingPunct="1"/>
            <a:r>
              <a:rPr lang="zh-CN" altLang="en-US" sz="4000" b="1" smtClean="0">
                <a:solidFill>
                  <a:srgbClr val="000099"/>
                </a:solidFill>
                <a:latin typeface="Times New Roman" pitchFamily="18" charset="0"/>
                <a:ea typeface="华文新魏" pitchFamily="2" charset="-122"/>
              </a:rPr>
              <a:t>2.6  文法的构造</a:t>
            </a:r>
            <a:r>
              <a:rPr lang="en-US" altLang="zh-CN" sz="2800" b="1" smtClean="0">
                <a:solidFill>
                  <a:srgbClr val="000099"/>
                </a:solidFill>
                <a:latin typeface="Times New Roman" pitchFamily="18" charset="0"/>
                <a:ea typeface="华文新魏" pitchFamily="2" charset="-122"/>
              </a:rPr>
              <a:t>——</a:t>
            </a:r>
            <a:r>
              <a:rPr lang="zh-CN" altLang="en-US" sz="2800" b="1" smtClean="0">
                <a:solidFill>
                  <a:srgbClr val="000099"/>
                </a:solidFill>
                <a:latin typeface="Times New Roman" pitchFamily="18" charset="0"/>
                <a:ea typeface="华文新魏" pitchFamily="2" charset="-122"/>
              </a:rPr>
              <a:t>为了更好地理解文法</a:t>
            </a:r>
            <a:endParaRPr lang="en-US" altLang="zh-CN" sz="2800" b="1" smtClean="0">
              <a:solidFill>
                <a:srgbClr val="000099"/>
              </a:solidFill>
              <a:latin typeface="Times New Roman" pitchFamily="18" charset="0"/>
              <a:ea typeface="华文新魏" pitchFamily="2" charset="-122"/>
            </a:endParaRPr>
          </a:p>
        </p:txBody>
      </p:sp>
      <p:sp>
        <p:nvSpPr>
          <p:cNvPr id="326659" name="Rectangle 3"/>
          <p:cNvSpPr>
            <a:spLocks noGrp="1" noRot="1" noChangeArrowheads="1"/>
          </p:cNvSpPr>
          <p:nvPr>
            <p:ph type="body" idx="1"/>
          </p:nvPr>
        </p:nvSpPr>
        <p:spPr>
          <a:xfrm>
            <a:off x="827088" y="1844675"/>
            <a:ext cx="7537450" cy="4419600"/>
          </a:xfrm>
          <a:noFill/>
        </p:spPr>
        <p:txBody>
          <a:bodyPr lIns="92075" tIns="46038" rIns="92075" bIns="46038"/>
          <a:lstStyle/>
          <a:p>
            <a:pPr algn="just" eaLnBrk="1" hangingPunct="1"/>
            <a:r>
              <a:rPr lang="zh-CN" altLang="en-US" b="1" smtClean="0">
                <a:latin typeface="Times New Roman" pitchFamily="18" charset="0"/>
                <a:ea typeface="华文新魏" pitchFamily="2" charset="-122"/>
              </a:rPr>
              <a:t>目的：给出语言的有穷描述</a:t>
            </a:r>
          </a:p>
          <a:p>
            <a:pPr algn="just" eaLnBrk="1" hangingPunct="1"/>
            <a:r>
              <a:rPr lang="zh-CN" altLang="en-US" b="1" smtClean="0">
                <a:latin typeface="Times New Roman" pitchFamily="18" charset="0"/>
                <a:ea typeface="华文新魏" pitchFamily="2" charset="-122"/>
              </a:rPr>
              <a:t>途径：刻画语言的结构</a:t>
            </a:r>
          </a:p>
          <a:p>
            <a:pPr algn="just" eaLnBrk="1" hangingPunct="1"/>
            <a:r>
              <a:rPr lang="zh-CN" altLang="en-US" b="1" smtClean="0">
                <a:latin typeface="Times New Roman" pitchFamily="18" charset="0"/>
                <a:ea typeface="华文新魏" pitchFamily="2" charset="-122"/>
              </a:rPr>
              <a:t>做法：</a:t>
            </a:r>
          </a:p>
          <a:p>
            <a:pPr lvl="1" algn="just" eaLnBrk="1" hangingPunct="1"/>
            <a:r>
              <a:rPr lang="zh-CN" altLang="en-US" b="1" smtClean="0">
                <a:latin typeface="Times New Roman" pitchFamily="18" charset="0"/>
                <a:ea typeface="华文新魏" pitchFamily="2" charset="-122"/>
              </a:rPr>
              <a:t>研究语言句子的结构特点</a:t>
            </a:r>
          </a:p>
          <a:p>
            <a:pPr lvl="1" algn="just" eaLnBrk="1" hangingPunct="1"/>
            <a:r>
              <a:rPr lang="zh-CN" altLang="en-US" b="1" smtClean="0">
                <a:latin typeface="Times New Roman" pitchFamily="18" charset="0"/>
                <a:ea typeface="华文新魏" pitchFamily="2" charset="-122"/>
              </a:rPr>
              <a:t>用符号代表一些子结构</a:t>
            </a:r>
            <a:endParaRPr lang="en-US" altLang="zh-CN" b="1" smtClean="0">
              <a:latin typeface="Times New Roman" pitchFamily="18" charset="0"/>
              <a:ea typeface="华文新魏" pitchFamily="2" charset="-122"/>
            </a:endParaRPr>
          </a:p>
          <a:p>
            <a:pPr lvl="1" algn="just" eaLnBrk="1" hangingPunct="1"/>
            <a:r>
              <a:rPr lang="zh-CN" altLang="en-US" b="1" smtClean="0">
                <a:latin typeface="Times New Roman" pitchFamily="18" charset="0"/>
                <a:ea typeface="华文新魏" pitchFamily="2" charset="-122"/>
              </a:rPr>
              <a:t>给出定义的形式化描述</a:t>
            </a:r>
          </a:p>
          <a:p>
            <a:pPr lvl="1" algn="just" eaLnBrk="1" hangingPunct="1"/>
            <a:r>
              <a:rPr lang="zh-CN" altLang="en-US" b="1" smtClean="0">
                <a:latin typeface="Times New Roman" pitchFamily="18" charset="0"/>
                <a:ea typeface="华文新魏" pitchFamily="2" charset="-122"/>
              </a:rPr>
              <a:t>根据经验给出描述</a:t>
            </a:r>
            <a:endParaRPr lang="en-US" altLang="zh-CN" b="1" smtClean="0">
              <a:latin typeface="Times New Roman" pitchFamily="18" charset="0"/>
              <a:ea typeface="华文新魏"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26659">
                                            <p:txEl>
                                              <p:pRg st="0" end="0"/>
                                            </p:txEl>
                                          </p:spTgt>
                                        </p:tgtEl>
                                        <p:attrNameLst>
                                          <p:attrName>style.visibility</p:attrName>
                                        </p:attrNameLst>
                                      </p:cBhvr>
                                      <p:to>
                                        <p:strVal val="visible"/>
                                      </p:to>
                                    </p:set>
                                    <p:animEffect transition="in" filter="box(out)">
                                      <p:cBhvr>
                                        <p:cTn id="7" dur="500"/>
                                        <p:tgtEl>
                                          <p:spTgt spid="3266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26659">
                                            <p:txEl>
                                              <p:pRg st="1" end="1"/>
                                            </p:txEl>
                                          </p:spTgt>
                                        </p:tgtEl>
                                        <p:attrNameLst>
                                          <p:attrName>style.visibility</p:attrName>
                                        </p:attrNameLst>
                                      </p:cBhvr>
                                      <p:to>
                                        <p:strVal val="visible"/>
                                      </p:to>
                                    </p:set>
                                    <p:animEffect transition="in" filter="box(out)">
                                      <p:cBhvr>
                                        <p:cTn id="12" dur="500"/>
                                        <p:tgtEl>
                                          <p:spTgt spid="3266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26659">
                                            <p:txEl>
                                              <p:pRg st="2" end="2"/>
                                            </p:txEl>
                                          </p:spTgt>
                                        </p:tgtEl>
                                        <p:attrNameLst>
                                          <p:attrName>style.visibility</p:attrName>
                                        </p:attrNameLst>
                                      </p:cBhvr>
                                      <p:to>
                                        <p:strVal val="visible"/>
                                      </p:to>
                                    </p:set>
                                    <p:animEffect transition="in" filter="box(out)">
                                      <p:cBhvr>
                                        <p:cTn id="17" dur="500"/>
                                        <p:tgtEl>
                                          <p:spTgt spid="3266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26659">
                                            <p:txEl>
                                              <p:pRg st="3" end="3"/>
                                            </p:txEl>
                                          </p:spTgt>
                                        </p:tgtEl>
                                        <p:attrNameLst>
                                          <p:attrName>style.visibility</p:attrName>
                                        </p:attrNameLst>
                                      </p:cBhvr>
                                      <p:to>
                                        <p:strVal val="visible"/>
                                      </p:to>
                                    </p:set>
                                    <p:animEffect transition="in" filter="box(out)">
                                      <p:cBhvr>
                                        <p:cTn id="22" dur="500"/>
                                        <p:tgtEl>
                                          <p:spTgt spid="32665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326659">
                                            <p:txEl>
                                              <p:pRg st="4" end="4"/>
                                            </p:txEl>
                                          </p:spTgt>
                                        </p:tgtEl>
                                        <p:attrNameLst>
                                          <p:attrName>style.visibility</p:attrName>
                                        </p:attrNameLst>
                                      </p:cBhvr>
                                      <p:to>
                                        <p:strVal val="visible"/>
                                      </p:to>
                                    </p:set>
                                    <p:animEffect transition="in" filter="box(out)">
                                      <p:cBhvr>
                                        <p:cTn id="27" dur="500"/>
                                        <p:tgtEl>
                                          <p:spTgt spid="32665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326659">
                                            <p:txEl>
                                              <p:pRg st="5" end="5"/>
                                            </p:txEl>
                                          </p:spTgt>
                                        </p:tgtEl>
                                        <p:attrNameLst>
                                          <p:attrName>style.visibility</p:attrName>
                                        </p:attrNameLst>
                                      </p:cBhvr>
                                      <p:to>
                                        <p:strVal val="visible"/>
                                      </p:to>
                                    </p:set>
                                    <p:animEffect transition="in" filter="box(out)">
                                      <p:cBhvr>
                                        <p:cTn id="32" dur="500"/>
                                        <p:tgtEl>
                                          <p:spTgt spid="32665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326659">
                                            <p:txEl>
                                              <p:pRg st="6" end="6"/>
                                            </p:txEl>
                                          </p:spTgt>
                                        </p:tgtEl>
                                        <p:attrNameLst>
                                          <p:attrName>style.visibility</p:attrName>
                                        </p:attrNameLst>
                                      </p:cBhvr>
                                      <p:to>
                                        <p:strVal val="visible"/>
                                      </p:to>
                                    </p:set>
                                    <p:animEffect transition="in" filter="box(out)">
                                      <p:cBhvr>
                                        <p:cTn id="37" dur="500"/>
                                        <p:tgtEl>
                                          <p:spTgt spid="3266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659" grpId="0" build="p" bldLvl="2"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6E3EABB0-1F28-485B-848C-2139A0207143}" type="datetime1">
              <a:rPr lang="zh-CN" altLang="en-US"/>
              <a:pPr/>
              <a:t>2017/2/24</a:t>
            </a:fld>
            <a:endParaRPr lang="en-US" altLang="zh-CN"/>
          </a:p>
        </p:txBody>
      </p:sp>
      <p:sp>
        <p:nvSpPr>
          <p:cNvPr id="8909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50F0A695-1501-48E1-A4EA-48BF07A46433}" type="slidenum">
              <a:rPr lang="zh-CN" altLang="en-US"/>
              <a:pPr/>
              <a:t>80</a:t>
            </a:fld>
            <a:endParaRPr lang="en-US" altLang="zh-CN"/>
          </a:p>
        </p:txBody>
      </p:sp>
      <p:sp>
        <p:nvSpPr>
          <p:cNvPr id="89092" name="Rectangle 2"/>
          <p:cNvSpPr>
            <a:spLocks noGrp="1" noRot="1" noChangeArrowheads="1"/>
          </p:cNvSpPr>
          <p:nvPr>
            <p:ph type="title"/>
          </p:nvPr>
        </p:nvSpPr>
        <p:spPr>
          <a:xfrm>
            <a:off x="1209675" y="476250"/>
            <a:ext cx="4946650" cy="846138"/>
          </a:xfrm>
        </p:spPr>
        <p:txBody>
          <a:bodyPr/>
          <a:lstStyle/>
          <a:p>
            <a:pPr eaLnBrk="1" hangingPunct="1"/>
            <a:r>
              <a:rPr lang="zh-CN" altLang="en-US" b="1" smtClean="0">
                <a:solidFill>
                  <a:srgbClr val="000099"/>
                </a:solidFill>
                <a:latin typeface="Times New Roman" pitchFamily="18" charset="0"/>
                <a:ea typeface="华文新魏" pitchFamily="2" charset="-122"/>
              </a:rPr>
              <a:t>文法举例</a:t>
            </a:r>
          </a:p>
        </p:txBody>
      </p:sp>
      <p:sp>
        <p:nvSpPr>
          <p:cNvPr id="327683" name="Rectangle 3"/>
          <p:cNvSpPr>
            <a:spLocks noGrp="1" noRot="1" noChangeArrowheads="1"/>
          </p:cNvSpPr>
          <p:nvPr>
            <p:ph type="body" idx="1"/>
          </p:nvPr>
        </p:nvSpPr>
        <p:spPr>
          <a:xfrm>
            <a:off x="611188" y="1412875"/>
            <a:ext cx="7848600" cy="4876800"/>
          </a:xfrm>
        </p:spPr>
        <p:txBody>
          <a:bodyPr/>
          <a:lstStyle/>
          <a:p>
            <a:pPr eaLnBrk="1" hangingPunct="1">
              <a:spcBef>
                <a:spcPct val="50000"/>
              </a:spcBef>
            </a:pP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x|x</a:t>
            </a:r>
            <a:r>
              <a:rPr lang="zh-CN" altLang="en-US" b="1" smtClean="0">
                <a:latin typeface="Times New Roman" pitchFamily="18" charset="0"/>
                <a:ea typeface="华文新魏" pitchFamily="2" charset="-122"/>
              </a:rPr>
              <a:t>是长度为偶数的0、1串} 	</a:t>
            </a:r>
            <a:r>
              <a:rPr lang="en-US" altLang="zh-CN" b="1" smtClean="0">
                <a:latin typeface="Times New Roman" pitchFamily="18" charset="0"/>
                <a:ea typeface="华文新魏" pitchFamily="2" charset="-122"/>
              </a:rPr>
              <a:t>——RL</a:t>
            </a:r>
            <a:endParaRPr lang="zh-CN" altLang="en-US" b="1" smtClean="0">
              <a:latin typeface="Times New Roman" pitchFamily="18" charset="0"/>
              <a:ea typeface="华文新魏" pitchFamily="2" charset="-122"/>
            </a:endParaRPr>
          </a:p>
          <a:p>
            <a:pPr eaLnBrk="1" hangingPunct="1">
              <a:spcBef>
                <a:spcPct val="50000"/>
              </a:spcBef>
              <a:buFont typeface="Wingdings" pitchFamily="2" charset="2"/>
              <a:buNone/>
            </a:pPr>
            <a:r>
              <a:rPr lang="en-US" altLang="zh-CN" b="1" smtClean="0">
                <a:latin typeface="Times New Roman" pitchFamily="18" charset="0"/>
                <a:ea typeface="华文新魏" pitchFamily="2" charset="-122"/>
              </a:rPr>
              <a:t>		S→00S|01S|10S|11S|ε</a:t>
            </a:r>
          </a:p>
          <a:p>
            <a:pPr eaLnBrk="1" hangingPunct="1">
              <a:spcBef>
                <a:spcPct val="50000"/>
              </a:spcBef>
            </a:pPr>
            <a:r>
              <a:rPr lang="en-US" altLang="zh-CN" b="1" smtClean="0">
                <a:latin typeface="Times New Roman" pitchFamily="18" charset="0"/>
                <a:ea typeface="华文新魏" pitchFamily="2" charset="-122"/>
              </a:rPr>
              <a:t>{0</a:t>
            </a:r>
            <a:r>
              <a:rPr lang="en-US" altLang="zh-CN" b="1" baseline="30000" smtClean="0">
                <a:latin typeface="Times New Roman" pitchFamily="18" charset="0"/>
                <a:ea typeface="华文新魏" pitchFamily="2" charset="-122"/>
                <a:sym typeface="Symbol" pitchFamily="18" charset="2"/>
              </a:rPr>
              <a:t>m</a:t>
            </a:r>
            <a:r>
              <a:rPr lang="en-US" altLang="zh-CN" b="1" smtClean="0">
                <a:latin typeface="Times New Roman" pitchFamily="18" charset="0"/>
                <a:ea typeface="华文新魏" pitchFamily="2" charset="-122"/>
              </a:rPr>
              <a:t>1</a:t>
            </a:r>
            <a:r>
              <a:rPr lang="en-US" altLang="zh-CN" b="1" baseline="30000" smtClean="0">
                <a:latin typeface="Times New Roman" pitchFamily="18" charset="0"/>
                <a:ea typeface="华文新魏" pitchFamily="2" charset="-122"/>
                <a:sym typeface="Symbol" pitchFamily="18" charset="2"/>
              </a:rPr>
              <a:t>n</a:t>
            </a:r>
            <a:r>
              <a:rPr lang="en-US" altLang="zh-CN" b="1" smtClean="0">
                <a:latin typeface="Times New Roman" pitchFamily="18" charset="0"/>
                <a:ea typeface="华文新魏" pitchFamily="2" charset="-122"/>
                <a:sym typeface="Symbol" pitchFamily="18" charset="2"/>
              </a:rPr>
              <a:t> </a:t>
            </a:r>
            <a:r>
              <a:rPr lang="en-US" altLang="zh-CN" b="1" smtClean="0">
                <a:latin typeface="Times New Roman" pitchFamily="18" charset="0"/>
                <a:ea typeface="华文新魏" pitchFamily="2" charset="-122"/>
              </a:rPr>
              <a:t>|m,n≥ 1}			——RL</a:t>
            </a:r>
          </a:p>
          <a:p>
            <a:pPr eaLnBrk="1" hangingPunct="1">
              <a:spcBef>
                <a:spcPct val="50000"/>
              </a:spcBef>
              <a:buFont typeface="Wingdings" pitchFamily="2" charset="2"/>
              <a:buNone/>
            </a:pPr>
            <a:r>
              <a:rPr lang="en-US" altLang="zh-CN" b="1" smtClean="0">
                <a:latin typeface="Times New Roman" pitchFamily="18" charset="0"/>
                <a:ea typeface="华文新魏" pitchFamily="2" charset="-122"/>
              </a:rPr>
              <a:t>		S→0S|0A		A→1A|1</a:t>
            </a:r>
          </a:p>
          <a:p>
            <a:pPr eaLnBrk="1" hangingPunct="1">
              <a:spcBef>
                <a:spcPct val="50000"/>
              </a:spcBef>
            </a:pPr>
            <a:r>
              <a:rPr lang="en-US" altLang="zh-CN" b="1" smtClean="0">
                <a:latin typeface="Times New Roman" pitchFamily="18" charset="0"/>
                <a:ea typeface="华文新魏" pitchFamily="2" charset="-122"/>
              </a:rPr>
              <a:t>{0</a:t>
            </a:r>
            <a:r>
              <a:rPr lang="en-US" altLang="zh-CN" b="1" baseline="30000" smtClean="0">
                <a:latin typeface="Times New Roman" pitchFamily="18" charset="0"/>
                <a:ea typeface="华文新魏" pitchFamily="2" charset="-122"/>
                <a:sym typeface="Symbol" pitchFamily="18" charset="2"/>
              </a:rPr>
              <a:t>n</a:t>
            </a:r>
            <a:r>
              <a:rPr lang="en-US" altLang="zh-CN" b="1" smtClean="0">
                <a:latin typeface="Times New Roman" pitchFamily="18" charset="0"/>
                <a:ea typeface="华文新魏" pitchFamily="2" charset="-122"/>
              </a:rPr>
              <a:t>1</a:t>
            </a:r>
            <a:r>
              <a:rPr lang="en-US" altLang="zh-CN" b="1" baseline="30000" smtClean="0">
                <a:latin typeface="Times New Roman" pitchFamily="18" charset="0"/>
                <a:ea typeface="华文新魏" pitchFamily="2" charset="-122"/>
                <a:sym typeface="Symbol" pitchFamily="18" charset="2"/>
              </a:rPr>
              <a:t>n</a:t>
            </a:r>
            <a:r>
              <a:rPr lang="en-US" altLang="zh-CN" b="1" smtClean="0">
                <a:latin typeface="Times New Roman" pitchFamily="18" charset="0"/>
                <a:ea typeface="华文新魏" pitchFamily="2" charset="-122"/>
                <a:sym typeface="Symbol" pitchFamily="18" charset="2"/>
              </a:rPr>
              <a:t> </a:t>
            </a:r>
            <a:r>
              <a:rPr lang="en-US" altLang="zh-CN" b="1" smtClean="0">
                <a:latin typeface="Times New Roman" pitchFamily="18" charset="0"/>
                <a:ea typeface="华文新魏" pitchFamily="2" charset="-122"/>
              </a:rPr>
              <a:t>|n≥ 1}			——CFL</a:t>
            </a:r>
          </a:p>
          <a:p>
            <a:pPr eaLnBrk="1" hangingPunct="1">
              <a:spcBef>
                <a:spcPct val="50000"/>
              </a:spcBef>
              <a:buFont typeface="Wingdings" pitchFamily="2" charset="2"/>
              <a:buNone/>
            </a:pPr>
            <a:r>
              <a:rPr lang="en-US" altLang="zh-CN" b="1" smtClean="0">
                <a:latin typeface="Times New Roman" pitchFamily="18" charset="0"/>
                <a:ea typeface="华文新魏" pitchFamily="2" charset="-122"/>
              </a:rPr>
              <a:t>		S→0S1|01</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56749138-9C75-427B-8064-4D4D8D0144ED}" type="datetime1">
              <a:rPr lang="zh-CN" altLang="en-US"/>
              <a:pPr/>
              <a:t>2017/2/24</a:t>
            </a:fld>
            <a:endParaRPr lang="en-US" altLang="zh-CN"/>
          </a:p>
        </p:txBody>
      </p:sp>
      <p:sp>
        <p:nvSpPr>
          <p:cNvPr id="9011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5EF30C7E-0E14-48A6-A0A6-8B860B3A8770}" type="slidenum">
              <a:rPr lang="zh-CN" altLang="en-US"/>
              <a:pPr/>
              <a:t>81</a:t>
            </a:fld>
            <a:endParaRPr lang="en-US" altLang="zh-CN"/>
          </a:p>
        </p:txBody>
      </p:sp>
      <p:sp>
        <p:nvSpPr>
          <p:cNvPr id="90116" name="Rectangle 2"/>
          <p:cNvSpPr>
            <a:spLocks noGrp="1" noRot="1" noChangeArrowheads="1"/>
          </p:cNvSpPr>
          <p:nvPr>
            <p:ph type="title"/>
          </p:nvPr>
        </p:nvSpPr>
        <p:spPr>
          <a:xfrm>
            <a:off x="323850" y="215900"/>
            <a:ext cx="8540750" cy="765175"/>
          </a:xfrm>
        </p:spPr>
        <p:txBody>
          <a:bodyPr/>
          <a:lstStyle/>
          <a:p>
            <a:pPr eaLnBrk="1" hangingPunct="1"/>
            <a:r>
              <a:rPr lang="zh-CN" altLang="en-US" b="1" smtClean="0">
                <a:solidFill>
                  <a:srgbClr val="000099"/>
                </a:solidFill>
                <a:latin typeface="Times New Roman" pitchFamily="18" charset="0"/>
                <a:ea typeface="华文新魏" pitchFamily="2" charset="-122"/>
              </a:rPr>
              <a:t>文法举例</a:t>
            </a:r>
          </a:p>
        </p:txBody>
      </p:sp>
      <p:sp>
        <p:nvSpPr>
          <p:cNvPr id="510979" name="Rectangle 3"/>
          <p:cNvSpPr>
            <a:spLocks noGrp="1" noRot="1" noChangeArrowheads="1"/>
          </p:cNvSpPr>
          <p:nvPr>
            <p:ph type="body" idx="1"/>
          </p:nvPr>
        </p:nvSpPr>
        <p:spPr>
          <a:xfrm>
            <a:off x="323850" y="836613"/>
            <a:ext cx="8631238" cy="5761037"/>
          </a:xfrm>
        </p:spPr>
        <p:txBody>
          <a:bodyPr/>
          <a:lstStyle/>
          <a:p>
            <a:pPr marL="457200" indent="-457200" eaLnBrk="1" hangingPunct="1">
              <a:lnSpc>
                <a:spcPct val="90000"/>
              </a:lnSpc>
              <a:spcBef>
                <a:spcPct val="0"/>
              </a:spcBef>
            </a:pPr>
            <a:r>
              <a:rPr lang="en-US" altLang="zh-CN" sz="2800" b="1" smtClean="0">
                <a:latin typeface="Times New Roman" pitchFamily="18" charset="0"/>
                <a:ea typeface="华文新魏" pitchFamily="2" charset="-122"/>
              </a:rPr>
              <a:t>{ww</a:t>
            </a:r>
            <a:r>
              <a:rPr lang="en-US" altLang="zh-CN" sz="2800" b="1" smtClean="0">
                <a:latin typeface="Times New Roman" pitchFamily="18" charset="0"/>
                <a:ea typeface="华文新魏" pitchFamily="2" charset="-122"/>
                <a:sym typeface="Symbol" pitchFamily="18" charset="2"/>
              </a:rPr>
              <a:t> </a:t>
            </a:r>
            <a:r>
              <a:rPr lang="en-US" altLang="zh-CN" sz="2800" b="1" smtClean="0">
                <a:latin typeface="Times New Roman" pitchFamily="18" charset="0"/>
                <a:ea typeface="华文新魏" pitchFamily="2" charset="-122"/>
              </a:rPr>
              <a:t>|w∈{a,b}</a:t>
            </a:r>
            <a:r>
              <a:rPr lang="en-US" altLang="zh-CN" sz="2800" b="1" baseline="30000" smtClean="0">
                <a:latin typeface="Times New Roman" pitchFamily="18" charset="0"/>
                <a:ea typeface="华文新魏" pitchFamily="2" charset="-122"/>
              </a:rPr>
              <a:t>+</a:t>
            </a:r>
            <a:r>
              <a:rPr lang="en-US" altLang="zh-CN" sz="2800" b="1" smtClean="0">
                <a:latin typeface="Times New Roman" pitchFamily="18" charset="0"/>
                <a:ea typeface="华文新魏" pitchFamily="2" charset="-122"/>
              </a:rPr>
              <a:t>}</a:t>
            </a:r>
          </a:p>
          <a:p>
            <a:pPr marL="457200" indent="-457200" eaLnBrk="1" hangingPunct="1">
              <a:lnSpc>
                <a:spcPct val="90000"/>
              </a:lnSpc>
              <a:spcBef>
                <a:spcPct val="50000"/>
              </a:spcBef>
              <a:buFont typeface="Wingdings" pitchFamily="2" charset="2"/>
              <a:buNone/>
            </a:pPr>
            <a:r>
              <a:rPr lang="en-US" altLang="zh-CN" sz="2800" b="1" smtClean="0">
                <a:latin typeface="Times New Roman" pitchFamily="18" charset="0"/>
                <a:ea typeface="华文新魏" pitchFamily="2" charset="-122"/>
              </a:rPr>
              <a:t>G</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S→aCAE|bCBE 			——PSG	</a:t>
            </a:r>
          </a:p>
          <a:p>
            <a:pPr marL="457200" indent="-457200" eaLnBrk="1" hangingPunct="1">
              <a:lnSpc>
                <a:spcPct val="90000"/>
              </a:lnSpc>
              <a:spcBef>
                <a:spcPct val="0"/>
              </a:spcBef>
              <a:buFont typeface="Wingdings" pitchFamily="2" charset="2"/>
              <a:buNone/>
            </a:pPr>
            <a:r>
              <a:rPr lang="en-US" altLang="zh-CN" sz="2800" b="1" smtClean="0">
                <a:latin typeface="Times New Roman" pitchFamily="18" charset="0"/>
                <a:ea typeface="华文新魏" pitchFamily="2" charset="-122"/>
              </a:rPr>
              <a:t>	Aa→aA     Ab→bA     AE→aRE	</a:t>
            </a:r>
          </a:p>
          <a:p>
            <a:pPr marL="457200" indent="-457200" eaLnBrk="1" hangingPunct="1">
              <a:lnSpc>
                <a:spcPct val="90000"/>
              </a:lnSpc>
              <a:spcBef>
                <a:spcPct val="0"/>
              </a:spcBef>
              <a:buFont typeface="Wingdings" pitchFamily="2" charset="2"/>
              <a:buNone/>
            </a:pPr>
            <a:r>
              <a:rPr lang="en-US" altLang="zh-CN" sz="2800" b="1" smtClean="0">
                <a:latin typeface="Times New Roman" pitchFamily="18" charset="0"/>
                <a:ea typeface="华文新魏" pitchFamily="2" charset="-122"/>
              </a:rPr>
              <a:t>	Ba→aB     Bb→bB      BE→bRE</a:t>
            </a:r>
          </a:p>
          <a:p>
            <a:pPr marL="457200" indent="-457200" eaLnBrk="1" hangingPunct="1">
              <a:lnSpc>
                <a:spcPct val="90000"/>
              </a:lnSpc>
              <a:spcBef>
                <a:spcPct val="0"/>
              </a:spcBef>
              <a:buFont typeface="Wingdings" pitchFamily="2" charset="2"/>
              <a:buNone/>
            </a:pPr>
            <a:r>
              <a:rPr lang="en-US" altLang="zh-CN" sz="2800" b="1" smtClean="0">
                <a:latin typeface="Times New Roman" pitchFamily="18" charset="0"/>
                <a:ea typeface="华文新魏" pitchFamily="2" charset="-122"/>
              </a:rPr>
              <a:t>	 aR→Ra    bR→Rb</a:t>
            </a:r>
          </a:p>
          <a:p>
            <a:pPr marL="457200" indent="-457200" eaLnBrk="1" hangingPunct="1">
              <a:lnSpc>
                <a:spcPct val="90000"/>
              </a:lnSpc>
              <a:spcBef>
                <a:spcPct val="0"/>
              </a:spcBef>
              <a:buFont typeface="Wingdings" pitchFamily="2" charset="2"/>
              <a:buNone/>
            </a:pPr>
            <a:r>
              <a:rPr lang="en-US" altLang="zh-CN" sz="2800" b="1" smtClean="0">
                <a:latin typeface="Times New Roman" pitchFamily="18" charset="0"/>
                <a:ea typeface="华文新魏" pitchFamily="2" charset="-122"/>
              </a:rPr>
              <a:t>	CR→aCA|bCB</a:t>
            </a:r>
          </a:p>
          <a:p>
            <a:pPr marL="457200" indent="-457200" eaLnBrk="1" hangingPunct="1">
              <a:lnSpc>
                <a:spcPct val="90000"/>
              </a:lnSpc>
              <a:spcBef>
                <a:spcPct val="0"/>
              </a:spcBef>
              <a:buFont typeface="Wingdings" pitchFamily="2" charset="2"/>
              <a:buNone/>
            </a:pPr>
            <a:r>
              <a:rPr lang="en-US" altLang="zh-CN" sz="2800" b="1" smtClean="0">
                <a:latin typeface="Times New Roman" pitchFamily="18" charset="0"/>
                <a:ea typeface="华文新魏" pitchFamily="2" charset="-122"/>
              </a:rPr>
              <a:t>	RE→D    aD→Da    bD→Db    CD→ε</a:t>
            </a:r>
          </a:p>
          <a:p>
            <a:pPr marL="457200" indent="-457200" eaLnBrk="1" hangingPunct="1">
              <a:lnSpc>
                <a:spcPct val="90000"/>
              </a:lnSpc>
              <a:spcBef>
                <a:spcPct val="0"/>
              </a:spcBef>
              <a:buFont typeface="Wingdings" pitchFamily="2" charset="2"/>
              <a:buNone/>
            </a:pPr>
            <a:r>
              <a:rPr lang="zh-CN" altLang="en-US" sz="2800" b="1" smtClean="0">
                <a:latin typeface="Times New Roman" pitchFamily="18" charset="0"/>
                <a:ea typeface="华文新魏" pitchFamily="2" charset="-122"/>
              </a:rPr>
              <a:t>派生过程：</a:t>
            </a:r>
          </a:p>
          <a:p>
            <a:pPr marL="457200" indent="-457200" eaLnBrk="1" hangingPunct="1">
              <a:lnSpc>
                <a:spcPct val="90000"/>
              </a:lnSpc>
              <a:spcBef>
                <a:spcPct val="0"/>
              </a:spcBef>
              <a:buFont typeface="Wingdings" pitchFamily="2" charset="2"/>
              <a:buNone/>
            </a:pPr>
            <a:r>
              <a:rPr lang="en-US" altLang="zh-CN" sz="2800" b="1" smtClean="0">
                <a:latin typeface="Times New Roman" pitchFamily="18" charset="0"/>
                <a:ea typeface="华文新魏" pitchFamily="2" charset="-122"/>
              </a:rPr>
              <a:t>S</a:t>
            </a:r>
            <a:r>
              <a:rPr kumimoji="1" lang="en-US" altLang="zh-CN" sz="2800" b="1" smtClean="0">
                <a:latin typeface="Times New Roman" pitchFamily="18" charset="0"/>
                <a:sym typeface="Symbol" pitchFamily="18" charset="2"/>
              </a:rPr>
              <a:t></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CA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E</a:t>
            </a:r>
            <a:r>
              <a:rPr kumimoji="1" lang="en-US" altLang="zh-CN" sz="2800" b="1" smtClean="0">
                <a:latin typeface="Times New Roman" pitchFamily="18" charset="0"/>
                <a:sym typeface="Symbol" pitchFamily="18" charset="2"/>
              </a:rPr>
              <a:t></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Ca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RE</a:t>
            </a:r>
            <a:r>
              <a:rPr kumimoji="1" lang="en-US" altLang="zh-CN" sz="2800" b="1" smtClean="0">
                <a:latin typeface="Times New Roman" pitchFamily="18" charset="0"/>
                <a:sym typeface="Symbol" pitchFamily="18" charset="2"/>
              </a:rPr>
              <a:t></a:t>
            </a:r>
            <a:r>
              <a:rPr kumimoji="1" lang="en-US" altLang="zh-CN" sz="2800" b="1" baseline="30000" smtClean="0">
                <a:latin typeface="Times New Roman" pitchFamily="18" charset="0"/>
                <a:sym typeface="Symbol" pitchFamily="18" charset="2"/>
              </a:rPr>
              <a:t>+</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a:t>
            </a:r>
            <a:r>
              <a:rPr lang="en-US" altLang="zh-CN" sz="2800" b="1" smtClean="0">
                <a:latin typeface="Times New Roman" pitchFamily="18" charset="0"/>
                <a:ea typeface="华文新魏" pitchFamily="2" charset="-122"/>
              </a:rPr>
              <a:t>CA</a:t>
            </a:r>
            <a:r>
              <a:rPr lang="en-US" altLang="zh-CN" sz="2800" b="1" baseline="-25000" smtClean="0">
                <a:latin typeface="Times New Roman" pitchFamily="18" charset="0"/>
                <a:ea typeface="华文新魏" pitchFamily="2" charset="-122"/>
              </a:rPr>
              <a:t>i</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i-1</a:t>
            </a:r>
            <a:r>
              <a:rPr lang="en-US" altLang="zh-CN" sz="2800" b="1" smtClean="0">
                <a:latin typeface="Times New Roman" pitchFamily="18" charset="0"/>
                <a:ea typeface="华文新魏" pitchFamily="2" charset="-122"/>
              </a:rPr>
              <a:t>E</a:t>
            </a:r>
          </a:p>
          <a:p>
            <a:pPr marL="457200" indent="-457200" eaLnBrk="1" hangingPunct="1">
              <a:lnSpc>
                <a:spcPct val="90000"/>
              </a:lnSpc>
              <a:spcBef>
                <a:spcPct val="0"/>
              </a:spcBef>
              <a:buFont typeface="Wingdings" pitchFamily="2" charset="2"/>
              <a:buNone/>
            </a:pPr>
            <a:r>
              <a:rPr lang="en-US" altLang="zh-CN" sz="2800" b="1" smtClean="0">
                <a:latin typeface="Times New Roman" pitchFamily="18" charset="0"/>
                <a:ea typeface="华文新魏" pitchFamily="2" charset="-122"/>
              </a:rPr>
              <a:t>      </a:t>
            </a:r>
            <a:r>
              <a:rPr kumimoji="1" lang="en-US" altLang="zh-CN" sz="2800" b="1" smtClean="0">
                <a:latin typeface="Times New Roman" pitchFamily="18" charset="0"/>
                <a:sym typeface="Symbol" pitchFamily="18" charset="2"/>
              </a:rPr>
              <a:t></a:t>
            </a:r>
            <a:r>
              <a:rPr kumimoji="1" lang="en-US" altLang="zh-CN" sz="2800" b="1" baseline="30000" smtClean="0">
                <a:latin typeface="Times New Roman" pitchFamily="18" charset="0"/>
                <a:sym typeface="Symbol" pitchFamily="18" charset="2"/>
              </a:rPr>
              <a:t>+</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a:t>
            </a:r>
            <a:r>
              <a:rPr lang="en-US" altLang="zh-CN" sz="2800" b="1" smtClean="0">
                <a:latin typeface="Times New Roman" pitchFamily="18" charset="0"/>
                <a:ea typeface="华文新魏" pitchFamily="2" charset="-122"/>
              </a:rPr>
              <a:t>Ca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a:t>
            </a:r>
            <a:r>
              <a:rPr lang="en-US" altLang="zh-CN" sz="2800" b="1" smtClean="0">
                <a:latin typeface="Times New Roman" pitchFamily="18" charset="0"/>
                <a:ea typeface="华文新魏" pitchFamily="2" charset="-122"/>
              </a:rPr>
              <a:t>E </a:t>
            </a:r>
            <a:r>
              <a:rPr kumimoji="1" lang="en-US" altLang="zh-CN" sz="2800" b="1" smtClean="0">
                <a:latin typeface="Times New Roman" pitchFamily="18" charset="0"/>
                <a:sym typeface="Symbol" pitchFamily="18" charset="2"/>
              </a:rPr>
              <a:t></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a:t>
            </a:r>
            <a:r>
              <a:rPr lang="en-US" altLang="zh-CN" sz="2800" b="1" smtClean="0">
                <a:latin typeface="Times New Roman" pitchFamily="18" charset="0"/>
                <a:ea typeface="华文新魏" pitchFamily="2" charset="-122"/>
              </a:rPr>
              <a:t>Ca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a:t>
            </a:r>
            <a:r>
              <a:rPr lang="en-US" altLang="zh-CN" sz="2800" b="1" smtClean="0">
                <a:latin typeface="Times New Roman" pitchFamily="18" charset="0"/>
                <a:ea typeface="华文新魏" pitchFamily="2" charset="-122"/>
              </a:rPr>
              <a:t>RE </a:t>
            </a:r>
            <a:r>
              <a:rPr kumimoji="1" lang="en-US" altLang="zh-CN" sz="2800" b="1" smtClean="0">
                <a:latin typeface="Times New Roman" pitchFamily="18" charset="0"/>
                <a:sym typeface="Symbol" pitchFamily="18" charset="2"/>
              </a:rPr>
              <a:t></a:t>
            </a:r>
            <a:r>
              <a:rPr kumimoji="1" lang="en-US" altLang="zh-CN" sz="2800" b="1" baseline="30000" smtClean="0">
                <a:latin typeface="Times New Roman" pitchFamily="18" charset="0"/>
                <a:sym typeface="Symbol" pitchFamily="18" charset="2"/>
              </a:rPr>
              <a:t>+</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a:t>
            </a:r>
            <a:r>
              <a:rPr lang="en-US" altLang="zh-CN" sz="2800" b="1" smtClean="0">
                <a:latin typeface="Times New Roman" pitchFamily="18" charset="0"/>
                <a:ea typeface="华文新魏" pitchFamily="2" charset="-122"/>
              </a:rPr>
              <a:t>CRa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a:t>
            </a:r>
            <a:r>
              <a:rPr lang="en-US" altLang="zh-CN" sz="2800" b="1" smtClean="0">
                <a:latin typeface="Times New Roman" pitchFamily="18" charset="0"/>
                <a:ea typeface="华文新魏" pitchFamily="2" charset="-122"/>
              </a:rPr>
              <a:t>E</a:t>
            </a:r>
          </a:p>
          <a:p>
            <a:pPr marL="457200" indent="-457200" eaLnBrk="1" hangingPunct="1">
              <a:lnSpc>
                <a:spcPct val="90000"/>
              </a:lnSpc>
              <a:spcBef>
                <a:spcPct val="0"/>
              </a:spcBef>
              <a:buFont typeface="Wingdings" pitchFamily="2" charset="2"/>
              <a:buNone/>
            </a:pPr>
            <a:r>
              <a:rPr kumimoji="1" lang="en-US" altLang="zh-CN" sz="2800" b="1" smtClean="0">
                <a:latin typeface="Times New Roman" pitchFamily="18" charset="0"/>
                <a:sym typeface="Symbol" pitchFamily="18" charset="2"/>
              </a:rPr>
              <a:t>     </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i+1</a:t>
            </a:r>
            <a:r>
              <a:rPr lang="en-US" altLang="zh-CN" sz="2800" b="1" smtClean="0">
                <a:latin typeface="Times New Roman" pitchFamily="18" charset="0"/>
                <a:ea typeface="华文新魏" pitchFamily="2" charset="-122"/>
              </a:rPr>
              <a:t>CA</a:t>
            </a:r>
            <a:r>
              <a:rPr lang="en-US" altLang="zh-CN" sz="2800" b="1" baseline="-25000" smtClean="0">
                <a:latin typeface="Times New Roman" pitchFamily="18" charset="0"/>
                <a:ea typeface="华文新魏" pitchFamily="2" charset="-122"/>
              </a:rPr>
              <a:t>i+1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a:t>
            </a:r>
            <a:r>
              <a:rPr lang="en-US" altLang="zh-CN" sz="2800" b="1" smtClean="0">
                <a:latin typeface="Times New Roman" pitchFamily="18" charset="0"/>
                <a:ea typeface="华文新魏" pitchFamily="2" charset="-122"/>
              </a:rPr>
              <a:t>RE </a:t>
            </a:r>
            <a:r>
              <a:rPr kumimoji="1" lang="en-US" altLang="zh-CN" sz="2800" b="1" smtClean="0">
                <a:latin typeface="Times New Roman" pitchFamily="18" charset="0"/>
                <a:sym typeface="Symbol" pitchFamily="18" charset="2"/>
              </a:rPr>
              <a:t></a:t>
            </a:r>
            <a:r>
              <a:rPr kumimoji="1" lang="en-US" altLang="zh-CN" sz="2800" b="1" baseline="30000" smtClean="0">
                <a:latin typeface="Times New Roman" pitchFamily="18" charset="0"/>
                <a:sym typeface="Symbol" pitchFamily="18" charset="2"/>
              </a:rPr>
              <a:t>+</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Ca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RE </a:t>
            </a:r>
            <a:r>
              <a:rPr kumimoji="1" lang="en-US" altLang="zh-CN" sz="2800" b="1" smtClean="0">
                <a:latin typeface="Times New Roman" pitchFamily="18" charset="0"/>
                <a:sym typeface="Symbol" pitchFamily="18" charset="2"/>
              </a:rPr>
              <a:t></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Ca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D</a:t>
            </a:r>
            <a:r>
              <a:rPr kumimoji="1" lang="en-US" altLang="zh-CN" sz="2800" b="1" smtClean="0">
                <a:latin typeface="Times New Roman" pitchFamily="18" charset="0"/>
                <a:sym typeface="Symbol" pitchFamily="18" charset="2"/>
              </a:rPr>
              <a:t></a:t>
            </a:r>
            <a:r>
              <a:rPr kumimoji="1" lang="en-US" altLang="zh-CN" sz="2800" b="1" baseline="30000" smtClean="0">
                <a:latin typeface="Times New Roman" pitchFamily="18" charset="0"/>
                <a:sym typeface="Symbol" pitchFamily="18" charset="2"/>
              </a:rPr>
              <a:t>+</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CDa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 </a:t>
            </a:r>
            <a:r>
              <a:rPr kumimoji="1" lang="en-US" altLang="zh-CN" sz="2800" b="1" smtClean="0">
                <a:latin typeface="Times New Roman" pitchFamily="18" charset="0"/>
                <a:sym typeface="Symbol" pitchFamily="18" charset="2"/>
              </a:rPr>
              <a:t></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 </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日期占位符 3"/>
          <p:cNvSpPr txBox="1">
            <a:spLocks noGrp="1"/>
          </p:cNvSpPr>
          <p:nvPr/>
        </p:nvSpPr>
        <p:spPr bwMode="auto">
          <a:xfrm>
            <a:off x="301625" y="6245225"/>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8F01A9C-5332-4BA6-891B-5455C5277EEB}" type="datetime1">
              <a:rPr lang="zh-CN" altLang="en-US" sz="1400"/>
              <a:pPr eaLnBrk="1" hangingPunct="1"/>
              <a:t>2017/2/24</a:t>
            </a:fld>
            <a:endParaRPr lang="en-US" altLang="zh-CN" sz="1400"/>
          </a:p>
        </p:txBody>
      </p:sp>
      <p:sp>
        <p:nvSpPr>
          <p:cNvPr id="143363" name="灯片编号占位符 5"/>
          <p:cNvSpPr txBox="1">
            <a:spLocks noGrp="1"/>
          </p:cNvSpPr>
          <p:nvPr/>
        </p:nvSpPr>
        <p:spPr bwMode="auto">
          <a:xfrm>
            <a:off x="6553200" y="6245225"/>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fld id="{FD264C90-A050-40A5-BF78-A34E343B0B62}" type="slidenum">
              <a:rPr lang="zh-CN" altLang="en-US" sz="1400"/>
              <a:pPr algn="r" eaLnBrk="1" hangingPunct="1"/>
              <a:t>82</a:t>
            </a:fld>
            <a:endParaRPr lang="en-US" altLang="zh-CN" sz="1400"/>
          </a:p>
        </p:txBody>
      </p:sp>
      <p:sp>
        <p:nvSpPr>
          <p:cNvPr id="143364" name="Rectangle 2"/>
          <p:cNvSpPr>
            <a:spLocks noGrp="1" noRot="1" noChangeArrowheads="1"/>
          </p:cNvSpPr>
          <p:nvPr>
            <p:ph type="title" idx="4294967295"/>
          </p:nvPr>
        </p:nvSpPr>
        <p:spPr>
          <a:xfrm>
            <a:off x="323850" y="215900"/>
            <a:ext cx="8540750" cy="765175"/>
          </a:xfrm>
        </p:spPr>
        <p:txBody>
          <a:bodyPr/>
          <a:lstStyle/>
          <a:p>
            <a:pPr eaLnBrk="1" hangingPunct="1"/>
            <a:r>
              <a:rPr lang="zh-CN" altLang="en-US" b="1" smtClean="0">
                <a:solidFill>
                  <a:srgbClr val="000099"/>
                </a:solidFill>
                <a:latin typeface="Times New Roman" pitchFamily="18" charset="0"/>
                <a:ea typeface="华文新魏" pitchFamily="2" charset="-122"/>
              </a:rPr>
              <a:t>文法举例</a:t>
            </a:r>
          </a:p>
        </p:txBody>
      </p:sp>
      <p:sp>
        <p:nvSpPr>
          <p:cNvPr id="510979" name="Rectangle 3"/>
          <p:cNvSpPr>
            <a:spLocks noGrp="1" noRot="1" noChangeArrowheads="1"/>
          </p:cNvSpPr>
          <p:nvPr>
            <p:ph type="body" idx="4294967295"/>
          </p:nvPr>
        </p:nvSpPr>
        <p:spPr>
          <a:xfrm>
            <a:off x="323850" y="836613"/>
            <a:ext cx="8631238" cy="6021387"/>
          </a:xfrm>
        </p:spPr>
        <p:txBody>
          <a:bodyPr/>
          <a:lstStyle/>
          <a:p>
            <a:pPr marL="457200" indent="-457200" eaLnBrk="1" hangingPunct="1">
              <a:lnSpc>
                <a:spcPct val="80000"/>
              </a:lnSpc>
              <a:spcBef>
                <a:spcPct val="0"/>
              </a:spcBef>
            </a:pPr>
            <a:r>
              <a:rPr lang="en-US" altLang="zh-CN" sz="2800" b="1" smtClean="0">
                <a:latin typeface="Times New Roman" pitchFamily="18" charset="0"/>
                <a:ea typeface="华文新魏" pitchFamily="2" charset="-122"/>
              </a:rPr>
              <a:t>{ww</a:t>
            </a:r>
            <a:r>
              <a:rPr lang="en-US" altLang="zh-CN" sz="2800" b="1" smtClean="0">
                <a:latin typeface="Times New Roman" pitchFamily="18" charset="0"/>
                <a:ea typeface="华文新魏" pitchFamily="2" charset="-122"/>
                <a:sym typeface="Symbol" pitchFamily="18" charset="2"/>
              </a:rPr>
              <a:t> </a:t>
            </a:r>
            <a:r>
              <a:rPr lang="en-US" altLang="zh-CN" sz="2800" b="1" smtClean="0">
                <a:latin typeface="Times New Roman" pitchFamily="18" charset="0"/>
                <a:ea typeface="华文新魏" pitchFamily="2" charset="-122"/>
              </a:rPr>
              <a:t>|w∈{a,b}</a:t>
            </a:r>
            <a:r>
              <a:rPr lang="en-US" altLang="zh-CN" sz="2800" b="1" baseline="30000" smtClean="0">
                <a:latin typeface="Times New Roman" pitchFamily="18" charset="0"/>
                <a:ea typeface="华文新魏" pitchFamily="2" charset="-122"/>
              </a:rPr>
              <a:t>+</a:t>
            </a:r>
            <a:r>
              <a:rPr lang="en-US" altLang="zh-CN" sz="2800" b="1" smtClean="0">
                <a:latin typeface="Times New Roman" pitchFamily="18" charset="0"/>
                <a:ea typeface="华文新魏" pitchFamily="2" charset="-122"/>
              </a:rPr>
              <a:t>}</a:t>
            </a:r>
          </a:p>
          <a:p>
            <a:pPr marL="457200" indent="-457200" eaLnBrk="1" hangingPunct="1">
              <a:lnSpc>
                <a:spcPct val="80000"/>
              </a:lnSpc>
              <a:spcBef>
                <a:spcPct val="50000"/>
              </a:spcBef>
              <a:buFont typeface="Wingdings" pitchFamily="2" charset="2"/>
              <a:buNone/>
            </a:pPr>
            <a:r>
              <a:rPr lang="en-US" altLang="zh-CN" sz="2800" b="1" smtClean="0">
                <a:latin typeface="Times New Roman" pitchFamily="18" charset="0"/>
                <a:ea typeface="华文新魏" pitchFamily="2" charset="-122"/>
              </a:rPr>
              <a:t>G</a:t>
            </a:r>
            <a:r>
              <a:rPr lang="en-US" altLang="zh-CN" sz="2800" b="1" baseline="-25000" smtClean="0">
                <a:latin typeface="Times New Roman" pitchFamily="18" charset="0"/>
                <a:ea typeface="华文新魏" pitchFamily="2" charset="-122"/>
              </a:rPr>
              <a:t>2</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S→ aSA|bSB | aCA|bCB		——PSG</a:t>
            </a:r>
          </a:p>
          <a:p>
            <a:pPr marL="457200" indent="-457200" eaLnBrk="1" hangingPunct="1">
              <a:lnSpc>
                <a:spcPct val="80000"/>
              </a:lnSpc>
              <a:spcBef>
                <a:spcPct val="0"/>
              </a:spcBef>
              <a:buFont typeface="Wingdings" pitchFamily="2" charset="2"/>
              <a:buNone/>
            </a:pPr>
            <a:r>
              <a:rPr lang="en-US" altLang="zh-CN" sz="2800" b="1" smtClean="0">
                <a:latin typeface="Times New Roman" pitchFamily="18" charset="0"/>
                <a:ea typeface="华文新魏" pitchFamily="2" charset="-122"/>
              </a:rPr>
              <a:t>	aA→Aa 		bA→Ab</a:t>
            </a:r>
          </a:p>
          <a:p>
            <a:pPr marL="457200" indent="-457200" eaLnBrk="1" hangingPunct="1">
              <a:lnSpc>
                <a:spcPct val="80000"/>
              </a:lnSpc>
              <a:spcBef>
                <a:spcPct val="0"/>
              </a:spcBef>
              <a:buFont typeface="Wingdings" pitchFamily="2" charset="2"/>
              <a:buNone/>
            </a:pPr>
            <a:r>
              <a:rPr lang="en-US" altLang="zh-CN" sz="2800" b="1" smtClean="0">
                <a:latin typeface="Times New Roman" pitchFamily="18" charset="0"/>
                <a:ea typeface="华文新魏" pitchFamily="2" charset="-122"/>
              </a:rPr>
              <a:t>	aB→Ba 		bB→Bb </a:t>
            </a:r>
          </a:p>
          <a:p>
            <a:pPr marL="457200" indent="-457200" eaLnBrk="1" hangingPunct="1">
              <a:lnSpc>
                <a:spcPct val="80000"/>
              </a:lnSpc>
              <a:spcBef>
                <a:spcPct val="0"/>
              </a:spcBef>
              <a:buFont typeface="Wingdings" pitchFamily="2" charset="2"/>
              <a:buNone/>
            </a:pPr>
            <a:r>
              <a:rPr lang="en-US" altLang="zh-CN" sz="2800" b="1" smtClean="0">
                <a:latin typeface="Times New Roman" pitchFamily="18" charset="0"/>
                <a:ea typeface="华文新魏" pitchFamily="2" charset="-122"/>
              </a:rPr>
              <a:t>	CA→a|Ca</a:t>
            </a:r>
          </a:p>
          <a:p>
            <a:pPr marL="457200" indent="-457200" eaLnBrk="1" hangingPunct="1">
              <a:lnSpc>
                <a:spcPct val="80000"/>
              </a:lnSpc>
              <a:spcBef>
                <a:spcPct val="0"/>
              </a:spcBef>
              <a:buFont typeface="Wingdings" pitchFamily="2" charset="2"/>
              <a:buNone/>
            </a:pPr>
            <a:r>
              <a:rPr lang="en-US" altLang="zh-CN" sz="2800" b="1" smtClean="0">
                <a:latin typeface="Times New Roman" pitchFamily="18" charset="0"/>
                <a:ea typeface="华文新魏" pitchFamily="2" charset="-122"/>
              </a:rPr>
              <a:t>	CB→b|Cb</a:t>
            </a:r>
          </a:p>
          <a:p>
            <a:pPr marL="457200" indent="-457200" eaLnBrk="1" hangingPunct="1">
              <a:lnSpc>
                <a:spcPct val="80000"/>
              </a:lnSpc>
              <a:spcBef>
                <a:spcPct val="0"/>
              </a:spcBef>
              <a:buFont typeface="Wingdings" pitchFamily="2" charset="2"/>
              <a:buNone/>
            </a:pPr>
            <a:r>
              <a:rPr lang="zh-CN" altLang="en-US" sz="2800" b="1" smtClean="0">
                <a:latin typeface="Times New Roman" pitchFamily="18" charset="0"/>
                <a:ea typeface="华文新魏" pitchFamily="2" charset="-122"/>
              </a:rPr>
              <a:t>派生过程：</a:t>
            </a:r>
          </a:p>
          <a:p>
            <a:pPr marL="457200" indent="-457200" eaLnBrk="1" hangingPunct="1">
              <a:lnSpc>
                <a:spcPct val="80000"/>
              </a:lnSpc>
              <a:spcBef>
                <a:spcPct val="0"/>
              </a:spcBef>
              <a:buFont typeface="Wingdings" pitchFamily="2" charset="2"/>
              <a:buNone/>
            </a:pPr>
            <a:r>
              <a:rPr lang="en-US" altLang="zh-CN" sz="2800" b="1" smtClean="0">
                <a:latin typeface="Times New Roman" pitchFamily="18" charset="0"/>
                <a:ea typeface="华文新魏" pitchFamily="2" charset="-122"/>
              </a:rPr>
              <a:t>   S</a:t>
            </a:r>
            <a:r>
              <a:rPr kumimoji="1" lang="en-US" altLang="zh-CN" sz="2800" b="1" smtClean="0">
                <a:latin typeface="Times New Roman" pitchFamily="18" charset="0"/>
                <a:sym typeface="Symbol" pitchFamily="18" charset="2"/>
              </a:rPr>
              <a:t></a:t>
            </a:r>
            <a:r>
              <a:rPr kumimoji="1" lang="en-US" altLang="zh-CN" sz="2800" b="1" baseline="30000" smtClean="0">
                <a:latin typeface="Times New Roman" pitchFamily="18" charset="0"/>
                <a:sym typeface="Symbol" pitchFamily="18" charset="2"/>
              </a:rPr>
              <a:t>+</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CA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endParaRPr lang="en-US" altLang="zh-CN" sz="2800" b="1" smtClean="0">
              <a:latin typeface="Times New Roman" pitchFamily="18" charset="0"/>
              <a:ea typeface="华文新魏" pitchFamily="2" charset="-122"/>
            </a:endParaRPr>
          </a:p>
          <a:p>
            <a:pPr marL="457200" indent="-457200" eaLnBrk="1" hangingPunct="1">
              <a:lnSpc>
                <a:spcPct val="80000"/>
              </a:lnSpc>
              <a:spcBef>
                <a:spcPct val="0"/>
              </a:spcBef>
              <a:buFont typeface="Wingdings" pitchFamily="2" charset="2"/>
              <a:buNone/>
            </a:pPr>
            <a:r>
              <a:rPr lang="en-US" altLang="zh-CN" sz="2800" b="1" smtClean="0">
                <a:latin typeface="Times New Roman" pitchFamily="18" charset="0"/>
                <a:ea typeface="华文新魏" pitchFamily="2" charset="-122"/>
              </a:rPr>
              <a:t>     </a:t>
            </a:r>
            <a:r>
              <a:rPr kumimoji="1" lang="en-US" altLang="zh-CN" sz="2800" b="1" smtClean="0">
                <a:latin typeface="Times New Roman" pitchFamily="18" charset="0"/>
                <a:sym typeface="Symbol" pitchFamily="18" charset="2"/>
              </a:rPr>
              <a:t></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Ca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p>
          <a:p>
            <a:pPr marL="457200" indent="-457200" eaLnBrk="1" hangingPunct="1">
              <a:lnSpc>
                <a:spcPct val="80000"/>
              </a:lnSpc>
              <a:spcBef>
                <a:spcPct val="0"/>
              </a:spcBef>
              <a:buFont typeface="Wingdings" pitchFamily="2" charset="2"/>
              <a:buNone/>
            </a:pPr>
            <a:r>
              <a:rPr kumimoji="1" lang="en-US" altLang="zh-CN" sz="2800" b="1" smtClean="0">
                <a:latin typeface="Times New Roman" pitchFamily="18" charset="0"/>
                <a:sym typeface="Symbol" pitchFamily="18" charset="2"/>
              </a:rPr>
              <a:t>    </a:t>
            </a:r>
            <a:r>
              <a:rPr kumimoji="1" lang="en-US" altLang="zh-CN" sz="2800" b="1" baseline="30000" smtClean="0">
                <a:latin typeface="Times New Roman" pitchFamily="18" charset="0"/>
                <a:sym typeface="Symbol" pitchFamily="18" charset="2"/>
              </a:rPr>
              <a:t>+</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Ca</a:t>
            </a:r>
            <a:r>
              <a:rPr lang="en-US" altLang="zh-CN" sz="2800" b="1" baseline="-25000" smtClean="0">
                <a:latin typeface="Times New Roman" pitchFamily="18" charset="0"/>
                <a:ea typeface="华文新魏" pitchFamily="2" charset="-122"/>
              </a:rPr>
              <a:t>i+1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endParaRPr lang="en-US" altLang="zh-CN" sz="2800" b="1" smtClean="0">
              <a:latin typeface="Times New Roman" pitchFamily="18" charset="0"/>
              <a:ea typeface="华文新魏" pitchFamily="2" charset="-122"/>
            </a:endParaRPr>
          </a:p>
          <a:p>
            <a:pPr marL="457200" indent="-457200" eaLnBrk="1" hangingPunct="1">
              <a:lnSpc>
                <a:spcPct val="80000"/>
              </a:lnSpc>
              <a:spcBef>
                <a:spcPct val="0"/>
              </a:spcBef>
              <a:buFont typeface="Wingdings" pitchFamily="2" charset="2"/>
              <a:buNone/>
            </a:pPr>
            <a:r>
              <a:rPr kumimoji="1" lang="en-US" altLang="zh-CN" sz="2800" b="1" smtClean="0">
                <a:latin typeface="Times New Roman" pitchFamily="18" charset="0"/>
                <a:sym typeface="Symbol" pitchFamily="18" charset="2"/>
              </a:rPr>
              <a:t>     </a:t>
            </a:r>
            <a:r>
              <a:rPr kumimoji="1" lang="en-US" altLang="zh-CN" sz="2800" b="1" baseline="30000" smtClean="0">
                <a:latin typeface="Times New Roman" pitchFamily="18" charset="0"/>
                <a:sym typeface="Symbol" pitchFamily="18" charset="2"/>
              </a:rPr>
              <a:t> </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Ca</a:t>
            </a:r>
            <a:r>
              <a:rPr lang="en-US" altLang="zh-CN" sz="2800" b="1" baseline="-25000" smtClean="0">
                <a:latin typeface="Times New Roman" pitchFamily="18" charset="0"/>
                <a:ea typeface="华文新魏" pitchFamily="2" charset="-122"/>
              </a:rPr>
              <a:t>i+1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p>
          <a:p>
            <a:pPr marL="457200" indent="-457200" eaLnBrk="1" hangingPunct="1">
              <a:lnSpc>
                <a:spcPct val="80000"/>
              </a:lnSpc>
              <a:spcBef>
                <a:spcPct val="0"/>
              </a:spcBef>
              <a:buFont typeface="Wingdings" pitchFamily="2" charset="2"/>
              <a:buNone/>
            </a:pPr>
            <a:r>
              <a:rPr lang="en-US" altLang="zh-CN" sz="2800" b="1" smtClean="0">
                <a:latin typeface="Times New Roman" pitchFamily="18" charset="0"/>
                <a:ea typeface="华文新魏" pitchFamily="2" charset="-122"/>
              </a:rPr>
              <a:t>    </a:t>
            </a:r>
            <a:r>
              <a:rPr kumimoji="1" lang="en-US" altLang="zh-CN" sz="2800" b="1" smtClean="0">
                <a:latin typeface="Times New Roman" pitchFamily="18" charset="0"/>
                <a:sym typeface="Symbol" pitchFamily="18" charset="2"/>
              </a:rPr>
              <a:t></a:t>
            </a:r>
            <a:r>
              <a:rPr kumimoji="1" lang="en-US" altLang="zh-CN" sz="2800" b="1" baseline="30000" smtClean="0">
                <a:latin typeface="Times New Roman" pitchFamily="18" charset="0"/>
                <a:sym typeface="Symbol" pitchFamily="18" charset="2"/>
              </a:rPr>
              <a:t>+</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CA</a:t>
            </a:r>
            <a:r>
              <a:rPr lang="en-US" altLang="zh-CN" sz="2800" b="1" baseline="-25000" smtClean="0">
                <a:latin typeface="Times New Roman" pitchFamily="18" charset="0"/>
                <a:ea typeface="华文新魏" pitchFamily="2" charset="-122"/>
              </a:rPr>
              <a:t>i</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p>
          <a:p>
            <a:pPr marL="457200" indent="-457200" eaLnBrk="1" hangingPunct="1">
              <a:lnSpc>
                <a:spcPct val="80000"/>
              </a:lnSpc>
              <a:spcBef>
                <a:spcPct val="0"/>
              </a:spcBef>
              <a:buFont typeface="Wingdings" pitchFamily="2" charset="2"/>
              <a:buNone/>
            </a:pPr>
            <a:r>
              <a:rPr kumimoji="1" lang="en-US" altLang="zh-CN" sz="2800" b="1" smtClean="0">
                <a:latin typeface="Times New Roman" pitchFamily="18" charset="0"/>
                <a:sym typeface="Symbol" pitchFamily="18" charset="2"/>
              </a:rPr>
              <a:t>    </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Ca</a:t>
            </a:r>
            <a:r>
              <a:rPr lang="en-US" altLang="zh-CN" sz="2800" b="1" baseline="-25000" smtClean="0">
                <a:latin typeface="Times New Roman" pitchFamily="18" charset="0"/>
                <a:ea typeface="华文新魏" pitchFamily="2" charset="-122"/>
              </a:rPr>
              <a:t>i</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i-1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p>
          <a:p>
            <a:pPr marL="457200" indent="-457200" eaLnBrk="1" hangingPunct="1">
              <a:lnSpc>
                <a:spcPct val="80000"/>
              </a:lnSpc>
              <a:spcBef>
                <a:spcPct val="0"/>
              </a:spcBef>
              <a:buFont typeface="Wingdings" pitchFamily="2" charset="2"/>
              <a:buNone/>
            </a:pPr>
            <a:r>
              <a:rPr kumimoji="1" lang="en-US" altLang="zh-CN" sz="2800" b="1" smtClean="0">
                <a:latin typeface="Times New Roman" pitchFamily="18" charset="0"/>
                <a:sym typeface="Symbol" pitchFamily="18" charset="2"/>
              </a:rPr>
              <a:t>    </a:t>
            </a:r>
            <a:r>
              <a:rPr kumimoji="1" lang="en-US" altLang="zh-CN" sz="2800" b="1" baseline="30000" smtClean="0">
                <a:latin typeface="Times New Roman" pitchFamily="18" charset="0"/>
                <a:sym typeface="Symbol" pitchFamily="18" charset="2"/>
              </a:rPr>
              <a:t>+</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CA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2</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 </a:t>
            </a:r>
          </a:p>
          <a:p>
            <a:pPr marL="457200" indent="-457200" eaLnBrk="1" hangingPunct="1">
              <a:lnSpc>
                <a:spcPct val="80000"/>
              </a:lnSpc>
              <a:spcBef>
                <a:spcPct val="0"/>
              </a:spcBef>
              <a:buFont typeface="Wingdings" pitchFamily="2" charset="2"/>
              <a:buNone/>
            </a:pPr>
            <a:r>
              <a:rPr kumimoji="1" lang="en-US" altLang="zh-CN" sz="2800" b="1" smtClean="0">
                <a:latin typeface="Times New Roman" pitchFamily="18" charset="0"/>
                <a:sym typeface="Symbol" pitchFamily="18" charset="2"/>
              </a:rPr>
              <a:t>    </a:t>
            </a:r>
            <a:r>
              <a:rPr lang="en-US" altLang="zh-CN" sz="2800" b="1" smtClean="0">
                <a:latin typeface="Times New Roman" pitchFamily="18" charset="0"/>
                <a:ea typeface="华文新魏" pitchFamily="2" charset="-122"/>
              </a:rPr>
              <a:t>a…a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…a</a:t>
            </a:r>
            <a:r>
              <a:rPr lang="en-US" altLang="zh-CN" sz="2800" b="1" baseline="-25000" smtClean="0">
                <a:latin typeface="Times New Roman" pitchFamily="18" charset="0"/>
                <a:ea typeface="华文新魏" pitchFamily="2" charset="-122"/>
              </a:rPr>
              <a:t>n</a:t>
            </a:r>
            <a:r>
              <a:rPr lang="en-US" altLang="zh-CN" sz="2800" b="1" smtClean="0">
                <a:latin typeface="Times New Roman" pitchFamily="18" charset="0"/>
                <a:ea typeface="华文新魏" pitchFamily="2" charset="-122"/>
              </a:rPr>
              <a:t> </a:t>
            </a:r>
            <a:endParaRPr lang="zh-CN" altLang="en-US" sz="2800" b="1" smtClean="0">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6F3EDFD-8D9F-4F22-BE3A-C668348A7EDB}" type="datetime1">
              <a:rPr lang="zh-CN" altLang="en-US"/>
              <a:pPr/>
              <a:t>2017/2/24</a:t>
            </a:fld>
            <a:endParaRPr lang="en-US" altLang="zh-CN"/>
          </a:p>
        </p:txBody>
      </p:sp>
      <p:sp>
        <p:nvSpPr>
          <p:cNvPr id="9113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53585B7-29F9-48BD-8ABE-706DAB0C4003}" type="slidenum">
              <a:rPr lang="zh-CN" altLang="en-US"/>
              <a:pPr/>
              <a:t>83</a:t>
            </a:fld>
            <a:endParaRPr lang="en-US" altLang="zh-CN"/>
          </a:p>
        </p:txBody>
      </p:sp>
      <p:sp>
        <p:nvSpPr>
          <p:cNvPr id="91140" name="Rectangle 2"/>
          <p:cNvSpPr>
            <a:spLocks noGrp="1" noRot="1" noChangeArrowheads="1"/>
          </p:cNvSpPr>
          <p:nvPr>
            <p:ph type="title"/>
          </p:nvPr>
        </p:nvSpPr>
        <p:spPr>
          <a:xfrm>
            <a:off x="1066800" y="685800"/>
            <a:ext cx="6553200" cy="912813"/>
          </a:xfrm>
        </p:spPr>
        <p:txBody>
          <a:bodyPr/>
          <a:lstStyle/>
          <a:p>
            <a:pPr eaLnBrk="1" hangingPunct="1"/>
            <a:r>
              <a:rPr lang="zh-CN" altLang="en-US" b="1" smtClean="0">
                <a:solidFill>
                  <a:srgbClr val="000099"/>
                </a:solidFill>
                <a:latin typeface="Times New Roman" pitchFamily="18" charset="0"/>
                <a:ea typeface="华文新魏" pitchFamily="2" charset="-122"/>
              </a:rPr>
              <a:t>例2-7：{</a:t>
            </a:r>
            <a:r>
              <a:rPr lang="en-US" altLang="zh-CN" b="1" smtClean="0">
                <a:solidFill>
                  <a:srgbClr val="000099"/>
                </a:solidFill>
                <a:latin typeface="Times New Roman" pitchFamily="18" charset="0"/>
                <a:ea typeface="华文新魏" pitchFamily="2" charset="-122"/>
              </a:rPr>
              <a:t>w|w</a:t>
            </a:r>
            <a:r>
              <a:rPr lang="zh-CN" altLang="en-US" b="1" smtClean="0">
                <a:solidFill>
                  <a:srgbClr val="000099"/>
                </a:solidFill>
                <a:latin typeface="Times New Roman" pitchFamily="18" charset="0"/>
                <a:ea typeface="华文新魏" pitchFamily="2" charset="-122"/>
              </a:rPr>
              <a:t>为十进制数}</a:t>
            </a:r>
          </a:p>
        </p:txBody>
      </p:sp>
      <p:sp>
        <p:nvSpPr>
          <p:cNvPr id="328707" name="Rectangle 3"/>
          <p:cNvSpPr>
            <a:spLocks noGrp="1" noRot="1" noChangeArrowheads="1"/>
          </p:cNvSpPr>
          <p:nvPr>
            <p:ph type="body" idx="1"/>
          </p:nvPr>
        </p:nvSpPr>
        <p:spPr>
          <a:xfrm>
            <a:off x="468313" y="1773238"/>
            <a:ext cx="6911975" cy="4256087"/>
          </a:xfrm>
        </p:spPr>
        <p:txBody>
          <a:bodyPr/>
          <a:lstStyle/>
          <a:p>
            <a:pPr marL="3175" indent="0" eaLnBrk="1" hangingPunct="1">
              <a:spcBef>
                <a:spcPct val="50000"/>
              </a:spcBef>
              <a:buFont typeface="Wingdings" pitchFamily="2" charset="2"/>
              <a:buNone/>
            </a:pPr>
            <a:r>
              <a:rPr lang="en-US" altLang="zh-CN" b="1" smtClean="0">
                <a:latin typeface="Times New Roman" pitchFamily="18" charset="0"/>
                <a:ea typeface="华文新魏" pitchFamily="2" charset="-122"/>
              </a:rPr>
              <a:t>R→N|N.D</a:t>
            </a:r>
          </a:p>
          <a:p>
            <a:pPr marL="3175" indent="0" eaLnBrk="1" hangingPunct="1">
              <a:spcBef>
                <a:spcPct val="50000"/>
              </a:spcBef>
              <a:buFont typeface="Wingdings" pitchFamily="2" charset="2"/>
              <a:buNone/>
            </a:pPr>
            <a:r>
              <a:rPr lang="en-US" altLang="zh-CN" b="1" smtClean="0">
                <a:latin typeface="Times New Roman" pitchFamily="18" charset="0"/>
                <a:ea typeface="华文新魏" pitchFamily="2" charset="-122"/>
              </a:rPr>
              <a:t>R→0|0.D|N.0|0.0</a:t>
            </a:r>
          </a:p>
          <a:p>
            <a:pPr marL="3175" indent="0" eaLnBrk="1" hangingPunct="1">
              <a:spcBef>
                <a:spcPct val="50000"/>
              </a:spcBef>
              <a:buFont typeface="Wingdings" pitchFamily="2" charset="2"/>
              <a:buNone/>
            </a:pPr>
            <a:r>
              <a:rPr lang="en-US" altLang="zh-CN" b="1" smtClean="0">
                <a:latin typeface="Times New Roman" pitchFamily="18" charset="0"/>
                <a:ea typeface="华文新魏" pitchFamily="2" charset="-122"/>
              </a:rPr>
              <a:t>N→1|2|3|4|5|6|7|8|9</a:t>
            </a:r>
          </a:p>
          <a:p>
            <a:pPr marL="3175" indent="0" eaLnBrk="1" hangingPunct="1">
              <a:spcBef>
                <a:spcPct val="50000"/>
              </a:spcBef>
              <a:buFont typeface="Wingdings" pitchFamily="2" charset="2"/>
              <a:buNone/>
            </a:pPr>
            <a:r>
              <a:rPr lang="en-US" altLang="zh-CN" b="1" smtClean="0">
                <a:latin typeface="Times New Roman" pitchFamily="18" charset="0"/>
                <a:ea typeface="华文新魏" pitchFamily="2" charset="-122"/>
              </a:rPr>
              <a:t>N→N0|N1|N2|N3|N4|N5|N6|N7|N8|N9</a:t>
            </a:r>
          </a:p>
          <a:p>
            <a:pPr marL="3175" indent="0" eaLnBrk="1" hangingPunct="1">
              <a:spcBef>
                <a:spcPct val="50000"/>
              </a:spcBef>
              <a:buFont typeface="Wingdings" pitchFamily="2" charset="2"/>
              <a:buNone/>
            </a:pPr>
            <a:r>
              <a:rPr lang="en-US" altLang="zh-CN" b="1" smtClean="0">
                <a:latin typeface="Times New Roman" pitchFamily="18" charset="0"/>
                <a:ea typeface="华文新魏" pitchFamily="2" charset="-122"/>
              </a:rPr>
              <a:t>D→ 1|2|3|4|5|6|7|8|9</a:t>
            </a:r>
          </a:p>
          <a:p>
            <a:pPr marL="3175" indent="0" eaLnBrk="1" hangingPunct="1">
              <a:spcBef>
                <a:spcPct val="50000"/>
              </a:spcBef>
              <a:buFont typeface="Wingdings" pitchFamily="2" charset="2"/>
              <a:buNone/>
            </a:pPr>
            <a:r>
              <a:rPr lang="en-US" altLang="zh-CN" b="1" smtClean="0">
                <a:latin typeface="Times New Roman" pitchFamily="18" charset="0"/>
                <a:ea typeface="华文新魏" pitchFamily="2" charset="-122"/>
              </a:rPr>
              <a:t>D→0D|1D|2D|3D|4D|5D|6D|7D|8D|9D</a:t>
            </a:r>
          </a:p>
        </p:txBody>
      </p:sp>
      <p:sp>
        <p:nvSpPr>
          <p:cNvPr id="91144" name="Text Box 8"/>
          <p:cNvSpPr txBox="1">
            <a:spLocks noChangeArrowheads="1"/>
          </p:cNvSpPr>
          <p:nvPr/>
        </p:nvSpPr>
        <p:spPr bwMode="auto">
          <a:xfrm>
            <a:off x="7380288" y="3933825"/>
            <a:ext cx="1511300" cy="823913"/>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4800" b="1">
                <a:solidFill>
                  <a:schemeClr val="bg1"/>
                </a:solidFill>
              </a:rPr>
              <a:t>RG?</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495643E-46AB-4223-BBC9-F7759D7A8BEE}" type="datetime1">
              <a:rPr lang="zh-CN" altLang="en-US"/>
              <a:pPr/>
              <a:t>2017/2/24</a:t>
            </a:fld>
            <a:endParaRPr lang="en-US" altLang="zh-CN"/>
          </a:p>
        </p:txBody>
      </p:sp>
      <p:sp>
        <p:nvSpPr>
          <p:cNvPr id="9216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6534897-517D-49E8-B18E-1E7AA0A8F866}" type="slidenum">
              <a:rPr lang="zh-CN" altLang="en-US"/>
              <a:pPr/>
              <a:t>84</a:t>
            </a:fld>
            <a:endParaRPr lang="en-US" altLang="zh-CN"/>
          </a:p>
        </p:txBody>
      </p:sp>
      <p:sp>
        <p:nvSpPr>
          <p:cNvPr id="92164" name="Rectangle 2"/>
          <p:cNvSpPr>
            <a:spLocks noGrp="1" noRot="1" noChangeArrowheads="1"/>
          </p:cNvSpPr>
          <p:nvPr>
            <p:ph type="title"/>
          </p:nvPr>
        </p:nvSpPr>
        <p:spPr>
          <a:xfrm>
            <a:off x="627063" y="549275"/>
            <a:ext cx="7258050" cy="792163"/>
          </a:xfrm>
        </p:spPr>
        <p:txBody>
          <a:bodyPr/>
          <a:lstStyle/>
          <a:p>
            <a:pPr eaLnBrk="1" hangingPunct="1"/>
            <a:r>
              <a:rPr lang="zh-CN" altLang="en-US" b="1" smtClean="0">
                <a:solidFill>
                  <a:srgbClr val="000099"/>
                </a:solidFill>
                <a:latin typeface="Times New Roman" pitchFamily="18" charset="0"/>
                <a:ea typeface="华文新魏" pitchFamily="2" charset="-122"/>
              </a:rPr>
              <a:t>无用产生式与无用符号</a:t>
            </a:r>
          </a:p>
        </p:txBody>
      </p:sp>
      <p:sp>
        <p:nvSpPr>
          <p:cNvPr id="92165" name="Rectangle 3"/>
          <p:cNvSpPr>
            <a:spLocks noGrp="1" noRot="1" noChangeArrowheads="1"/>
          </p:cNvSpPr>
          <p:nvPr>
            <p:ph type="body" idx="1"/>
          </p:nvPr>
        </p:nvSpPr>
        <p:spPr>
          <a:xfrm>
            <a:off x="323850" y="1557338"/>
            <a:ext cx="8569325" cy="4751387"/>
          </a:xfrm>
        </p:spPr>
        <p:txBody>
          <a:bodyPr/>
          <a:lstStyle/>
          <a:p>
            <a:pPr algn="just" eaLnBrk="1" hangingPunct="1">
              <a:buFont typeface="Wingdings" pitchFamily="2" charset="2"/>
              <a:buNone/>
            </a:pPr>
            <a:r>
              <a:rPr lang="en-US" altLang="zh-CN" sz="2800" b="1" smtClean="0">
                <a:latin typeface="Times New Roman" pitchFamily="18" charset="0"/>
                <a:ea typeface="华文新魏" pitchFamily="2" charset="-122"/>
              </a:rPr>
              <a:t>E </a:t>
            </a:r>
            <a:r>
              <a:rPr lang="en-US" altLang="zh-CN" sz="2800"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T | E + T | E - T</a:t>
            </a:r>
          </a:p>
          <a:p>
            <a:pPr algn="just" eaLnBrk="1" hangingPunct="1">
              <a:buFont typeface="Wingdings" pitchFamily="2" charset="2"/>
              <a:buNone/>
            </a:pPr>
            <a:r>
              <a:rPr lang="en-US" altLang="zh-CN" sz="2800" b="1" smtClean="0">
                <a:latin typeface="Times New Roman" pitchFamily="18" charset="0"/>
                <a:ea typeface="华文新魏" pitchFamily="2" charset="-122"/>
              </a:rPr>
              <a:t>T </a:t>
            </a:r>
            <a:r>
              <a:rPr lang="en-US" altLang="zh-CN" sz="2800"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F | T * F | T / F</a:t>
            </a:r>
          </a:p>
          <a:p>
            <a:pPr algn="just" eaLnBrk="1" hangingPunct="1">
              <a:buFont typeface="Wingdings" pitchFamily="2" charset="2"/>
              <a:buNone/>
            </a:pPr>
            <a:r>
              <a:rPr lang="en-US" altLang="zh-CN" sz="2800" b="1" smtClean="0">
                <a:latin typeface="Times New Roman" pitchFamily="18" charset="0"/>
                <a:ea typeface="华文新魏" pitchFamily="2" charset="-122"/>
              </a:rPr>
              <a:t>F </a:t>
            </a:r>
            <a:r>
              <a:rPr lang="en-US" altLang="zh-CN" sz="2800"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 E ) | id</a:t>
            </a:r>
          </a:p>
          <a:p>
            <a:pPr algn="just" eaLnBrk="1" hangingPunct="1">
              <a:buFont typeface="Wingdings" pitchFamily="2" charset="2"/>
              <a:buNone/>
            </a:pPr>
            <a:r>
              <a:rPr lang="en-US" altLang="zh-CN" sz="2800" b="1" smtClean="0">
                <a:latin typeface="Times New Roman" pitchFamily="18" charset="0"/>
                <a:ea typeface="华文新魏" pitchFamily="2" charset="-122"/>
              </a:rPr>
              <a:t>E → E | H + T</a:t>
            </a:r>
          </a:p>
          <a:p>
            <a:pPr algn="just" eaLnBrk="1" hangingPunct="1">
              <a:buFont typeface="Wingdings" pitchFamily="2" charset="2"/>
              <a:buNone/>
            </a:pPr>
            <a:r>
              <a:rPr lang="en-US" altLang="zh-CN" sz="2800" b="1" smtClean="0">
                <a:latin typeface="Times New Roman" pitchFamily="18" charset="0"/>
                <a:ea typeface="华文新魏" pitchFamily="2" charset="-122"/>
              </a:rPr>
              <a:t>T </a:t>
            </a:r>
            <a:r>
              <a:rPr lang="en-US" altLang="zh-CN" sz="2800"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F</a:t>
            </a:r>
            <a:r>
              <a:rPr lang="en-US" altLang="zh-CN" sz="2800" b="1" smtClean="0">
                <a:solidFill>
                  <a:schemeClr val="hlink"/>
                </a:solidFill>
                <a:latin typeface="Times New Roman" pitchFamily="18" charset="0"/>
                <a:ea typeface="华文新魏" pitchFamily="2" charset="-122"/>
              </a:rPr>
              <a:t>H</a:t>
            </a:r>
            <a:r>
              <a:rPr lang="en-US" altLang="zh-CN" sz="2800" b="1" smtClean="0">
                <a:latin typeface="Times New Roman" pitchFamily="18" charset="0"/>
                <a:ea typeface="华文新魏" pitchFamily="2" charset="-122"/>
              </a:rPr>
              <a:t> | T</a:t>
            </a:r>
            <a:r>
              <a:rPr lang="en-US" altLang="zh-CN" sz="2800" b="1" smtClean="0">
                <a:solidFill>
                  <a:schemeClr val="hlink"/>
                </a:solidFill>
                <a:latin typeface="Times New Roman" pitchFamily="18" charset="0"/>
                <a:ea typeface="华文新魏" pitchFamily="2" charset="-122"/>
              </a:rPr>
              <a:t>Q</a:t>
            </a:r>
            <a:r>
              <a:rPr lang="en-US" altLang="zh-CN" sz="2800" b="1" smtClean="0">
                <a:latin typeface="Times New Roman" pitchFamily="18" charset="0"/>
                <a:ea typeface="华文新魏" pitchFamily="2" charset="-122"/>
              </a:rPr>
              <a:t>+</a:t>
            </a:r>
            <a:r>
              <a:rPr lang="en-US" altLang="zh-CN" sz="2800" b="1" smtClean="0">
                <a:solidFill>
                  <a:schemeClr val="hlink"/>
                </a:solidFill>
                <a:latin typeface="Times New Roman" pitchFamily="18" charset="0"/>
                <a:ea typeface="华文新魏" pitchFamily="2" charset="-122"/>
              </a:rPr>
              <a:t>P</a:t>
            </a:r>
            <a:r>
              <a:rPr lang="en-US" altLang="zh-CN" sz="2800" b="1" smtClean="0">
                <a:latin typeface="Times New Roman" pitchFamily="18" charset="0"/>
                <a:ea typeface="华文新魏" pitchFamily="2" charset="-122"/>
              </a:rPr>
              <a:t>F | E</a:t>
            </a:r>
            <a:r>
              <a:rPr lang="en-US" altLang="zh-CN" sz="2800" b="1" smtClean="0">
                <a:solidFill>
                  <a:schemeClr val="hlink"/>
                </a:solidFill>
                <a:latin typeface="Times New Roman" pitchFamily="18" charset="0"/>
                <a:ea typeface="华文新魏" pitchFamily="2" charset="-122"/>
              </a:rPr>
              <a:t>Q</a:t>
            </a:r>
            <a:r>
              <a:rPr lang="en-US" altLang="zh-CN" sz="2800" b="1" smtClean="0">
                <a:latin typeface="Times New Roman" pitchFamily="18" charset="0"/>
                <a:ea typeface="华文新魏" pitchFamily="2" charset="-122"/>
              </a:rPr>
              <a:t>F</a:t>
            </a:r>
          </a:p>
          <a:p>
            <a:pPr algn="just" eaLnBrk="1" hangingPunct="1">
              <a:buFont typeface="Wingdings" pitchFamily="2" charset="2"/>
              <a:buNone/>
            </a:pPr>
            <a:r>
              <a:rPr lang="en-US" altLang="zh-CN" sz="2800" b="1" smtClean="0">
                <a:solidFill>
                  <a:schemeClr val="hlink"/>
                </a:solidFill>
                <a:latin typeface="Times New Roman" pitchFamily="18" charset="0"/>
                <a:ea typeface="华文新魏" pitchFamily="2" charset="-122"/>
              </a:rPr>
              <a:t>M</a:t>
            </a:r>
            <a:r>
              <a:rPr lang="en-US" altLang="zh-CN" sz="2800" b="1" smtClean="0">
                <a:latin typeface="Times New Roman" pitchFamily="18" charset="0"/>
                <a:ea typeface="华文新魏" pitchFamily="2" charset="-122"/>
              </a:rPr>
              <a:t> </a:t>
            </a:r>
            <a:r>
              <a:rPr lang="en-US" altLang="zh-CN" sz="2800"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 E ) | / | &amp; | # |{ | } | @ |%</a:t>
            </a:r>
            <a:endParaRPr lang="zh-CN" altLang="en-US" sz="2800" b="1" smtClean="0">
              <a:latin typeface="Times New Roman" pitchFamily="18" charset="0"/>
              <a:ea typeface="华文新魏" pitchFamily="2" charset="-122"/>
            </a:endParaRPr>
          </a:p>
          <a:p>
            <a:pPr algn="just" eaLnBrk="1" hangingPunct="1">
              <a:spcBef>
                <a:spcPct val="50000"/>
              </a:spcBef>
            </a:pPr>
            <a:r>
              <a:rPr lang="zh-CN" altLang="en-US" sz="2800" b="1" smtClean="0">
                <a:latin typeface="Times New Roman" pitchFamily="18" charset="0"/>
                <a:ea typeface="华文新魏" pitchFamily="2" charset="-122"/>
              </a:rPr>
              <a:t>单一产生式、派生不出终极符行</a:t>
            </a:r>
            <a:r>
              <a:rPr lang="en-US" altLang="zh-CN" sz="2800" b="1" smtClean="0">
                <a:latin typeface="Times New Roman" pitchFamily="18" charset="0"/>
                <a:ea typeface="华文新魏" pitchFamily="2" charset="-122"/>
              </a:rPr>
              <a:t>(H、Q、P)、</a:t>
            </a:r>
            <a:r>
              <a:rPr lang="zh-CN" altLang="en-US" sz="2800" b="1" smtClean="0">
                <a:latin typeface="Times New Roman" pitchFamily="18" charset="0"/>
                <a:ea typeface="华文新魏" pitchFamily="2" charset="-122"/>
              </a:rPr>
              <a:t>从开始符号无法派生出来</a:t>
            </a:r>
            <a:r>
              <a:rPr lang="en-US" altLang="zh-CN" sz="2800" b="1" smtClean="0">
                <a:latin typeface="Times New Roman" pitchFamily="18" charset="0"/>
                <a:ea typeface="华文新魏" pitchFamily="2" charset="-122"/>
              </a:rPr>
              <a:t>(M</a:t>
            </a:r>
            <a:r>
              <a:rPr lang="zh-CN" altLang="en-US" sz="2800" b="1" smtClean="0">
                <a:latin typeface="Times New Roman" pitchFamily="18" charset="0"/>
                <a:ea typeface="华文新魏" pitchFamily="2" charset="-122"/>
              </a:rPr>
              <a:t>、</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a:t>
            </a:r>
            <a:r>
              <a:rPr lang="en-US" altLang="zh-CN" sz="2800" b="1" smtClean="0">
                <a:latin typeface="Times New Roman" pitchFamily="18" charset="0"/>
                <a:ea typeface="华文新魏" pitchFamily="2" charset="-122"/>
              </a:rPr>
              <a:t>&amp;</a:t>
            </a:r>
            <a:r>
              <a:rPr lang="zh-CN" altLang="en-US" sz="2800" b="1" smtClean="0">
                <a:latin typeface="Times New Roman" pitchFamily="18" charset="0"/>
                <a:ea typeface="华文新魏" pitchFamily="2" charset="-122"/>
              </a:rPr>
              <a:t>、</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a:t>
            </a:r>
            <a:r>
              <a:rPr lang="en-US" altLang="zh-CN" sz="2800" b="1" smtClean="0">
                <a:latin typeface="Times New Roman" pitchFamily="18" charset="0"/>
                <a:ea typeface="华文新魏" pitchFamily="2" charset="-122"/>
              </a:rPr>
              <a:t>%)</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014FD038-D5A7-4101-87D3-328A8CBC7399}" type="datetime1">
              <a:rPr lang="zh-CN" altLang="en-US"/>
              <a:pPr/>
              <a:t>2017/2/24</a:t>
            </a:fld>
            <a:endParaRPr lang="en-US" altLang="zh-CN"/>
          </a:p>
        </p:txBody>
      </p:sp>
      <p:sp>
        <p:nvSpPr>
          <p:cNvPr id="9318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4E9C087-B92E-472B-B5EF-261AF9F888DA}" type="slidenum">
              <a:rPr lang="zh-CN" altLang="en-US"/>
              <a:pPr/>
              <a:t>85</a:t>
            </a:fld>
            <a:endParaRPr lang="en-US" altLang="zh-CN"/>
          </a:p>
        </p:txBody>
      </p:sp>
      <p:sp>
        <p:nvSpPr>
          <p:cNvPr id="93188" name="Rectangle 2"/>
          <p:cNvSpPr>
            <a:spLocks noGrp="1" noRot="1" noChangeArrowheads="1"/>
          </p:cNvSpPr>
          <p:nvPr>
            <p:ph type="title"/>
          </p:nvPr>
        </p:nvSpPr>
        <p:spPr>
          <a:xfrm>
            <a:off x="301625" y="1039813"/>
            <a:ext cx="8540750" cy="712787"/>
          </a:xfrm>
        </p:spPr>
        <p:txBody>
          <a:bodyPr/>
          <a:lstStyle/>
          <a:p>
            <a:pPr eaLnBrk="1" hangingPunct="1"/>
            <a:r>
              <a:rPr lang="zh-CN" altLang="en-US" b="1" smtClean="0">
                <a:latin typeface="Times New Roman" pitchFamily="18" charset="0"/>
                <a:ea typeface="华文新魏" pitchFamily="2" charset="-122"/>
              </a:rPr>
              <a:t>文法构造小结</a:t>
            </a:r>
            <a:endParaRPr lang="en-US" altLang="zh-CN" b="1" smtClean="0">
              <a:latin typeface="Times New Roman" pitchFamily="18" charset="0"/>
              <a:ea typeface="华文新魏" pitchFamily="2" charset="-122"/>
            </a:endParaRPr>
          </a:p>
        </p:txBody>
      </p:sp>
      <p:sp>
        <p:nvSpPr>
          <p:cNvPr id="93189" name="Rectangle 3"/>
          <p:cNvSpPr>
            <a:spLocks noGrp="1" noRot="1" noChangeArrowheads="1"/>
          </p:cNvSpPr>
          <p:nvPr>
            <p:ph type="body" idx="1"/>
          </p:nvPr>
        </p:nvSpPr>
        <p:spPr/>
        <p:txBody>
          <a:bodyPr/>
          <a:lstStyle/>
          <a:p>
            <a:pPr algn="just" eaLnBrk="1" hangingPunct="1">
              <a:lnSpc>
                <a:spcPct val="90000"/>
              </a:lnSpc>
            </a:pPr>
            <a:r>
              <a:rPr lang="zh-CN" altLang="en-US" b="1" smtClean="0">
                <a:latin typeface="Times New Roman" pitchFamily="18" charset="0"/>
                <a:ea typeface="华文新魏" pitchFamily="2" charset="-122"/>
              </a:rPr>
              <a:t>明确描述对象──语言</a:t>
            </a:r>
          </a:p>
          <a:p>
            <a:pPr lvl="1" eaLnBrk="1" hangingPunct="1">
              <a:lnSpc>
                <a:spcPct val="90000"/>
              </a:lnSpc>
            </a:pPr>
            <a:r>
              <a:rPr lang="zh-CN" altLang="en-US" b="1" smtClean="0">
                <a:latin typeface="Times New Roman" pitchFamily="18" charset="0"/>
                <a:ea typeface="华文新魏" pitchFamily="2" charset="-122"/>
              </a:rPr>
              <a:t>合法的语言结构</a:t>
            </a:r>
          </a:p>
          <a:p>
            <a:pPr algn="just" eaLnBrk="1" hangingPunct="1">
              <a:lnSpc>
                <a:spcPct val="120000"/>
              </a:lnSpc>
            </a:pPr>
            <a:r>
              <a:rPr lang="zh-CN" altLang="en-US" b="1" smtClean="0">
                <a:latin typeface="Times New Roman" pitchFamily="18" charset="0"/>
                <a:ea typeface="华文新魏" pitchFamily="2" charset="-122"/>
              </a:rPr>
              <a:t>确定基本字符集</a:t>
            </a:r>
            <a:r>
              <a:rPr lang="en-US" altLang="zh-CN" b="1" smtClean="0">
                <a:latin typeface="Times New Roman" pitchFamily="18" charset="0"/>
                <a:ea typeface="华文新魏" pitchFamily="2" charset="-122"/>
              </a:rPr>
              <a:t>T</a:t>
            </a:r>
          </a:p>
          <a:p>
            <a:pPr algn="just" eaLnBrk="1" hangingPunct="1">
              <a:lnSpc>
                <a:spcPct val="90000"/>
              </a:lnSpc>
            </a:pPr>
            <a:r>
              <a:rPr lang="zh-CN" altLang="en-US" b="1" smtClean="0">
                <a:latin typeface="Times New Roman" pitchFamily="18" charset="0"/>
                <a:ea typeface="华文新魏" pitchFamily="2" charset="-122"/>
              </a:rPr>
              <a:t>引入非终结符</a:t>
            </a:r>
            <a:r>
              <a:rPr lang="en-US" altLang="zh-CN" b="1" smtClean="0">
                <a:latin typeface="Times New Roman" pitchFamily="18" charset="0"/>
                <a:ea typeface="华文新魏" pitchFamily="2" charset="-122"/>
              </a:rPr>
              <a:t>V</a:t>
            </a:r>
            <a:endParaRPr lang="zh-CN" altLang="en-US" b="1" smtClean="0">
              <a:latin typeface="Times New Roman" pitchFamily="18" charset="0"/>
              <a:ea typeface="华文新魏" pitchFamily="2" charset="-122"/>
            </a:endParaRPr>
          </a:p>
          <a:p>
            <a:pPr lvl="1" algn="just" eaLnBrk="1" hangingPunct="1">
              <a:lnSpc>
                <a:spcPct val="90000"/>
              </a:lnSpc>
            </a:pPr>
            <a:r>
              <a:rPr lang="zh-CN" altLang="en-US" b="1" smtClean="0">
                <a:latin typeface="Times New Roman" pitchFamily="18" charset="0"/>
                <a:ea typeface="华文新魏" pitchFamily="2" charset="-122"/>
              </a:rPr>
              <a:t>各种句子结构</a:t>
            </a:r>
          </a:p>
          <a:p>
            <a:pPr algn="just" eaLnBrk="1" hangingPunct="1">
              <a:lnSpc>
                <a:spcPct val="90000"/>
              </a:lnSpc>
            </a:pPr>
            <a:r>
              <a:rPr lang="zh-CN" altLang="en-US" b="1" smtClean="0">
                <a:latin typeface="Times New Roman" pitchFamily="18" charset="0"/>
                <a:ea typeface="华文新魏" pitchFamily="2" charset="-122"/>
              </a:rPr>
              <a:t>定义句子的组成规则</a:t>
            </a:r>
          </a:p>
          <a:p>
            <a:pPr lvl="1" eaLnBrk="1" hangingPunct="1">
              <a:lnSpc>
                <a:spcPct val="90000"/>
              </a:lnSpc>
            </a:pPr>
            <a:r>
              <a:rPr lang="en-US" altLang="zh-CN" b="1" smtClean="0">
                <a:latin typeface="Times New Roman" pitchFamily="18" charset="0"/>
                <a:ea typeface="华文新魏" pitchFamily="2" charset="-122"/>
              </a:rPr>
              <a:t>BNF</a:t>
            </a:r>
            <a:r>
              <a:rPr lang="zh-CN" altLang="zh-CN" b="1" smtClean="0">
                <a:latin typeface="Times New Roman" pitchFamily="18" charset="0"/>
                <a:ea typeface="华文新魏" pitchFamily="2" charset="-122"/>
              </a:rPr>
              <a:t>范式或产生式</a:t>
            </a:r>
            <a:endParaRPr lang="zh-CN" altLang="en-US" b="1" smtClean="0">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6094</TotalTime>
  <Words>6374</Words>
  <Application>Microsoft Office PowerPoint</Application>
  <PresentationFormat>全屏显示(4:3)</PresentationFormat>
  <Paragraphs>1259</Paragraphs>
  <Slides>85</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85</vt:i4>
      </vt:variant>
    </vt:vector>
  </HeadingPairs>
  <TitlesOfParts>
    <vt:vector size="98" baseType="lpstr">
      <vt:lpstr>GulimChe</vt:lpstr>
      <vt:lpstr>Monotype Sorts</vt:lpstr>
      <vt:lpstr>仿宋_GB2312</vt:lpstr>
      <vt:lpstr>华文新魏</vt:lpstr>
      <vt:lpstr>宋体</vt:lpstr>
      <vt:lpstr>Arial</vt:lpstr>
      <vt:lpstr>Symbol</vt:lpstr>
      <vt:lpstr>Tahoma</vt:lpstr>
      <vt:lpstr>Times New Roman</vt:lpstr>
      <vt:lpstr>Verdana</vt:lpstr>
      <vt:lpstr>Wingdings</vt:lpstr>
      <vt:lpstr>诗情画意</vt:lpstr>
      <vt:lpstr>剪辑</vt:lpstr>
      <vt:lpstr>PowerPoint 演示文稿</vt:lpstr>
      <vt:lpstr>第2章 高级语言 及其文法</vt:lpstr>
      <vt:lpstr>本章主要内容</vt:lpstr>
      <vt:lpstr>2.1 语言概述</vt:lpstr>
      <vt:lpstr>2.1语言概述</vt:lpstr>
      <vt:lpstr>2.1 语言概述</vt:lpstr>
      <vt:lpstr>2.1 语言概述</vt:lpstr>
      <vt:lpstr>2.1 语言概述</vt:lpstr>
      <vt:lpstr>2.2 基本定义</vt:lpstr>
      <vt:lpstr>2.2 基本定义</vt:lpstr>
      <vt:lpstr>2.2 基本定义</vt:lpstr>
      <vt:lpstr>2.2 基本定义</vt:lpstr>
      <vt:lpstr>2.2 基本定义</vt:lpstr>
      <vt:lpstr>2.2 基本定义</vt:lpstr>
      <vt:lpstr>2.2 基本定义</vt:lpstr>
      <vt:lpstr>2.2 基本定义</vt:lpstr>
      <vt:lpstr>2.2 基本定义</vt:lpstr>
      <vt:lpstr>2.3 文法的定义</vt:lpstr>
      <vt:lpstr>考虑一个句子——文法要素的提取</vt:lpstr>
      <vt:lpstr>PowerPoint 演示文稿</vt:lpstr>
      <vt:lpstr>PowerPoint 演示文稿</vt:lpstr>
      <vt:lpstr>文法G 的形式定义</vt:lpstr>
      <vt:lpstr>文法G 的形式定义</vt:lpstr>
      <vt:lpstr>&lt;句子&gt;的语法组成</vt:lpstr>
      <vt:lpstr>PowerPoint 演示文稿</vt:lpstr>
      <vt:lpstr>例2-1   算术表达式的文法</vt:lpstr>
      <vt:lpstr>例2-1   算术表达式的文法</vt:lpstr>
      <vt:lpstr>例2-1   算术表达式的文法</vt:lpstr>
      <vt:lpstr>产生式的简写</vt:lpstr>
      <vt:lpstr>产生式规定了一些变换</vt:lpstr>
      <vt:lpstr>变换的符号表示</vt:lpstr>
      <vt:lpstr>直接推导与归约</vt:lpstr>
      <vt:lpstr>变换的分析</vt:lpstr>
      <vt:lpstr>直接推导与归约</vt:lpstr>
      <vt:lpstr>(多步)推导/归约</vt:lpstr>
      <vt:lpstr>再看推导/归约</vt:lpstr>
      <vt:lpstr>句型与句子</vt:lpstr>
      <vt:lpstr>文法G产生的语言</vt:lpstr>
      <vt:lpstr>句子是根据文法推导的结果</vt:lpstr>
      <vt:lpstr>句子是根据文法推导的结果</vt:lpstr>
      <vt:lpstr>句子是根据文法推导的结果</vt:lpstr>
      <vt:lpstr>还可以“得出”其他“句子”</vt:lpstr>
      <vt:lpstr>id+id*id的不同推导     E→E+E|E*E|(E)|id</vt:lpstr>
      <vt:lpstr>最左推导与最右推导</vt:lpstr>
      <vt:lpstr>例2-2  标识符的文法1</vt:lpstr>
      <vt:lpstr>不同类型的文法</vt:lpstr>
      <vt:lpstr>2.4 文法的分类(Chomsky体系)</vt:lpstr>
      <vt:lpstr>上下文有关文法(CSG)</vt:lpstr>
      <vt:lpstr>上下文无关文法(CFG)</vt:lpstr>
      <vt:lpstr>例2-3  标识符的文法2</vt:lpstr>
      <vt:lpstr>例2-4  标识符的文法3</vt:lpstr>
      <vt:lpstr>正规文法(RG)</vt:lpstr>
      <vt:lpstr>例 非CFL的文法</vt:lpstr>
      <vt:lpstr>高级语言中的非CFL结构</vt:lpstr>
      <vt:lpstr>PowerPoint 演示文稿</vt:lpstr>
      <vt:lpstr>Chomsky体系——总结</vt:lpstr>
      <vt:lpstr>BNF(Backus-Naur/Backus-Normal Form)</vt:lpstr>
      <vt:lpstr>BNF</vt:lpstr>
      <vt:lpstr>例2-5 句子结构的表示   (文法E→E+E|E*E|(E)|id )</vt:lpstr>
      <vt:lpstr>2.5 CFG的语法树</vt:lpstr>
      <vt:lpstr>2.5 CFG的语法树</vt:lpstr>
      <vt:lpstr>2.5 CFG的语法树</vt:lpstr>
      <vt:lpstr>2.5 CFG的语法树</vt:lpstr>
      <vt:lpstr>例2-6 语法(分析)树   (文法E→E+E|E*E|(E)|id )</vt:lpstr>
      <vt:lpstr>短语(Phrase)</vt:lpstr>
      <vt:lpstr> 例：短语、直接短语、句柄</vt:lpstr>
      <vt:lpstr>PowerPoint 演示文稿</vt:lpstr>
      <vt:lpstr>用子树解释短语、直接短语、句柄</vt:lpstr>
      <vt:lpstr>关于文法</vt:lpstr>
      <vt:lpstr>文法的二义性/歧义性(ambiquity)</vt:lpstr>
      <vt:lpstr>PowerPoint 演示文稿</vt:lpstr>
      <vt:lpstr>PowerPoint 演示文稿</vt:lpstr>
      <vt:lpstr>文法的二义性</vt:lpstr>
      <vt:lpstr>文法的二义性</vt:lpstr>
      <vt:lpstr>文法的二义性</vt:lpstr>
      <vt:lpstr>文法的二义性</vt:lpstr>
      <vt:lpstr>文法的二义性</vt:lpstr>
      <vt:lpstr>参考书：(抽象)语法树不同</vt:lpstr>
      <vt:lpstr>2.6  文法的构造——为了更好地理解文法</vt:lpstr>
      <vt:lpstr>文法举例</vt:lpstr>
      <vt:lpstr>文法举例</vt:lpstr>
      <vt:lpstr>文法举例</vt:lpstr>
      <vt:lpstr>例2-7：{w|w为十进制数}</vt:lpstr>
      <vt:lpstr>无用产生式与无用符号</vt:lpstr>
      <vt:lpstr>文法构造小结</vt:lpstr>
    </vt:vector>
  </TitlesOfParts>
  <Company>bjut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creator>jzl</dc:creator>
  <cp:lastModifiedBy>Admin</cp:lastModifiedBy>
  <cp:revision>264</cp:revision>
  <cp:lastPrinted>1601-01-01T00:00:00Z</cp:lastPrinted>
  <dcterms:created xsi:type="dcterms:W3CDTF">2003-07-09T14:46:46Z</dcterms:created>
  <dcterms:modified xsi:type="dcterms:W3CDTF">2017-02-24T00:46:45Z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ies>
</file>