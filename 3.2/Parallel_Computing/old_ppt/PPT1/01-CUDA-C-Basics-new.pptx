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300" r:id="rId2"/>
    <p:sldId id="299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4" autoAdjust="0"/>
    <p:restoredTop sz="82615" autoAdjust="0"/>
  </p:normalViewPr>
  <p:slideViewPr>
    <p:cSldViewPr showGuides="1">
      <p:cViewPr varScale="1">
        <p:scale>
          <a:sx n="81" d="100"/>
          <a:sy n="81" d="100"/>
        </p:scale>
        <p:origin x="474" y="102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8DF239EF-3D47-4E15-A511-CD05BC8C3B94}"/>
    <pc:docChg chg="modSld">
      <pc:chgData name="" userId="60900f52fed158ba" providerId="LiveId" clId="{8DF239EF-3D47-4E15-A511-CD05BC8C3B94}" dt="2025-05-07T08:56:44.627" v="2"/>
      <pc:docMkLst>
        <pc:docMk/>
      </pc:docMkLst>
      <pc:sldChg chg="modSp">
        <pc:chgData name="" userId="60900f52fed158ba" providerId="LiveId" clId="{8DF239EF-3D47-4E15-A511-CD05BC8C3B94}" dt="2025-05-07T08:56:44.627" v="2"/>
        <pc:sldMkLst>
          <pc:docMk/>
          <pc:sldMk cId="0" sldId="300"/>
        </pc:sldMkLst>
        <pc:spChg chg="mod">
          <ac:chgData name="" userId="60900f52fed158ba" providerId="LiveId" clId="{8DF239EF-3D47-4E15-A511-CD05BC8C3B94}" dt="2025-05-07T08:56:44.627" v="2"/>
          <ac:spMkLst>
            <pc:docMk/>
            <pc:sldMk cId="0" sldId="300"/>
            <ac:spMk id="10" creationId="{00000000-0000-0000-0000-000000000000}"/>
          </ac:spMkLst>
        </pc:spChg>
      </pc:sldChg>
    </pc:docChg>
  </pc:docChgLst>
  <pc:docChgLst>
    <pc:chgData name="LX" userId="fa1ca143-f6ef-4ad6-9014-3218337cd20b" providerId="ADAL" clId="{9E0DBF9B-0214-4051-85BF-A14650D8ECCC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11417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26C6-352B-B512-8421-204D7CFF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67030B67-DB26-76A9-97F5-A990DF8DA4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A1D2D1E4-E1AB-0D93-D0F8-5DFB2FACC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4F605399-FBA5-B6E3-2D7F-ED38B51B7C1B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55107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835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671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256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75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15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2DBD3-B42A-4840-B4E5-AB248FCC9D9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30187D-D67B-442D-8DFD-1E9836AB71E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393603-B90D-4B2B-8E7D-8F460F89E132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8D8379-70DD-431B-B3B8-F968D56FA3B1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BAB919-F8C8-4182-A869-5E186831377C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301FE4-3273-47F2-830E-D43B2FA7AEA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48ABE6-8106-4A7E-9F24-AA58F86A199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906E28-2798-4564-BAB2-BEDE9D83E10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F92ECD-D4BD-4971-85CD-77D937C872E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E650C5-99B6-4F1C-BD1E-12402410E46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B3CDDC-E3C8-4B34-B5A0-1C94AEC8272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8A28AD-33A3-4ACA-87C4-96D551050D3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2025/5/7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42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41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5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4" Type="http://schemas.openxmlformats.org/officeDocument/2006/relationships/image" Target="../media/image49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43" Type="http://schemas.openxmlformats.org/officeDocument/2006/relationships/image" Target="../media/image48.png"/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99.png"/><Relationship Id="rId21" Type="http://schemas.openxmlformats.org/officeDocument/2006/relationships/image" Target="../media/image81.png"/><Relationship Id="rId34" Type="http://schemas.openxmlformats.org/officeDocument/2006/relationships/image" Target="../media/image94.png"/><Relationship Id="rId42" Type="http://schemas.openxmlformats.org/officeDocument/2006/relationships/image" Target="../media/image102.png"/><Relationship Id="rId47" Type="http://schemas.openxmlformats.org/officeDocument/2006/relationships/image" Target="../media/image107.png"/><Relationship Id="rId50" Type="http://schemas.openxmlformats.org/officeDocument/2006/relationships/image" Target="../media/image11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6.png"/><Relationship Id="rId29" Type="http://schemas.openxmlformats.org/officeDocument/2006/relationships/image" Target="../media/image89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32" Type="http://schemas.openxmlformats.org/officeDocument/2006/relationships/image" Target="../media/image92.png"/><Relationship Id="rId37" Type="http://schemas.openxmlformats.org/officeDocument/2006/relationships/image" Target="../media/image97.png"/><Relationship Id="rId40" Type="http://schemas.openxmlformats.org/officeDocument/2006/relationships/image" Target="../media/image100.png"/><Relationship Id="rId45" Type="http://schemas.openxmlformats.org/officeDocument/2006/relationships/image" Target="../media/image105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36" Type="http://schemas.openxmlformats.org/officeDocument/2006/relationships/image" Target="../media/image96.png"/><Relationship Id="rId49" Type="http://schemas.openxmlformats.org/officeDocument/2006/relationships/image" Target="../media/image109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44" Type="http://schemas.openxmlformats.org/officeDocument/2006/relationships/image" Target="../media/image104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Relationship Id="rId35" Type="http://schemas.openxmlformats.org/officeDocument/2006/relationships/image" Target="../media/image95.png"/><Relationship Id="rId43" Type="http://schemas.openxmlformats.org/officeDocument/2006/relationships/image" Target="../media/image103.png"/><Relationship Id="rId48" Type="http://schemas.openxmlformats.org/officeDocument/2006/relationships/image" Target="../media/image108.png"/><Relationship Id="rId8" Type="http://schemas.openxmlformats.org/officeDocument/2006/relationships/image" Target="../media/image68.png"/><Relationship Id="rId51" Type="http://schemas.openxmlformats.org/officeDocument/2006/relationships/image" Target="../media/image111.png"/><Relationship Id="rId3" Type="http://schemas.openxmlformats.org/officeDocument/2006/relationships/image" Target="../media/image63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3.png"/><Relationship Id="rId38" Type="http://schemas.openxmlformats.org/officeDocument/2006/relationships/image" Target="../media/image98.png"/><Relationship Id="rId46" Type="http://schemas.openxmlformats.org/officeDocument/2006/relationships/image" Target="../media/image106.png"/><Relationship Id="rId20" Type="http://schemas.openxmlformats.org/officeDocument/2006/relationships/image" Target="../media/image80.png"/><Relationship Id="rId41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6.png"/><Relationship Id="rId117" Type="http://schemas.openxmlformats.org/officeDocument/2006/relationships/image" Target="../media/image227.png"/><Relationship Id="rId21" Type="http://schemas.openxmlformats.org/officeDocument/2006/relationships/image" Target="../media/image131.png"/><Relationship Id="rId42" Type="http://schemas.openxmlformats.org/officeDocument/2006/relationships/image" Target="../media/image152.png"/><Relationship Id="rId47" Type="http://schemas.openxmlformats.org/officeDocument/2006/relationships/image" Target="../media/image157.png"/><Relationship Id="rId63" Type="http://schemas.openxmlformats.org/officeDocument/2006/relationships/image" Target="../media/image173.png"/><Relationship Id="rId68" Type="http://schemas.openxmlformats.org/officeDocument/2006/relationships/image" Target="../media/image178.png"/><Relationship Id="rId84" Type="http://schemas.openxmlformats.org/officeDocument/2006/relationships/image" Target="../media/image194.png"/><Relationship Id="rId89" Type="http://schemas.openxmlformats.org/officeDocument/2006/relationships/image" Target="../media/image199.png"/><Relationship Id="rId112" Type="http://schemas.openxmlformats.org/officeDocument/2006/relationships/image" Target="../media/image222.png"/><Relationship Id="rId16" Type="http://schemas.openxmlformats.org/officeDocument/2006/relationships/image" Target="../media/image126.png"/><Relationship Id="rId107" Type="http://schemas.openxmlformats.org/officeDocument/2006/relationships/image" Target="../media/image217.png"/><Relationship Id="rId11" Type="http://schemas.openxmlformats.org/officeDocument/2006/relationships/image" Target="../media/image121.png"/><Relationship Id="rId32" Type="http://schemas.openxmlformats.org/officeDocument/2006/relationships/image" Target="../media/image142.png"/><Relationship Id="rId37" Type="http://schemas.openxmlformats.org/officeDocument/2006/relationships/image" Target="../media/image147.png"/><Relationship Id="rId53" Type="http://schemas.openxmlformats.org/officeDocument/2006/relationships/image" Target="../media/image163.png"/><Relationship Id="rId58" Type="http://schemas.openxmlformats.org/officeDocument/2006/relationships/image" Target="../media/image168.png"/><Relationship Id="rId74" Type="http://schemas.openxmlformats.org/officeDocument/2006/relationships/image" Target="../media/image184.png"/><Relationship Id="rId79" Type="http://schemas.openxmlformats.org/officeDocument/2006/relationships/image" Target="../media/image189.png"/><Relationship Id="rId102" Type="http://schemas.openxmlformats.org/officeDocument/2006/relationships/image" Target="../media/image212.png"/><Relationship Id="rId5" Type="http://schemas.openxmlformats.org/officeDocument/2006/relationships/image" Target="../media/image115.png"/><Relationship Id="rId90" Type="http://schemas.openxmlformats.org/officeDocument/2006/relationships/image" Target="../media/image200.png"/><Relationship Id="rId95" Type="http://schemas.openxmlformats.org/officeDocument/2006/relationships/image" Target="../media/image205.png"/><Relationship Id="rId22" Type="http://schemas.openxmlformats.org/officeDocument/2006/relationships/image" Target="../media/image132.png"/><Relationship Id="rId27" Type="http://schemas.openxmlformats.org/officeDocument/2006/relationships/image" Target="../media/image137.png"/><Relationship Id="rId43" Type="http://schemas.openxmlformats.org/officeDocument/2006/relationships/image" Target="../media/image153.png"/><Relationship Id="rId48" Type="http://schemas.openxmlformats.org/officeDocument/2006/relationships/image" Target="../media/image158.png"/><Relationship Id="rId64" Type="http://schemas.openxmlformats.org/officeDocument/2006/relationships/image" Target="../media/image174.png"/><Relationship Id="rId69" Type="http://schemas.openxmlformats.org/officeDocument/2006/relationships/image" Target="../media/image179.png"/><Relationship Id="rId113" Type="http://schemas.openxmlformats.org/officeDocument/2006/relationships/image" Target="../media/image223.png"/><Relationship Id="rId118" Type="http://schemas.openxmlformats.org/officeDocument/2006/relationships/image" Target="../media/image228.png"/><Relationship Id="rId80" Type="http://schemas.openxmlformats.org/officeDocument/2006/relationships/image" Target="../media/image190.png"/><Relationship Id="rId85" Type="http://schemas.openxmlformats.org/officeDocument/2006/relationships/image" Target="../media/image195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33" Type="http://schemas.openxmlformats.org/officeDocument/2006/relationships/image" Target="../media/image143.png"/><Relationship Id="rId38" Type="http://schemas.openxmlformats.org/officeDocument/2006/relationships/image" Target="../media/image148.png"/><Relationship Id="rId59" Type="http://schemas.openxmlformats.org/officeDocument/2006/relationships/image" Target="../media/image169.png"/><Relationship Id="rId103" Type="http://schemas.openxmlformats.org/officeDocument/2006/relationships/image" Target="../media/image213.png"/><Relationship Id="rId108" Type="http://schemas.openxmlformats.org/officeDocument/2006/relationships/image" Target="../media/image218.png"/><Relationship Id="rId54" Type="http://schemas.openxmlformats.org/officeDocument/2006/relationships/image" Target="../media/image164.png"/><Relationship Id="rId70" Type="http://schemas.openxmlformats.org/officeDocument/2006/relationships/image" Target="../media/image180.png"/><Relationship Id="rId75" Type="http://schemas.openxmlformats.org/officeDocument/2006/relationships/image" Target="../media/image185.png"/><Relationship Id="rId91" Type="http://schemas.openxmlformats.org/officeDocument/2006/relationships/image" Target="../media/image201.png"/><Relationship Id="rId96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23" Type="http://schemas.openxmlformats.org/officeDocument/2006/relationships/image" Target="../media/image133.png"/><Relationship Id="rId28" Type="http://schemas.openxmlformats.org/officeDocument/2006/relationships/image" Target="../media/image138.png"/><Relationship Id="rId49" Type="http://schemas.openxmlformats.org/officeDocument/2006/relationships/image" Target="../media/image159.png"/><Relationship Id="rId114" Type="http://schemas.openxmlformats.org/officeDocument/2006/relationships/image" Target="../media/image224.png"/><Relationship Id="rId10" Type="http://schemas.openxmlformats.org/officeDocument/2006/relationships/image" Target="../media/image120.png"/><Relationship Id="rId31" Type="http://schemas.openxmlformats.org/officeDocument/2006/relationships/image" Target="../media/image141.png"/><Relationship Id="rId44" Type="http://schemas.openxmlformats.org/officeDocument/2006/relationships/image" Target="../media/image154.png"/><Relationship Id="rId52" Type="http://schemas.openxmlformats.org/officeDocument/2006/relationships/image" Target="../media/image162.png"/><Relationship Id="rId60" Type="http://schemas.openxmlformats.org/officeDocument/2006/relationships/image" Target="../media/image170.png"/><Relationship Id="rId65" Type="http://schemas.openxmlformats.org/officeDocument/2006/relationships/image" Target="../media/image175.png"/><Relationship Id="rId73" Type="http://schemas.openxmlformats.org/officeDocument/2006/relationships/image" Target="../media/image183.png"/><Relationship Id="rId78" Type="http://schemas.openxmlformats.org/officeDocument/2006/relationships/image" Target="../media/image188.png"/><Relationship Id="rId81" Type="http://schemas.openxmlformats.org/officeDocument/2006/relationships/image" Target="../media/image191.png"/><Relationship Id="rId86" Type="http://schemas.openxmlformats.org/officeDocument/2006/relationships/image" Target="../media/image196.png"/><Relationship Id="rId94" Type="http://schemas.openxmlformats.org/officeDocument/2006/relationships/image" Target="../media/image204.png"/><Relationship Id="rId99" Type="http://schemas.openxmlformats.org/officeDocument/2006/relationships/image" Target="../media/image209.png"/><Relationship Id="rId101" Type="http://schemas.openxmlformats.org/officeDocument/2006/relationships/image" Target="../media/image211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9" Type="http://schemas.openxmlformats.org/officeDocument/2006/relationships/image" Target="../media/image149.png"/><Relationship Id="rId109" Type="http://schemas.openxmlformats.org/officeDocument/2006/relationships/image" Target="../media/image219.png"/><Relationship Id="rId34" Type="http://schemas.openxmlformats.org/officeDocument/2006/relationships/image" Target="../media/image144.png"/><Relationship Id="rId50" Type="http://schemas.openxmlformats.org/officeDocument/2006/relationships/image" Target="../media/image160.png"/><Relationship Id="rId55" Type="http://schemas.openxmlformats.org/officeDocument/2006/relationships/image" Target="../media/image165.png"/><Relationship Id="rId76" Type="http://schemas.openxmlformats.org/officeDocument/2006/relationships/image" Target="../media/image186.png"/><Relationship Id="rId97" Type="http://schemas.openxmlformats.org/officeDocument/2006/relationships/image" Target="../media/image207.png"/><Relationship Id="rId104" Type="http://schemas.openxmlformats.org/officeDocument/2006/relationships/image" Target="../media/image214.png"/><Relationship Id="rId7" Type="http://schemas.openxmlformats.org/officeDocument/2006/relationships/image" Target="../media/image117.png"/><Relationship Id="rId71" Type="http://schemas.openxmlformats.org/officeDocument/2006/relationships/image" Target="../media/image181.png"/><Relationship Id="rId92" Type="http://schemas.openxmlformats.org/officeDocument/2006/relationships/image" Target="../media/image202.png"/><Relationship Id="rId2" Type="http://schemas.openxmlformats.org/officeDocument/2006/relationships/image" Target="../media/image112.png"/><Relationship Id="rId29" Type="http://schemas.openxmlformats.org/officeDocument/2006/relationships/image" Target="../media/image139.png"/><Relationship Id="rId24" Type="http://schemas.openxmlformats.org/officeDocument/2006/relationships/image" Target="../media/image134.png"/><Relationship Id="rId40" Type="http://schemas.openxmlformats.org/officeDocument/2006/relationships/image" Target="../media/image150.png"/><Relationship Id="rId45" Type="http://schemas.openxmlformats.org/officeDocument/2006/relationships/image" Target="../media/image155.png"/><Relationship Id="rId66" Type="http://schemas.openxmlformats.org/officeDocument/2006/relationships/image" Target="../media/image176.png"/><Relationship Id="rId87" Type="http://schemas.openxmlformats.org/officeDocument/2006/relationships/image" Target="../media/image197.png"/><Relationship Id="rId110" Type="http://schemas.openxmlformats.org/officeDocument/2006/relationships/image" Target="../media/image220.png"/><Relationship Id="rId115" Type="http://schemas.openxmlformats.org/officeDocument/2006/relationships/image" Target="../media/image225.png"/><Relationship Id="rId61" Type="http://schemas.openxmlformats.org/officeDocument/2006/relationships/image" Target="../media/image171.png"/><Relationship Id="rId82" Type="http://schemas.openxmlformats.org/officeDocument/2006/relationships/image" Target="../media/image192.png"/><Relationship Id="rId19" Type="http://schemas.openxmlformats.org/officeDocument/2006/relationships/image" Target="../media/image129.png"/><Relationship Id="rId14" Type="http://schemas.openxmlformats.org/officeDocument/2006/relationships/image" Target="../media/image124.png"/><Relationship Id="rId30" Type="http://schemas.openxmlformats.org/officeDocument/2006/relationships/image" Target="../media/image140.png"/><Relationship Id="rId35" Type="http://schemas.openxmlformats.org/officeDocument/2006/relationships/image" Target="../media/image145.png"/><Relationship Id="rId56" Type="http://schemas.openxmlformats.org/officeDocument/2006/relationships/image" Target="../media/image166.png"/><Relationship Id="rId77" Type="http://schemas.openxmlformats.org/officeDocument/2006/relationships/image" Target="../media/image187.png"/><Relationship Id="rId100" Type="http://schemas.openxmlformats.org/officeDocument/2006/relationships/image" Target="../media/image210.png"/><Relationship Id="rId105" Type="http://schemas.openxmlformats.org/officeDocument/2006/relationships/image" Target="../media/image215.png"/><Relationship Id="rId8" Type="http://schemas.openxmlformats.org/officeDocument/2006/relationships/image" Target="../media/image118.png"/><Relationship Id="rId51" Type="http://schemas.openxmlformats.org/officeDocument/2006/relationships/image" Target="../media/image161.png"/><Relationship Id="rId72" Type="http://schemas.openxmlformats.org/officeDocument/2006/relationships/image" Target="../media/image182.png"/><Relationship Id="rId93" Type="http://schemas.openxmlformats.org/officeDocument/2006/relationships/image" Target="../media/image203.png"/><Relationship Id="rId98" Type="http://schemas.openxmlformats.org/officeDocument/2006/relationships/image" Target="../media/image208.png"/><Relationship Id="rId3" Type="http://schemas.openxmlformats.org/officeDocument/2006/relationships/image" Target="../media/image113.png"/><Relationship Id="rId25" Type="http://schemas.openxmlformats.org/officeDocument/2006/relationships/image" Target="../media/image135.png"/><Relationship Id="rId46" Type="http://schemas.openxmlformats.org/officeDocument/2006/relationships/image" Target="../media/image156.png"/><Relationship Id="rId67" Type="http://schemas.openxmlformats.org/officeDocument/2006/relationships/image" Target="../media/image177.png"/><Relationship Id="rId116" Type="http://schemas.openxmlformats.org/officeDocument/2006/relationships/image" Target="../media/image226.png"/><Relationship Id="rId20" Type="http://schemas.openxmlformats.org/officeDocument/2006/relationships/image" Target="../media/image130.png"/><Relationship Id="rId41" Type="http://schemas.openxmlformats.org/officeDocument/2006/relationships/image" Target="../media/image151.png"/><Relationship Id="rId62" Type="http://schemas.openxmlformats.org/officeDocument/2006/relationships/image" Target="../media/image172.png"/><Relationship Id="rId83" Type="http://schemas.openxmlformats.org/officeDocument/2006/relationships/image" Target="../media/image193.png"/><Relationship Id="rId88" Type="http://schemas.openxmlformats.org/officeDocument/2006/relationships/image" Target="../media/image198.png"/><Relationship Id="rId111" Type="http://schemas.openxmlformats.org/officeDocument/2006/relationships/image" Target="../media/image221.png"/><Relationship Id="rId15" Type="http://schemas.openxmlformats.org/officeDocument/2006/relationships/image" Target="../media/image125.png"/><Relationship Id="rId36" Type="http://schemas.openxmlformats.org/officeDocument/2006/relationships/image" Target="../media/image146.png"/><Relationship Id="rId57" Type="http://schemas.openxmlformats.org/officeDocument/2006/relationships/image" Target="../media/image167.png"/><Relationship Id="rId106" Type="http://schemas.openxmlformats.org/officeDocument/2006/relationships/image" Target="../media/image2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680201" y="2376314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程序设计</a:t>
            </a: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14173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66114"/>
            <a:ext cx="8497080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任课教师：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黄聃（Huang，Dan）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EF99-A659-14B9-1736-63E0F87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88FEC957-C7F3-0111-B51B-44B216EDC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D57A7539-00CC-CBC6-8F20-1BA203F9D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429" y="2488143"/>
            <a:ext cx="11377264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C++ BASICS</a:t>
            </a: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6C74A40C-3AE0-3169-0753-3661E30178AE}"/>
              </a:ext>
            </a:extLst>
          </p:cNvPr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B5FD92-8A55-3F47-87F2-6FBCBAC04D19}"/>
              </a:ext>
            </a:extLst>
          </p:cNvPr>
          <p:cNvSpPr txBox="1"/>
          <p:nvPr/>
        </p:nvSpPr>
        <p:spPr>
          <a:xfrm>
            <a:off x="3200400" y="3368045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lang="en-US" altLang="zh-CN" sz="2400" b="1" spc="3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NVIDIA Corporation</a:t>
            </a:r>
          </a:p>
        </p:txBody>
      </p:sp>
    </p:spTree>
    <p:extLst>
      <p:ext uri="{BB962C8B-B14F-4D97-AF65-F5344CB8AC3E}">
        <p14:creationId xmlns:p14="http://schemas.microsoft.com/office/powerpoint/2010/main" val="416433753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F61630F-79C4-43BA-AA9C-9BB6FF67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CUDA?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A129C-96EB-48BA-9C11-3EF9DFAB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16623"/>
          </a:xfrm>
        </p:spPr>
        <p:txBody>
          <a:bodyPr/>
          <a:lstStyle/>
          <a:p>
            <a:r>
              <a:rPr lang="en-US" dirty="0"/>
              <a:t>CUDA Architecture</a:t>
            </a:r>
          </a:p>
          <a:p>
            <a:pPr lvl="1"/>
            <a:r>
              <a:rPr lang="en-US" dirty="0"/>
              <a:t>Expose GPU parallelism for general-purpose computing  </a:t>
            </a:r>
          </a:p>
          <a:p>
            <a:pPr lvl="1"/>
            <a:r>
              <a:rPr lang="en-US" dirty="0"/>
              <a:t>Expose/Enable performance</a:t>
            </a:r>
          </a:p>
          <a:p>
            <a:r>
              <a:rPr lang="en-US" dirty="0"/>
              <a:t>CUDA C++</a:t>
            </a:r>
          </a:p>
          <a:p>
            <a:pPr lvl="1"/>
            <a:r>
              <a:rPr lang="en-US" dirty="0"/>
              <a:t>Based on industry-standard C++</a:t>
            </a:r>
          </a:p>
          <a:p>
            <a:pPr lvl="1"/>
            <a:r>
              <a:rPr lang="en-US" dirty="0"/>
              <a:t>Set of extensions to enable heterogeneous programming </a:t>
            </a:r>
          </a:p>
          <a:p>
            <a:pPr lvl="1"/>
            <a:r>
              <a:rPr lang="en-US" dirty="0"/>
              <a:t>Straightforward APIs to manage devices, memory etc.</a:t>
            </a:r>
          </a:p>
          <a:p>
            <a:r>
              <a:rPr lang="en-US" dirty="0"/>
              <a:t>This session introduces CUDA C++</a:t>
            </a:r>
          </a:p>
          <a:p>
            <a:pPr lvl="1"/>
            <a:r>
              <a:rPr lang="en-US" dirty="0"/>
              <a:t>Other languages/bindings available: Fortran, Python, </a:t>
            </a:r>
            <a:r>
              <a:rPr lang="en-US" dirty="0" err="1"/>
              <a:t>Matlab</a:t>
            </a:r>
            <a:r>
              <a:rPr lang="en-US" dirty="0"/>
              <a:t>,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2A399A-460A-381A-B6E1-BF455E63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6777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16ED-4A51-AE20-E101-B759321D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56DF6CB-EA14-7483-908C-D07B23B0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CUDA C++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AE11E6-F27E-764B-018B-DAB5249E2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you learn in this session?</a:t>
            </a:r>
          </a:p>
          <a:p>
            <a:pPr lvl="1"/>
            <a:r>
              <a:rPr lang="en-US" dirty="0"/>
              <a:t>Start with vector addition</a:t>
            </a:r>
          </a:p>
          <a:p>
            <a:pPr lvl="1"/>
            <a:r>
              <a:rPr lang="en-US" dirty="0"/>
              <a:t>Write and launch CUDA C++ kernels </a:t>
            </a:r>
          </a:p>
          <a:p>
            <a:pPr lvl="1"/>
            <a:r>
              <a:rPr lang="en-US" dirty="0"/>
              <a:t>Manage GPU memory</a:t>
            </a:r>
          </a:p>
          <a:p>
            <a:pPr lvl="1"/>
            <a:r>
              <a:rPr lang="en-US" dirty="0"/>
              <a:t>(Manage communication and synchronization)-&gt; next session</a:t>
            </a:r>
          </a:p>
          <a:p>
            <a:pPr lvl="1"/>
            <a:endParaRPr lang="en-US" dirty="0"/>
          </a:p>
          <a:p>
            <a:r>
              <a:rPr lang="en-US" dirty="0"/>
              <a:t>(Some knowledge of C or C++ programming is assumed.)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D9C8EC-1584-4BEA-B27A-FDDFA41F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32685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EB15B-9A5D-AFBC-0999-3E395425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AC62AC-C77F-F54F-C78B-71B2832F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HETEROGENEOUS COMPUTING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41140A-13D4-B07A-7A78-B18D3ACF0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1584175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Host</a:t>
            </a:r>
            <a:r>
              <a:rPr lang="en-US" dirty="0"/>
              <a:t>	The CPU and its memory (host memory)</a:t>
            </a:r>
          </a:p>
          <a:p>
            <a:r>
              <a:rPr lang="en-US" dirty="0">
                <a:solidFill>
                  <a:schemeClr val="accent6"/>
                </a:solidFill>
              </a:rPr>
              <a:t>Device</a:t>
            </a:r>
            <a:r>
              <a:rPr lang="en-US" dirty="0"/>
              <a:t> 	The GPU and its memory (device memory)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63D296F0-E3F8-BCDE-C7B2-1C708730936A}"/>
              </a:ext>
            </a:extLst>
          </p:cNvPr>
          <p:cNvSpPr/>
          <p:nvPr/>
        </p:nvSpPr>
        <p:spPr>
          <a:xfrm>
            <a:off x="2296344" y="3600450"/>
            <a:ext cx="2687921" cy="2016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4E6390EE-66FB-C6BC-5590-8A3DDEC24CA3}"/>
              </a:ext>
            </a:extLst>
          </p:cNvPr>
          <p:cNvSpPr/>
          <p:nvPr/>
        </p:nvSpPr>
        <p:spPr>
          <a:xfrm>
            <a:off x="7003217" y="3626967"/>
            <a:ext cx="2494445" cy="20074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D5276A-412F-9D7E-D8AB-005BBB25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26261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E016-C1E8-DAB5-AA98-A4B7CA04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2E8A03C-37FC-5A55-8394-303EA1A9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PORTING TO CUDA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EC59A7D-623B-A84D-BE37-DCD0DD849C3A}"/>
              </a:ext>
            </a:extLst>
          </p:cNvPr>
          <p:cNvSpPr/>
          <p:nvPr/>
        </p:nvSpPr>
        <p:spPr>
          <a:xfrm>
            <a:off x="5349240" y="1852422"/>
            <a:ext cx="2103120" cy="3462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831D9358-AF4B-D0A0-F2B8-A5ACC4A59BF4}"/>
              </a:ext>
            </a:extLst>
          </p:cNvPr>
          <p:cNvSpPr txBox="1"/>
          <p:nvPr/>
        </p:nvSpPr>
        <p:spPr>
          <a:xfrm>
            <a:off x="5354988" y="1436371"/>
            <a:ext cx="245239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cs typeface="Calibri" panose="020F0502020204030204" pitchFamily="34" charset="0"/>
              </a:rPr>
              <a:t>Application</a:t>
            </a:r>
            <a:r>
              <a:rPr sz="2400" b="1" spc="-70" dirty="0">
                <a:cs typeface="Calibri" panose="020F0502020204030204" pitchFamily="34" charset="0"/>
              </a:rPr>
              <a:t> </a:t>
            </a:r>
            <a:r>
              <a:rPr sz="2400" b="1" dirty="0">
                <a:cs typeface="Calibri" panose="020F0502020204030204" pitchFamily="34" charset="0"/>
              </a:rPr>
              <a:t>Code</a:t>
            </a:r>
            <a:endParaRPr sz="2400" dirty="0">
              <a:cs typeface="Calibri" panose="020F0502020204030204" pitchFamily="34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5D14A5D-83D1-58CF-5A44-33BFC1A2A0A9}"/>
              </a:ext>
            </a:extLst>
          </p:cNvPr>
          <p:cNvSpPr/>
          <p:nvPr/>
        </p:nvSpPr>
        <p:spPr>
          <a:xfrm>
            <a:off x="1371600" y="3751326"/>
            <a:ext cx="1975104" cy="1871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1817027D-5441-10C6-27C2-9E45CC280FCB}"/>
              </a:ext>
            </a:extLst>
          </p:cNvPr>
          <p:cNvSpPr/>
          <p:nvPr/>
        </p:nvSpPr>
        <p:spPr>
          <a:xfrm>
            <a:off x="1566677" y="3946040"/>
            <a:ext cx="1388957" cy="12857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97EA01FA-51EE-651C-0715-E42895EECB5F}"/>
              </a:ext>
            </a:extLst>
          </p:cNvPr>
          <p:cNvSpPr/>
          <p:nvPr/>
        </p:nvSpPr>
        <p:spPr>
          <a:xfrm>
            <a:off x="1633728" y="3995166"/>
            <a:ext cx="606552" cy="70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EBC1A66-89FF-1C88-E40D-D7ECC026716B}"/>
              </a:ext>
            </a:extLst>
          </p:cNvPr>
          <p:cNvSpPr/>
          <p:nvPr/>
        </p:nvSpPr>
        <p:spPr>
          <a:xfrm>
            <a:off x="1633728" y="4074415"/>
            <a:ext cx="606552" cy="701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C867BFB4-6228-AFA7-69F4-BE880FAF94CF}"/>
              </a:ext>
            </a:extLst>
          </p:cNvPr>
          <p:cNvSpPr/>
          <p:nvPr/>
        </p:nvSpPr>
        <p:spPr>
          <a:xfrm>
            <a:off x="1633728" y="4153663"/>
            <a:ext cx="606552" cy="70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6678BAEB-29C1-31F9-91FA-1EB1E331BA41}"/>
              </a:ext>
            </a:extLst>
          </p:cNvPr>
          <p:cNvSpPr/>
          <p:nvPr/>
        </p:nvSpPr>
        <p:spPr>
          <a:xfrm>
            <a:off x="1633728" y="4232910"/>
            <a:ext cx="606552" cy="701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43944E72-051C-9243-4A8F-FC4F412D363D}"/>
              </a:ext>
            </a:extLst>
          </p:cNvPr>
          <p:cNvSpPr/>
          <p:nvPr/>
        </p:nvSpPr>
        <p:spPr>
          <a:xfrm>
            <a:off x="1633728" y="4312159"/>
            <a:ext cx="606552" cy="701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AF3A2DA1-9966-C443-54A5-AED0C64DDAE7}"/>
              </a:ext>
            </a:extLst>
          </p:cNvPr>
          <p:cNvSpPr/>
          <p:nvPr/>
        </p:nvSpPr>
        <p:spPr>
          <a:xfrm>
            <a:off x="1633728" y="4391407"/>
            <a:ext cx="606552" cy="731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48A099F2-7850-8884-F16F-A5CE65D1D55F}"/>
              </a:ext>
            </a:extLst>
          </p:cNvPr>
          <p:cNvSpPr/>
          <p:nvPr/>
        </p:nvSpPr>
        <p:spPr>
          <a:xfrm>
            <a:off x="1633728" y="4470654"/>
            <a:ext cx="606552" cy="731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DCA374C2-DB82-2C73-53F1-ACBF45A682A8}"/>
              </a:ext>
            </a:extLst>
          </p:cNvPr>
          <p:cNvSpPr/>
          <p:nvPr/>
        </p:nvSpPr>
        <p:spPr>
          <a:xfrm>
            <a:off x="1633728" y="4549902"/>
            <a:ext cx="606552" cy="73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0C163F04-7778-A898-8616-69F618FF7B8C}"/>
              </a:ext>
            </a:extLst>
          </p:cNvPr>
          <p:cNvSpPr/>
          <p:nvPr/>
        </p:nvSpPr>
        <p:spPr>
          <a:xfrm>
            <a:off x="1633728" y="4629151"/>
            <a:ext cx="606552" cy="73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29E16C34-EB9A-1E65-3BB2-913FB2CFA297}"/>
              </a:ext>
            </a:extLst>
          </p:cNvPr>
          <p:cNvSpPr/>
          <p:nvPr/>
        </p:nvSpPr>
        <p:spPr>
          <a:xfrm>
            <a:off x="1633728" y="4708398"/>
            <a:ext cx="606552" cy="73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B38C9EF1-A551-C987-201D-1D5CF1F9AD4B}"/>
              </a:ext>
            </a:extLst>
          </p:cNvPr>
          <p:cNvSpPr/>
          <p:nvPr/>
        </p:nvSpPr>
        <p:spPr>
          <a:xfrm>
            <a:off x="1633728" y="4787646"/>
            <a:ext cx="606552" cy="7315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CEA9F5F2-1E0B-6D90-6003-4111091B06F4}"/>
              </a:ext>
            </a:extLst>
          </p:cNvPr>
          <p:cNvSpPr/>
          <p:nvPr/>
        </p:nvSpPr>
        <p:spPr>
          <a:xfrm>
            <a:off x="1633728" y="4866895"/>
            <a:ext cx="606552" cy="7315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DBAABE1E-FF6C-7D6C-ACED-521CE774858F}"/>
              </a:ext>
            </a:extLst>
          </p:cNvPr>
          <p:cNvSpPr/>
          <p:nvPr/>
        </p:nvSpPr>
        <p:spPr>
          <a:xfrm>
            <a:off x="1633728" y="4946142"/>
            <a:ext cx="606552" cy="7315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3D9127C1-9B6A-1E1F-9C8E-01A040272334}"/>
              </a:ext>
            </a:extLst>
          </p:cNvPr>
          <p:cNvSpPr/>
          <p:nvPr/>
        </p:nvSpPr>
        <p:spPr>
          <a:xfrm>
            <a:off x="1633728" y="5025390"/>
            <a:ext cx="606552" cy="7315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9EF4816A-9987-B4CE-921E-0428B0C29FB9}"/>
              </a:ext>
            </a:extLst>
          </p:cNvPr>
          <p:cNvSpPr/>
          <p:nvPr/>
        </p:nvSpPr>
        <p:spPr>
          <a:xfrm>
            <a:off x="1633728" y="5104638"/>
            <a:ext cx="606552" cy="7315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0D348582-D883-66A6-A020-6196DEBAE92E}"/>
              </a:ext>
            </a:extLst>
          </p:cNvPr>
          <p:cNvSpPr/>
          <p:nvPr/>
        </p:nvSpPr>
        <p:spPr>
          <a:xfrm>
            <a:off x="2279905" y="3995166"/>
            <a:ext cx="606551" cy="701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CA58141F-A26F-284D-919B-EEDA62E66953}"/>
              </a:ext>
            </a:extLst>
          </p:cNvPr>
          <p:cNvSpPr/>
          <p:nvPr/>
        </p:nvSpPr>
        <p:spPr>
          <a:xfrm>
            <a:off x="2279905" y="4074415"/>
            <a:ext cx="606551" cy="701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3528BEFA-FC55-A5C9-A412-3DCD48000215}"/>
              </a:ext>
            </a:extLst>
          </p:cNvPr>
          <p:cNvSpPr/>
          <p:nvPr/>
        </p:nvSpPr>
        <p:spPr>
          <a:xfrm>
            <a:off x="2279905" y="4153663"/>
            <a:ext cx="606551" cy="701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A81FE35B-5F6C-A3F2-377D-37A9F57939AF}"/>
              </a:ext>
            </a:extLst>
          </p:cNvPr>
          <p:cNvSpPr/>
          <p:nvPr/>
        </p:nvSpPr>
        <p:spPr>
          <a:xfrm>
            <a:off x="2279905" y="4232910"/>
            <a:ext cx="606551" cy="701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194B12FD-036B-41EC-0FAE-2F39A8127EC4}"/>
              </a:ext>
            </a:extLst>
          </p:cNvPr>
          <p:cNvSpPr/>
          <p:nvPr/>
        </p:nvSpPr>
        <p:spPr>
          <a:xfrm>
            <a:off x="2279905" y="4312159"/>
            <a:ext cx="606551" cy="701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1C97B169-6C06-6DEB-52B8-7D606704420C}"/>
              </a:ext>
            </a:extLst>
          </p:cNvPr>
          <p:cNvSpPr/>
          <p:nvPr/>
        </p:nvSpPr>
        <p:spPr>
          <a:xfrm>
            <a:off x="2279905" y="4391407"/>
            <a:ext cx="606551" cy="7315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0F2F1B7B-B7D2-568A-529A-22514C4AB176}"/>
              </a:ext>
            </a:extLst>
          </p:cNvPr>
          <p:cNvSpPr/>
          <p:nvPr/>
        </p:nvSpPr>
        <p:spPr>
          <a:xfrm>
            <a:off x="2279905" y="4470654"/>
            <a:ext cx="606551" cy="7315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C9650890-BBC5-7834-C708-D411E1767092}"/>
              </a:ext>
            </a:extLst>
          </p:cNvPr>
          <p:cNvSpPr/>
          <p:nvPr/>
        </p:nvSpPr>
        <p:spPr>
          <a:xfrm>
            <a:off x="2279905" y="4549902"/>
            <a:ext cx="606551" cy="7315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B5EB2A4E-B6C1-833B-B18A-5C14F85F486F}"/>
              </a:ext>
            </a:extLst>
          </p:cNvPr>
          <p:cNvSpPr/>
          <p:nvPr/>
        </p:nvSpPr>
        <p:spPr>
          <a:xfrm>
            <a:off x="2279905" y="4629151"/>
            <a:ext cx="606551" cy="7315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712E40F4-B083-D5B7-DD40-2CE063486CCF}"/>
              </a:ext>
            </a:extLst>
          </p:cNvPr>
          <p:cNvSpPr/>
          <p:nvPr/>
        </p:nvSpPr>
        <p:spPr>
          <a:xfrm>
            <a:off x="2279905" y="4708398"/>
            <a:ext cx="606551" cy="7315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3F923477-1523-5194-5E1C-45611B683137}"/>
              </a:ext>
            </a:extLst>
          </p:cNvPr>
          <p:cNvSpPr/>
          <p:nvPr/>
        </p:nvSpPr>
        <p:spPr>
          <a:xfrm>
            <a:off x="2279905" y="4787646"/>
            <a:ext cx="606551" cy="7315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2F0CC2A7-2471-B048-F5C1-4CD9247D1466}"/>
              </a:ext>
            </a:extLst>
          </p:cNvPr>
          <p:cNvSpPr/>
          <p:nvPr/>
        </p:nvSpPr>
        <p:spPr>
          <a:xfrm>
            <a:off x="2279905" y="4866895"/>
            <a:ext cx="606551" cy="7315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5C0AC364-7F8F-34DC-F950-4955D31E10A1}"/>
              </a:ext>
            </a:extLst>
          </p:cNvPr>
          <p:cNvSpPr/>
          <p:nvPr/>
        </p:nvSpPr>
        <p:spPr>
          <a:xfrm>
            <a:off x="2279905" y="4946142"/>
            <a:ext cx="606551" cy="7315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AA733895-8769-76D1-8DB6-419E73D23ABC}"/>
              </a:ext>
            </a:extLst>
          </p:cNvPr>
          <p:cNvSpPr/>
          <p:nvPr/>
        </p:nvSpPr>
        <p:spPr>
          <a:xfrm>
            <a:off x="2279905" y="5025390"/>
            <a:ext cx="606551" cy="7315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E36E03E0-EFC7-ACF5-7A39-A3E8C76288DB}"/>
              </a:ext>
            </a:extLst>
          </p:cNvPr>
          <p:cNvSpPr/>
          <p:nvPr/>
        </p:nvSpPr>
        <p:spPr>
          <a:xfrm>
            <a:off x="2279905" y="5104638"/>
            <a:ext cx="606551" cy="7315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D8E05EC1-2632-03E0-82DC-E6F6071C50CF}"/>
              </a:ext>
            </a:extLst>
          </p:cNvPr>
          <p:cNvSpPr/>
          <p:nvPr/>
        </p:nvSpPr>
        <p:spPr>
          <a:xfrm>
            <a:off x="9884664" y="3748278"/>
            <a:ext cx="1688592" cy="187756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B62C96F4-8822-3379-2FD7-483896E92F28}"/>
              </a:ext>
            </a:extLst>
          </p:cNvPr>
          <p:cNvSpPr/>
          <p:nvPr/>
        </p:nvSpPr>
        <p:spPr>
          <a:xfrm>
            <a:off x="10078454" y="3944573"/>
            <a:ext cx="1103536" cy="128866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2068C7DB-8050-70BE-2F02-CBE385B5F3F0}"/>
              </a:ext>
            </a:extLst>
          </p:cNvPr>
          <p:cNvSpPr/>
          <p:nvPr/>
        </p:nvSpPr>
        <p:spPr>
          <a:xfrm>
            <a:off x="10171176" y="4644390"/>
            <a:ext cx="929640" cy="51511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2">
            <a:extLst>
              <a:ext uri="{FF2B5EF4-FFF2-40B4-BE49-F238E27FC236}">
                <a16:creationId xmlns:a16="http://schemas.microsoft.com/office/drawing/2014/main" id="{3B4AE831-D371-A856-849F-7F7AC602C415}"/>
              </a:ext>
            </a:extLst>
          </p:cNvPr>
          <p:cNvSpPr/>
          <p:nvPr/>
        </p:nvSpPr>
        <p:spPr>
          <a:xfrm>
            <a:off x="10500361" y="4098798"/>
            <a:ext cx="259079" cy="2225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3">
            <a:extLst>
              <a:ext uri="{FF2B5EF4-FFF2-40B4-BE49-F238E27FC236}">
                <a16:creationId xmlns:a16="http://schemas.microsoft.com/office/drawing/2014/main" id="{30201C56-3AE9-F6DF-8789-61505FFD7BD1}"/>
              </a:ext>
            </a:extLst>
          </p:cNvPr>
          <p:cNvSpPr/>
          <p:nvPr/>
        </p:nvSpPr>
        <p:spPr>
          <a:xfrm>
            <a:off x="10805161" y="4098798"/>
            <a:ext cx="259079" cy="2225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4">
            <a:extLst>
              <a:ext uri="{FF2B5EF4-FFF2-40B4-BE49-F238E27FC236}">
                <a16:creationId xmlns:a16="http://schemas.microsoft.com/office/drawing/2014/main" id="{EF09F2D0-8CD6-FB8B-68D4-19E187CC1251}"/>
              </a:ext>
            </a:extLst>
          </p:cNvPr>
          <p:cNvSpPr/>
          <p:nvPr/>
        </p:nvSpPr>
        <p:spPr>
          <a:xfrm>
            <a:off x="10192512" y="4098798"/>
            <a:ext cx="256031" cy="2225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5">
            <a:extLst>
              <a:ext uri="{FF2B5EF4-FFF2-40B4-BE49-F238E27FC236}">
                <a16:creationId xmlns:a16="http://schemas.microsoft.com/office/drawing/2014/main" id="{14182F9F-63A8-F074-4B24-67C22EDF7DAE}"/>
              </a:ext>
            </a:extLst>
          </p:cNvPr>
          <p:cNvSpPr/>
          <p:nvPr/>
        </p:nvSpPr>
        <p:spPr>
          <a:xfrm>
            <a:off x="10500361" y="4376166"/>
            <a:ext cx="259079" cy="2225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6">
            <a:extLst>
              <a:ext uri="{FF2B5EF4-FFF2-40B4-BE49-F238E27FC236}">
                <a16:creationId xmlns:a16="http://schemas.microsoft.com/office/drawing/2014/main" id="{E11EDE14-070B-CD14-6D28-9CA8C82E511C}"/>
              </a:ext>
            </a:extLst>
          </p:cNvPr>
          <p:cNvSpPr/>
          <p:nvPr/>
        </p:nvSpPr>
        <p:spPr>
          <a:xfrm>
            <a:off x="10805161" y="4376166"/>
            <a:ext cx="259079" cy="2225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EE5FB169-25C7-9D9B-3CF5-27B4237B5E3B}"/>
              </a:ext>
            </a:extLst>
          </p:cNvPr>
          <p:cNvSpPr/>
          <p:nvPr/>
        </p:nvSpPr>
        <p:spPr>
          <a:xfrm>
            <a:off x="10192512" y="4376166"/>
            <a:ext cx="256031" cy="2225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8">
            <a:extLst>
              <a:ext uri="{FF2B5EF4-FFF2-40B4-BE49-F238E27FC236}">
                <a16:creationId xmlns:a16="http://schemas.microsoft.com/office/drawing/2014/main" id="{64CE9389-A27D-76E6-3FAB-7BC1B63E6CC4}"/>
              </a:ext>
            </a:extLst>
          </p:cNvPr>
          <p:cNvSpPr/>
          <p:nvPr/>
        </p:nvSpPr>
        <p:spPr>
          <a:xfrm>
            <a:off x="2243329" y="5308854"/>
            <a:ext cx="8482584" cy="55168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9">
            <a:extLst>
              <a:ext uri="{FF2B5EF4-FFF2-40B4-BE49-F238E27FC236}">
                <a16:creationId xmlns:a16="http://schemas.microsoft.com/office/drawing/2014/main" id="{F53D8597-7289-2609-BB68-A530E5F50165}"/>
              </a:ext>
            </a:extLst>
          </p:cNvPr>
          <p:cNvSpPr/>
          <p:nvPr/>
        </p:nvSpPr>
        <p:spPr>
          <a:xfrm>
            <a:off x="2280763" y="5333117"/>
            <a:ext cx="8354059" cy="437515"/>
          </a:xfrm>
          <a:custGeom>
            <a:avLst/>
            <a:gdLst/>
            <a:ahLst/>
            <a:cxnLst/>
            <a:rect l="l" t="t" r="r" b="b"/>
            <a:pathLst>
              <a:path w="8354059" h="437514">
                <a:moveTo>
                  <a:pt x="8353891" y="0"/>
                </a:moveTo>
                <a:lnTo>
                  <a:pt x="8348343" y="50136"/>
                </a:lnTo>
                <a:lnTo>
                  <a:pt x="8332541" y="96161"/>
                </a:lnTo>
                <a:lnTo>
                  <a:pt x="8307746" y="136761"/>
                </a:lnTo>
                <a:lnTo>
                  <a:pt x="8275218" y="170623"/>
                </a:lnTo>
                <a:lnTo>
                  <a:pt x="8236219" y="196435"/>
                </a:lnTo>
                <a:lnTo>
                  <a:pt x="8192008" y="212885"/>
                </a:lnTo>
                <a:lnTo>
                  <a:pt x="8143847" y="218660"/>
                </a:lnTo>
                <a:lnTo>
                  <a:pt x="4319238" y="218660"/>
                </a:lnTo>
                <a:lnTo>
                  <a:pt x="4271076" y="224435"/>
                </a:lnTo>
                <a:lnTo>
                  <a:pt x="4226865" y="240885"/>
                </a:lnTo>
                <a:lnTo>
                  <a:pt x="4187865" y="266697"/>
                </a:lnTo>
                <a:lnTo>
                  <a:pt x="4155337" y="300559"/>
                </a:lnTo>
                <a:lnTo>
                  <a:pt x="4130542" y="341159"/>
                </a:lnTo>
                <a:lnTo>
                  <a:pt x="4114740" y="387184"/>
                </a:lnTo>
                <a:lnTo>
                  <a:pt x="4109193" y="437321"/>
                </a:lnTo>
                <a:lnTo>
                  <a:pt x="4103645" y="387184"/>
                </a:lnTo>
                <a:lnTo>
                  <a:pt x="4087844" y="341159"/>
                </a:lnTo>
                <a:lnTo>
                  <a:pt x="4063049" y="300559"/>
                </a:lnTo>
                <a:lnTo>
                  <a:pt x="4030521" y="266697"/>
                </a:lnTo>
                <a:lnTo>
                  <a:pt x="3991521" y="240885"/>
                </a:lnTo>
                <a:lnTo>
                  <a:pt x="3947310" y="224435"/>
                </a:lnTo>
                <a:lnTo>
                  <a:pt x="3899149" y="218660"/>
                </a:lnTo>
                <a:lnTo>
                  <a:pt x="210044" y="218660"/>
                </a:lnTo>
                <a:lnTo>
                  <a:pt x="161882" y="212885"/>
                </a:lnTo>
                <a:lnTo>
                  <a:pt x="117672" y="196435"/>
                </a:lnTo>
                <a:lnTo>
                  <a:pt x="78672" y="170623"/>
                </a:lnTo>
                <a:lnTo>
                  <a:pt x="46144" y="136761"/>
                </a:lnTo>
                <a:lnTo>
                  <a:pt x="21349" y="96161"/>
                </a:lnTo>
                <a:lnTo>
                  <a:pt x="5547" y="50136"/>
                </a:lnTo>
                <a:lnTo>
                  <a:pt x="0" y="0"/>
                </a:lnTo>
              </a:path>
            </a:pathLst>
          </a:custGeom>
          <a:ln w="22225">
            <a:solidFill>
              <a:srgbClr val="E1E1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0">
            <a:extLst>
              <a:ext uri="{FF2B5EF4-FFF2-40B4-BE49-F238E27FC236}">
                <a16:creationId xmlns:a16="http://schemas.microsoft.com/office/drawing/2014/main" id="{E287434A-C0BC-04D6-AD6D-5EB059357B91}"/>
              </a:ext>
            </a:extLst>
          </p:cNvPr>
          <p:cNvSpPr txBox="1"/>
          <p:nvPr/>
        </p:nvSpPr>
        <p:spPr>
          <a:xfrm>
            <a:off x="6227967" y="5684266"/>
            <a:ext cx="3232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cs typeface="Calibri" panose="020F0502020204030204" pitchFamily="34" charset="0"/>
              </a:rPr>
              <a:t>+</a:t>
            </a:r>
            <a:endParaRPr sz="4000" dirty="0">
              <a:cs typeface="Calibri" panose="020F0502020204030204" pitchFamily="34" charset="0"/>
            </a:endParaRPr>
          </a:p>
        </p:txBody>
      </p:sp>
      <p:sp>
        <p:nvSpPr>
          <p:cNvPr id="52" name="object 51">
            <a:extLst>
              <a:ext uri="{FF2B5EF4-FFF2-40B4-BE49-F238E27FC236}">
                <a16:creationId xmlns:a16="http://schemas.microsoft.com/office/drawing/2014/main" id="{CF3473C5-54EA-9005-5E71-B5CD25A68D9A}"/>
              </a:ext>
            </a:extLst>
          </p:cNvPr>
          <p:cNvSpPr txBox="1"/>
          <p:nvPr/>
        </p:nvSpPr>
        <p:spPr>
          <a:xfrm>
            <a:off x="1907092" y="3434842"/>
            <a:ext cx="712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76B900"/>
                </a:solidFill>
                <a:cs typeface="Calibri" panose="020F0502020204030204" pitchFamily="34" charset="0"/>
              </a:rPr>
              <a:t>G</a:t>
            </a:r>
            <a:r>
              <a:rPr sz="2800" b="1" spc="-10" dirty="0">
                <a:solidFill>
                  <a:srgbClr val="76B900"/>
                </a:solidFill>
                <a:cs typeface="Calibri" panose="020F0502020204030204" pitchFamily="34" charset="0"/>
              </a:rPr>
              <a:t>P</a:t>
            </a:r>
            <a:r>
              <a:rPr sz="2800" b="1" dirty="0">
                <a:solidFill>
                  <a:srgbClr val="76B900"/>
                </a:solidFill>
                <a:cs typeface="Calibri" panose="020F0502020204030204" pitchFamily="34" charset="0"/>
              </a:rPr>
              <a:t>U</a:t>
            </a:r>
            <a:endParaRPr sz="2800" dirty="0">
              <a:cs typeface="Calibri" panose="020F0502020204030204" pitchFamily="34" charset="0"/>
            </a:endParaRPr>
          </a:p>
        </p:txBody>
      </p:sp>
      <p:sp>
        <p:nvSpPr>
          <p:cNvPr id="53" name="object 52">
            <a:extLst>
              <a:ext uri="{FF2B5EF4-FFF2-40B4-BE49-F238E27FC236}">
                <a16:creationId xmlns:a16="http://schemas.microsoft.com/office/drawing/2014/main" id="{759DAD6A-7D54-F354-6DE8-028EF2033E9A}"/>
              </a:ext>
            </a:extLst>
          </p:cNvPr>
          <p:cNvSpPr txBox="1"/>
          <p:nvPr/>
        </p:nvSpPr>
        <p:spPr>
          <a:xfrm>
            <a:off x="10279816" y="3434843"/>
            <a:ext cx="10162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299FE7"/>
                </a:solidFill>
                <a:cs typeface="Calibri" panose="020F0502020204030204" pitchFamily="34" charset="0"/>
              </a:rPr>
              <a:t>C</a:t>
            </a:r>
            <a:r>
              <a:rPr sz="2800" b="1" spc="-10" dirty="0">
                <a:solidFill>
                  <a:srgbClr val="299FE7"/>
                </a:solidFill>
                <a:cs typeface="Calibri" panose="020F0502020204030204" pitchFamily="34" charset="0"/>
              </a:rPr>
              <a:t>P</a:t>
            </a:r>
            <a:r>
              <a:rPr sz="2800" b="1" dirty="0">
                <a:solidFill>
                  <a:srgbClr val="299FE7"/>
                </a:solidFill>
                <a:cs typeface="Calibri" panose="020F0502020204030204" pitchFamily="34" charset="0"/>
              </a:rPr>
              <a:t>U</a:t>
            </a:r>
            <a:endParaRPr sz="2800" dirty="0">
              <a:cs typeface="Calibri" panose="020F0502020204030204" pitchFamily="34" charset="0"/>
            </a:endParaRPr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9990DA2A-FB29-8B0E-4843-742D6D97EB8F}"/>
              </a:ext>
            </a:extLst>
          </p:cNvPr>
          <p:cNvSpPr/>
          <p:nvPr/>
        </p:nvSpPr>
        <p:spPr>
          <a:xfrm>
            <a:off x="5276935" y="2779045"/>
            <a:ext cx="2193290" cy="799465"/>
          </a:xfrm>
          <a:custGeom>
            <a:avLst/>
            <a:gdLst/>
            <a:ahLst/>
            <a:cxnLst/>
            <a:rect l="l" t="t" r="r" b="b"/>
            <a:pathLst>
              <a:path w="2193290" h="799464">
                <a:moveTo>
                  <a:pt x="0" y="73028"/>
                </a:moveTo>
                <a:lnTo>
                  <a:pt x="5738" y="44602"/>
                </a:lnTo>
                <a:lnTo>
                  <a:pt x="21389" y="21389"/>
                </a:lnTo>
                <a:lnTo>
                  <a:pt x="44602" y="5738"/>
                </a:lnTo>
                <a:lnTo>
                  <a:pt x="73028" y="0"/>
                </a:lnTo>
                <a:lnTo>
                  <a:pt x="2119839" y="0"/>
                </a:lnTo>
                <a:lnTo>
                  <a:pt x="2148264" y="5738"/>
                </a:lnTo>
                <a:lnTo>
                  <a:pt x="2171477" y="21389"/>
                </a:lnTo>
                <a:lnTo>
                  <a:pt x="2187128" y="44602"/>
                </a:lnTo>
                <a:lnTo>
                  <a:pt x="2192867" y="73028"/>
                </a:lnTo>
                <a:lnTo>
                  <a:pt x="2192867" y="725961"/>
                </a:lnTo>
                <a:lnTo>
                  <a:pt x="2187128" y="754387"/>
                </a:lnTo>
                <a:lnTo>
                  <a:pt x="2171477" y="777600"/>
                </a:lnTo>
                <a:lnTo>
                  <a:pt x="2148264" y="793251"/>
                </a:lnTo>
                <a:lnTo>
                  <a:pt x="2119839" y="798990"/>
                </a:lnTo>
                <a:lnTo>
                  <a:pt x="73028" y="798990"/>
                </a:lnTo>
                <a:lnTo>
                  <a:pt x="44602" y="793251"/>
                </a:lnTo>
                <a:lnTo>
                  <a:pt x="21389" y="777600"/>
                </a:lnTo>
                <a:lnTo>
                  <a:pt x="5738" y="754387"/>
                </a:lnTo>
                <a:lnTo>
                  <a:pt x="0" y="725961"/>
                </a:lnTo>
                <a:lnTo>
                  <a:pt x="0" y="73028"/>
                </a:lnTo>
                <a:close/>
              </a:path>
            </a:pathLst>
          </a:custGeom>
          <a:ln w="1905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4F20D2A7-BA7D-9418-1A70-419BDA9358F0}"/>
              </a:ext>
            </a:extLst>
          </p:cNvPr>
          <p:cNvSpPr/>
          <p:nvPr/>
        </p:nvSpPr>
        <p:spPr>
          <a:xfrm>
            <a:off x="2883408" y="3065526"/>
            <a:ext cx="2563367" cy="2133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5CDC2AB2-0065-9F01-ED33-75214F82CC13}"/>
              </a:ext>
            </a:extLst>
          </p:cNvPr>
          <p:cNvSpPr txBox="1"/>
          <p:nvPr/>
        </p:nvSpPr>
        <p:spPr>
          <a:xfrm>
            <a:off x="2785870" y="3261394"/>
            <a:ext cx="2657858" cy="681597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5" dirty="0">
                <a:cs typeface="Calibri" panose="020F0502020204030204" pitchFamily="34" charset="0"/>
              </a:rPr>
              <a:t>Compute-Intensive</a:t>
            </a:r>
            <a:r>
              <a:rPr sz="1600" spc="-75" dirty="0">
                <a:cs typeface="Calibri" panose="020F0502020204030204" pitchFamily="34" charset="0"/>
              </a:rPr>
              <a:t> </a:t>
            </a:r>
            <a:r>
              <a:rPr sz="1600" spc="-5" dirty="0">
                <a:cs typeface="Calibri" panose="020F0502020204030204" pitchFamily="34" charset="0"/>
              </a:rPr>
              <a:t>Functions</a:t>
            </a:r>
            <a:endParaRPr sz="1600" dirty="0">
              <a:cs typeface="Calibri" panose="020F0502020204030204" pitchFamily="34" charset="0"/>
            </a:endParaRPr>
          </a:p>
          <a:p>
            <a:pPr marL="20320">
              <a:lnSpc>
                <a:spcPct val="100000"/>
              </a:lnSpc>
              <a:spcBef>
                <a:spcPts val="515"/>
              </a:spcBef>
            </a:pPr>
            <a:r>
              <a:rPr sz="2000" spc="-5" dirty="0">
                <a:solidFill>
                  <a:srgbClr val="76B900"/>
                </a:solidFill>
                <a:cs typeface="Calibri" panose="020F0502020204030204" pitchFamily="34" charset="0"/>
              </a:rPr>
              <a:t>Use GPU to</a:t>
            </a:r>
            <a:r>
              <a:rPr sz="2000" spc="-60" dirty="0">
                <a:solidFill>
                  <a:srgbClr val="76B900"/>
                </a:solidFill>
                <a:cs typeface="Calibri" panose="020F0502020204030204" pitchFamily="34" charset="0"/>
              </a:rPr>
              <a:t> </a:t>
            </a:r>
            <a:r>
              <a:rPr sz="2000" spc="-15" dirty="0">
                <a:solidFill>
                  <a:srgbClr val="76B900"/>
                </a:solidFill>
                <a:cs typeface="Calibri" panose="020F0502020204030204" pitchFamily="34" charset="0"/>
              </a:rPr>
              <a:t>Parallelize</a:t>
            </a:r>
            <a:endParaRPr sz="2000" dirty="0">
              <a:cs typeface="Calibri" panose="020F0502020204030204" pitchFamily="34" charset="0"/>
            </a:endParaRPr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3BA048D6-4A82-25D2-07DE-0ECFDF29EA82}"/>
              </a:ext>
            </a:extLst>
          </p:cNvPr>
          <p:cNvSpPr txBox="1"/>
          <p:nvPr/>
        </p:nvSpPr>
        <p:spPr>
          <a:xfrm>
            <a:off x="7581438" y="3122848"/>
            <a:ext cx="2497017" cy="578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2400" spc="-20" dirty="0">
                <a:cs typeface="Calibri" panose="020F0502020204030204" pitchFamily="34" charset="0"/>
              </a:rPr>
              <a:t>Rest </a:t>
            </a:r>
            <a:r>
              <a:rPr sz="2400" spc="-5" dirty="0">
                <a:cs typeface="Calibri" panose="020F0502020204030204" pitchFamily="34" charset="0"/>
              </a:rPr>
              <a:t>of</a:t>
            </a:r>
            <a:r>
              <a:rPr sz="2400" spc="-50" dirty="0">
                <a:cs typeface="Calibri" panose="020F0502020204030204" pitchFamily="34" charset="0"/>
              </a:rPr>
              <a:t> </a:t>
            </a:r>
            <a:r>
              <a:rPr sz="2400" spc="-5" dirty="0">
                <a:cs typeface="Calibri" panose="020F0502020204030204" pitchFamily="34" charset="0"/>
              </a:rPr>
              <a:t>Sequential</a:t>
            </a:r>
            <a:endParaRPr lang="en-US" sz="2400" spc="-5" dirty="0">
              <a:cs typeface="Calibri" panose="020F0502020204030204" pitchFamily="34" charset="0"/>
            </a:endParaRPr>
          </a:p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lang="en-US" sz="2400" spc="-5" dirty="0">
                <a:cs typeface="Calibri" panose="020F0502020204030204" pitchFamily="34" charset="0"/>
              </a:rPr>
              <a:t>               CPU</a:t>
            </a:r>
            <a:r>
              <a:rPr lang="en-US" sz="2400" spc="-105" dirty="0">
                <a:cs typeface="Calibri" panose="020F0502020204030204" pitchFamily="34" charset="0"/>
              </a:rPr>
              <a:t> </a:t>
            </a:r>
            <a:r>
              <a:rPr lang="en-US" sz="2400" spc="-5" dirty="0">
                <a:cs typeface="Calibri" panose="020F0502020204030204" pitchFamily="34" charset="0"/>
              </a:rPr>
              <a:t>Code</a:t>
            </a:r>
            <a:endParaRPr lang="en-US" sz="2400" dirty="0">
              <a:cs typeface="Calibri" panose="020F0502020204030204" pitchFamily="34" charset="0"/>
            </a:endParaRPr>
          </a:p>
        </p:txBody>
      </p:sp>
      <p:sp>
        <p:nvSpPr>
          <p:cNvPr id="58" name="object 57">
            <a:extLst>
              <a:ext uri="{FF2B5EF4-FFF2-40B4-BE49-F238E27FC236}">
                <a16:creationId xmlns:a16="http://schemas.microsoft.com/office/drawing/2014/main" id="{5FE36F26-BEBE-8DAF-7CFE-7A055287F15C}"/>
              </a:ext>
            </a:extLst>
          </p:cNvPr>
          <p:cNvSpPr/>
          <p:nvPr/>
        </p:nvSpPr>
        <p:spPr>
          <a:xfrm>
            <a:off x="5443728" y="2013966"/>
            <a:ext cx="1914143" cy="317296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8">
            <a:extLst>
              <a:ext uri="{FF2B5EF4-FFF2-40B4-BE49-F238E27FC236}">
                <a16:creationId xmlns:a16="http://schemas.microsoft.com/office/drawing/2014/main" id="{A0A9A64A-DBED-7C49-7B39-F5241CF5A020}"/>
              </a:ext>
            </a:extLst>
          </p:cNvPr>
          <p:cNvSpPr/>
          <p:nvPr/>
        </p:nvSpPr>
        <p:spPr>
          <a:xfrm>
            <a:off x="7275577" y="2285238"/>
            <a:ext cx="2563367" cy="21336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59">
            <a:extLst>
              <a:ext uri="{FF2B5EF4-FFF2-40B4-BE49-F238E27FC236}">
                <a16:creationId xmlns:a16="http://schemas.microsoft.com/office/drawing/2014/main" id="{415DEE0D-29A0-4211-AEAC-4E5B5149ACD9}"/>
              </a:ext>
            </a:extLst>
          </p:cNvPr>
          <p:cNvSpPr/>
          <p:nvPr/>
        </p:nvSpPr>
        <p:spPr>
          <a:xfrm>
            <a:off x="7275577" y="4263390"/>
            <a:ext cx="2563367" cy="21640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BD21E3-28D2-990A-5B95-ACE17139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68202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DE92-3AB6-E2AC-1EC7-93B3C53D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243B9D-0934-1271-6EED-392B89E7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BE241B9F-2BF6-F6DE-2408-5AB4EADBEC3A}"/>
              </a:ext>
            </a:extLst>
          </p:cNvPr>
          <p:cNvSpPr txBox="1"/>
          <p:nvPr/>
        </p:nvSpPr>
        <p:spPr>
          <a:xfrm>
            <a:off x="1632972" y="4377277"/>
            <a:ext cx="4737735" cy="57945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5600" marR="5080" indent="-342900">
              <a:lnSpc>
                <a:spcPts val="2110"/>
              </a:lnSpc>
              <a:spcBef>
                <a:spcPts val="210"/>
              </a:spcBef>
              <a:tabLst>
                <a:tab pos="354965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1.	Copy input data from CPU memory to GPU  memory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CDC606F1-2676-2450-A49D-74B79D451959}"/>
              </a:ext>
            </a:extLst>
          </p:cNvPr>
          <p:cNvSpPr/>
          <p:nvPr/>
        </p:nvSpPr>
        <p:spPr>
          <a:xfrm>
            <a:off x="6645994" y="1479694"/>
            <a:ext cx="4169818" cy="5118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1AECF118-8BAA-85B3-CB26-4FC07A2C554C}"/>
              </a:ext>
            </a:extLst>
          </p:cNvPr>
          <p:cNvSpPr/>
          <p:nvPr/>
        </p:nvSpPr>
        <p:spPr>
          <a:xfrm>
            <a:off x="2288266" y="1872258"/>
            <a:ext cx="2643205" cy="203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C1B72B81-E0F1-D236-D882-0CE63C978A45}"/>
              </a:ext>
            </a:extLst>
          </p:cNvPr>
          <p:cNvSpPr/>
          <p:nvPr/>
        </p:nvSpPr>
        <p:spPr>
          <a:xfrm>
            <a:off x="4359968" y="3051329"/>
            <a:ext cx="4358005" cy="2858135"/>
          </a:xfrm>
          <a:custGeom>
            <a:avLst/>
            <a:gdLst/>
            <a:ahLst/>
            <a:cxnLst/>
            <a:rect l="l" t="t" r="r" b="b"/>
            <a:pathLst>
              <a:path w="4358005" h="2858135">
                <a:moveTo>
                  <a:pt x="2919713" y="0"/>
                </a:moveTo>
                <a:lnTo>
                  <a:pt x="0" y="0"/>
                </a:lnTo>
                <a:lnTo>
                  <a:pt x="0" y="409571"/>
                </a:lnTo>
                <a:lnTo>
                  <a:pt x="2919713" y="409571"/>
                </a:lnTo>
                <a:lnTo>
                  <a:pt x="2967413" y="410901"/>
                </a:lnTo>
                <a:lnTo>
                  <a:pt x="3014416" y="414846"/>
                </a:lnTo>
                <a:lnTo>
                  <a:pt x="3060649" y="421334"/>
                </a:lnTo>
                <a:lnTo>
                  <a:pt x="3106042" y="430294"/>
                </a:lnTo>
                <a:lnTo>
                  <a:pt x="3150524" y="441655"/>
                </a:lnTo>
                <a:lnTo>
                  <a:pt x="3194024" y="455346"/>
                </a:lnTo>
                <a:lnTo>
                  <a:pt x="3236472" y="471297"/>
                </a:lnTo>
                <a:lnTo>
                  <a:pt x="3277795" y="489435"/>
                </a:lnTo>
                <a:lnTo>
                  <a:pt x="3317924" y="509691"/>
                </a:lnTo>
                <a:lnTo>
                  <a:pt x="3356787" y="531994"/>
                </a:lnTo>
                <a:lnTo>
                  <a:pt x="3394313" y="556272"/>
                </a:lnTo>
                <a:lnTo>
                  <a:pt x="3430432" y="582454"/>
                </a:lnTo>
                <a:lnTo>
                  <a:pt x="3465072" y="610470"/>
                </a:lnTo>
                <a:lnTo>
                  <a:pt x="3498162" y="640248"/>
                </a:lnTo>
                <a:lnTo>
                  <a:pt x="3529632" y="671718"/>
                </a:lnTo>
                <a:lnTo>
                  <a:pt x="3559410" y="704808"/>
                </a:lnTo>
                <a:lnTo>
                  <a:pt x="3587425" y="739448"/>
                </a:lnTo>
                <a:lnTo>
                  <a:pt x="3613608" y="775566"/>
                </a:lnTo>
                <a:lnTo>
                  <a:pt x="3637885" y="813093"/>
                </a:lnTo>
                <a:lnTo>
                  <a:pt x="3660188" y="851956"/>
                </a:lnTo>
                <a:lnTo>
                  <a:pt x="3680444" y="892085"/>
                </a:lnTo>
                <a:lnTo>
                  <a:pt x="3698582" y="933408"/>
                </a:lnTo>
                <a:lnTo>
                  <a:pt x="3714533" y="975856"/>
                </a:lnTo>
                <a:lnTo>
                  <a:pt x="3728224" y="1019356"/>
                </a:lnTo>
                <a:lnTo>
                  <a:pt x="3739585" y="1063838"/>
                </a:lnTo>
                <a:lnTo>
                  <a:pt x="3748545" y="1109231"/>
                </a:lnTo>
                <a:lnTo>
                  <a:pt x="3755033" y="1155465"/>
                </a:lnTo>
                <a:lnTo>
                  <a:pt x="3758978" y="1202467"/>
                </a:lnTo>
                <a:lnTo>
                  <a:pt x="3760308" y="1250167"/>
                </a:lnTo>
                <a:lnTo>
                  <a:pt x="3760308" y="2278616"/>
                </a:lnTo>
                <a:lnTo>
                  <a:pt x="3572470" y="2278616"/>
                </a:lnTo>
                <a:lnTo>
                  <a:pt x="3965093" y="2857520"/>
                </a:lnTo>
                <a:lnTo>
                  <a:pt x="4357717" y="2278616"/>
                </a:lnTo>
                <a:lnTo>
                  <a:pt x="4169878" y="2278616"/>
                </a:lnTo>
                <a:lnTo>
                  <a:pt x="4169878" y="1250167"/>
                </a:lnTo>
                <a:lnTo>
                  <a:pt x="4168975" y="1202214"/>
                </a:lnTo>
                <a:lnTo>
                  <a:pt x="4166289" y="1154717"/>
                </a:lnTo>
                <a:lnTo>
                  <a:pt x="4161851" y="1107709"/>
                </a:lnTo>
                <a:lnTo>
                  <a:pt x="4155693" y="1061223"/>
                </a:lnTo>
                <a:lnTo>
                  <a:pt x="4147849" y="1015290"/>
                </a:lnTo>
                <a:lnTo>
                  <a:pt x="4138350" y="969944"/>
                </a:lnTo>
                <a:lnTo>
                  <a:pt x="4127230" y="925216"/>
                </a:lnTo>
                <a:lnTo>
                  <a:pt x="4114520" y="881138"/>
                </a:lnTo>
                <a:lnTo>
                  <a:pt x="4100252" y="837744"/>
                </a:lnTo>
                <a:lnTo>
                  <a:pt x="4084460" y="795065"/>
                </a:lnTo>
                <a:lnTo>
                  <a:pt x="4067175" y="753135"/>
                </a:lnTo>
                <a:lnTo>
                  <a:pt x="4048429" y="711985"/>
                </a:lnTo>
                <a:lnTo>
                  <a:pt x="4028256" y="671647"/>
                </a:lnTo>
                <a:lnTo>
                  <a:pt x="4006688" y="632155"/>
                </a:lnTo>
                <a:lnTo>
                  <a:pt x="3983756" y="593539"/>
                </a:lnTo>
                <a:lnTo>
                  <a:pt x="3959494" y="555834"/>
                </a:lnTo>
                <a:lnTo>
                  <a:pt x="3933934" y="519071"/>
                </a:lnTo>
                <a:lnTo>
                  <a:pt x="3907107" y="483283"/>
                </a:lnTo>
                <a:lnTo>
                  <a:pt x="3879047" y="448501"/>
                </a:lnTo>
                <a:lnTo>
                  <a:pt x="3849786" y="414759"/>
                </a:lnTo>
                <a:lnTo>
                  <a:pt x="3819356" y="382089"/>
                </a:lnTo>
                <a:lnTo>
                  <a:pt x="3787790" y="350522"/>
                </a:lnTo>
                <a:lnTo>
                  <a:pt x="3755119" y="320092"/>
                </a:lnTo>
                <a:lnTo>
                  <a:pt x="3721377" y="290831"/>
                </a:lnTo>
                <a:lnTo>
                  <a:pt x="3686596" y="262771"/>
                </a:lnTo>
                <a:lnTo>
                  <a:pt x="3650808" y="235944"/>
                </a:lnTo>
                <a:lnTo>
                  <a:pt x="3614045" y="210384"/>
                </a:lnTo>
                <a:lnTo>
                  <a:pt x="3576339" y="186122"/>
                </a:lnTo>
                <a:lnTo>
                  <a:pt x="3537724" y="163190"/>
                </a:lnTo>
                <a:lnTo>
                  <a:pt x="3498232" y="141622"/>
                </a:lnTo>
                <a:lnTo>
                  <a:pt x="3457895" y="121449"/>
                </a:lnTo>
                <a:lnTo>
                  <a:pt x="3416744" y="102703"/>
                </a:lnTo>
                <a:lnTo>
                  <a:pt x="3374814" y="85418"/>
                </a:lnTo>
                <a:lnTo>
                  <a:pt x="3332135" y="69626"/>
                </a:lnTo>
                <a:lnTo>
                  <a:pt x="3288741" y="55358"/>
                </a:lnTo>
                <a:lnTo>
                  <a:pt x="3244664" y="42648"/>
                </a:lnTo>
                <a:lnTo>
                  <a:pt x="3199936" y="31527"/>
                </a:lnTo>
                <a:lnTo>
                  <a:pt x="3154589" y="22029"/>
                </a:lnTo>
                <a:lnTo>
                  <a:pt x="3108657" y="14184"/>
                </a:lnTo>
                <a:lnTo>
                  <a:pt x="3062170" y="8027"/>
                </a:lnTo>
                <a:lnTo>
                  <a:pt x="3015163" y="3589"/>
                </a:lnTo>
                <a:lnTo>
                  <a:pt x="2967666" y="902"/>
                </a:lnTo>
                <a:lnTo>
                  <a:pt x="2919713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D09370F0-5EED-7018-80A2-416649224EFD}"/>
              </a:ext>
            </a:extLst>
          </p:cNvPr>
          <p:cNvSpPr/>
          <p:nvPr/>
        </p:nvSpPr>
        <p:spPr>
          <a:xfrm>
            <a:off x="4359968" y="3051329"/>
            <a:ext cx="4358005" cy="2858135"/>
          </a:xfrm>
          <a:custGeom>
            <a:avLst/>
            <a:gdLst/>
            <a:ahLst/>
            <a:cxnLst/>
            <a:rect l="l" t="t" r="r" b="b"/>
            <a:pathLst>
              <a:path w="4358005" h="2858135">
                <a:moveTo>
                  <a:pt x="0" y="0"/>
                </a:moveTo>
                <a:lnTo>
                  <a:pt x="2919714" y="0"/>
                </a:lnTo>
                <a:lnTo>
                  <a:pt x="2967667" y="902"/>
                </a:lnTo>
                <a:lnTo>
                  <a:pt x="3015163" y="3589"/>
                </a:lnTo>
                <a:lnTo>
                  <a:pt x="3062171" y="8027"/>
                </a:lnTo>
                <a:lnTo>
                  <a:pt x="3108657" y="14184"/>
                </a:lnTo>
                <a:lnTo>
                  <a:pt x="3154590" y="22029"/>
                </a:lnTo>
                <a:lnTo>
                  <a:pt x="3199937" y="31527"/>
                </a:lnTo>
                <a:lnTo>
                  <a:pt x="3244665" y="42648"/>
                </a:lnTo>
                <a:lnTo>
                  <a:pt x="3288742" y="55358"/>
                </a:lnTo>
                <a:lnTo>
                  <a:pt x="3332136" y="69626"/>
                </a:lnTo>
                <a:lnTo>
                  <a:pt x="3374815" y="85418"/>
                </a:lnTo>
                <a:lnTo>
                  <a:pt x="3416745" y="102703"/>
                </a:lnTo>
                <a:lnTo>
                  <a:pt x="3457895" y="121448"/>
                </a:lnTo>
                <a:lnTo>
                  <a:pt x="3498233" y="141621"/>
                </a:lnTo>
                <a:lnTo>
                  <a:pt x="3537725" y="163190"/>
                </a:lnTo>
                <a:lnTo>
                  <a:pt x="3576340" y="186121"/>
                </a:lnTo>
                <a:lnTo>
                  <a:pt x="3614045" y="210384"/>
                </a:lnTo>
                <a:lnTo>
                  <a:pt x="3650808" y="235944"/>
                </a:lnTo>
                <a:lnTo>
                  <a:pt x="3686597" y="262771"/>
                </a:lnTo>
                <a:lnTo>
                  <a:pt x="3721378" y="290831"/>
                </a:lnTo>
                <a:lnTo>
                  <a:pt x="3755120" y="320092"/>
                </a:lnTo>
                <a:lnTo>
                  <a:pt x="3787791" y="350522"/>
                </a:lnTo>
                <a:lnTo>
                  <a:pt x="3819357" y="382088"/>
                </a:lnTo>
                <a:lnTo>
                  <a:pt x="3849787" y="414759"/>
                </a:lnTo>
                <a:lnTo>
                  <a:pt x="3879048" y="448501"/>
                </a:lnTo>
                <a:lnTo>
                  <a:pt x="3907108" y="483282"/>
                </a:lnTo>
                <a:lnTo>
                  <a:pt x="3933935" y="519071"/>
                </a:lnTo>
                <a:lnTo>
                  <a:pt x="3959495" y="555834"/>
                </a:lnTo>
                <a:lnTo>
                  <a:pt x="3983757" y="593539"/>
                </a:lnTo>
                <a:lnTo>
                  <a:pt x="4006689" y="632154"/>
                </a:lnTo>
                <a:lnTo>
                  <a:pt x="4028257" y="671646"/>
                </a:lnTo>
                <a:lnTo>
                  <a:pt x="4048430" y="711984"/>
                </a:lnTo>
                <a:lnTo>
                  <a:pt x="4067176" y="753134"/>
                </a:lnTo>
                <a:lnTo>
                  <a:pt x="4084461" y="795065"/>
                </a:lnTo>
                <a:lnTo>
                  <a:pt x="4100253" y="837743"/>
                </a:lnTo>
                <a:lnTo>
                  <a:pt x="4114521" y="881138"/>
                </a:lnTo>
                <a:lnTo>
                  <a:pt x="4127231" y="925215"/>
                </a:lnTo>
                <a:lnTo>
                  <a:pt x="4138351" y="969943"/>
                </a:lnTo>
                <a:lnTo>
                  <a:pt x="4147850" y="1015290"/>
                </a:lnTo>
                <a:lnTo>
                  <a:pt x="4155694" y="1061222"/>
                </a:lnTo>
                <a:lnTo>
                  <a:pt x="4161852" y="1107709"/>
                </a:lnTo>
                <a:lnTo>
                  <a:pt x="4166290" y="1154716"/>
                </a:lnTo>
                <a:lnTo>
                  <a:pt x="4168976" y="1202213"/>
                </a:lnTo>
                <a:lnTo>
                  <a:pt x="4169879" y="1250167"/>
                </a:lnTo>
                <a:lnTo>
                  <a:pt x="4169879" y="2278616"/>
                </a:lnTo>
                <a:lnTo>
                  <a:pt x="4357718" y="2278616"/>
                </a:lnTo>
                <a:lnTo>
                  <a:pt x="3965094" y="2857520"/>
                </a:lnTo>
                <a:lnTo>
                  <a:pt x="3572470" y="2278616"/>
                </a:lnTo>
                <a:lnTo>
                  <a:pt x="3760309" y="2278616"/>
                </a:lnTo>
                <a:lnTo>
                  <a:pt x="3760309" y="1250167"/>
                </a:lnTo>
                <a:lnTo>
                  <a:pt x="3758978" y="1202466"/>
                </a:lnTo>
                <a:lnTo>
                  <a:pt x="3755034" y="1155464"/>
                </a:lnTo>
                <a:lnTo>
                  <a:pt x="3748546" y="1109231"/>
                </a:lnTo>
                <a:lnTo>
                  <a:pt x="3739586" y="1063837"/>
                </a:lnTo>
                <a:lnTo>
                  <a:pt x="3728225" y="1019355"/>
                </a:lnTo>
                <a:lnTo>
                  <a:pt x="3714534" y="975855"/>
                </a:lnTo>
                <a:lnTo>
                  <a:pt x="3698583" y="933407"/>
                </a:lnTo>
                <a:lnTo>
                  <a:pt x="3680444" y="892084"/>
                </a:lnTo>
                <a:lnTo>
                  <a:pt x="3660188" y="851955"/>
                </a:lnTo>
                <a:lnTo>
                  <a:pt x="3637886" y="813092"/>
                </a:lnTo>
                <a:lnTo>
                  <a:pt x="3613608" y="775566"/>
                </a:lnTo>
                <a:lnTo>
                  <a:pt x="3587426" y="739447"/>
                </a:lnTo>
                <a:lnTo>
                  <a:pt x="3559410" y="704807"/>
                </a:lnTo>
                <a:lnTo>
                  <a:pt x="3529632" y="671717"/>
                </a:lnTo>
                <a:lnTo>
                  <a:pt x="3498162" y="640247"/>
                </a:lnTo>
                <a:lnTo>
                  <a:pt x="3465072" y="610469"/>
                </a:lnTo>
                <a:lnTo>
                  <a:pt x="3430432" y="582453"/>
                </a:lnTo>
                <a:lnTo>
                  <a:pt x="3394314" y="556271"/>
                </a:lnTo>
                <a:lnTo>
                  <a:pt x="3356787" y="531993"/>
                </a:lnTo>
                <a:lnTo>
                  <a:pt x="3317924" y="509691"/>
                </a:lnTo>
                <a:lnTo>
                  <a:pt x="3277796" y="489435"/>
                </a:lnTo>
                <a:lnTo>
                  <a:pt x="3236472" y="471296"/>
                </a:lnTo>
                <a:lnTo>
                  <a:pt x="3194025" y="455346"/>
                </a:lnTo>
                <a:lnTo>
                  <a:pt x="3150525" y="441654"/>
                </a:lnTo>
                <a:lnTo>
                  <a:pt x="3106042" y="430293"/>
                </a:lnTo>
                <a:lnTo>
                  <a:pt x="3060649" y="421333"/>
                </a:lnTo>
                <a:lnTo>
                  <a:pt x="3014416" y="414845"/>
                </a:lnTo>
                <a:lnTo>
                  <a:pt x="2967414" y="410901"/>
                </a:lnTo>
                <a:lnTo>
                  <a:pt x="2919714" y="409570"/>
                </a:lnTo>
                <a:lnTo>
                  <a:pt x="0" y="4095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52F0E32A-05B3-5C76-CA37-DA1C4005CD99}"/>
              </a:ext>
            </a:extLst>
          </p:cNvPr>
          <p:cNvSpPr/>
          <p:nvPr/>
        </p:nvSpPr>
        <p:spPr>
          <a:xfrm>
            <a:off x="4788595" y="2479825"/>
            <a:ext cx="2000885" cy="571500"/>
          </a:xfrm>
          <a:custGeom>
            <a:avLst/>
            <a:gdLst/>
            <a:ahLst/>
            <a:cxnLst/>
            <a:rect l="l" t="t" r="r" b="b"/>
            <a:pathLst>
              <a:path w="2000885" h="571500">
                <a:moveTo>
                  <a:pt x="0" y="285753"/>
                </a:moveTo>
                <a:lnTo>
                  <a:pt x="285752" y="0"/>
                </a:lnTo>
                <a:lnTo>
                  <a:pt x="285752" y="142875"/>
                </a:lnTo>
                <a:lnTo>
                  <a:pt x="1714513" y="142875"/>
                </a:lnTo>
                <a:lnTo>
                  <a:pt x="1714513" y="0"/>
                </a:lnTo>
                <a:lnTo>
                  <a:pt x="2000264" y="285753"/>
                </a:lnTo>
                <a:lnTo>
                  <a:pt x="1714513" y="571504"/>
                </a:lnTo>
                <a:lnTo>
                  <a:pt x="1714513" y="428628"/>
                </a:lnTo>
                <a:lnTo>
                  <a:pt x="285752" y="428628"/>
                </a:lnTo>
                <a:lnTo>
                  <a:pt x="285752" y="571504"/>
                </a:lnTo>
                <a:lnTo>
                  <a:pt x="0" y="285753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6F474B38-27FE-AE63-7482-14B6CDE8E429}"/>
              </a:ext>
            </a:extLst>
          </p:cNvPr>
          <p:cNvSpPr txBox="1"/>
          <p:nvPr/>
        </p:nvSpPr>
        <p:spPr>
          <a:xfrm>
            <a:off x="4971887" y="2636052"/>
            <a:ext cx="175878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PCIe or NVLink</a:t>
            </a:r>
            <a:r>
              <a:rPr sz="1600" b="1" spc="-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Bus</a:t>
            </a:r>
            <a:endParaRPr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8D0E2C-C244-C373-ABA1-110B0FBB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727545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5497-9D3B-467F-9670-C1A891A3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47F6862-92C2-9CEF-FFA2-3E207208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E203F9A-A064-EE5D-3A00-46D986680835}"/>
              </a:ext>
            </a:extLst>
          </p:cNvPr>
          <p:cNvSpPr/>
          <p:nvPr/>
        </p:nvSpPr>
        <p:spPr>
          <a:xfrm>
            <a:off x="6665605" y="1512218"/>
            <a:ext cx="4169818" cy="5118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0E95CD9-3356-0FFF-F194-4F7A8642E480}"/>
              </a:ext>
            </a:extLst>
          </p:cNvPr>
          <p:cNvSpPr/>
          <p:nvPr/>
        </p:nvSpPr>
        <p:spPr>
          <a:xfrm>
            <a:off x="2307877" y="1904782"/>
            <a:ext cx="2643205" cy="203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12F8C523-4C46-6097-8FF9-5C711E58517D}"/>
              </a:ext>
            </a:extLst>
          </p:cNvPr>
          <p:cNvSpPr/>
          <p:nvPr/>
        </p:nvSpPr>
        <p:spPr>
          <a:xfrm>
            <a:off x="4808206" y="2512349"/>
            <a:ext cx="2000885" cy="571500"/>
          </a:xfrm>
          <a:custGeom>
            <a:avLst/>
            <a:gdLst/>
            <a:ahLst/>
            <a:cxnLst/>
            <a:rect l="l" t="t" r="r" b="b"/>
            <a:pathLst>
              <a:path w="2000885" h="571500">
                <a:moveTo>
                  <a:pt x="0" y="285753"/>
                </a:moveTo>
                <a:lnTo>
                  <a:pt x="285752" y="0"/>
                </a:lnTo>
                <a:lnTo>
                  <a:pt x="285752" y="142875"/>
                </a:lnTo>
                <a:lnTo>
                  <a:pt x="1714513" y="142875"/>
                </a:lnTo>
                <a:lnTo>
                  <a:pt x="1714513" y="0"/>
                </a:lnTo>
                <a:lnTo>
                  <a:pt x="2000264" y="285753"/>
                </a:lnTo>
                <a:lnTo>
                  <a:pt x="1714513" y="571504"/>
                </a:lnTo>
                <a:lnTo>
                  <a:pt x="1714513" y="428628"/>
                </a:lnTo>
                <a:lnTo>
                  <a:pt x="285752" y="428628"/>
                </a:lnTo>
                <a:lnTo>
                  <a:pt x="285752" y="571504"/>
                </a:lnTo>
                <a:lnTo>
                  <a:pt x="0" y="285753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BDA62D1-121D-9145-B2DF-11C1C5C8E2DD}"/>
              </a:ext>
            </a:extLst>
          </p:cNvPr>
          <p:cNvSpPr/>
          <p:nvPr/>
        </p:nvSpPr>
        <p:spPr>
          <a:xfrm>
            <a:off x="4379579" y="1869408"/>
            <a:ext cx="3786504" cy="500380"/>
          </a:xfrm>
          <a:custGeom>
            <a:avLst/>
            <a:gdLst/>
            <a:ahLst/>
            <a:cxnLst/>
            <a:rect l="l" t="t" r="r" b="b"/>
            <a:pathLst>
              <a:path w="3786504" h="500380">
                <a:moveTo>
                  <a:pt x="3560875" y="0"/>
                </a:moveTo>
                <a:lnTo>
                  <a:pt x="3335536" y="184288"/>
                </a:lnTo>
                <a:lnTo>
                  <a:pt x="3459342" y="184288"/>
                </a:lnTo>
                <a:lnTo>
                  <a:pt x="3459342" y="296998"/>
                </a:lnTo>
                <a:lnTo>
                  <a:pt x="0" y="296998"/>
                </a:lnTo>
                <a:lnTo>
                  <a:pt x="0" y="500065"/>
                </a:lnTo>
                <a:lnTo>
                  <a:pt x="3463387" y="500065"/>
                </a:lnTo>
                <a:lnTo>
                  <a:pt x="3509021" y="494808"/>
                </a:lnTo>
                <a:lnTo>
                  <a:pt x="3550911" y="479836"/>
                </a:lnTo>
                <a:lnTo>
                  <a:pt x="3587864" y="456342"/>
                </a:lnTo>
                <a:lnTo>
                  <a:pt x="3618685" y="425521"/>
                </a:lnTo>
                <a:lnTo>
                  <a:pt x="3642179" y="388568"/>
                </a:lnTo>
                <a:lnTo>
                  <a:pt x="3657151" y="346677"/>
                </a:lnTo>
                <a:lnTo>
                  <a:pt x="3662408" y="301043"/>
                </a:lnTo>
                <a:lnTo>
                  <a:pt x="3662408" y="184288"/>
                </a:lnTo>
                <a:lnTo>
                  <a:pt x="3786214" y="184288"/>
                </a:lnTo>
                <a:lnTo>
                  <a:pt x="3560875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80207A5-55C1-FCEC-5A1D-BDF8231B8204}"/>
              </a:ext>
            </a:extLst>
          </p:cNvPr>
          <p:cNvSpPr/>
          <p:nvPr/>
        </p:nvSpPr>
        <p:spPr>
          <a:xfrm>
            <a:off x="4379579" y="1869407"/>
            <a:ext cx="3786504" cy="500380"/>
          </a:xfrm>
          <a:custGeom>
            <a:avLst/>
            <a:gdLst/>
            <a:ahLst/>
            <a:cxnLst/>
            <a:rect l="l" t="t" r="r" b="b"/>
            <a:pathLst>
              <a:path w="3786504" h="500380">
                <a:moveTo>
                  <a:pt x="0" y="500066"/>
                </a:moveTo>
                <a:lnTo>
                  <a:pt x="3463387" y="500066"/>
                </a:lnTo>
                <a:lnTo>
                  <a:pt x="3509021" y="494809"/>
                </a:lnTo>
                <a:lnTo>
                  <a:pt x="3550912" y="479837"/>
                </a:lnTo>
                <a:lnTo>
                  <a:pt x="3587865" y="456343"/>
                </a:lnTo>
                <a:lnTo>
                  <a:pt x="3618685" y="425522"/>
                </a:lnTo>
                <a:lnTo>
                  <a:pt x="3642179" y="388568"/>
                </a:lnTo>
                <a:lnTo>
                  <a:pt x="3657152" y="346678"/>
                </a:lnTo>
                <a:lnTo>
                  <a:pt x="3662408" y="301044"/>
                </a:lnTo>
                <a:lnTo>
                  <a:pt x="3662408" y="184289"/>
                </a:lnTo>
                <a:lnTo>
                  <a:pt x="3786214" y="184289"/>
                </a:lnTo>
                <a:lnTo>
                  <a:pt x="3560875" y="0"/>
                </a:lnTo>
                <a:lnTo>
                  <a:pt x="3335536" y="184289"/>
                </a:lnTo>
                <a:lnTo>
                  <a:pt x="3459342" y="184289"/>
                </a:lnTo>
                <a:lnTo>
                  <a:pt x="3459342" y="296998"/>
                </a:lnTo>
                <a:lnTo>
                  <a:pt x="0" y="296998"/>
                </a:lnTo>
                <a:lnTo>
                  <a:pt x="0" y="500066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976859C0-7ECA-8289-838B-DA040E349F74}"/>
              </a:ext>
            </a:extLst>
          </p:cNvPr>
          <p:cNvSpPr/>
          <p:nvPr/>
        </p:nvSpPr>
        <p:spPr>
          <a:xfrm>
            <a:off x="716566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321471" y="0"/>
                </a:moveTo>
                <a:lnTo>
                  <a:pt x="0" y="321471"/>
                </a:lnTo>
                <a:lnTo>
                  <a:pt x="160735" y="321471"/>
                </a:lnTo>
                <a:lnTo>
                  <a:pt x="160735" y="1178728"/>
                </a:lnTo>
                <a:lnTo>
                  <a:pt x="0" y="1178728"/>
                </a:lnTo>
                <a:lnTo>
                  <a:pt x="321471" y="1500197"/>
                </a:lnTo>
                <a:lnTo>
                  <a:pt x="642942" y="1178728"/>
                </a:lnTo>
                <a:lnTo>
                  <a:pt x="482206" y="1178728"/>
                </a:lnTo>
                <a:lnTo>
                  <a:pt x="482206" y="321471"/>
                </a:lnTo>
                <a:lnTo>
                  <a:pt x="642942" y="321471"/>
                </a:lnTo>
                <a:lnTo>
                  <a:pt x="32147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F84D386A-6F07-25A3-1B9C-3FC0524F2CD6}"/>
              </a:ext>
            </a:extLst>
          </p:cNvPr>
          <p:cNvSpPr/>
          <p:nvPr/>
        </p:nvSpPr>
        <p:spPr>
          <a:xfrm>
            <a:off x="716566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0" y="321471"/>
                </a:moveTo>
                <a:lnTo>
                  <a:pt x="321471" y="0"/>
                </a:lnTo>
                <a:lnTo>
                  <a:pt x="642942" y="321471"/>
                </a:lnTo>
                <a:lnTo>
                  <a:pt x="482206" y="321471"/>
                </a:lnTo>
                <a:lnTo>
                  <a:pt x="482206" y="1178728"/>
                </a:lnTo>
                <a:lnTo>
                  <a:pt x="642942" y="1178728"/>
                </a:lnTo>
                <a:lnTo>
                  <a:pt x="321471" y="1500198"/>
                </a:lnTo>
                <a:lnTo>
                  <a:pt x="0" y="1178728"/>
                </a:lnTo>
                <a:lnTo>
                  <a:pt x="160735" y="1178728"/>
                </a:lnTo>
                <a:lnTo>
                  <a:pt x="160735" y="321471"/>
                </a:lnTo>
                <a:lnTo>
                  <a:pt x="0" y="321471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DB4EA35-5C67-24E0-A406-E1C424540D39}"/>
              </a:ext>
            </a:extLst>
          </p:cNvPr>
          <p:cNvSpPr/>
          <p:nvPr/>
        </p:nvSpPr>
        <p:spPr>
          <a:xfrm>
            <a:off x="823723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321471" y="0"/>
                </a:moveTo>
                <a:lnTo>
                  <a:pt x="0" y="321471"/>
                </a:lnTo>
                <a:lnTo>
                  <a:pt x="160735" y="321471"/>
                </a:lnTo>
                <a:lnTo>
                  <a:pt x="160735" y="1178728"/>
                </a:lnTo>
                <a:lnTo>
                  <a:pt x="0" y="1178728"/>
                </a:lnTo>
                <a:lnTo>
                  <a:pt x="321471" y="1500197"/>
                </a:lnTo>
                <a:lnTo>
                  <a:pt x="642941" y="1178728"/>
                </a:lnTo>
                <a:lnTo>
                  <a:pt x="482206" y="1178728"/>
                </a:lnTo>
                <a:lnTo>
                  <a:pt x="482206" y="321471"/>
                </a:lnTo>
                <a:lnTo>
                  <a:pt x="642941" y="321471"/>
                </a:lnTo>
                <a:lnTo>
                  <a:pt x="32147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B983981D-FE3B-9700-2ED3-B6B262C52EA9}"/>
              </a:ext>
            </a:extLst>
          </p:cNvPr>
          <p:cNvSpPr/>
          <p:nvPr/>
        </p:nvSpPr>
        <p:spPr>
          <a:xfrm>
            <a:off x="823723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0" y="321471"/>
                </a:moveTo>
                <a:lnTo>
                  <a:pt x="321471" y="0"/>
                </a:lnTo>
                <a:lnTo>
                  <a:pt x="642942" y="321471"/>
                </a:lnTo>
                <a:lnTo>
                  <a:pt x="482206" y="321471"/>
                </a:lnTo>
                <a:lnTo>
                  <a:pt x="482206" y="1178728"/>
                </a:lnTo>
                <a:lnTo>
                  <a:pt x="642942" y="1178728"/>
                </a:lnTo>
                <a:lnTo>
                  <a:pt x="321471" y="1500198"/>
                </a:lnTo>
                <a:lnTo>
                  <a:pt x="0" y="1178728"/>
                </a:lnTo>
                <a:lnTo>
                  <a:pt x="160735" y="1178728"/>
                </a:lnTo>
                <a:lnTo>
                  <a:pt x="160735" y="321471"/>
                </a:lnTo>
                <a:lnTo>
                  <a:pt x="0" y="321471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F5A3323D-013C-B8DF-D376-6457ED3A0C71}"/>
              </a:ext>
            </a:extLst>
          </p:cNvPr>
          <p:cNvSpPr/>
          <p:nvPr/>
        </p:nvSpPr>
        <p:spPr>
          <a:xfrm>
            <a:off x="966599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321471" y="0"/>
                </a:moveTo>
                <a:lnTo>
                  <a:pt x="0" y="321471"/>
                </a:lnTo>
                <a:lnTo>
                  <a:pt x="160735" y="321471"/>
                </a:lnTo>
                <a:lnTo>
                  <a:pt x="160735" y="1178728"/>
                </a:lnTo>
                <a:lnTo>
                  <a:pt x="0" y="1178728"/>
                </a:lnTo>
                <a:lnTo>
                  <a:pt x="321471" y="1500197"/>
                </a:lnTo>
                <a:lnTo>
                  <a:pt x="642942" y="1178728"/>
                </a:lnTo>
                <a:lnTo>
                  <a:pt x="482206" y="1178728"/>
                </a:lnTo>
                <a:lnTo>
                  <a:pt x="482206" y="321471"/>
                </a:lnTo>
                <a:lnTo>
                  <a:pt x="642942" y="321471"/>
                </a:lnTo>
                <a:lnTo>
                  <a:pt x="32147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61A4DEC-FC0D-FE5A-C60E-C783D67785A8}"/>
              </a:ext>
            </a:extLst>
          </p:cNvPr>
          <p:cNvSpPr/>
          <p:nvPr/>
        </p:nvSpPr>
        <p:spPr>
          <a:xfrm>
            <a:off x="9665990" y="4441176"/>
            <a:ext cx="643255" cy="1500505"/>
          </a:xfrm>
          <a:custGeom>
            <a:avLst/>
            <a:gdLst/>
            <a:ahLst/>
            <a:cxnLst/>
            <a:rect l="l" t="t" r="r" b="b"/>
            <a:pathLst>
              <a:path w="643254" h="1500504">
                <a:moveTo>
                  <a:pt x="0" y="321471"/>
                </a:moveTo>
                <a:lnTo>
                  <a:pt x="321471" y="0"/>
                </a:lnTo>
                <a:lnTo>
                  <a:pt x="642942" y="321471"/>
                </a:lnTo>
                <a:lnTo>
                  <a:pt x="482206" y="321471"/>
                </a:lnTo>
                <a:lnTo>
                  <a:pt x="482206" y="1178728"/>
                </a:lnTo>
                <a:lnTo>
                  <a:pt x="642942" y="1178728"/>
                </a:lnTo>
                <a:lnTo>
                  <a:pt x="321471" y="1500198"/>
                </a:lnTo>
                <a:lnTo>
                  <a:pt x="0" y="1178728"/>
                </a:lnTo>
                <a:lnTo>
                  <a:pt x="160735" y="1178728"/>
                </a:lnTo>
                <a:lnTo>
                  <a:pt x="160735" y="321471"/>
                </a:lnTo>
                <a:lnTo>
                  <a:pt x="0" y="321471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A8DA5AE4-5DCC-2A6E-E860-606CE7DD7C1D}"/>
              </a:ext>
            </a:extLst>
          </p:cNvPr>
          <p:cNvSpPr txBox="1"/>
          <p:nvPr/>
        </p:nvSpPr>
        <p:spPr>
          <a:xfrm>
            <a:off x="4991498" y="2668576"/>
            <a:ext cx="175878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PCIe or NVLink</a:t>
            </a:r>
            <a:r>
              <a:rPr sz="1600" b="1" spc="-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Bus</a:t>
            </a:r>
            <a:endParaRPr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CB06A16E-269A-CB4E-F7AE-53586E279796}"/>
              </a:ext>
            </a:extLst>
          </p:cNvPr>
          <p:cNvSpPr txBox="1"/>
          <p:nvPr/>
        </p:nvSpPr>
        <p:spPr>
          <a:xfrm>
            <a:off x="1504346" y="4343856"/>
            <a:ext cx="4926683" cy="169514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input data from CPU memory to GPU  memory</a:t>
            </a:r>
            <a:endParaRPr lang="en-US" sz="24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601345" indent="-342900">
              <a:lnSpc>
                <a:spcPts val="2090"/>
              </a:lnSpc>
              <a:spcBef>
                <a:spcPts val="11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Load GPU program and execute,  caching data on chip for</a:t>
            </a:r>
            <a:r>
              <a:rPr sz="24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performance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055B23-2017-6AC3-61F5-871C9059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3023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C4BE-B76E-F428-8059-4B432284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9417DD3-3F16-7006-7F66-9202FFFA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03D11D58-887D-A88B-7352-FF2069E79257}"/>
              </a:ext>
            </a:extLst>
          </p:cNvPr>
          <p:cNvSpPr/>
          <p:nvPr/>
        </p:nvSpPr>
        <p:spPr>
          <a:xfrm>
            <a:off x="6760840" y="1440210"/>
            <a:ext cx="4169818" cy="5118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326320C3-406B-59B2-31D6-49C428089343}"/>
              </a:ext>
            </a:extLst>
          </p:cNvPr>
          <p:cNvSpPr/>
          <p:nvPr/>
        </p:nvSpPr>
        <p:spPr>
          <a:xfrm>
            <a:off x="2403112" y="1832774"/>
            <a:ext cx="2643205" cy="203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8B3728E6-6DEE-3941-6732-F689CF49047D}"/>
              </a:ext>
            </a:extLst>
          </p:cNvPr>
          <p:cNvSpPr/>
          <p:nvPr/>
        </p:nvSpPr>
        <p:spPr>
          <a:xfrm>
            <a:off x="4903441" y="2440341"/>
            <a:ext cx="2000885" cy="571500"/>
          </a:xfrm>
          <a:custGeom>
            <a:avLst/>
            <a:gdLst/>
            <a:ahLst/>
            <a:cxnLst/>
            <a:rect l="l" t="t" r="r" b="b"/>
            <a:pathLst>
              <a:path w="2000885" h="571500">
                <a:moveTo>
                  <a:pt x="0" y="285753"/>
                </a:moveTo>
                <a:lnTo>
                  <a:pt x="285752" y="0"/>
                </a:lnTo>
                <a:lnTo>
                  <a:pt x="285752" y="142875"/>
                </a:lnTo>
                <a:lnTo>
                  <a:pt x="1714513" y="142875"/>
                </a:lnTo>
                <a:lnTo>
                  <a:pt x="1714513" y="0"/>
                </a:lnTo>
                <a:lnTo>
                  <a:pt x="2000264" y="285753"/>
                </a:lnTo>
                <a:lnTo>
                  <a:pt x="1714513" y="571504"/>
                </a:lnTo>
                <a:lnTo>
                  <a:pt x="1714513" y="428628"/>
                </a:lnTo>
                <a:lnTo>
                  <a:pt x="285752" y="428628"/>
                </a:lnTo>
                <a:lnTo>
                  <a:pt x="285752" y="571504"/>
                </a:lnTo>
                <a:lnTo>
                  <a:pt x="0" y="285753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541A81B6-A894-05FF-9479-9D5051A45685}"/>
              </a:ext>
            </a:extLst>
          </p:cNvPr>
          <p:cNvSpPr txBox="1"/>
          <p:nvPr/>
        </p:nvSpPr>
        <p:spPr>
          <a:xfrm>
            <a:off x="1624596" y="4021841"/>
            <a:ext cx="5136244" cy="253832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input data from CPU memory to GPU  memory</a:t>
            </a:r>
            <a:endParaRPr lang="en-US" sz="24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601345" indent="-342900">
              <a:lnSpc>
                <a:spcPts val="2090"/>
              </a:lnSpc>
              <a:spcBef>
                <a:spcPts val="11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Load GPU program and execute,  caching data on chip for</a:t>
            </a:r>
            <a:r>
              <a:rPr sz="24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performance</a:t>
            </a:r>
            <a:endParaRPr lang="en-US" sz="24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601345" indent="-342900">
              <a:lnSpc>
                <a:spcPts val="2090"/>
              </a:lnSpc>
              <a:spcBef>
                <a:spcPts val="115"/>
              </a:spcBef>
              <a:buAutoNum type="arabicPeriod"/>
              <a:tabLst>
                <a:tab pos="354965" algn="l"/>
                <a:tab pos="355600" algn="l"/>
              </a:tabLst>
            </a:pP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335280" indent="-342900">
              <a:lnSpc>
                <a:spcPts val="2180"/>
              </a:lnSpc>
              <a:spcBef>
                <a:spcPts val="4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from GPU memory to CPU  memory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4CCE24A5-D81F-2DE7-0E09-85FBBFBEE4F9}"/>
              </a:ext>
            </a:extLst>
          </p:cNvPr>
          <p:cNvSpPr/>
          <p:nvPr/>
        </p:nvSpPr>
        <p:spPr>
          <a:xfrm>
            <a:off x="3903311" y="2842774"/>
            <a:ext cx="4741545" cy="2884170"/>
          </a:xfrm>
          <a:custGeom>
            <a:avLst/>
            <a:gdLst/>
            <a:ahLst/>
            <a:cxnLst/>
            <a:rect l="l" t="t" r="r" b="b"/>
            <a:pathLst>
              <a:path w="4741545" h="2884170">
                <a:moveTo>
                  <a:pt x="584211" y="0"/>
                </a:moveTo>
                <a:lnTo>
                  <a:pt x="0" y="396222"/>
                </a:lnTo>
                <a:lnTo>
                  <a:pt x="584211" y="792444"/>
                </a:lnTo>
                <a:lnTo>
                  <a:pt x="584211" y="602882"/>
                </a:lnTo>
                <a:lnTo>
                  <a:pt x="3479478" y="602882"/>
                </a:lnTo>
                <a:lnTo>
                  <a:pt x="3527616" y="604225"/>
                </a:lnTo>
                <a:lnTo>
                  <a:pt x="3575049" y="608206"/>
                </a:lnTo>
                <a:lnTo>
                  <a:pt x="3621706" y="614753"/>
                </a:lnTo>
                <a:lnTo>
                  <a:pt x="3667515" y="623796"/>
                </a:lnTo>
                <a:lnTo>
                  <a:pt x="3712405" y="635261"/>
                </a:lnTo>
                <a:lnTo>
                  <a:pt x="3756304" y="649077"/>
                </a:lnTo>
                <a:lnTo>
                  <a:pt x="3799141" y="665174"/>
                </a:lnTo>
                <a:lnTo>
                  <a:pt x="3840843" y="683479"/>
                </a:lnTo>
                <a:lnTo>
                  <a:pt x="3881340" y="703921"/>
                </a:lnTo>
                <a:lnTo>
                  <a:pt x="3920559" y="726428"/>
                </a:lnTo>
                <a:lnTo>
                  <a:pt x="3958429" y="750928"/>
                </a:lnTo>
                <a:lnTo>
                  <a:pt x="3994879" y="777350"/>
                </a:lnTo>
                <a:lnTo>
                  <a:pt x="4029836" y="805623"/>
                </a:lnTo>
                <a:lnTo>
                  <a:pt x="4063230" y="835674"/>
                </a:lnTo>
                <a:lnTo>
                  <a:pt x="4094988" y="867432"/>
                </a:lnTo>
                <a:lnTo>
                  <a:pt x="4125039" y="900826"/>
                </a:lnTo>
                <a:lnTo>
                  <a:pt x="4153312" y="935783"/>
                </a:lnTo>
                <a:lnTo>
                  <a:pt x="4179734" y="972233"/>
                </a:lnTo>
                <a:lnTo>
                  <a:pt x="4204234" y="1010103"/>
                </a:lnTo>
                <a:lnTo>
                  <a:pt x="4226741" y="1049322"/>
                </a:lnTo>
                <a:lnTo>
                  <a:pt x="4247183" y="1089819"/>
                </a:lnTo>
                <a:lnTo>
                  <a:pt x="4265488" y="1131521"/>
                </a:lnTo>
                <a:lnTo>
                  <a:pt x="4281585" y="1174358"/>
                </a:lnTo>
                <a:lnTo>
                  <a:pt x="4295402" y="1218257"/>
                </a:lnTo>
                <a:lnTo>
                  <a:pt x="4306867" y="1263147"/>
                </a:lnTo>
                <a:lnTo>
                  <a:pt x="4315909" y="1308956"/>
                </a:lnTo>
                <a:lnTo>
                  <a:pt x="4322456" y="1355613"/>
                </a:lnTo>
                <a:lnTo>
                  <a:pt x="4326437" y="1403046"/>
                </a:lnTo>
                <a:lnTo>
                  <a:pt x="4327780" y="1451184"/>
                </a:lnTo>
                <a:lnTo>
                  <a:pt x="4327780" y="2883714"/>
                </a:lnTo>
                <a:lnTo>
                  <a:pt x="4741101" y="2883714"/>
                </a:lnTo>
                <a:lnTo>
                  <a:pt x="4741101" y="1451184"/>
                </a:lnTo>
                <a:lnTo>
                  <a:pt x="4740190" y="1402791"/>
                </a:lnTo>
                <a:lnTo>
                  <a:pt x="4737479" y="1354859"/>
                </a:lnTo>
                <a:lnTo>
                  <a:pt x="4733000" y="1307421"/>
                </a:lnTo>
                <a:lnTo>
                  <a:pt x="4726786" y="1260508"/>
                </a:lnTo>
                <a:lnTo>
                  <a:pt x="4718870" y="1214155"/>
                </a:lnTo>
                <a:lnTo>
                  <a:pt x="4709285" y="1168393"/>
                </a:lnTo>
                <a:lnTo>
                  <a:pt x="4698062" y="1123255"/>
                </a:lnTo>
                <a:lnTo>
                  <a:pt x="4685235" y="1078773"/>
                </a:lnTo>
                <a:lnTo>
                  <a:pt x="4670837" y="1034982"/>
                </a:lnTo>
                <a:lnTo>
                  <a:pt x="4654900" y="991912"/>
                </a:lnTo>
                <a:lnTo>
                  <a:pt x="4637456" y="949597"/>
                </a:lnTo>
                <a:lnTo>
                  <a:pt x="4618539" y="908070"/>
                </a:lnTo>
                <a:lnTo>
                  <a:pt x="4598182" y="867363"/>
                </a:lnTo>
                <a:lnTo>
                  <a:pt x="4576415" y="827508"/>
                </a:lnTo>
                <a:lnTo>
                  <a:pt x="4553274" y="788539"/>
                </a:lnTo>
                <a:lnTo>
                  <a:pt x="4528789" y="750489"/>
                </a:lnTo>
                <a:lnTo>
                  <a:pt x="4502995" y="713389"/>
                </a:lnTo>
                <a:lnTo>
                  <a:pt x="4475922" y="677272"/>
                </a:lnTo>
                <a:lnTo>
                  <a:pt x="4447605" y="642172"/>
                </a:lnTo>
                <a:lnTo>
                  <a:pt x="4418076" y="608121"/>
                </a:lnTo>
                <a:lnTo>
                  <a:pt x="4387367" y="575151"/>
                </a:lnTo>
                <a:lnTo>
                  <a:pt x="4355511" y="543295"/>
                </a:lnTo>
                <a:lnTo>
                  <a:pt x="4322541" y="512586"/>
                </a:lnTo>
                <a:lnTo>
                  <a:pt x="4288490" y="483057"/>
                </a:lnTo>
                <a:lnTo>
                  <a:pt x="4253390" y="454740"/>
                </a:lnTo>
                <a:lnTo>
                  <a:pt x="4217273" y="427668"/>
                </a:lnTo>
                <a:lnTo>
                  <a:pt x="4180174" y="401873"/>
                </a:lnTo>
                <a:lnTo>
                  <a:pt x="4142123" y="377388"/>
                </a:lnTo>
                <a:lnTo>
                  <a:pt x="4103154" y="354247"/>
                </a:lnTo>
                <a:lnTo>
                  <a:pt x="4063300" y="332481"/>
                </a:lnTo>
                <a:lnTo>
                  <a:pt x="4022592" y="312123"/>
                </a:lnTo>
                <a:lnTo>
                  <a:pt x="3981065" y="293206"/>
                </a:lnTo>
                <a:lnTo>
                  <a:pt x="3938750" y="275762"/>
                </a:lnTo>
                <a:lnTo>
                  <a:pt x="3895681" y="259825"/>
                </a:lnTo>
                <a:lnTo>
                  <a:pt x="3851889" y="245427"/>
                </a:lnTo>
                <a:lnTo>
                  <a:pt x="3807408" y="232600"/>
                </a:lnTo>
                <a:lnTo>
                  <a:pt x="3762270" y="221378"/>
                </a:lnTo>
                <a:lnTo>
                  <a:pt x="3716507" y="211792"/>
                </a:lnTo>
                <a:lnTo>
                  <a:pt x="3670154" y="203876"/>
                </a:lnTo>
                <a:lnTo>
                  <a:pt x="3623241" y="197662"/>
                </a:lnTo>
                <a:lnTo>
                  <a:pt x="3575803" y="193183"/>
                </a:lnTo>
                <a:lnTo>
                  <a:pt x="3527871" y="190472"/>
                </a:lnTo>
                <a:lnTo>
                  <a:pt x="3479478" y="189561"/>
                </a:lnTo>
                <a:lnTo>
                  <a:pt x="584211" y="189561"/>
                </a:lnTo>
                <a:lnTo>
                  <a:pt x="58421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3932949E-0A35-DC2D-C73D-4964454707A6}"/>
              </a:ext>
            </a:extLst>
          </p:cNvPr>
          <p:cNvSpPr/>
          <p:nvPr/>
        </p:nvSpPr>
        <p:spPr>
          <a:xfrm>
            <a:off x="3903310" y="2842774"/>
            <a:ext cx="4741545" cy="2884170"/>
          </a:xfrm>
          <a:custGeom>
            <a:avLst/>
            <a:gdLst/>
            <a:ahLst/>
            <a:cxnLst/>
            <a:rect l="l" t="t" r="r" b="b"/>
            <a:pathLst>
              <a:path w="4741545" h="2884170">
                <a:moveTo>
                  <a:pt x="4741103" y="2883715"/>
                </a:moveTo>
                <a:lnTo>
                  <a:pt x="4741103" y="1451185"/>
                </a:lnTo>
                <a:lnTo>
                  <a:pt x="4740192" y="1402792"/>
                </a:lnTo>
                <a:lnTo>
                  <a:pt x="4737480" y="1354860"/>
                </a:lnTo>
                <a:lnTo>
                  <a:pt x="4733001" y="1307421"/>
                </a:lnTo>
                <a:lnTo>
                  <a:pt x="4726788" y="1260509"/>
                </a:lnTo>
                <a:lnTo>
                  <a:pt x="4718872" y="1214155"/>
                </a:lnTo>
                <a:lnTo>
                  <a:pt x="4709286" y="1168393"/>
                </a:lnTo>
                <a:lnTo>
                  <a:pt x="4698063" y="1123255"/>
                </a:lnTo>
                <a:lnTo>
                  <a:pt x="4685237" y="1078774"/>
                </a:lnTo>
                <a:lnTo>
                  <a:pt x="4670838" y="1034982"/>
                </a:lnTo>
                <a:lnTo>
                  <a:pt x="4654901" y="991912"/>
                </a:lnTo>
                <a:lnTo>
                  <a:pt x="4637458" y="949597"/>
                </a:lnTo>
                <a:lnTo>
                  <a:pt x="4618541" y="908070"/>
                </a:lnTo>
                <a:lnTo>
                  <a:pt x="4598183" y="867363"/>
                </a:lnTo>
                <a:lnTo>
                  <a:pt x="4576417" y="827508"/>
                </a:lnTo>
                <a:lnTo>
                  <a:pt x="4553275" y="788540"/>
                </a:lnTo>
                <a:lnTo>
                  <a:pt x="4528790" y="750489"/>
                </a:lnTo>
                <a:lnTo>
                  <a:pt x="4502996" y="713389"/>
                </a:lnTo>
                <a:lnTo>
                  <a:pt x="4475923" y="677273"/>
                </a:lnTo>
                <a:lnTo>
                  <a:pt x="4447606" y="642172"/>
                </a:lnTo>
                <a:lnTo>
                  <a:pt x="4418077" y="608121"/>
                </a:lnTo>
                <a:lnTo>
                  <a:pt x="4387368" y="575151"/>
                </a:lnTo>
                <a:lnTo>
                  <a:pt x="4355512" y="543295"/>
                </a:lnTo>
                <a:lnTo>
                  <a:pt x="4322542" y="512586"/>
                </a:lnTo>
                <a:lnTo>
                  <a:pt x="4288491" y="483057"/>
                </a:lnTo>
                <a:lnTo>
                  <a:pt x="4253391" y="454740"/>
                </a:lnTo>
                <a:lnTo>
                  <a:pt x="4217274" y="427668"/>
                </a:lnTo>
                <a:lnTo>
                  <a:pt x="4180174" y="401873"/>
                </a:lnTo>
                <a:lnTo>
                  <a:pt x="4142124" y="377388"/>
                </a:lnTo>
                <a:lnTo>
                  <a:pt x="4103155" y="354247"/>
                </a:lnTo>
                <a:lnTo>
                  <a:pt x="4063300" y="332481"/>
                </a:lnTo>
                <a:lnTo>
                  <a:pt x="4022593" y="312123"/>
                </a:lnTo>
                <a:lnTo>
                  <a:pt x="3981066" y="293206"/>
                </a:lnTo>
                <a:lnTo>
                  <a:pt x="3938751" y="275762"/>
                </a:lnTo>
                <a:lnTo>
                  <a:pt x="3895681" y="259825"/>
                </a:lnTo>
                <a:lnTo>
                  <a:pt x="3851889" y="245427"/>
                </a:lnTo>
                <a:lnTo>
                  <a:pt x="3807408" y="232600"/>
                </a:lnTo>
                <a:lnTo>
                  <a:pt x="3762270" y="221377"/>
                </a:lnTo>
                <a:lnTo>
                  <a:pt x="3716508" y="211792"/>
                </a:lnTo>
                <a:lnTo>
                  <a:pt x="3670154" y="203876"/>
                </a:lnTo>
                <a:lnTo>
                  <a:pt x="3623242" y="197662"/>
                </a:lnTo>
                <a:lnTo>
                  <a:pt x="3575803" y="193183"/>
                </a:lnTo>
                <a:lnTo>
                  <a:pt x="3527871" y="190472"/>
                </a:lnTo>
                <a:lnTo>
                  <a:pt x="3479479" y="189561"/>
                </a:lnTo>
                <a:lnTo>
                  <a:pt x="584212" y="189561"/>
                </a:lnTo>
                <a:lnTo>
                  <a:pt x="584212" y="0"/>
                </a:lnTo>
                <a:lnTo>
                  <a:pt x="0" y="396222"/>
                </a:lnTo>
                <a:lnTo>
                  <a:pt x="584212" y="792444"/>
                </a:lnTo>
                <a:lnTo>
                  <a:pt x="584212" y="602883"/>
                </a:lnTo>
                <a:lnTo>
                  <a:pt x="3479479" y="602883"/>
                </a:lnTo>
                <a:lnTo>
                  <a:pt x="3527616" y="604226"/>
                </a:lnTo>
                <a:lnTo>
                  <a:pt x="3575049" y="608207"/>
                </a:lnTo>
                <a:lnTo>
                  <a:pt x="3621706" y="614754"/>
                </a:lnTo>
                <a:lnTo>
                  <a:pt x="3667516" y="623796"/>
                </a:lnTo>
                <a:lnTo>
                  <a:pt x="3712406" y="635261"/>
                </a:lnTo>
                <a:lnTo>
                  <a:pt x="3756305" y="649078"/>
                </a:lnTo>
                <a:lnTo>
                  <a:pt x="3799141" y="665175"/>
                </a:lnTo>
                <a:lnTo>
                  <a:pt x="3840844" y="683480"/>
                </a:lnTo>
                <a:lnTo>
                  <a:pt x="3881340" y="703921"/>
                </a:lnTo>
                <a:lnTo>
                  <a:pt x="3920560" y="726428"/>
                </a:lnTo>
                <a:lnTo>
                  <a:pt x="3958430" y="750929"/>
                </a:lnTo>
                <a:lnTo>
                  <a:pt x="3994879" y="777351"/>
                </a:lnTo>
                <a:lnTo>
                  <a:pt x="4029837" y="805623"/>
                </a:lnTo>
                <a:lnTo>
                  <a:pt x="4063231" y="835674"/>
                </a:lnTo>
                <a:lnTo>
                  <a:pt x="4094989" y="867433"/>
                </a:lnTo>
                <a:lnTo>
                  <a:pt x="4125040" y="900826"/>
                </a:lnTo>
                <a:lnTo>
                  <a:pt x="4153312" y="935784"/>
                </a:lnTo>
                <a:lnTo>
                  <a:pt x="4179735" y="972233"/>
                </a:lnTo>
                <a:lnTo>
                  <a:pt x="4204235" y="1010104"/>
                </a:lnTo>
                <a:lnTo>
                  <a:pt x="4226742" y="1049323"/>
                </a:lnTo>
                <a:lnTo>
                  <a:pt x="4247184" y="1089820"/>
                </a:lnTo>
                <a:lnTo>
                  <a:pt x="4265489" y="1131522"/>
                </a:lnTo>
                <a:lnTo>
                  <a:pt x="4281585" y="1174359"/>
                </a:lnTo>
                <a:lnTo>
                  <a:pt x="4295402" y="1218258"/>
                </a:lnTo>
                <a:lnTo>
                  <a:pt x="4306867" y="1263148"/>
                </a:lnTo>
                <a:lnTo>
                  <a:pt x="4315909" y="1308957"/>
                </a:lnTo>
                <a:lnTo>
                  <a:pt x="4322457" y="1355614"/>
                </a:lnTo>
                <a:lnTo>
                  <a:pt x="4326438" y="1403047"/>
                </a:lnTo>
                <a:lnTo>
                  <a:pt x="4327780" y="1451185"/>
                </a:lnTo>
                <a:lnTo>
                  <a:pt x="4327780" y="2883715"/>
                </a:lnTo>
                <a:lnTo>
                  <a:pt x="4741103" y="2883715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FD5F2FA2-EC72-B9A5-343C-30585B97832C}"/>
              </a:ext>
            </a:extLst>
          </p:cNvPr>
          <p:cNvSpPr txBox="1"/>
          <p:nvPr/>
        </p:nvSpPr>
        <p:spPr>
          <a:xfrm>
            <a:off x="5086733" y="2596568"/>
            <a:ext cx="175878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PCIe or NVLink</a:t>
            </a:r>
            <a:r>
              <a:rPr sz="1600" b="1" spc="-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Bus</a:t>
            </a:r>
            <a:endParaRPr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94BE28-1EF2-A93E-D2CC-722FB966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18149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D0D8-7FE2-4E07-19CC-7FB508DC1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36EF2D-BEB1-3622-6A4F-E59E976A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PARALLEL PROGRAMMING IN CUDA C++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384C50-6D2C-8549-AFB4-207A18A6C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02" y="1440210"/>
            <a:ext cx="7488832" cy="5208364"/>
          </a:xfrm>
        </p:spPr>
        <p:txBody>
          <a:bodyPr/>
          <a:lstStyle/>
          <a:p>
            <a:r>
              <a:rPr lang="en-US" dirty="0"/>
              <a:t>GPU computing is about massive parallelism!</a:t>
            </a:r>
          </a:p>
          <a:p>
            <a:endParaRPr lang="en-US" dirty="0"/>
          </a:p>
          <a:p>
            <a:r>
              <a:rPr lang="en-US" dirty="0"/>
              <a:t>We need an interesting example…</a:t>
            </a:r>
          </a:p>
          <a:p>
            <a:endParaRPr lang="en-US" dirty="0"/>
          </a:p>
          <a:p>
            <a:r>
              <a:rPr lang="en-US" dirty="0"/>
              <a:t>We’ll start with vector addition</a:t>
            </a:r>
          </a:p>
          <a:p>
            <a:endParaRPr lang="en-US" dirty="0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98D1F04E-A241-4D60-6E18-FBADE270F2D3}"/>
              </a:ext>
            </a:extLst>
          </p:cNvPr>
          <p:cNvSpPr/>
          <p:nvPr/>
        </p:nvSpPr>
        <p:spPr>
          <a:xfrm>
            <a:off x="8946068" y="2126574"/>
            <a:ext cx="490727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6A521C82-3384-E376-22F8-DA37056EC61A}"/>
              </a:ext>
            </a:extLst>
          </p:cNvPr>
          <p:cNvSpPr/>
          <p:nvPr/>
        </p:nvSpPr>
        <p:spPr>
          <a:xfrm>
            <a:off x="8993088" y="2152701"/>
            <a:ext cx="396044" cy="2880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1C38F9EB-BC3A-1F03-B709-43DAC4386B36}"/>
              </a:ext>
            </a:extLst>
          </p:cNvPr>
          <p:cNvSpPr/>
          <p:nvPr/>
        </p:nvSpPr>
        <p:spPr>
          <a:xfrm>
            <a:off x="8993088" y="2152701"/>
            <a:ext cx="396240" cy="2880360"/>
          </a:xfrm>
          <a:custGeom>
            <a:avLst/>
            <a:gdLst/>
            <a:ahLst/>
            <a:cxnLst/>
            <a:rect l="l" t="t" r="r" b="b"/>
            <a:pathLst>
              <a:path w="396240" h="2880360">
                <a:moveTo>
                  <a:pt x="0" y="66007"/>
                </a:moveTo>
                <a:lnTo>
                  <a:pt x="5187" y="40314"/>
                </a:lnTo>
                <a:lnTo>
                  <a:pt x="19333" y="19333"/>
                </a:lnTo>
                <a:lnTo>
                  <a:pt x="40314" y="5187"/>
                </a:lnTo>
                <a:lnTo>
                  <a:pt x="66007" y="0"/>
                </a:lnTo>
                <a:lnTo>
                  <a:pt x="330036" y="0"/>
                </a:lnTo>
                <a:lnTo>
                  <a:pt x="355729" y="5187"/>
                </a:lnTo>
                <a:lnTo>
                  <a:pt x="376710" y="19333"/>
                </a:lnTo>
                <a:lnTo>
                  <a:pt x="390856" y="40314"/>
                </a:lnTo>
                <a:lnTo>
                  <a:pt x="396044" y="66007"/>
                </a:lnTo>
                <a:lnTo>
                  <a:pt x="396044" y="2814313"/>
                </a:lnTo>
                <a:lnTo>
                  <a:pt x="390856" y="2840005"/>
                </a:lnTo>
                <a:lnTo>
                  <a:pt x="376710" y="2860986"/>
                </a:lnTo>
                <a:lnTo>
                  <a:pt x="355729" y="2875132"/>
                </a:lnTo>
                <a:lnTo>
                  <a:pt x="330036" y="2880320"/>
                </a:lnTo>
                <a:lnTo>
                  <a:pt x="66007" y="2880320"/>
                </a:lnTo>
                <a:lnTo>
                  <a:pt x="40314" y="2875132"/>
                </a:lnTo>
                <a:lnTo>
                  <a:pt x="19333" y="2860986"/>
                </a:lnTo>
                <a:lnTo>
                  <a:pt x="5187" y="2840005"/>
                </a:lnTo>
                <a:lnTo>
                  <a:pt x="0" y="2814313"/>
                </a:lnTo>
                <a:lnTo>
                  <a:pt x="0" y="6600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171FCB4F-A475-DF6B-90E7-C392F65E0A96}"/>
              </a:ext>
            </a:extLst>
          </p:cNvPr>
          <p:cNvSpPr/>
          <p:nvPr/>
        </p:nvSpPr>
        <p:spPr>
          <a:xfrm>
            <a:off x="8993088" y="2872781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FD05074D-139F-C80B-A53F-F936C623F5E0}"/>
              </a:ext>
            </a:extLst>
          </p:cNvPr>
          <p:cNvSpPr/>
          <p:nvPr/>
        </p:nvSpPr>
        <p:spPr>
          <a:xfrm>
            <a:off x="8993088" y="251274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414F2FEB-9C98-1ABE-C87B-7EF4D878681C}"/>
              </a:ext>
            </a:extLst>
          </p:cNvPr>
          <p:cNvSpPr/>
          <p:nvPr/>
        </p:nvSpPr>
        <p:spPr>
          <a:xfrm>
            <a:off x="8993088" y="323281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47E1C619-5C94-2AE6-2C9B-09A05B586609}"/>
              </a:ext>
            </a:extLst>
          </p:cNvPr>
          <p:cNvSpPr/>
          <p:nvPr/>
        </p:nvSpPr>
        <p:spPr>
          <a:xfrm>
            <a:off x="8993088" y="359665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A60B396B-525D-E57C-C7CD-57FFD8306F68}"/>
              </a:ext>
            </a:extLst>
          </p:cNvPr>
          <p:cNvSpPr/>
          <p:nvPr/>
        </p:nvSpPr>
        <p:spPr>
          <a:xfrm>
            <a:off x="8993088" y="3952901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81FCC2CF-FB58-F90C-5DE1-CE358A66F695}"/>
              </a:ext>
            </a:extLst>
          </p:cNvPr>
          <p:cNvSpPr/>
          <p:nvPr/>
        </p:nvSpPr>
        <p:spPr>
          <a:xfrm>
            <a:off x="8993088" y="431293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5D0B8728-1703-38CD-E2FD-E6B54900E7C5}"/>
              </a:ext>
            </a:extLst>
          </p:cNvPr>
          <p:cNvSpPr/>
          <p:nvPr/>
        </p:nvSpPr>
        <p:spPr>
          <a:xfrm>
            <a:off x="8993088" y="467677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0297D360-8404-835D-2155-7E280A2D42D5}"/>
              </a:ext>
            </a:extLst>
          </p:cNvPr>
          <p:cNvSpPr/>
          <p:nvPr/>
        </p:nvSpPr>
        <p:spPr>
          <a:xfrm>
            <a:off x="9811701" y="2132670"/>
            <a:ext cx="487679" cy="29748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B44CB6D1-09ED-B640-779D-33EF58D87D56}"/>
              </a:ext>
            </a:extLst>
          </p:cNvPr>
          <p:cNvSpPr/>
          <p:nvPr/>
        </p:nvSpPr>
        <p:spPr>
          <a:xfrm>
            <a:off x="9857185" y="2160291"/>
            <a:ext cx="396044" cy="28803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D9227696-6D52-59E1-109F-147AFDE32961}"/>
              </a:ext>
            </a:extLst>
          </p:cNvPr>
          <p:cNvSpPr/>
          <p:nvPr/>
        </p:nvSpPr>
        <p:spPr>
          <a:xfrm>
            <a:off x="9857184" y="2160290"/>
            <a:ext cx="396240" cy="2880360"/>
          </a:xfrm>
          <a:custGeom>
            <a:avLst/>
            <a:gdLst/>
            <a:ahLst/>
            <a:cxnLst/>
            <a:rect l="l" t="t" r="r" b="b"/>
            <a:pathLst>
              <a:path w="396240" h="2880360">
                <a:moveTo>
                  <a:pt x="0" y="66007"/>
                </a:moveTo>
                <a:lnTo>
                  <a:pt x="5187" y="40314"/>
                </a:lnTo>
                <a:lnTo>
                  <a:pt x="19333" y="19333"/>
                </a:lnTo>
                <a:lnTo>
                  <a:pt x="40314" y="5187"/>
                </a:lnTo>
                <a:lnTo>
                  <a:pt x="66007" y="0"/>
                </a:lnTo>
                <a:lnTo>
                  <a:pt x="330036" y="0"/>
                </a:lnTo>
                <a:lnTo>
                  <a:pt x="355729" y="5187"/>
                </a:lnTo>
                <a:lnTo>
                  <a:pt x="376710" y="19333"/>
                </a:lnTo>
                <a:lnTo>
                  <a:pt x="390856" y="40314"/>
                </a:lnTo>
                <a:lnTo>
                  <a:pt x="396044" y="66007"/>
                </a:lnTo>
                <a:lnTo>
                  <a:pt x="396044" y="2814313"/>
                </a:lnTo>
                <a:lnTo>
                  <a:pt x="390856" y="2840005"/>
                </a:lnTo>
                <a:lnTo>
                  <a:pt x="376710" y="2860986"/>
                </a:lnTo>
                <a:lnTo>
                  <a:pt x="355729" y="2875132"/>
                </a:lnTo>
                <a:lnTo>
                  <a:pt x="330036" y="2880320"/>
                </a:lnTo>
                <a:lnTo>
                  <a:pt x="66007" y="2880320"/>
                </a:lnTo>
                <a:lnTo>
                  <a:pt x="40314" y="2875132"/>
                </a:lnTo>
                <a:lnTo>
                  <a:pt x="19333" y="2860986"/>
                </a:lnTo>
                <a:lnTo>
                  <a:pt x="5187" y="2840005"/>
                </a:lnTo>
                <a:lnTo>
                  <a:pt x="0" y="2814313"/>
                </a:lnTo>
                <a:lnTo>
                  <a:pt x="0" y="6600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id="{1CBC94AC-1CA2-BA11-BD40-CE839E23B354}"/>
              </a:ext>
            </a:extLst>
          </p:cNvPr>
          <p:cNvSpPr/>
          <p:nvPr/>
        </p:nvSpPr>
        <p:spPr>
          <a:xfrm>
            <a:off x="9857184" y="288037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BCB2758A-93BF-8287-27D4-B1AC0F2AACA0}"/>
              </a:ext>
            </a:extLst>
          </p:cNvPr>
          <p:cNvSpPr/>
          <p:nvPr/>
        </p:nvSpPr>
        <p:spPr>
          <a:xfrm>
            <a:off x="9857184" y="252032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9419E228-C744-FDDF-1A30-647E2AAFC35D}"/>
              </a:ext>
            </a:extLst>
          </p:cNvPr>
          <p:cNvSpPr/>
          <p:nvPr/>
        </p:nvSpPr>
        <p:spPr>
          <a:xfrm>
            <a:off x="9857184" y="324040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5">
            <a:extLst>
              <a:ext uri="{FF2B5EF4-FFF2-40B4-BE49-F238E27FC236}">
                <a16:creationId xmlns:a16="http://schemas.microsoft.com/office/drawing/2014/main" id="{EFB5B3AE-195D-72B2-EF50-8EA08B353B7D}"/>
              </a:ext>
            </a:extLst>
          </p:cNvPr>
          <p:cNvSpPr/>
          <p:nvPr/>
        </p:nvSpPr>
        <p:spPr>
          <a:xfrm>
            <a:off x="9857184" y="360424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B5A93542-7D6A-F426-DB4F-F6B35E5391CB}"/>
              </a:ext>
            </a:extLst>
          </p:cNvPr>
          <p:cNvSpPr/>
          <p:nvPr/>
        </p:nvSpPr>
        <p:spPr>
          <a:xfrm>
            <a:off x="9857184" y="396049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7">
            <a:extLst>
              <a:ext uri="{FF2B5EF4-FFF2-40B4-BE49-F238E27FC236}">
                <a16:creationId xmlns:a16="http://schemas.microsoft.com/office/drawing/2014/main" id="{A25927E5-F815-CB63-FC79-C49D291B113F}"/>
              </a:ext>
            </a:extLst>
          </p:cNvPr>
          <p:cNvSpPr/>
          <p:nvPr/>
        </p:nvSpPr>
        <p:spPr>
          <a:xfrm>
            <a:off x="9857184" y="432053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8">
            <a:extLst>
              <a:ext uri="{FF2B5EF4-FFF2-40B4-BE49-F238E27FC236}">
                <a16:creationId xmlns:a16="http://schemas.microsoft.com/office/drawing/2014/main" id="{D4697B18-81AB-FA54-7ADB-9383AE152E50}"/>
              </a:ext>
            </a:extLst>
          </p:cNvPr>
          <p:cNvSpPr/>
          <p:nvPr/>
        </p:nvSpPr>
        <p:spPr>
          <a:xfrm>
            <a:off x="9857184" y="4684365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9">
            <a:extLst>
              <a:ext uri="{FF2B5EF4-FFF2-40B4-BE49-F238E27FC236}">
                <a16:creationId xmlns:a16="http://schemas.microsoft.com/office/drawing/2014/main" id="{26FD8C60-A1F6-9735-E977-B0CA3885F4F1}"/>
              </a:ext>
            </a:extLst>
          </p:cNvPr>
          <p:cNvSpPr/>
          <p:nvPr/>
        </p:nvSpPr>
        <p:spPr>
          <a:xfrm>
            <a:off x="11070525" y="2129622"/>
            <a:ext cx="487679" cy="297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7EC54FFC-3FCF-6740-C460-4B28645E5F2E}"/>
              </a:ext>
            </a:extLst>
          </p:cNvPr>
          <p:cNvSpPr/>
          <p:nvPr/>
        </p:nvSpPr>
        <p:spPr>
          <a:xfrm>
            <a:off x="11117326" y="2156495"/>
            <a:ext cx="396044" cy="28803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1">
            <a:extLst>
              <a:ext uri="{FF2B5EF4-FFF2-40B4-BE49-F238E27FC236}">
                <a16:creationId xmlns:a16="http://schemas.microsoft.com/office/drawing/2014/main" id="{C5D11F03-9C2D-B922-3895-8C85DF0D25EE}"/>
              </a:ext>
            </a:extLst>
          </p:cNvPr>
          <p:cNvSpPr/>
          <p:nvPr/>
        </p:nvSpPr>
        <p:spPr>
          <a:xfrm>
            <a:off x="11117325" y="2156494"/>
            <a:ext cx="396240" cy="2880360"/>
          </a:xfrm>
          <a:custGeom>
            <a:avLst/>
            <a:gdLst/>
            <a:ahLst/>
            <a:cxnLst/>
            <a:rect l="l" t="t" r="r" b="b"/>
            <a:pathLst>
              <a:path w="396240" h="2880360">
                <a:moveTo>
                  <a:pt x="0" y="66007"/>
                </a:moveTo>
                <a:lnTo>
                  <a:pt x="5187" y="40314"/>
                </a:lnTo>
                <a:lnTo>
                  <a:pt x="19333" y="19333"/>
                </a:lnTo>
                <a:lnTo>
                  <a:pt x="40314" y="5187"/>
                </a:lnTo>
                <a:lnTo>
                  <a:pt x="66007" y="0"/>
                </a:lnTo>
                <a:lnTo>
                  <a:pt x="330036" y="0"/>
                </a:lnTo>
                <a:lnTo>
                  <a:pt x="355729" y="5187"/>
                </a:lnTo>
                <a:lnTo>
                  <a:pt x="376710" y="19333"/>
                </a:lnTo>
                <a:lnTo>
                  <a:pt x="390856" y="40314"/>
                </a:lnTo>
                <a:lnTo>
                  <a:pt x="396044" y="66007"/>
                </a:lnTo>
                <a:lnTo>
                  <a:pt x="396044" y="2814313"/>
                </a:lnTo>
                <a:lnTo>
                  <a:pt x="390856" y="2840005"/>
                </a:lnTo>
                <a:lnTo>
                  <a:pt x="376710" y="2860986"/>
                </a:lnTo>
                <a:lnTo>
                  <a:pt x="355729" y="2875132"/>
                </a:lnTo>
                <a:lnTo>
                  <a:pt x="330036" y="2880320"/>
                </a:lnTo>
                <a:lnTo>
                  <a:pt x="66007" y="2880320"/>
                </a:lnTo>
                <a:lnTo>
                  <a:pt x="40314" y="2875132"/>
                </a:lnTo>
                <a:lnTo>
                  <a:pt x="19333" y="2860986"/>
                </a:lnTo>
                <a:lnTo>
                  <a:pt x="5187" y="2840005"/>
                </a:lnTo>
                <a:lnTo>
                  <a:pt x="0" y="2814313"/>
                </a:lnTo>
                <a:lnTo>
                  <a:pt x="0" y="66007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2">
            <a:extLst>
              <a:ext uri="{FF2B5EF4-FFF2-40B4-BE49-F238E27FC236}">
                <a16:creationId xmlns:a16="http://schemas.microsoft.com/office/drawing/2014/main" id="{B1633A81-F8F9-5A65-B0C7-931D7FA50D6B}"/>
              </a:ext>
            </a:extLst>
          </p:cNvPr>
          <p:cNvSpPr/>
          <p:nvPr/>
        </p:nvSpPr>
        <p:spPr>
          <a:xfrm>
            <a:off x="11117325" y="287657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3">
            <a:extLst>
              <a:ext uri="{FF2B5EF4-FFF2-40B4-BE49-F238E27FC236}">
                <a16:creationId xmlns:a16="http://schemas.microsoft.com/office/drawing/2014/main" id="{F935F420-65F7-EC39-8BA3-6B37623302A5}"/>
              </a:ext>
            </a:extLst>
          </p:cNvPr>
          <p:cNvSpPr/>
          <p:nvPr/>
        </p:nvSpPr>
        <p:spPr>
          <a:xfrm>
            <a:off x="11117325" y="251653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4">
            <a:extLst>
              <a:ext uri="{FF2B5EF4-FFF2-40B4-BE49-F238E27FC236}">
                <a16:creationId xmlns:a16="http://schemas.microsoft.com/office/drawing/2014/main" id="{26ABBECF-1F5C-077E-E07D-E95D0B634A96}"/>
              </a:ext>
            </a:extLst>
          </p:cNvPr>
          <p:cNvSpPr/>
          <p:nvPr/>
        </p:nvSpPr>
        <p:spPr>
          <a:xfrm>
            <a:off x="11117325" y="323661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5">
            <a:extLst>
              <a:ext uri="{FF2B5EF4-FFF2-40B4-BE49-F238E27FC236}">
                <a16:creationId xmlns:a16="http://schemas.microsoft.com/office/drawing/2014/main" id="{686785D9-742D-BA12-7A3B-E04FCCA77118}"/>
              </a:ext>
            </a:extLst>
          </p:cNvPr>
          <p:cNvSpPr/>
          <p:nvPr/>
        </p:nvSpPr>
        <p:spPr>
          <a:xfrm>
            <a:off x="11117325" y="3600449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6">
            <a:extLst>
              <a:ext uri="{FF2B5EF4-FFF2-40B4-BE49-F238E27FC236}">
                <a16:creationId xmlns:a16="http://schemas.microsoft.com/office/drawing/2014/main" id="{2ABB51B9-B909-BEEF-938C-E4D0CABE8503}"/>
              </a:ext>
            </a:extLst>
          </p:cNvPr>
          <p:cNvSpPr/>
          <p:nvPr/>
        </p:nvSpPr>
        <p:spPr>
          <a:xfrm>
            <a:off x="11117325" y="395669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7">
            <a:extLst>
              <a:ext uri="{FF2B5EF4-FFF2-40B4-BE49-F238E27FC236}">
                <a16:creationId xmlns:a16="http://schemas.microsoft.com/office/drawing/2014/main" id="{B586139E-CA3E-CE24-88A5-C8F21788BE08}"/>
              </a:ext>
            </a:extLst>
          </p:cNvPr>
          <p:cNvSpPr/>
          <p:nvPr/>
        </p:nvSpPr>
        <p:spPr>
          <a:xfrm>
            <a:off x="11117325" y="4316734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8">
            <a:extLst>
              <a:ext uri="{FF2B5EF4-FFF2-40B4-BE49-F238E27FC236}">
                <a16:creationId xmlns:a16="http://schemas.microsoft.com/office/drawing/2014/main" id="{F8362345-3313-17D9-883F-C7150ACE9599}"/>
              </a:ext>
            </a:extLst>
          </p:cNvPr>
          <p:cNvSpPr/>
          <p:nvPr/>
        </p:nvSpPr>
        <p:spPr>
          <a:xfrm>
            <a:off x="11117325" y="4680570"/>
            <a:ext cx="396240" cy="0"/>
          </a:xfrm>
          <a:custGeom>
            <a:avLst/>
            <a:gdLst/>
            <a:ahLst/>
            <a:cxnLst/>
            <a:rect l="l" t="t" r="r" b="b"/>
            <a:pathLst>
              <a:path w="396240">
                <a:moveTo>
                  <a:pt x="0" y="0"/>
                </a:moveTo>
                <a:lnTo>
                  <a:pt x="396044" y="1"/>
                </a:lnTo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9">
            <a:extLst>
              <a:ext uri="{FF2B5EF4-FFF2-40B4-BE49-F238E27FC236}">
                <a16:creationId xmlns:a16="http://schemas.microsoft.com/office/drawing/2014/main" id="{B652C00C-ECF1-5690-3136-EA9F2B758183}"/>
              </a:ext>
            </a:extLst>
          </p:cNvPr>
          <p:cNvSpPr/>
          <p:nvPr/>
        </p:nvSpPr>
        <p:spPr>
          <a:xfrm>
            <a:off x="9455085" y="3434166"/>
            <a:ext cx="356616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0">
            <a:extLst>
              <a:ext uri="{FF2B5EF4-FFF2-40B4-BE49-F238E27FC236}">
                <a16:creationId xmlns:a16="http://schemas.microsoft.com/office/drawing/2014/main" id="{8B380F8A-9F8C-728E-E0AA-17DD3ACEA540}"/>
              </a:ext>
            </a:extLst>
          </p:cNvPr>
          <p:cNvSpPr/>
          <p:nvPr/>
        </p:nvSpPr>
        <p:spPr>
          <a:xfrm>
            <a:off x="9500291" y="3460564"/>
            <a:ext cx="264593" cy="2645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1">
            <a:extLst>
              <a:ext uri="{FF2B5EF4-FFF2-40B4-BE49-F238E27FC236}">
                <a16:creationId xmlns:a16="http://schemas.microsoft.com/office/drawing/2014/main" id="{E32CB96F-93E0-3EE2-7300-59335148699B}"/>
              </a:ext>
            </a:extLst>
          </p:cNvPr>
          <p:cNvSpPr/>
          <p:nvPr/>
        </p:nvSpPr>
        <p:spPr>
          <a:xfrm>
            <a:off x="9500291" y="3460564"/>
            <a:ext cx="264795" cy="264795"/>
          </a:xfrm>
          <a:custGeom>
            <a:avLst/>
            <a:gdLst/>
            <a:ahLst/>
            <a:cxnLst/>
            <a:rect l="l" t="t" r="r" b="b"/>
            <a:pathLst>
              <a:path w="264795" h="264795">
                <a:moveTo>
                  <a:pt x="0" y="89956"/>
                </a:moveTo>
                <a:lnTo>
                  <a:pt x="89956" y="89956"/>
                </a:lnTo>
                <a:lnTo>
                  <a:pt x="89956" y="0"/>
                </a:lnTo>
                <a:lnTo>
                  <a:pt x="174637" y="0"/>
                </a:lnTo>
                <a:lnTo>
                  <a:pt x="174637" y="89956"/>
                </a:lnTo>
                <a:lnTo>
                  <a:pt x="264593" y="89956"/>
                </a:lnTo>
                <a:lnTo>
                  <a:pt x="264593" y="174637"/>
                </a:lnTo>
                <a:lnTo>
                  <a:pt x="174637" y="174637"/>
                </a:lnTo>
                <a:lnTo>
                  <a:pt x="174637" y="264593"/>
                </a:lnTo>
                <a:lnTo>
                  <a:pt x="89956" y="264593"/>
                </a:lnTo>
                <a:lnTo>
                  <a:pt x="89956" y="174637"/>
                </a:lnTo>
                <a:lnTo>
                  <a:pt x="0" y="174637"/>
                </a:lnTo>
                <a:lnTo>
                  <a:pt x="0" y="89956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2">
            <a:extLst>
              <a:ext uri="{FF2B5EF4-FFF2-40B4-BE49-F238E27FC236}">
                <a16:creationId xmlns:a16="http://schemas.microsoft.com/office/drawing/2014/main" id="{97DF9A83-AF68-C9BA-65ED-90A96C5AA937}"/>
              </a:ext>
            </a:extLst>
          </p:cNvPr>
          <p:cNvSpPr/>
          <p:nvPr/>
        </p:nvSpPr>
        <p:spPr>
          <a:xfrm>
            <a:off x="10506644" y="3455502"/>
            <a:ext cx="429768" cy="3627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3">
            <a:extLst>
              <a:ext uri="{FF2B5EF4-FFF2-40B4-BE49-F238E27FC236}">
                <a16:creationId xmlns:a16="http://schemas.microsoft.com/office/drawing/2014/main" id="{F23F9E64-5CAF-8DD7-FFB5-22505AA42EFC}"/>
              </a:ext>
            </a:extLst>
          </p:cNvPr>
          <p:cNvSpPr/>
          <p:nvPr/>
        </p:nvSpPr>
        <p:spPr>
          <a:xfrm>
            <a:off x="10553283" y="3481869"/>
            <a:ext cx="335996" cy="2688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4">
            <a:extLst>
              <a:ext uri="{FF2B5EF4-FFF2-40B4-BE49-F238E27FC236}">
                <a16:creationId xmlns:a16="http://schemas.microsoft.com/office/drawing/2014/main" id="{CF36AB48-4289-9D85-CCEF-C646E4AAAFCA}"/>
              </a:ext>
            </a:extLst>
          </p:cNvPr>
          <p:cNvSpPr/>
          <p:nvPr/>
        </p:nvSpPr>
        <p:spPr>
          <a:xfrm>
            <a:off x="10553283" y="3481869"/>
            <a:ext cx="336550" cy="107950"/>
          </a:xfrm>
          <a:custGeom>
            <a:avLst/>
            <a:gdLst/>
            <a:ahLst/>
            <a:cxnLst/>
            <a:rect l="l" t="t" r="r" b="b"/>
            <a:pathLst>
              <a:path w="336550" h="107950">
                <a:moveTo>
                  <a:pt x="0" y="0"/>
                </a:moveTo>
                <a:lnTo>
                  <a:pt x="335996" y="0"/>
                </a:lnTo>
                <a:lnTo>
                  <a:pt x="335996" y="107533"/>
                </a:lnTo>
                <a:lnTo>
                  <a:pt x="0" y="10753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5">
            <a:extLst>
              <a:ext uri="{FF2B5EF4-FFF2-40B4-BE49-F238E27FC236}">
                <a16:creationId xmlns:a16="http://schemas.microsoft.com/office/drawing/2014/main" id="{EF02BF0A-3714-EB6E-E263-ED0479579295}"/>
              </a:ext>
            </a:extLst>
          </p:cNvPr>
          <p:cNvSpPr/>
          <p:nvPr/>
        </p:nvSpPr>
        <p:spPr>
          <a:xfrm>
            <a:off x="10553283" y="3643169"/>
            <a:ext cx="336550" cy="107950"/>
          </a:xfrm>
          <a:custGeom>
            <a:avLst/>
            <a:gdLst/>
            <a:ahLst/>
            <a:cxnLst/>
            <a:rect l="l" t="t" r="r" b="b"/>
            <a:pathLst>
              <a:path w="336550" h="107950">
                <a:moveTo>
                  <a:pt x="0" y="0"/>
                </a:moveTo>
                <a:lnTo>
                  <a:pt x="335996" y="0"/>
                </a:lnTo>
                <a:lnTo>
                  <a:pt x="335996" y="107533"/>
                </a:lnTo>
                <a:lnTo>
                  <a:pt x="0" y="10753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6">
            <a:extLst>
              <a:ext uri="{FF2B5EF4-FFF2-40B4-BE49-F238E27FC236}">
                <a16:creationId xmlns:a16="http://schemas.microsoft.com/office/drawing/2014/main" id="{03444651-7391-D132-7C56-7EEBDD1CD9A4}"/>
              </a:ext>
            </a:extLst>
          </p:cNvPr>
          <p:cNvSpPr txBox="1"/>
          <p:nvPr/>
        </p:nvSpPr>
        <p:spPr>
          <a:xfrm>
            <a:off x="9115801" y="5088722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42" name="object 47">
            <a:extLst>
              <a:ext uri="{FF2B5EF4-FFF2-40B4-BE49-F238E27FC236}">
                <a16:creationId xmlns:a16="http://schemas.microsoft.com/office/drawing/2014/main" id="{1BBE8CB1-D52B-F3F3-C600-5BFB5AD00BBA}"/>
              </a:ext>
            </a:extLst>
          </p:cNvPr>
          <p:cNvSpPr txBox="1"/>
          <p:nvPr/>
        </p:nvSpPr>
        <p:spPr>
          <a:xfrm>
            <a:off x="9979897" y="5088722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43" name="object 48">
            <a:extLst>
              <a:ext uri="{FF2B5EF4-FFF2-40B4-BE49-F238E27FC236}">
                <a16:creationId xmlns:a16="http://schemas.microsoft.com/office/drawing/2014/main" id="{DFBCC5FE-3C9F-FABE-D306-6BFF4A4910E2}"/>
              </a:ext>
            </a:extLst>
          </p:cNvPr>
          <p:cNvSpPr txBox="1"/>
          <p:nvPr/>
        </p:nvSpPr>
        <p:spPr>
          <a:xfrm>
            <a:off x="11240038" y="5088722"/>
            <a:ext cx="142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灯片编号占位符 43">
            <a:extLst>
              <a:ext uri="{FF2B5EF4-FFF2-40B4-BE49-F238E27FC236}">
                <a16:creationId xmlns:a16="http://schemas.microsoft.com/office/drawing/2014/main" id="{7D2F46E8-A97F-48B0-320B-7DDF1806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7806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3D4F-F2AA-8264-75A2-DF2E086E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76E5B7-53B0-6D51-FF30-7B48DF8C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KERNELS: DEVICE CODE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6DAE7-51F4-3FBD-5CF1-EF543967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414878"/>
            <a:ext cx="12241360" cy="5425932"/>
          </a:xfrm>
        </p:spPr>
        <p:txBody>
          <a:bodyPr/>
          <a:lstStyle/>
          <a:p>
            <a:r>
              <a:rPr lang="en-US" dirty="0"/>
              <a:t>CUDA C++ keyword           indicates a defined function that:</a:t>
            </a:r>
          </a:p>
          <a:p>
            <a:pPr lvl="1"/>
            <a:r>
              <a:rPr lang="en-US" dirty="0"/>
              <a:t>Runs on the device</a:t>
            </a:r>
          </a:p>
          <a:p>
            <a:pPr lvl="1"/>
            <a:r>
              <a:rPr lang="en-US" dirty="0"/>
              <a:t>Is called from host code (can also be called from other device code)</a:t>
            </a:r>
          </a:p>
          <a:p>
            <a:r>
              <a:rPr lang="en-US" dirty="0" err="1"/>
              <a:t>nvcc</a:t>
            </a:r>
            <a:r>
              <a:rPr lang="en-US" dirty="0"/>
              <a:t> separates source code into host and device components</a:t>
            </a:r>
          </a:p>
          <a:p>
            <a:pPr lvl="1"/>
            <a:r>
              <a:rPr lang="en-US" dirty="0"/>
              <a:t>Device functions (e.g. </a:t>
            </a:r>
            <a:r>
              <a:rPr lang="en-US" b="1" dirty="0" err="1"/>
              <a:t>mykernel</a:t>
            </a:r>
            <a:r>
              <a:rPr lang="en-US" b="1" dirty="0"/>
              <a:t>()</a:t>
            </a:r>
            <a:r>
              <a:rPr lang="en-US" dirty="0"/>
              <a:t>) processed by NVIDIA compiler </a:t>
            </a:r>
          </a:p>
          <a:p>
            <a:pPr lvl="1"/>
            <a:r>
              <a:rPr lang="en-US" dirty="0"/>
              <a:t>Host functions (e.g. </a:t>
            </a:r>
            <a:r>
              <a:rPr lang="en-US" b="1" dirty="0"/>
              <a:t>main()</a:t>
            </a:r>
            <a:r>
              <a:rPr lang="en-US" dirty="0"/>
              <a:t>) processed by standard host compiler:</a:t>
            </a:r>
          </a:p>
          <a:p>
            <a:pPr lvl="1"/>
            <a:r>
              <a:rPr lang="en-US" b="1" dirty="0" err="1"/>
              <a:t>gcc</a:t>
            </a:r>
            <a:r>
              <a:rPr lang="en-US" b="1" dirty="0"/>
              <a:t>, cl.exe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D93B67C-0A32-2ACB-87D3-9ADD6C57A2E8}"/>
              </a:ext>
            </a:extLst>
          </p:cNvPr>
          <p:cNvSpPr/>
          <p:nvPr/>
        </p:nvSpPr>
        <p:spPr>
          <a:xfrm>
            <a:off x="3340048" y="136292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20C716AA-931D-AD9D-7D4D-0F2D53DE84B7}"/>
              </a:ext>
            </a:extLst>
          </p:cNvPr>
          <p:cNvSpPr/>
          <p:nvPr/>
        </p:nvSpPr>
        <p:spPr>
          <a:xfrm>
            <a:off x="4729848" y="136292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2A170E99-CF94-BC0C-82A5-B456D3ACCD45}"/>
              </a:ext>
            </a:extLst>
          </p:cNvPr>
          <p:cNvSpPr txBox="1"/>
          <p:nvPr/>
        </p:nvSpPr>
        <p:spPr>
          <a:xfrm>
            <a:off x="3632098" y="1032722"/>
            <a:ext cx="1219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7465599-43AD-5F7A-10C3-B8A771A3815E}"/>
              </a:ext>
            </a:extLst>
          </p:cNvPr>
          <p:cNvSpPr txBox="1"/>
          <p:nvPr/>
        </p:nvSpPr>
        <p:spPr>
          <a:xfrm>
            <a:off x="5148244" y="1032722"/>
            <a:ext cx="387231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76B900"/>
                </a:solidFill>
                <a:latin typeface="Courier New" panose="02070309020205020404"/>
                <a:cs typeface="Courier New" panose="02070309020205020404"/>
              </a:rPr>
              <a:t>void </a:t>
            </a:r>
            <a:r>
              <a:rPr sz="24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mykernel(</a:t>
            </a:r>
            <a:r>
              <a:rPr sz="2400" b="1" spc="-5" dirty="0">
                <a:solidFill>
                  <a:srgbClr val="76B900"/>
                </a:solidFill>
                <a:latin typeface="Courier New" panose="02070309020205020404"/>
                <a:cs typeface="Courier New" panose="02070309020205020404"/>
              </a:rPr>
              <a:t>void</a:t>
            </a:r>
            <a:r>
              <a:rPr sz="24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2400" b="1" spc="-9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914BF86D-8F31-B448-4B7F-072003157A73}"/>
              </a:ext>
            </a:extLst>
          </p:cNvPr>
          <p:cNvSpPr txBox="1"/>
          <p:nvPr/>
        </p:nvSpPr>
        <p:spPr>
          <a:xfrm>
            <a:off x="8976438" y="1032722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FD4AA61C-5FEA-5107-8BBD-355197D02C10}"/>
              </a:ext>
            </a:extLst>
          </p:cNvPr>
          <p:cNvSpPr/>
          <p:nvPr/>
        </p:nvSpPr>
        <p:spPr>
          <a:xfrm>
            <a:off x="4858600" y="193475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0F059B99-3160-7949-22F1-0157596F23B5}"/>
              </a:ext>
            </a:extLst>
          </p:cNvPr>
          <p:cNvSpPr/>
          <p:nvPr/>
        </p:nvSpPr>
        <p:spPr>
          <a:xfrm>
            <a:off x="6248400" y="193475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8465E642-FC6B-E468-4666-2FA173DE9308}"/>
              </a:ext>
            </a:extLst>
          </p:cNvPr>
          <p:cNvSpPr txBox="1"/>
          <p:nvPr/>
        </p:nvSpPr>
        <p:spPr>
          <a:xfrm>
            <a:off x="5150650" y="1604551"/>
            <a:ext cx="1219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B42FD2-4063-8285-AA6F-C0C2394B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08910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F8FC-9ED0-C4B3-236F-BA79AEE6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F4035A1-08F2-6F55-ED37-03B5F3C4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KERNELS: DEVICE CODE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A7F4C5-AF17-ABA5-32C5-78DF92EF0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2" y="1800250"/>
            <a:ext cx="12025336" cy="4824536"/>
          </a:xfrm>
        </p:spPr>
        <p:txBody>
          <a:bodyPr/>
          <a:lstStyle/>
          <a:p>
            <a:r>
              <a:rPr lang="en-US" dirty="0"/>
              <a:t>Triple angle brackets mark a call to device code</a:t>
            </a:r>
          </a:p>
          <a:p>
            <a:pPr lvl="2"/>
            <a:r>
              <a:rPr lang="en-US" dirty="0"/>
              <a:t>Also called a “kernel launch”</a:t>
            </a:r>
          </a:p>
          <a:p>
            <a:pPr lvl="2"/>
            <a:r>
              <a:rPr lang="en-US" dirty="0"/>
              <a:t>the number of CUDA threads that execute that kernel for a given kernel call is specified using a new &lt;&lt;&lt;...&gt;&gt;&gt; execution configuration syntax</a:t>
            </a:r>
          </a:p>
          <a:p>
            <a:pPr lvl="2"/>
            <a:r>
              <a:rPr lang="en-US" dirty="0"/>
              <a:t>Each thread that executes the kernel is given a unique thread ID (</a:t>
            </a:r>
            <a:r>
              <a:rPr lang="en-US" dirty="0" err="1"/>
              <a:t>threadIdx</a:t>
            </a:r>
            <a:r>
              <a:rPr lang="en-US" dirty="0"/>
              <a:t>) that is accessible within the kernel through built-in variables.</a:t>
            </a:r>
          </a:p>
          <a:p>
            <a:pPr lvl="2"/>
            <a:r>
              <a:rPr lang="en-US" dirty="0"/>
              <a:t>The parameters inside the triple angle brackets are the CUDA kernel execution configuration</a:t>
            </a:r>
          </a:p>
          <a:p>
            <a:r>
              <a:rPr lang="en-US" dirty="0"/>
              <a:t>That’s all that is required to execute a function on the GPU!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93BF36C-C825-2EE0-2D2B-6D045688B15F}"/>
              </a:ext>
            </a:extLst>
          </p:cNvPr>
          <p:cNvSpPr txBox="1"/>
          <p:nvPr/>
        </p:nvSpPr>
        <p:spPr>
          <a:xfrm>
            <a:off x="1866900" y="1296194"/>
            <a:ext cx="9067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mykernel</a:t>
            </a: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&lt;&lt;&lt;</a:t>
            </a: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1,1</a:t>
            </a: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&gt;&gt;&gt;</a:t>
            </a: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();</a:t>
            </a:r>
            <a:r>
              <a:rPr 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//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run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kernel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GPU</a:t>
            </a:r>
            <a:r>
              <a:rPr 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 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943951-6C9B-CC0A-4FA2-65FF787E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274626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F562-339C-458E-6709-0072D154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FE0B19-8731-3E92-C836-07760A32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9DA673-F199-30D5-9C43-AC0C39B2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0153128" cy="5760640"/>
          </a:xfrm>
        </p:spPr>
        <p:txBody>
          <a:bodyPr/>
          <a:lstStyle/>
          <a:p>
            <a:r>
              <a:rPr lang="en-US" dirty="0"/>
              <a:t>Host and device memory are separate entities</a:t>
            </a:r>
          </a:p>
          <a:p>
            <a:pPr lvl="1"/>
            <a:r>
              <a:rPr lang="en-US" dirty="0"/>
              <a:t>Device pointers point to GPU memory</a:t>
            </a:r>
          </a:p>
          <a:p>
            <a:pPr lvl="2"/>
            <a:r>
              <a:rPr lang="en-US" dirty="0"/>
              <a:t>Typically passed to device code  </a:t>
            </a:r>
          </a:p>
          <a:p>
            <a:pPr lvl="2"/>
            <a:r>
              <a:rPr lang="en-US" dirty="0"/>
              <a:t>Typically not dereferenced in host code</a:t>
            </a:r>
          </a:p>
          <a:p>
            <a:r>
              <a:rPr lang="en-US" dirty="0"/>
              <a:t>Host pointers point to CPU memory</a:t>
            </a:r>
          </a:p>
          <a:p>
            <a:pPr lvl="1"/>
            <a:r>
              <a:rPr lang="en-US" dirty="0"/>
              <a:t>Typically not passed to device code  </a:t>
            </a:r>
          </a:p>
          <a:p>
            <a:pPr lvl="1"/>
            <a:r>
              <a:rPr lang="en-US" dirty="0"/>
              <a:t>Typically not dereferenced in device code</a:t>
            </a:r>
          </a:p>
          <a:p>
            <a:r>
              <a:rPr lang="en-US" dirty="0"/>
              <a:t>Simple CUDA API for handling device memory</a:t>
            </a:r>
          </a:p>
          <a:p>
            <a:pPr lvl="1"/>
            <a:r>
              <a:rPr lang="en-US" dirty="0" err="1"/>
              <a:t>cudaMalloc</a:t>
            </a:r>
            <a:r>
              <a:rPr lang="en-US" dirty="0"/>
              <a:t>(), </a:t>
            </a:r>
            <a:r>
              <a:rPr lang="en-US" dirty="0" err="1"/>
              <a:t>cudaFree</a:t>
            </a:r>
            <a:r>
              <a:rPr lang="en-US" dirty="0"/>
              <a:t>(), </a:t>
            </a:r>
            <a:r>
              <a:rPr lang="en-US" dirty="0" err="1"/>
              <a:t>cudaMemcpy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Similar to the C equivalents malloc(), free(), </a:t>
            </a:r>
            <a:r>
              <a:rPr lang="en-US" dirty="0" err="1"/>
              <a:t>memcpy</a:t>
            </a:r>
            <a:r>
              <a:rPr lang="en-US" dirty="0"/>
              <a:t>()</a:t>
            </a:r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96E343F8-B264-1B1F-0E3C-52B906E68072}"/>
              </a:ext>
            </a:extLst>
          </p:cNvPr>
          <p:cNvSpPr/>
          <p:nvPr/>
        </p:nvSpPr>
        <p:spPr>
          <a:xfrm>
            <a:off x="10413167" y="4390753"/>
            <a:ext cx="1539424" cy="1154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E2BEEBB9-B867-52E5-5324-1B7634DF0106}"/>
              </a:ext>
            </a:extLst>
          </p:cNvPr>
          <p:cNvSpPr/>
          <p:nvPr/>
        </p:nvSpPr>
        <p:spPr>
          <a:xfrm>
            <a:off x="10361240" y="2736354"/>
            <a:ext cx="1516408" cy="1220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474F6-81CF-9372-4A47-C52AAD7E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3094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C8BC-C267-7F38-FE9C-97E2AAB6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7FA8A85-6132-254F-DCC3-3BD04D37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CODE IN PARALLEL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4E7FD-4F8C-BDEA-6881-3EF96C5F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44" y="2160290"/>
            <a:ext cx="12097344" cy="3672407"/>
          </a:xfrm>
        </p:spPr>
        <p:txBody>
          <a:bodyPr/>
          <a:lstStyle/>
          <a:p>
            <a:r>
              <a:rPr lang="en-US" dirty="0"/>
              <a:t>GPU computing is about massive parallelism</a:t>
            </a:r>
          </a:p>
          <a:p>
            <a:pPr lvl="1"/>
            <a:r>
              <a:rPr lang="en-US" dirty="0"/>
              <a:t>So how do we run code in parallel on the device?</a:t>
            </a:r>
          </a:p>
          <a:p>
            <a:pPr marL="274320" lvl="1" indent="0">
              <a:buNone/>
            </a:pPr>
            <a:r>
              <a:rPr lang="en-US" dirty="0"/>
              <a:t>		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add&lt;&lt;</a:t>
            </a:r>
            <a:r>
              <a:rPr lang="en-US" altLang="zh-CN" sz="2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 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&gt;&gt;&gt;();</a:t>
            </a:r>
            <a:endParaRPr lang="en-US" altLang="zh-CN" sz="2800" dirty="0">
              <a:latin typeface="Courier New" panose="02070309020205020404"/>
              <a:cs typeface="Courier New" panose="02070309020205020404"/>
            </a:endParaRPr>
          </a:p>
          <a:p>
            <a:pPr marL="274320" lvl="1" indent="0">
              <a:buNone/>
            </a:pPr>
            <a:r>
              <a:rPr lang="en-US" dirty="0"/>
              <a:t>			</a:t>
            </a:r>
          </a:p>
          <a:p>
            <a:pPr marL="274320" lvl="1" indent="0">
              <a:buNone/>
            </a:pPr>
            <a:r>
              <a:rPr lang="en-US" dirty="0"/>
              <a:t>		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add&lt;&lt;&lt; </a:t>
            </a:r>
            <a:r>
              <a:rPr lang="en-US" altLang="zh-CN" sz="28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lang="en-US" altLang="zh-CN" sz="2800" b="1" spc="-40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&gt;&gt;&gt;();</a:t>
            </a:r>
            <a:endParaRPr lang="en-US" dirty="0"/>
          </a:p>
          <a:p>
            <a:pPr lvl="1"/>
            <a:r>
              <a:rPr lang="en-US" dirty="0"/>
              <a:t>Instead of executing add() once, execute N times in parallel</a:t>
            </a:r>
          </a:p>
          <a:p>
            <a:pPr lvl="1"/>
            <a:endParaRPr lang="en-US" dirty="0"/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09F3C0CF-9C5D-4FC9-384D-A3B6344AA6F9}"/>
              </a:ext>
            </a:extLst>
          </p:cNvPr>
          <p:cNvSpPr/>
          <p:nvPr/>
        </p:nvSpPr>
        <p:spPr>
          <a:xfrm>
            <a:off x="4456584" y="3996493"/>
            <a:ext cx="74295" cy="329565"/>
          </a:xfrm>
          <a:custGeom>
            <a:avLst/>
            <a:gdLst/>
            <a:ahLst/>
            <a:cxnLst/>
            <a:rect l="l" t="t" r="r" b="b"/>
            <a:pathLst>
              <a:path w="74295" h="329564">
                <a:moveTo>
                  <a:pt x="0" y="292442"/>
                </a:moveTo>
                <a:lnTo>
                  <a:pt x="18535" y="292442"/>
                </a:lnTo>
                <a:lnTo>
                  <a:pt x="18535" y="0"/>
                </a:lnTo>
                <a:lnTo>
                  <a:pt x="55605" y="0"/>
                </a:lnTo>
                <a:lnTo>
                  <a:pt x="55605" y="292442"/>
                </a:lnTo>
                <a:lnTo>
                  <a:pt x="74141" y="292442"/>
                </a:lnTo>
                <a:lnTo>
                  <a:pt x="37070" y="329513"/>
                </a:lnTo>
                <a:lnTo>
                  <a:pt x="0" y="292442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A4B07D-4E34-5186-F753-53BDCE61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478728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0EC6-5480-D60B-0F5B-56DD7790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3FD493-DC9D-CCC8-F2FA-A1952958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BE582B-2759-D5DE-8830-8C48C07C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88631"/>
          </a:xfrm>
        </p:spPr>
        <p:txBody>
          <a:bodyPr/>
          <a:lstStyle/>
          <a:p>
            <a:pPr lvl="2"/>
            <a:r>
              <a:rPr lang="en-US" dirty="0"/>
              <a:t>With </a:t>
            </a:r>
            <a:r>
              <a:rPr lang="en-US" b="1" dirty="0"/>
              <a:t>add() </a:t>
            </a:r>
            <a:r>
              <a:rPr lang="en-US" dirty="0"/>
              <a:t>running in parallel we can do vector addition</a:t>
            </a:r>
          </a:p>
          <a:p>
            <a:pPr lvl="2"/>
            <a:r>
              <a:rPr lang="en-US" dirty="0"/>
              <a:t>Terminology: each parallel invocation of </a:t>
            </a:r>
            <a:r>
              <a:rPr lang="en-US" b="1" dirty="0"/>
              <a:t>add() </a:t>
            </a:r>
            <a:r>
              <a:rPr lang="en-US" dirty="0"/>
              <a:t>is referred to as a </a:t>
            </a:r>
            <a:r>
              <a:rPr lang="en-US" dirty="0">
                <a:solidFill>
                  <a:srgbClr val="FFC000"/>
                </a:solidFill>
              </a:rPr>
              <a:t>block</a:t>
            </a:r>
          </a:p>
          <a:p>
            <a:pPr lvl="3"/>
            <a:r>
              <a:rPr lang="en-US" dirty="0"/>
              <a:t>The set of all blocks is referred to as a </a:t>
            </a:r>
            <a:r>
              <a:rPr lang="en-US" dirty="0">
                <a:solidFill>
                  <a:srgbClr val="FFC000"/>
                </a:solidFill>
              </a:rPr>
              <a:t>grid</a:t>
            </a:r>
          </a:p>
          <a:p>
            <a:pPr lvl="3"/>
            <a:r>
              <a:rPr lang="en-US" dirty="0"/>
              <a:t>Each invocation can refer to its block index using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endParaRPr lang="en-US" dirty="0">
              <a:solidFill>
                <a:srgbClr val="FFC000"/>
              </a:solidFill>
            </a:endParaRP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	__g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lobal__ void</a:t>
            </a:r>
            <a:r>
              <a:rPr kumimoji="0" lang="en-US" altLang="zh-CN" sz="2400" b="1" i="0" u="none" strike="noStrike" kern="1200" cap="none" spc="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add(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*a,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*b,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*c)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{     </a:t>
            </a: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   c[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=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+</a:t>
            </a:r>
            <a:r>
              <a:rPr kumimoji="0" lang="en-US" altLang="zh-CN" sz="2400" b="1" i="0" u="none" strike="noStrike" kern="1200" cap="none" spc="-9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];</a:t>
            </a:r>
            <a:endParaRPr kumimoji="0" lang="en-US" altLang="zh-CN" sz="2400" b="0" dirty="0">
              <a:solidFill>
                <a:prstClr val="black"/>
              </a:solidFill>
              <a:latin typeface="Courier New" panose="02070309020205020404"/>
              <a:ea typeface="+mn-ea"/>
              <a:cs typeface="Courier New" panose="02070309020205020404"/>
            </a:endParaRP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	}</a:t>
            </a:r>
            <a:endParaRPr lang="en-US" sz="2400" dirty="0"/>
          </a:p>
          <a:p>
            <a:pPr lvl="2"/>
            <a:r>
              <a:rPr lang="en-US" altLang="zh-CN" dirty="0"/>
              <a:t>By using </a:t>
            </a:r>
            <a:r>
              <a:rPr lang="en-US" altLang="zh-CN" dirty="0" err="1">
                <a:solidFill>
                  <a:srgbClr val="FFC000"/>
                </a:solidFill>
              </a:rPr>
              <a:t>blockIdx.x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to index into the array, each block handles a different index</a:t>
            </a:r>
          </a:p>
          <a:p>
            <a:pPr lvl="2"/>
            <a:r>
              <a:rPr lang="en-US" altLang="zh-CN" dirty="0"/>
              <a:t>Built-in variables like </a:t>
            </a:r>
            <a:r>
              <a:rPr lang="en-US" altLang="zh-CN" dirty="0" err="1">
                <a:solidFill>
                  <a:srgbClr val="FFC000"/>
                </a:solidFill>
              </a:rPr>
              <a:t>blockIdx.x</a:t>
            </a:r>
            <a:r>
              <a:rPr lang="en-US" altLang="zh-CN" dirty="0"/>
              <a:t> are zero-indexed (C/C++ style), 0..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-1, where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is from the kernel execution  configuration indicated at the kernel launch</a:t>
            </a:r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FA9065-0FB5-B99E-5D0B-E7A77F11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299561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F810-EA53-24B3-4C0B-4DABD644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F08378-9897-A159-15E2-54C0956B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FEFB55E-9771-955D-0219-FB96A2033547}"/>
              </a:ext>
            </a:extLst>
          </p:cNvPr>
          <p:cNvSpPr txBox="1"/>
          <p:nvPr/>
        </p:nvSpPr>
        <p:spPr>
          <a:xfrm>
            <a:off x="2019103" y="1666560"/>
            <a:ext cx="221043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#define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N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512 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main(void)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5B287B2-CB8D-D4C3-5C58-6A2240025D21}"/>
              </a:ext>
            </a:extLst>
          </p:cNvPr>
          <p:cNvSpPr txBox="1"/>
          <p:nvPr/>
        </p:nvSpPr>
        <p:spPr>
          <a:xfrm>
            <a:off x="2387402" y="2331025"/>
            <a:ext cx="289369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*a, *b,</a:t>
            </a:r>
            <a:r>
              <a:rPr sz="18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*d_a, *d_b,</a:t>
            </a:r>
            <a:r>
              <a:rPr sz="1800" b="1" spc="-7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*d_c;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77B887B-371C-5F2C-7067-5C32875D1576}"/>
              </a:ext>
            </a:extLst>
          </p:cNvPr>
          <p:cNvSpPr txBox="1"/>
          <p:nvPr/>
        </p:nvSpPr>
        <p:spPr>
          <a:xfrm>
            <a:off x="6045002" y="2331025"/>
            <a:ext cx="371221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14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3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F6274E0-0BA9-C991-D8DD-16E667C4DA9B}"/>
              </a:ext>
            </a:extLst>
          </p:cNvPr>
          <p:cNvSpPr txBox="1"/>
          <p:nvPr/>
        </p:nvSpPr>
        <p:spPr>
          <a:xfrm>
            <a:off x="2387402" y="3004632"/>
            <a:ext cx="5895975" cy="6597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N *</a:t>
            </a:r>
            <a:r>
              <a:rPr sz="18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sizeof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device copies </a:t>
            </a:r>
            <a:r>
              <a:rPr sz="1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spc="-1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EAE5941A-B275-3CD4-3AC1-58DF3315B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26691"/>
              </p:ext>
            </p:extLst>
          </p:nvPr>
        </p:nvGraphicFramePr>
        <p:xfrm>
          <a:off x="2368352" y="3744466"/>
          <a:ext cx="8799828" cy="2240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5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596">
                <a:tc gridSpan="2"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07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**)&amp;d_b,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72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**)&amp;d_c,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19"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</a:t>
                      </a:r>
                      <a:r>
                        <a:rPr sz="1800" b="1" i="1" spc="-9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Alloc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space for host copies </a:t>
                      </a: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of a,</a:t>
                      </a:r>
                      <a:r>
                        <a:rPr sz="1800" b="1" i="1" spc="-10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b,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and setup input</a:t>
                      </a:r>
                      <a:r>
                        <a:rPr sz="1800" b="1" i="1" spc="-10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values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 marR="28575" algn="ctr">
                        <a:lnSpc>
                          <a:spcPts val="214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a =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256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 =</a:t>
                      </a:r>
                      <a:r>
                        <a:rPr sz="1800" b="1" spc="-1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c =</a:t>
                      </a:r>
                      <a:r>
                        <a:rPr sz="1800" b="1" spc="-1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DB8F35-6240-6A4F-BE32-11BF622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57647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2B96-4EBE-F0A6-3688-994E3DAF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ED8E1A-2604-A915-E4AE-733CEF45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48CF0FC-5076-C7BF-0137-5B410D30DA4F}"/>
              </a:ext>
            </a:extLst>
          </p:cNvPr>
          <p:cNvSpPr txBox="1"/>
          <p:nvPr/>
        </p:nvSpPr>
        <p:spPr>
          <a:xfrm>
            <a:off x="2656384" y="1512218"/>
            <a:ext cx="7261225" cy="46405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inputs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 marR="5080">
              <a:lnSpc>
                <a:spcPct val="120000"/>
              </a:lnSpc>
              <a:spcBef>
                <a:spcPts val="25"/>
              </a:spcBef>
            </a:pP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(d_a,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cudaMemcpyHostToDevice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 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(d_b,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</a:t>
            </a:r>
            <a:r>
              <a:rPr sz="1800" b="1" spc="-9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cudaMemcpyHostToDevice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Launch add() kernel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on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GPU with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1800" b="1" i="1" spc="-9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blocks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add&lt;&lt;&lt;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,1&gt;&gt;&gt;(d_a, d_b,</a:t>
            </a:r>
            <a:r>
              <a:rPr sz="18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d_c);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result back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(c, d_c, size,</a:t>
            </a:r>
            <a:r>
              <a:rPr sz="18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cudaMemcpyDeviceToHost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800" b="1" i="1" spc="-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Cleanup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free(a); free(b);</a:t>
            </a:r>
            <a:r>
              <a:rPr sz="18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free(c);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 marR="687705">
              <a:lnSpc>
                <a:spcPct val="120000"/>
              </a:lnSpc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cudaFree(d_a); cudaFree(d_b); cudaFree(d_c); 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800" b="1" spc="-2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0;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latin typeface="Courier New" panose="02070309020205020404"/>
                <a:cs typeface="Courier New" panose="02070309020205020404"/>
              </a:rPr>
              <a:t>}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A86329-63C7-A5A4-7362-6B97BB09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10051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9F68-4463-8AFB-276E-F7D8477A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0382A7-851E-0DAE-731C-F60EECFB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(1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F6271F-4069-EC5B-B2AA-331B21357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792088"/>
          </a:xfrm>
        </p:spPr>
        <p:txBody>
          <a:bodyPr/>
          <a:lstStyle/>
          <a:p>
            <a:r>
              <a:rPr lang="en-US" dirty="0"/>
              <a:t>Difference between host and device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549ACD02-153D-A23B-573A-0AD2000423BF}"/>
              </a:ext>
            </a:extLst>
          </p:cNvPr>
          <p:cNvSpPr txBox="1">
            <a:spLocks/>
          </p:cNvSpPr>
          <p:nvPr/>
        </p:nvSpPr>
        <p:spPr>
          <a:xfrm>
            <a:off x="352128" y="3384426"/>
            <a:ext cx="12097344" cy="3312368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</a:t>
            </a:r>
            <a:r>
              <a:rPr lang="en-US" dirty="0">
                <a:solidFill>
                  <a:srgbClr val="92D050"/>
                </a:solidFill>
              </a:rPr>
              <a:t>__</a:t>
            </a:r>
            <a:r>
              <a:rPr lang="en-US" altLang="zh-CN" dirty="0">
                <a:solidFill>
                  <a:srgbClr val="92D050"/>
                </a:solidFill>
              </a:rPr>
              <a:t>global__ </a:t>
            </a:r>
            <a:r>
              <a:rPr lang="en-US" altLang="zh-CN" dirty="0"/>
              <a:t>to declare a function as device code</a:t>
            </a:r>
          </a:p>
          <a:p>
            <a:pPr lvl="2"/>
            <a:r>
              <a:rPr lang="en-US" altLang="zh-CN" dirty="0"/>
              <a:t>Executes on the device</a:t>
            </a:r>
          </a:p>
          <a:p>
            <a:pPr lvl="2"/>
            <a:r>
              <a:rPr lang="en-US" altLang="zh-CN" dirty="0"/>
              <a:t>Called from the host (or possibly from other device code)</a:t>
            </a:r>
          </a:p>
          <a:p>
            <a:r>
              <a:rPr lang="en-US" altLang="zh-CN" dirty="0"/>
              <a:t>Passing parameters from host code to a device function</a:t>
            </a:r>
          </a:p>
          <a:p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1EC60E-377C-AA00-6CB4-3F7777ECF705}"/>
              </a:ext>
            </a:extLst>
          </p:cNvPr>
          <p:cNvSpPr txBox="1"/>
          <p:nvPr/>
        </p:nvSpPr>
        <p:spPr>
          <a:xfrm>
            <a:off x="352128" y="2016275"/>
            <a:ext cx="64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2295">
              <a:lnSpc>
                <a:spcPct val="100000"/>
              </a:lnSpc>
              <a:spcBef>
                <a:spcPts val="1565"/>
              </a:spcBef>
              <a:tabLst>
                <a:tab pos="1610360" algn="l"/>
              </a:tabLst>
            </a:pPr>
            <a:r>
              <a:rPr lang="en-US" altLang="zh-CN" sz="2400" b="1" i="1" spc="-5" dirty="0">
                <a:solidFill>
                  <a:srgbClr val="FFC000"/>
                </a:solidFill>
                <a:cs typeface="Calibri" panose="020F0502020204030204" pitchFamily="34" charset="0"/>
              </a:rPr>
              <a:t>Host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CPU</a:t>
            </a:r>
            <a:endParaRPr lang="en-US" altLang="zh-CN" sz="2400" dirty="0"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altLang="zh-CN" sz="2400" dirty="0">
              <a:cs typeface="Calibri" panose="020F0502020204030204" pitchFamily="34" charset="0"/>
            </a:endParaRPr>
          </a:p>
          <a:p>
            <a:pPr marL="582295">
              <a:lnSpc>
                <a:spcPct val="100000"/>
              </a:lnSpc>
              <a:spcBef>
                <a:spcPts val="5"/>
              </a:spcBef>
              <a:tabLst>
                <a:tab pos="1610360" algn="l"/>
              </a:tabLst>
            </a:pPr>
            <a:r>
              <a:rPr lang="en-US" altLang="zh-CN" sz="2400" b="1" i="1" dirty="0">
                <a:solidFill>
                  <a:srgbClr val="FFC000"/>
                </a:solidFill>
                <a:cs typeface="Calibri" panose="020F0502020204030204" pitchFamily="34" charset="0"/>
              </a:rPr>
              <a:t>Device	</a:t>
            </a:r>
            <a:r>
              <a:rPr lang="en-US" altLang="zh-CN" sz="2400" spc="-5" dirty="0">
                <a:solidFill>
                  <a:srgbClr val="5E5E5E"/>
                </a:solidFill>
                <a:cs typeface="Calibri" panose="020F0502020204030204" pitchFamily="34" charset="0"/>
              </a:rPr>
              <a:t>GPU</a:t>
            </a:r>
            <a:endParaRPr lang="en-US" altLang="zh-CN" sz="2400" dirty="0">
              <a:cs typeface="Calibri" panose="020F050202020403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A064DD-1786-8F85-B6A6-DF9EEC67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96024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A706-4C1B-F268-1A39-B72AF218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74364F-3F4F-8F85-AE7F-2B6EC459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(1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63E8A6-9071-11DA-035C-2C279B182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080170"/>
            <a:ext cx="6048672" cy="5760639"/>
          </a:xfrm>
        </p:spPr>
        <p:txBody>
          <a:bodyPr/>
          <a:lstStyle/>
          <a:p>
            <a:pPr lvl="1"/>
            <a:r>
              <a:rPr lang="en-US" dirty="0"/>
              <a:t>A GPU is built around an array of Streaming Multiprocessors (</a:t>
            </a:r>
            <a:r>
              <a:rPr lang="en-US" dirty="0">
                <a:solidFill>
                  <a:srgbClr val="FF0000"/>
                </a:solidFill>
              </a:rPr>
              <a:t>SMs, SIMD Processors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A multithreaded program is partitioned into blocks of threads that execute independently from each other</a:t>
            </a:r>
          </a:p>
          <a:p>
            <a:pPr lvl="2"/>
            <a:r>
              <a:rPr lang="en-US" dirty="0"/>
              <a:t>A GPU with more multiprocessors will automatically execute the program in less time than a GPU with fewer multiprocessors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7E52C2-D576-7CD0-9744-3E931F495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168" y="1152178"/>
            <a:ext cx="6195647" cy="575310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902DF3-1D3A-F053-40CA-5FCB931F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057911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3071-0575-8DE5-2CC0-7116ED39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E6F6788-2785-4429-D8BE-5BFD9098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(2 OF 2)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51770-04FF-9D51-5711-3BF52A3A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device memory management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cudaMalloc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 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cudaMemcpy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b="1" dirty="0" err="1">
                <a:latin typeface="Comic Sans MS" panose="030F0702030302020204" pitchFamily="66" charset="0"/>
                <a:cs typeface="Courier New" panose="02070309020205020404" pitchFamily="49" charset="0"/>
              </a:rPr>
              <a:t>cudaFree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()</a:t>
            </a:r>
          </a:p>
          <a:p>
            <a:pPr marL="274320" lvl="1" indent="0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Launching parallel kernels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Launch N copies of add() with add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&lt;&lt;&lt;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N,1</a:t>
            </a:r>
            <a:r>
              <a:rPr lang="en-US" b="1" dirty="0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&gt;&gt;&gt;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(…);</a:t>
            </a:r>
          </a:p>
          <a:p>
            <a:pPr lvl="1"/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Use </a:t>
            </a:r>
            <a:r>
              <a:rPr lang="en-US" b="1" dirty="0" err="1">
                <a:solidFill>
                  <a:srgbClr val="FFC000"/>
                </a:solidFill>
                <a:latin typeface="Comic Sans MS" panose="030F0702030302020204" pitchFamily="66" charset="0"/>
                <a:cs typeface="Courier New" panose="02070309020205020404" pitchFamily="49" charset="0"/>
              </a:rPr>
              <a:t>blockIdx.x</a:t>
            </a:r>
            <a:r>
              <a:rPr lang="en-US" b="1" dirty="0">
                <a:latin typeface="Comic Sans MS" panose="030F0702030302020204" pitchFamily="66" charset="0"/>
                <a:cs typeface="Courier New" panose="02070309020205020404" pitchFamily="49" charset="0"/>
              </a:rPr>
              <a:t> to access block index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436234-C54A-ECE9-EDD7-D0BAA97F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712613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D91E-A2BD-0F25-EB15-D5A3E89C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35C33E-F5EB-047B-A302-78D388A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6005AD-9D45-26C2-126D-13E6EE9A7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16623"/>
          </a:xfrm>
        </p:spPr>
        <p:txBody>
          <a:bodyPr/>
          <a:lstStyle/>
          <a:p>
            <a:r>
              <a:rPr lang="en-US" dirty="0"/>
              <a:t>Terminology: a block can be split into parallel </a:t>
            </a:r>
            <a:r>
              <a:rPr lang="en-US" dirty="0">
                <a:solidFill>
                  <a:srgbClr val="FFC000"/>
                </a:solidFill>
              </a:rPr>
              <a:t>threads</a:t>
            </a:r>
          </a:p>
          <a:p>
            <a:r>
              <a:rPr lang="en-US" dirty="0"/>
              <a:t>Let’s change add() to use parallel threads instead of parallel blocks</a:t>
            </a:r>
          </a:p>
          <a:p>
            <a:pPr marL="540385" lvl="2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 void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*a,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*b,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*c) {</a:t>
            </a:r>
          </a:p>
          <a:p>
            <a:pPr marL="540385" lvl="2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+ b[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540385" lvl="2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We use </a:t>
            </a:r>
            <a:r>
              <a:rPr lang="en-US" dirty="0" err="1">
                <a:solidFill>
                  <a:srgbClr val="FFC000"/>
                </a:solidFill>
              </a:rPr>
              <a:t>threadIdx.x</a:t>
            </a:r>
            <a:r>
              <a:rPr lang="en-US" dirty="0"/>
              <a:t> instead of </a:t>
            </a:r>
            <a:r>
              <a:rPr lang="en-US" dirty="0" err="1"/>
              <a:t>blockIdx.x</a:t>
            </a:r>
            <a:endParaRPr lang="en-US" dirty="0"/>
          </a:p>
          <a:p>
            <a:r>
              <a:rPr lang="en-US" dirty="0"/>
              <a:t>Need to make one change in main():</a:t>
            </a:r>
          </a:p>
          <a:p>
            <a:pPr lvl="2"/>
            <a:r>
              <a:rPr lang="en-US" dirty="0"/>
              <a:t>add&lt;&lt;&lt; 1, </a:t>
            </a:r>
            <a:r>
              <a:rPr lang="en-US" dirty="0">
                <a:solidFill>
                  <a:srgbClr val="FFC000"/>
                </a:solidFill>
              </a:rPr>
              <a:t>N</a:t>
            </a:r>
            <a:r>
              <a:rPr lang="en-US" dirty="0"/>
              <a:t> &gt;&gt;&gt;();// N &lt;= 1024, a thread block may contain up to 1024 threads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082101-F0D0-C88D-2311-9BFC040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518070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04FA-6092-8396-80DD-218F076E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35C8477-6637-F42B-1179-88374008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BLOCKS </a:t>
            </a:r>
            <a:r>
              <a:rPr lang="en-US" u="sng" dirty="0"/>
              <a:t>AND</a:t>
            </a:r>
            <a:r>
              <a:rPr lang="en-US" dirty="0"/>
              <a:t>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1ABF1D-66E3-A8F7-0613-48E6BE75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seen parallel vector addition using:</a:t>
            </a:r>
          </a:p>
          <a:p>
            <a:pPr lvl="1"/>
            <a:r>
              <a:rPr lang="en-US" dirty="0"/>
              <a:t>Many blocks with one thread each </a:t>
            </a:r>
          </a:p>
          <a:p>
            <a:pPr lvl="1"/>
            <a:r>
              <a:rPr lang="en-US" dirty="0"/>
              <a:t>One block with many threads</a:t>
            </a:r>
          </a:p>
          <a:p>
            <a:r>
              <a:rPr lang="en-US" dirty="0"/>
              <a:t>Let’s adapt vector addition to use both blocks and threads</a:t>
            </a:r>
          </a:p>
          <a:p>
            <a:r>
              <a:rPr lang="en-US" dirty="0"/>
              <a:t>Why? We’ll come to that…</a:t>
            </a:r>
          </a:p>
          <a:p>
            <a:r>
              <a:rPr lang="en-US" dirty="0"/>
              <a:t>First let’s discuss data indexing…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E9BA05-6CF0-4373-0C23-53B8B792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32489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C77F-1EA0-C0F9-C847-0D645C89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FBAD983-ABB4-EADD-99DE-707CF063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1017224" cy="792088"/>
          </a:xfrm>
        </p:spPr>
        <p:txBody>
          <a:bodyPr/>
          <a:lstStyle/>
          <a:p>
            <a:r>
              <a:rPr lang="en-US" sz="3200" dirty="0"/>
              <a:t>INDEXING ARRAYS WITH BLOCKS AND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E0D650-2B31-808E-0B49-E9775044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2088231"/>
          </a:xfrm>
        </p:spPr>
        <p:txBody>
          <a:bodyPr/>
          <a:lstStyle/>
          <a:p>
            <a:r>
              <a:rPr lang="en-US" dirty="0"/>
              <a:t>No longer as simple as using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r>
              <a:rPr lang="en-US" dirty="0"/>
              <a:t> and </a:t>
            </a:r>
            <a:r>
              <a:rPr lang="en-US" dirty="0" err="1">
                <a:solidFill>
                  <a:srgbClr val="FFC000"/>
                </a:solidFill>
              </a:rPr>
              <a:t>threadIdx.x</a:t>
            </a:r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dirty="0"/>
              <a:t>Consider indexing an array with one element per thread (8 threads/block):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3B3CCF95-E165-3124-EEC1-0C9C2982CF56}"/>
              </a:ext>
            </a:extLst>
          </p:cNvPr>
          <p:cNvSpPr txBox="1">
            <a:spLocks/>
          </p:cNvSpPr>
          <p:nvPr/>
        </p:nvSpPr>
        <p:spPr>
          <a:xfrm>
            <a:off x="352128" y="4752578"/>
            <a:ext cx="12097344" cy="208823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 M threads/block a unique index for each thread is given by:</a:t>
            </a:r>
          </a:p>
          <a:p>
            <a:pPr marL="274320" lvl="1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index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 M;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5A60374-0CA3-22E3-9E8F-7E6A0796B862}"/>
              </a:ext>
            </a:extLst>
          </p:cNvPr>
          <p:cNvSpPr/>
          <p:nvPr/>
        </p:nvSpPr>
        <p:spPr>
          <a:xfrm>
            <a:off x="1893199" y="3513203"/>
            <a:ext cx="362711" cy="524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EBA90EF-DF87-5385-484C-4A05CD4D95A2}"/>
              </a:ext>
            </a:extLst>
          </p:cNvPr>
          <p:cNvSpPr/>
          <p:nvPr/>
        </p:nvSpPr>
        <p:spPr>
          <a:xfrm>
            <a:off x="1835287" y="3528442"/>
            <a:ext cx="487679" cy="569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216CEC6-5FB6-2418-FE45-76D4C1077718}"/>
              </a:ext>
            </a:extLst>
          </p:cNvPr>
          <p:cNvSpPr/>
          <p:nvPr/>
        </p:nvSpPr>
        <p:spPr>
          <a:xfrm>
            <a:off x="1938732" y="3540393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561ED5B2-D74D-B2AE-AF12-EACB13035E85}"/>
              </a:ext>
            </a:extLst>
          </p:cNvPr>
          <p:cNvSpPr txBox="1"/>
          <p:nvPr/>
        </p:nvSpPr>
        <p:spPr>
          <a:xfrm>
            <a:off x="2003441" y="36071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4E45F4F9-1BF2-23C1-CDE8-774972D31E09}"/>
              </a:ext>
            </a:extLst>
          </p:cNvPr>
          <p:cNvSpPr/>
          <p:nvPr/>
        </p:nvSpPr>
        <p:spPr>
          <a:xfrm>
            <a:off x="2161424" y="3513203"/>
            <a:ext cx="362712" cy="524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E491766C-D459-8997-E6B8-49418BA7E534}"/>
              </a:ext>
            </a:extLst>
          </p:cNvPr>
          <p:cNvSpPr/>
          <p:nvPr/>
        </p:nvSpPr>
        <p:spPr>
          <a:xfrm>
            <a:off x="2100464" y="3528442"/>
            <a:ext cx="487680" cy="5699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3D437FE9-54DC-90D7-327E-A1B954BEF6AA}"/>
              </a:ext>
            </a:extLst>
          </p:cNvPr>
          <p:cNvSpPr/>
          <p:nvPr/>
        </p:nvSpPr>
        <p:spPr>
          <a:xfrm>
            <a:off x="10263007" y="3513203"/>
            <a:ext cx="362711" cy="5242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CB43E908-A287-49A7-03F8-0801FCF7409E}"/>
              </a:ext>
            </a:extLst>
          </p:cNvPr>
          <p:cNvSpPr/>
          <p:nvPr/>
        </p:nvSpPr>
        <p:spPr>
          <a:xfrm>
            <a:off x="10192903" y="3528442"/>
            <a:ext cx="490727" cy="569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C8DF7766-7F2A-63FC-DF99-DC06E6DC11D7}"/>
              </a:ext>
            </a:extLst>
          </p:cNvPr>
          <p:cNvSpPr/>
          <p:nvPr/>
        </p:nvSpPr>
        <p:spPr>
          <a:xfrm>
            <a:off x="10309661" y="35403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6BD5AEEF-4200-6253-C2EA-400E11389AC4}"/>
              </a:ext>
            </a:extLst>
          </p:cNvPr>
          <p:cNvSpPr txBox="1"/>
          <p:nvPr/>
        </p:nvSpPr>
        <p:spPr>
          <a:xfrm>
            <a:off x="10362582" y="36071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B0832316-9E15-184A-F92E-82B17309EA9B}"/>
              </a:ext>
            </a:extLst>
          </p:cNvPr>
          <p:cNvSpPr/>
          <p:nvPr/>
        </p:nvSpPr>
        <p:spPr>
          <a:xfrm>
            <a:off x="2432695" y="3513203"/>
            <a:ext cx="362712" cy="5242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E35BEB99-F105-8336-C8C1-602DCBCED72D}"/>
              </a:ext>
            </a:extLst>
          </p:cNvPr>
          <p:cNvSpPr/>
          <p:nvPr/>
        </p:nvSpPr>
        <p:spPr>
          <a:xfrm>
            <a:off x="2368687" y="3528442"/>
            <a:ext cx="490727" cy="5699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A21B8734-155B-EE7D-5B5F-13537FF5E6AC}"/>
              </a:ext>
            </a:extLst>
          </p:cNvPr>
          <p:cNvSpPr/>
          <p:nvPr/>
        </p:nvSpPr>
        <p:spPr>
          <a:xfrm>
            <a:off x="2703967" y="3513203"/>
            <a:ext cx="359663" cy="5242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BD28C0CA-0ED8-CC05-EE1D-29C3A6C486FE}"/>
              </a:ext>
            </a:extLst>
          </p:cNvPr>
          <p:cNvSpPr/>
          <p:nvPr/>
        </p:nvSpPr>
        <p:spPr>
          <a:xfrm>
            <a:off x="2639960" y="3528442"/>
            <a:ext cx="487680" cy="5699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2FD82532-AB45-E246-B3AD-4FA6CF451C78}"/>
              </a:ext>
            </a:extLst>
          </p:cNvPr>
          <p:cNvSpPr/>
          <p:nvPr/>
        </p:nvSpPr>
        <p:spPr>
          <a:xfrm>
            <a:off x="2972192" y="3513203"/>
            <a:ext cx="362712" cy="52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6A01A032-136E-4A69-C895-10042317DCB0}"/>
              </a:ext>
            </a:extLst>
          </p:cNvPr>
          <p:cNvSpPr/>
          <p:nvPr/>
        </p:nvSpPr>
        <p:spPr>
          <a:xfrm>
            <a:off x="2908183" y="3528442"/>
            <a:ext cx="490727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23236645-2A6D-F241-A8D0-2DBEC64025D0}"/>
              </a:ext>
            </a:extLst>
          </p:cNvPr>
          <p:cNvSpPr/>
          <p:nvPr/>
        </p:nvSpPr>
        <p:spPr>
          <a:xfrm>
            <a:off x="3243464" y="3513203"/>
            <a:ext cx="362711" cy="5242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715F4D4C-2965-704E-C777-2BAABE2E9856}"/>
              </a:ext>
            </a:extLst>
          </p:cNvPr>
          <p:cNvSpPr/>
          <p:nvPr/>
        </p:nvSpPr>
        <p:spPr>
          <a:xfrm>
            <a:off x="3179455" y="3528442"/>
            <a:ext cx="487680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664AAFB6-7D2B-BDFE-C79B-AB4F9492C657}"/>
              </a:ext>
            </a:extLst>
          </p:cNvPr>
          <p:cNvSpPr/>
          <p:nvPr/>
        </p:nvSpPr>
        <p:spPr>
          <a:xfrm>
            <a:off x="3511687" y="3513203"/>
            <a:ext cx="362712" cy="5242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722327C0-4CCF-9512-C237-E47F56636C9A}"/>
              </a:ext>
            </a:extLst>
          </p:cNvPr>
          <p:cNvSpPr/>
          <p:nvPr/>
        </p:nvSpPr>
        <p:spPr>
          <a:xfrm>
            <a:off x="3447680" y="3528442"/>
            <a:ext cx="490728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56E8D1D1-71AC-D92E-25C3-895AF07B5CF5}"/>
              </a:ext>
            </a:extLst>
          </p:cNvPr>
          <p:cNvSpPr/>
          <p:nvPr/>
        </p:nvSpPr>
        <p:spPr>
          <a:xfrm>
            <a:off x="3782960" y="3513203"/>
            <a:ext cx="362712" cy="5242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273097CC-FC13-03F4-09A0-42DB9CE2AA58}"/>
              </a:ext>
            </a:extLst>
          </p:cNvPr>
          <p:cNvSpPr/>
          <p:nvPr/>
        </p:nvSpPr>
        <p:spPr>
          <a:xfrm>
            <a:off x="3718951" y="3528442"/>
            <a:ext cx="490727" cy="569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6A912005-13A9-1799-4690-3AD7D4E55B53}"/>
              </a:ext>
            </a:extLst>
          </p:cNvPr>
          <p:cNvSpPr/>
          <p:nvPr/>
        </p:nvSpPr>
        <p:spPr>
          <a:xfrm>
            <a:off x="4051183" y="3513203"/>
            <a:ext cx="362712" cy="524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C89B0063-983F-CE53-09FF-7A8922615D48}"/>
              </a:ext>
            </a:extLst>
          </p:cNvPr>
          <p:cNvSpPr/>
          <p:nvPr/>
        </p:nvSpPr>
        <p:spPr>
          <a:xfrm>
            <a:off x="3990224" y="3528442"/>
            <a:ext cx="487679" cy="569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9AF835AC-7B0F-D2E4-F9F2-FEF3B84530D7}"/>
              </a:ext>
            </a:extLst>
          </p:cNvPr>
          <p:cNvSpPr/>
          <p:nvPr/>
        </p:nvSpPr>
        <p:spPr>
          <a:xfrm>
            <a:off x="4322456" y="3513203"/>
            <a:ext cx="362712" cy="52425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9986E96C-C7BD-FD8B-0A43-1C2E556855C5}"/>
              </a:ext>
            </a:extLst>
          </p:cNvPr>
          <p:cNvSpPr/>
          <p:nvPr/>
        </p:nvSpPr>
        <p:spPr>
          <a:xfrm>
            <a:off x="4258448" y="3528442"/>
            <a:ext cx="490727" cy="5699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17FC85E4-4640-FEC1-0FDE-9AFB5C2BE1BA}"/>
              </a:ext>
            </a:extLst>
          </p:cNvPr>
          <p:cNvSpPr/>
          <p:nvPr/>
        </p:nvSpPr>
        <p:spPr>
          <a:xfrm>
            <a:off x="4593727" y="3513203"/>
            <a:ext cx="362712" cy="5242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5C2799E2-9465-72E0-28D0-EF9C2982914E}"/>
              </a:ext>
            </a:extLst>
          </p:cNvPr>
          <p:cNvSpPr/>
          <p:nvPr/>
        </p:nvSpPr>
        <p:spPr>
          <a:xfrm>
            <a:off x="4529719" y="3528442"/>
            <a:ext cx="487679" cy="56997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7310F1C0-75FD-68F8-8BA5-628D0618A161}"/>
              </a:ext>
            </a:extLst>
          </p:cNvPr>
          <p:cNvSpPr/>
          <p:nvPr/>
        </p:nvSpPr>
        <p:spPr>
          <a:xfrm>
            <a:off x="4861951" y="3513203"/>
            <a:ext cx="362712" cy="5242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A0991830-5D8F-AE05-9125-CDBD4DD39B51}"/>
              </a:ext>
            </a:extLst>
          </p:cNvPr>
          <p:cNvSpPr/>
          <p:nvPr/>
        </p:nvSpPr>
        <p:spPr>
          <a:xfrm>
            <a:off x="4797944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ADAA8CA3-76CF-ADB7-AE93-9C90AF3E642F}"/>
              </a:ext>
            </a:extLst>
          </p:cNvPr>
          <p:cNvSpPr/>
          <p:nvPr/>
        </p:nvSpPr>
        <p:spPr>
          <a:xfrm>
            <a:off x="5133224" y="3513203"/>
            <a:ext cx="362712" cy="52425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B47A5055-35D6-4ED6-BD58-83D1FC784652}"/>
              </a:ext>
            </a:extLst>
          </p:cNvPr>
          <p:cNvSpPr/>
          <p:nvPr/>
        </p:nvSpPr>
        <p:spPr>
          <a:xfrm>
            <a:off x="5069215" y="3528442"/>
            <a:ext cx="490727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91C6B7B6-13BE-AED5-5F9D-E07978F4C0BF}"/>
              </a:ext>
            </a:extLst>
          </p:cNvPr>
          <p:cNvSpPr/>
          <p:nvPr/>
        </p:nvSpPr>
        <p:spPr>
          <a:xfrm>
            <a:off x="5401448" y="3513203"/>
            <a:ext cx="362712" cy="5242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14393ADE-31A2-D6E2-EF24-AA5162B635B1}"/>
              </a:ext>
            </a:extLst>
          </p:cNvPr>
          <p:cNvSpPr/>
          <p:nvPr/>
        </p:nvSpPr>
        <p:spPr>
          <a:xfrm>
            <a:off x="5340488" y="3528442"/>
            <a:ext cx="487679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FF3E3317-C0AA-09E7-8ED7-6A1F7C86FDD5}"/>
              </a:ext>
            </a:extLst>
          </p:cNvPr>
          <p:cNvSpPr/>
          <p:nvPr/>
        </p:nvSpPr>
        <p:spPr>
          <a:xfrm>
            <a:off x="5672719" y="3513203"/>
            <a:ext cx="362712" cy="5242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CCC8D9A5-5279-8A74-34E6-B19C8E7BFD89}"/>
              </a:ext>
            </a:extLst>
          </p:cNvPr>
          <p:cNvSpPr/>
          <p:nvPr/>
        </p:nvSpPr>
        <p:spPr>
          <a:xfrm>
            <a:off x="5608712" y="3528442"/>
            <a:ext cx="490727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7B09509E-897B-3AAE-32B5-4C0B5B1AACC6}"/>
              </a:ext>
            </a:extLst>
          </p:cNvPr>
          <p:cNvSpPr/>
          <p:nvPr/>
        </p:nvSpPr>
        <p:spPr>
          <a:xfrm>
            <a:off x="5943992" y="3513203"/>
            <a:ext cx="362712" cy="524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B1B1CF8B-1DD6-C21A-DCAF-FE429B22BDA4}"/>
              </a:ext>
            </a:extLst>
          </p:cNvPr>
          <p:cNvSpPr/>
          <p:nvPr/>
        </p:nvSpPr>
        <p:spPr>
          <a:xfrm>
            <a:off x="5879983" y="3528442"/>
            <a:ext cx="487679" cy="56997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6">
            <a:extLst>
              <a:ext uri="{FF2B5EF4-FFF2-40B4-BE49-F238E27FC236}">
                <a16:creationId xmlns:a16="http://schemas.microsoft.com/office/drawing/2014/main" id="{3B66F7F7-71C0-C5A1-E58D-3786B7C9B25D}"/>
              </a:ext>
            </a:extLst>
          </p:cNvPr>
          <p:cNvSpPr/>
          <p:nvPr/>
        </p:nvSpPr>
        <p:spPr>
          <a:xfrm>
            <a:off x="6212215" y="3513203"/>
            <a:ext cx="362712" cy="52425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A2F891E4-F40E-B808-7C21-24ED30B9CA93}"/>
              </a:ext>
            </a:extLst>
          </p:cNvPr>
          <p:cNvSpPr/>
          <p:nvPr/>
        </p:nvSpPr>
        <p:spPr>
          <a:xfrm>
            <a:off x="6148207" y="3528442"/>
            <a:ext cx="490727" cy="56997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8">
            <a:extLst>
              <a:ext uri="{FF2B5EF4-FFF2-40B4-BE49-F238E27FC236}">
                <a16:creationId xmlns:a16="http://schemas.microsoft.com/office/drawing/2014/main" id="{B7CA00F5-724A-8D0B-7AE5-33B157C0A715}"/>
              </a:ext>
            </a:extLst>
          </p:cNvPr>
          <p:cNvSpPr/>
          <p:nvPr/>
        </p:nvSpPr>
        <p:spPr>
          <a:xfrm>
            <a:off x="6483488" y="3513203"/>
            <a:ext cx="362711" cy="5242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9">
            <a:extLst>
              <a:ext uri="{FF2B5EF4-FFF2-40B4-BE49-F238E27FC236}">
                <a16:creationId xmlns:a16="http://schemas.microsoft.com/office/drawing/2014/main" id="{E0786A38-17FC-6B48-1A87-AE678AD0FE36}"/>
              </a:ext>
            </a:extLst>
          </p:cNvPr>
          <p:cNvSpPr/>
          <p:nvPr/>
        </p:nvSpPr>
        <p:spPr>
          <a:xfrm>
            <a:off x="6419480" y="3528442"/>
            <a:ext cx="490727" cy="5699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0">
            <a:extLst>
              <a:ext uri="{FF2B5EF4-FFF2-40B4-BE49-F238E27FC236}">
                <a16:creationId xmlns:a16="http://schemas.microsoft.com/office/drawing/2014/main" id="{A2CE6AD5-BD50-AB57-486C-7905CB5405B8}"/>
              </a:ext>
            </a:extLst>
          </p:cNvPr>
          <p:cNvSpPr/>
          <p:nvPr/>
        </p:nvSpPr>
        <p:spPr>
          <a:xfrm>
            <a:off x="6751712" y="3513203"/>
            <a:ext cx="362711" cy="524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1">
            <a:extLst>
              <a:ext uri="{FF2B5EF4-FFF2-40B4-BE49-F238E27FC236}">
                <a16:creationId xmlns:a16="http://schemas.microsoft.com/office/drawing/2014/main" id="{DC362624-E4C9-3315-0F5D-E19A3582F056}"/>
              </a:ext>
            </a:extLst>
          </p:cNvPr>
          <p:cNvSpPr/>
          <p:nvPr/>
        </p:nvSpPr>
        <p:spPr>
          <a:xfrm>
            <a:off x="6690751" y="3528442"/>
            <a:ext cx="487680" cy="56997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2">
            <a:extLst>
              <a:ext uri="{FF2B5EF4-FFF2-40B4-BE49-F238E27FC236}">
                <a16:creationId xmlns:a16="http://schemas.microsoft.com/office/drawing/2014/main" id="{C340D5E3-649D-9DF8-AF8B-EE562734C0B8}"/>
              </a:ext>
            </a:extLst>
          </p:cNvPr>
          <p:cNvSpPr/>
          <p:nvPr/>
        </p:nvSpPr>
        <p:spPr>
          <a:xfrm>
            <a:off x="7022983" y="3513203"/>
            <a:ext cx="362711" cy="52425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id="{4C82D852-0E08-E888-DC02-573B1A32BA75}"/>
              </a:ext>
            </a:extLst>
          </p:cNvPr>
          <p:cNvSpPr/>
          <p:nvPr/>
        </p:nvSpPr>
        <p:spPr>
          <a:xfrm>
            <a:off x="6958976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4">
            <a:extLst>
              <a:ext uri="{FF2B5EF4-FFF2-40B4-BE49-F238E27FC236}">
                <a16:creationId xmlns:a16="http://schemas.microsoft.com/office/drawing/2014/main" id="{35D0E2D1-7452-BE7C-B8AD-5C1429BD6F85}"/>
              </a:ext>
            </a:extLst>
          </p:cNvPr>
          <p:cNvSpPr/>
          <p:nvPr/>
        </p:nvSpPr>
        <p:spPr>
          <a:xfrm>
            <a:off x="7294255" y="3513203"/>
            <a:ext cx="362711" cy="52425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5">
            <a:extLst>
              <a:ext uri="{FF2B5EF4-FFF2-40B4-BE49-F238E27FC236}">
                <a16:creationId xmlns:a16="http://schemas.microsoft.com/office/drawing/2014/main" id="{8A349B7A-A3E8-6B76-C4E2-A7356D15807B}"/>
              </a:ext>
            </a:extLst>
          </p:cNvPr>
          <p:cNvSpPr/>
          <p:nvPr/>
        </p:nvSpPr>
        <p:spPr>
          <a:xfrm>
            <a:off x="7230248" y="3528442"/>
            <a:ext cx="487679" cy="56997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6">
            <a:extLst>
              <a:ext uri="{FF2B5EF4-FFF2-40B4-BE49-F238E27FC236}">
                <a16:creationId xmlns:a16="http://schemas.microsoft.com/office/drawing/2014/main" id="{B8D8AABA-20FE-A881-CC34-F9942EA07B4A}"/>
              </a:ext>
            </a:extLst>
          </p:cNvPr>
          <p:cNvSpPr/>
          <p:nvPr/>
        </p:nvSpPr>
        <p:spPr>
          <a:xfrm>
            <a:off x="7562479" y="3513203"/>
            <a:ext cx="362711" cy="52425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7">
            <a:extLst>
              <a:ext uri="{FF2B5EF4-FFF2-40B4-BE49-F238E27FC236}">
                <a16:creationId xmlns:a16="http://schemas.microsoft.com/office/drawing/2014/main" id="{80ACB5B0-7C9B-DC3A-BCC3-4C8CFD15A82D}"/>
              </a:ext>
            </a:extLst>
          </p:cNvPr>
          <p:cNvSpPr/>
          <p:nvPr/>
        </p:nvSpPr>
        <p:spPr>
          <a:xfrm>
            <a:off x="7498471" y="3528442"/>
            <a:ext cx="490727" cy="56997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8">
            <a:extLst>
              <a:ext uri="{FF2B5EF4-FFF2-40B4-BE49-F238E27FC236}">
                <a16:creationId xmlns:a16="http://schemas.microsoft.com/office/drawing/2014/main" id="{25F4C441-2BB9-2E4E-46A4-640FE7FE757B}"/>
              </a:ext>
            </a:extLst>
          </p:cNvPr>
          <p:cNvSpPr/>
          <p:nvPr/>
        </p:nvSpPr>
        <p:spPr>
          <a:xfrm>
            <a:off x="7833752" y="3513203"/>
            <a:ext cx="362711" cy="52425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6FE29515-0973-9DE0-1887-124B4AA7774B}"/>
              </a:ext>
            </a:extLst>
          </p:cNvPr>
          <p:cNvSpPr/>
          <p:nvPr/>
        </p:nvSpPr>
        <p:spPr>
          <a:xfrm>
            <a:off x="7769743" y="3528442"/>
            <a:ext cx="490727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10FF5629-2CB7-E09C-B039-606F74AC8B1C}"/>
              </a:ext>
            </a:extLst>
          </p:cNvPr>
          <p:cNvSpPr/>
          <p:nvPr/>
        </p:nvSpPr>
        <p:spPr>
          <a:xfrm>
            <a:off x="8101976" y="3513203"/>
            <a:ext cx="362711" cy="52425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1">
            <a:extLst>
              <a:ext uri="{FF2B5EF4-FFF2-40B4-BE49-F238E27FC236}">
                <a16:creationId xmlns:a16="http://schemas.microsoft.com/office/drawing/2014/main" id="{2688E177-CB72-A593-7438-5AECDF542D55}"/>
              </a:ext>
            </a:extLst>
          </p:cNvPr>
          <p:cNvSpPr/>
          <p:nvPr/>
        </p:nvSpPr>
        <p:spPr>
          <a:xfrm>
            <a:off x="8041016" y="3528442"/>
            <a:ext cx="487679" cy="56997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2">
            <a:extLst>
              <a:ext uri="{FF2B5EF4-FFF2-40B4-BE49-F238E27FC236}">
                <a16:creationId xmlns:a16="http://schemas.microsoft.com/office/drawing/2014/main" id="{F3063D8D-E3DE-AFDB-0414-22939EFDE8C2}"/>
              </a:ext>
            </a:extLst>
          </p:cNvPr>
          <p:cNvSpPr/>
          <p:nvPr/>
        </p:nvSpPr>
        <p:spPr>
          <a:xfrm>
            <a:off x="8373248" y="3513203"/>
            <a:ext cx="362711" cy="52425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3">
            <a:extLst>
              <a:ext uri="{FF2B5EF4-FFF2-40B4-BE49-F238E27FC236}">
                <a16:creationId xmlns:a16="http://schemas.microsoft.com/office/drawing/2014/main" id="{E4B3722A-8416-3E2B-3F4B-9930C13CE5D6}"/>
              </a:ext>
            </a:extLst>
          </p:cNvPr>
          <p:cNvSpPr/>
          <p:nvPr/>
        </p:nvSpPr>
        <p:spPr>
          <a:xfrm>
            <a:off x="8309240" y="3528442"/>
            <a:ext cx="490727" cy="56997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FA67A437-69E1-5806-2C20-AA01D421CE11}"/>
              </a:ext>
            </a:extLst>
          </p:cNvPr>
          <p:cNvSpPr/>
          <p:nvPr/>
        </p:nvSpPr>
        <p:spPr>
          <a:xfrm>
            <a:off x="8644519" y="3513203"/>
            <a:ext cx="362711" cy="524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5">
            <a:extLst>
              <a:ext uri="{FF2B5EF4-FFF2-40B4-BE49-F238E27FC236}">
                <a16:creationId xmlns:a16="http://schemas.microsoft.com/office/drawing/2014/main" id="{CF226842-F0A2-39CA-D222-49FF61914747}"/>
              </a:ext>
            </a:extLst>
          </p:cNvPr>
          <p:cNvSpPr/>
          <p:nvPr/>
        </p:nvSpPr>
        <p:spPr>
          <a:xfrm>
            <a:off x="8580512" y="3528442"/>
            <a:ext cx="487679" cy="56997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6">
            <a:extLst>
              <a:ext uri="{FF2B5EF4-FFF2-40B4-BE49-F238E27FC236}">
                <a16:creationId xmlns:a16="http://schemas.microsoft.com/office/drawing/2014/main" id="{48BEC270-4BAA-791B-2A0A-70EC5C20DD38}"/>
              </a:ext>
            </a:extLst>
          </p:cNvPr>
          <p:cNvSpPr/>
          <p:nvPr/>
        </p:nvSpPr>
        <p:spPr>
          <a:xfrm>
            <a:off x="8912743" y="3513203"/>
            <a:ext cx="362711" cy="52425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7">
            <a:extLst>
              <a:ext uri="{FF2B5EF4-FFF2-40B4-BE49-F238E27FC236}">
                <a16:creationId xmlns:a16="http://schemas.microsoft.com/office/drawing/2014/main" id="{0F290894-2DE4-9446-E6C1-2402024661FC}"/>
              </a:ext>
            </a:extLst>
          </p:cNvPr>
          <p:cNvSpPr/>
          <p:nvPr/>
        </p:nvSpPr>
        <p:spPr>
          <a:xfrm>
            <a:off x="8848736" y="3528442"/>
            <a:ext cx="490727" cy="5699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8">
            <a:extLst>
              <a:ext uri="{FF2B5EF4-FFF2-40B4-BE49-F238E27FC236}">
                <a16:creationId xmlns:a16="http://schemas.microsoft.com/office/drawing/2014/main" id="{3722D98F-8FFA-B775-C086-BFC5EDF36F3B}"/>
              </a:ext>
            </a:extLst>
          </p:cNvPr>
          <p:cNvSpPr/>
          <p:nvPr/>
        </p:nvSpPr>
        <p:spPr>
          <a:xfrm>
            <a:off x="9184016" y="3513203"/>
            <a:ext cx="362711" cy="52425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9">
            <a:extLst>
              <a:ext uri="{FF2B5EF4-FFF2-40B4-BE49-F238E27FC236}">
                <a16:creationId xmlns:a16="http://schemas.microsoft.com/office/drawing/2014/main" id="{97C84CAD-ACC9-D65E-5E28-C48D017959DF}"/>
              </a:ext>
            </a:extLst>
          </p:cNvPr>
          <p:cNvSpPr/>
          <p:nvPr/>
        </p:nvSpPr>
        <p:spPr>
          <a:xfrm>
            <a:off x="9120007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0">
            <a:extLst>
              <a:ext uri="{FF2B5EF4-FFF2-40B4-BE49-F238E27FC236}">
                <a16:creationId xmlns:a16="http://schemas.microsoft.com/office/drawing/2014/main" id="{47BCF950-1778-6DFF-55BD-E0E3D1CBFF3D}"/>
              </a:ext>
            </a:extLst>
          </p:cNvPr>
          <p:cNvSpPr/>
          <p:nvPr/>
        </p:nvSpPr>
        <p:spPr>
          <a:xfrm>
            <a:off x="9452240" y="3513203"/>
            <a:ext cx="362711" cy="524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1">
            <a:extLst>
              <a:ext uri="{FF2B5EF4-FFF2-40B4-BE49-F238E27FC236}">
                <a16:creationId xmlns:a16="http://schemas.microsoft.com/office/drawing/2014/main" id="{C40F5966-F626-0A42-08BF-0AF08CCE782A}"/>
              </a:ext>
            </a:extLst>
          </p:cNvPr>
          <p:cNvSpPr/>
          <p:nvPr/>
        </p:nvSpPr>
        <p:spPr>
          <a:xfrm>
            <a:off x="9391279" y="3528442"/>
            <a:ext cx="487679" cy="56997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2">
            <a:extLst>
              <a:ext uri="{FF2B5EF4-FFF2-40B4-BE49-F238E27FC236}">
                <a16:creationId xmlns:a16="http://schemas.microsoft.com/office/drawing/2014/main" id="{1D364E67-4B64-61C3-18B5-FCE411F49733}"/>
              </a:ext>
            </a:extLst>
          </p:cNvPr>
          <p:cNvSpPr/>
          <p:nvPr/>
        </p:nvSpPr>
        <p:spPr>
          <a:xfrm>
            <a:off x="9723512" y="3513203"/>
            <a:ext cx="362711" cy="5242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3">
            <a:extLst>
              <a:ext uri="{FF2B5EF4-FFF2-40B4-BE49-F238E27FC236}">
                <a16:creationId xmlns:a16="http://schemas.microsoft.com/office/drawing/2014/main" id="{5DAC98EE-7429-B007-4492-688BF011BD61}"/>
              </a:ext>
            </a:extLst>
          </p:cNvPr>
          <p:cNvSpPr/>
          <p:nvPr/>
        </p:nvSpPr>
        <p:spPr>
          <a:xfrm>
            <a:off x="9659503" y="3528442"/>
            <a:ext cx="490727" cy="56997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4">
            <a:extLst>
              <a:ext uri="{FF2B5EF4-FFF2-40B4-BE49-F238E27FC236}">
                <a16:creationId xmlns:a16="http://schemas.microsoft.com/office/drawing/2014/main" id="{D1F3C397-5AF9-623F-5C60-BB1BDEC07531}"/>
              </a:ext>
            </a:extLst>
          </p:cNvPr>
          <p:cNvSpPr/>
          <p:nvPr/>
        </p:nvSpPr>
        <p:spPr>
          <a:xfrm>
            <a:off x="9994783" y="3513203"/>
            <a:ext cx="359664" cy="5242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5">
            <a:extLst>
              <a:ext uri="{FF2B5EF4-FFF2-40B4-BE49-F238E27FC236}">
                <a16:creationId xmlns:a16="http://schemas.microsoft.com/office/drawing/2014/main" id="{7A2DE240-13FA-1868-3CB1-5713D73C5009}"/>
              </a:ext>
            </a:extLst>
          </p:cNvPr>
          <p:cNvSpPr/>
          <p:nvPr/>
        </p:nvSpPr>
        <p:spPr>
          <a:xfrm>
            <a:off x="9930776" y="3528442"/>
            <a:ext cx="487679" cy="56997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5" name="object 76">
            <a:extLst>
              <a:ext uri="{FF2B5EF4-FFF2-40B4-BE49-F238E27FC236}">
                <a16:creationId xmlns:a16="http://schemas.microsoft.com/office/drawing/2014/main" id="{AC0FAE4C-E11B-5A82-8C56-AAB1B34A5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67819"/>
              </p:ext>
            </p:extLst>
          </p:nvPr>
        </p:nvGraphicFramePr>
        <p:xfrm>
          <a:off x="2224336" y="3558207"/>
          <a:ext cx="8096250" cy="432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object 77">
            <a:extLst>
              <a:ext uri="{FF2B5EF4-FFF2-40B4-BE49-F238E27FC236}">
                <a16:creationId xmlns:a16="http://schemas.microsoft.com/office/drawing/2014/main" id="{4B9435C2-FD31-885B-D7AA-FFE190746180}"/>
              </a:ext>
            </a:extLst>
          </p:cNvPr>
          <p:cNvSpPr txBox="1"/>
          <p:nvPr/>
        </p:nvSpPr>
        <p:spPr>
          <a:xfrm>
            <a:off x="2333846" y="3215007"/>
            <a:ext cx="3530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2335" algn="l"/>
              </a:tabLst>
            </a:pPr>
            <a:r>
              <a:rPr sz="16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threadIdx.x	</a:t>
            </a:r>
            <a:r>
              <a:rPr sz="2400" b="1" baseline="2000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2400" baseline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D52CB277-85DD-AED5-F00A-5684144698AD}"/>
              </a:ext>
            </a:extLst>
          </p:cNvPr>
          <p:cNvSpPr txBox="1"/>
          <p:nvPr/>
        </p:nvSpPr>
        <p:spPr>
          <a:xfrm>
            <a:off x="6654323" y="3215007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8" name="object 79">
            <a:extLst>
              <a:ext uri="{FF2B5EF4-FFF2-40B4-BE49-F238E27FC236}">
                <a16:creationId xmlns:a16="http://schemas.microsoft.com/office/drawing/2014/main" id="{7CF829AF-FE9F-2058-FFB3-F5B804D2A8F4}"/>
              </a:ext>
            </a:extLst>
          </p:cNvPr>
          <p:cNvSpPr txBox="1"/>
          <p:nvPr/>
        </p:nvSpPr>
        <p:spPr>
          <a:xfrm>
            <a:off x="8814565" y="3208910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9" name="object 80">
            <a:extLst>
              <a:ext uri="{FF2B5EF4-FFF2-40B4-BE49-F238E27FC236}">
                <a16:creationId xmlns:a16="http://schemas.microsoft.com/office/drawing/2014/main" id="{1B01E200-A0D9-CCC0-B411-A26CC460F2E9}"/>
              </a:ext>
            </a:extLst>
          </p:cNvPr>
          <p:cNvSpPr/>
          <p:nvPr/>
        </p:nvSpPr>
        <p:spPr>
          <a:xfrm>
            <a:off x="1938730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A99620DA-3424-A53E-3133-F0D9B664D96E}"/>
              </a:ext>
            </a:extLst>
          </p:cNvPr>
          <p:cNvSpPr/>
          <p:nvPr/>
        </p:nvSpPr>
        <p:spPr>
          <a:xfrm>
            <a:off x="4098970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63C8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2">
            <a:extLst>
              <a:ext uri="{FF2B5EF4-FFF2-40B4-BE49-F238E27FC236}">
                <a16:creationId xmlns:a16="http://schemas.microsoft.com/office/drawing/2014/main" id="{019AC670-A458-AD5C-E581-FB555E46AF90}"/>
              </a:ext>
            </a:extLst>
          </p:cNvPr>
          <p:cNvSpPr/>
          <p:nvPr/>
        </p:nvSpPr>
        <p:spPr>
          <a:xfrm>
            <a:off x="6259213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3">
            <a:extLst>
              <a:ext uri="{FF2B5EF4-FFF2-40B4-BE49-F238E27FC236}">
                <a16:creationId xmlns:a16="http://schemas.microsoft.com/office/drawing/2014/main" id="{5E0D8704-9BEF-03B5-89E1-85BF43430011}"/>
              </a:ext>
            </a:extLst>
          </p:cNvPr>
          <p:cNvSpPr/>
          <p:nvPr/>
        </p:nvSpPr>
        <p:spPr>
          <a:xfrm>
            <a:off x="8419454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4A4A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4">
            <a:extLst>
              <a:ext uri="{FF2B5EF4-FFF2-40B4-BE49-F238E27FC236}">
                <a16:creationId xmlns:a16="http://schemas.microsoft.com/office/drawing/2014/main" id="{901A6671-D2C3-5519-931E-66A91016E484}"/>
              </a:ext>
            </a:extLst>
          </p:cNvPr>
          <p:cNvSpPr txBox="1"/>
          <p:nvPr/>
        </p:nvSpPr>
        <p:spPr>
          <a:xfrm>
            <a:off x="2261611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0</a:t>
            </a:r>
            <a:endParaRPr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4" name="object 85">
            <a:extLst>
              <a:ext uri="{FF2B5EF4-FFF2-40B4-BE49-F238E27FC236}">
                <a16:creationId xmlns:a16="http://schemas.microsoft.com/office/drawing/2014/main" id="{F9788777-A302-2638-160E-C941FF923CF9}"/>
              </a:ext>
            </a:extLst>
          </p:cNvPr>
          <p:cNvSpPr txBox="1"/>
          <p:nvPr/>
        </p:nvSpPr>
        <p:spPr>
          <a:xfrm>
            <a:off x="4421855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1</a:t>
            </a:r>
            <a:endParaRPr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5" name="object 86">
            <a:extLst>
              <a:ext uri="{FF2B5EF4-FFF2-40B4-BE49-F238E27FC236}">
                <a16:creationId xmlns:a16="http://schemas.microsoft.com/office/drawing/2014/main" id="{605204C1-0327-A3A3-FE99-7759AC8DCCE4}"/>
              </a:ext>
            </a:extLst>
          </p:cNvPr>
          <p:cNvSpPr txBox="1"/>
          <p:nvPr/>
        </p:nvSpPr>
        <p:spPr>
          <a:xfrm>
            <a:off x="6582090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2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6" name="object 87">
            <a:extLst>
              <a:ext uri="{FF2B5EF4-FFF2-40B4-BE49-F238E27FC236}">
                <a16:creationId xmlns:a16="http://schemas.microsoft.com/office/drawing/2014/main" id="{A52D1144-A5A7-08E5-5010-C2ED76A61FFF}"/>
              </a:ext>
            </a:extLst>
          </p:cNvPr>
          <p:cNvSpPr txBox="1"/>
          <p:nvPr/>
        </p:nvSpPr>
        <p:spPr>
          <a:xfrm>
            <a:off x="8742329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3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67323D-7D0E-607E-77D0-0140FE50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8112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7FC6-B843-C3B3-D948-837B1127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3E75EE-8AB8-D4A7-4636-6AAC7868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ARRAYS: EXAMPLE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00C45-4FB7-F06C-3CA1-46DCA935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864095"/>
          </a:xfrm>
        </p:spPr>
        <p:txBody>
          <a:bodyPr/>
          <a:lstStyle/>
          <a:p>
            <a:r>
              <a:rPr lang="en-US" dirty="0"/>
              <a:t>Which thread will operate on the red element?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F4CDCEB-5E38-26F8-9A7A-9D91A6650149}"/>
              </a:ext>
            </a:extLst>
          </p:cNvPr>
          <p:cNvSpPr/>
          <p:nvPr/>
        </p:nvSpPr>
        <p:spPr>
          <a:xfrm>
            <a:off x="1823484" y="3773989"/>
            <a:ext cx="362712" cy="524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806B91C-1173-AFA8-1B49-D14DF2D447E2}"/>
              </a:ext>
            </a:extLst>
          </p:cNvPr>
          <p:cNvSpPr/>
          <p:nvPr/>
        </p:nvSpPr>
        <p:spPr>
          <a:xfrm>
            <a:off x="1838723" y="3859333"/>
            <a:ext cx="344424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4E0E907-FBA4-1F82-03CD-A5F41C2DBECB}"/>
              </a:ext>
            </a:extLst>
          </p:cNvPr>
          <p:cNvSpPr/>
          <p:nvPr/>
        </p:nvSpPr>
        <p:spPr>
          <a:xfrm>
            <a:off x="1870788" y="380069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8BC0148B-BD70-E039-0E28-AFDED521F90E}"/>
              </a:ext>
            </a:extLst>
          </p:cNvPr>
          <p:cNvSpPr txBox="1"/>
          <p:nvPr/>
        </p:nvSpPr>
        <p:spPr>
          <a:xfrm>
            <a:off x="1956928" y="3913689"/>
            <a:ext cx="110489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F3F2E625-BBF7-BE04-E27F-700681C7FE7A}"/>
              </a:ext>
            </a:extLst>
          </p:cNvPr>
          <p:cNvSpPr/>
          <p:nvPr/>
        </p:nvSpPr>
        <p:spPr>
          <a:xfrm>
            <a:off x="2094756" y="3773989"/>
            <a:ext cx="362712" cy="524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F3C903F-C769-9819-6B2C-714EEA926974}"/>
              </a:ext>
            </a:extLst>
          </p:cNvPr>
          <p:cNvSpPr/>
          <p:nvPr/>
        </p:nvSpPr>
        <p:spPr>
          <a:xfrm>
            <a:off x="2103900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A6D01FB-AB5F-7446-24C1-D4AB78A2DACA}"/>
              </a:ext>
            </a:extLst>
          </p:cNvPr>
          <p:cNvSpPr/>
          <p:nvPr/>
        </p:nvSpPr>
        <p:spPr>
          <a:xfrm>
            <a:off x="214082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B78DEED-E9CB-5EEF-23FE-626B111E3FC2}"/>
              </a:ext>
            </a:extLst>
          </p:cNvPr>
          <p:cNvSpPr txBox="1"/>
          <p:nvPr/>
        </p:nvSpPr>
        <p:spPr>
          <a:xfrm>
            <a:off x="2140820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6177CAE2-942D-99CD-9E5D-C52AC4D38AFC}"/>
              </a:ext>
            </a:extLst>
          </p:cNvPr>
          <p:cNvSpPr/>
          <p:nvPr/>
        </p:nvSpPr>
        <p:spPr>
          <a:xfrm>
            <a:off x="10196339" y="3773989"/>
            <a:ext cx="362711" cy="5242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17CF278E-E538-2EBF-3349-2EACEB28E760}"/>
              </a:ext>
            </a:extLst>
          </p:cNvPr>
          <p:cNvSpPr/>
          <p:nvPr/>
        </p:nvSpPr>
        <p:spPr>
          <a:xfrm>
            <a:off x="10199387" y="3859333"/>
            <a:ext cx="344424" cy="4053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282670BC-F6C0-9285-BEF0-27078481C04B}"/>
              </a:ext>
            </a:extLst>
          </p:cNvPr>
          <p:cNvSpPr/>
          <p:nvPr/>
        </p:nvSpPr>
        <p:spPr>
          <a:xfrm>
            <a:off x="1024171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C412D544-FE35-6046-F350-6F74D3416C67}"/>
              </a:ext>
            </a:extLst>
          </p:cNvPr>
          <p:cNvSpPr txBox="1"/>
          <p:nvPr/>
        </p:nvSpPr>
        <p:spPr>
          <a:xfrm>
            <a:off x="10316072" y="3913689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1D5104E8-AE2E-E9AA-2DB5-359BE2E4AD8D}"/>
              </a:ext>
            </a:extLst>
          </p:cNvPr>
          <p:cNvSpPr/>
          <p:nvPr/>
        </p:nvSpPr>
        <p:spPr>
          <a:xfrm>
            <a:off x="2366028" y="3773989"/>
            <a:ext cx="359663" cy="5242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3DC3704E-DA4A-1E1F-59B8-39DC17FF7508}"/>
              </a:ext>
            </a:extLst>
          </p:cNvPr>
          <p:cNvSpPr/>
          <p:nvPr/>
        </p:nvSpPr>
        <p:spPr>
          <a:xfrm>
            <a:off x="2372123" y="3859333"/>
            <a:ext cx="347471" cy="4053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83D6DBE7-32A6-2C46-2A4C-F0683B80E10E}"/>
              </a:ext>
            </a:extLst>
          </p:cNvPr>
          <p:cNvSpPr/>
          <p:nvPr/>
        </p:nvSpPr>
        <p:spPr>
          <a:xfrm>
            <a:off x="241085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9623F713-4C0A-69AA-D8CA-05BF02F6AC05}"/>
              </a:ext>
            </a:extLst>
          </p:cNvPr>
          <p:cNvSpPr txBox="1"/>
          <p:nvPr/>
        </p:nvSpPr>
        <p:spPr>
          <a:xfrm>
            <a:off x="241084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54F67347-8E44-6B89-9128-549D387037F0}"/>
              </a:ext>
            </a:extLst>
          </p:cNvPr>
          <p:cNvSpPr/>
          <p:nvPr/>
        </p:nvSpPr>
        <p:spPr>
          <a:xfrm>
            <a:off x="2634251" y="3773989"/>
            <a:ext cx="362712" cy="524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8578540A-CDAF-CD39-4439-8595020B816B}"/>
              </a:ext>
            </a:extLst>
          </p:cNvPr>
          <p:cNvSpPr/>
          <p:nvPr/>
        </p:nvSpPr>
        <p:spPr>
          <a:xfrm>
            <a:off x="2643395" y="3859333"/>
            <a:ext cx="344424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672591BB-A3AA-A2E0-E218-C047577934B1}"/>
              </a:ext>
            </a:extLst>
          </p:cNvPr>
          <p:cNvSpPr/>
          <p:nvPr/>
        </p:nvSpPr>
        <p:spPr>
          <a:xfrm>
            <a:off x="268088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D32B48C0-5195-B23E-58F3-ADD92E2B8915}"/>
              </a:ext>
            </a:extLst>
          </p:cNvPr>
          <p:cNvSpPr txBox="1"/>
          <p:nvPr/>
        </p:nvSpPr>
        <p:spPr>
          <a:xfrm>
            <a:off x="268087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6F54DF88-ECD0-376A-2BF0-A5C54FADB4BB}"/>
              </a:ext>
            </a:extLst>
          </p:cNvPr>
          <p:cNvSpPr/>
          <p:nvPr/>
        </p:nvSpPr>
        <p:spPr>
          <a:xfrm>
            <a:off x="2905523" y="3773989"/>
            <a:ext cx="362712" cy="52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250DD8A9-2849-5F70-6489-3A53B778FDF6}"/>
              </a:ext>
            </a:extLst>
          </p:cNvPr>
          <p:cNvSpPr/>
          <p:nvPr/>
        </p:nvSpPr>
        <p:spPr>
          <a:xfrm>
            <a:off x="2914668" y="3859333"/>
            <a:ext cx="344424" cy="4053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2601E2E-6ABB-564E-BE7F-4B73B07F1443}"/>
              </a:ext>
            </a:extLst>
          </p:cNvPr>
          <p:cNvSpPr/>
          <p:nvPr/>
        </p:nvSpPr>
        <p:spPr>
          <a:xfrm>
            <a:off x="295090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DF63A2F6-2857-8940-9F47-9C8E03173C03}"/>
              </a:ext>
            </a:extLst>
          </p:cNvPr>
          <p:cNvSpPr txBox="1"/>
          <p:nvPr/>
        </p:nvSpPr>
        <p:spPr>
          <a:xfrm>
            <a:off x="29509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CEC60337-7866-EAEF-1079-B07F6676114F}"/>
              </a:ext>
            </a:extLst>
          </p:cNvPr>
          <p:cNvSpPr/>
          <p:nvPr/>
        </p:nvSpPr>
        <p:spPr>
          <a:xfrm>
            <a:off x="3173747" y="3773989"/>
            <a:ext cx="362712" cy="52425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73A2973A-8144-E106-976B-396FECD78013}"/>
              </a:ext>
            </a:extLst>
          </p:cNvPr>
          <p:cNvSpPr/>
          <p:nvPr/>
        </p:nvSpPr>
        <p:spPr>
          <a:xfrm>
            <a:off x="3182891" y="3859333"/>
            <a:ext cx="344424" cy="4053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8AD37D07-519E-4499-E3C2-03EFFAD3A98B}"/>
              </a:ext>
            </a:extLst>
          </p:cNvPr>
          <p:cNvSpPr/>
          <p:nvPr/>
        </p:nvSpPr>
        <p:spPr>
          <a:xfrm>
            <a:off x="322094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684D372F-FBA0-8DBF-1ADF-A609260FEC8F}"/>
              </a:ext>
            </a:extLst>
          </p:cNvPr>
          <p:cNvSpPr txBox="1"/>
          <p:nvPr/>
        </p:nvSpPr>
        <p:spPr>
          <a:xfrm>
            <a:off x="32209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106A6005-C074-D735-015D-03223B115994}"/>
              </a:ext>
            </a:extLst>
          </p:cNvPr>
          <p:cNvSpPr/>
          <p:nvPr/>
        </p:nvSpPr>
        <p:spPr>
          <a:xfrm>
            <a:off x="3445019" y="3773989"/>
            <a:ext cx="362712" cy="524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E0D7A143-99BF-E8B1-EC5E-2631ED8502D3}"/>
              </a:ext>
            </a:extLst>
          </p:cNvPr>
          <p:cNvSpPr/>
          <p:nvPr/>
        </p:nvSpPr>
        <p:spPr>
          <a:xfrm>
            <a:off x="3454163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62916108-8F47-A36F-3E5E-826CB0D011AA}"/>
              </a:ext>
            </a:extLst>
          </p:cNvPr>
          <p:cNvSpPr/>
          <p:nvPr/>
        </p:nvSpPr>
        <p:spPr>
          <a:xfrm>
            <a:off x="349096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8905A4AD-2516-AF33-4569-1520C9B953BA}"/>
              </a:ext>
            </a:extLst>
          </p:cNvPr>
          <p:cNvSpPr txBox="1"/>
          <p:nvPr/>
        </p:nvSpPr>
        <p:spPr>
          <a:xfrm>
            <a:off x="349096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0329722D-B324-3E7C-94CF-E0A3F4C1C91C}"/>
              </a:ext>
            </a:extLst>
          </p:cNvPr>
          <p:cNvSpPr/>
          <p:nvPr/>
        </p:nvSpPr>
        <p:spPr>
          <a:xfrm>
            <a:off x="3713244" y="3773989"/>
            <a:ext cx="362712" cy="5242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85791896-D6FA-407D-CDDC-1EF2A9A57E8B}"/>
              </a:ext>
            </a:extLst>
          </p:cNvPr>
          <p:cNvSpPr/>
          <p:nvPr/>
        </p:nvSpPr>
        <p:spPr>
          <a:xfrm>
            <a:off x="3722388" y="3859333"/>
            <a:ext cx="347471" cy="4053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9AD7F949-A1BD-C484-1650-DD815850C433}"/>
              </a:ext>
            </a:extLst>
          </p:cNvPr>
          <p:cNvSpPr/>
          <p:nvPr/>
        </p:nvSpPr>
        <p:spPr>
          <a:xfrm>
            <a:off x="376099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3D813828-9680-3D60-FDED-D622FBCAE3F8}"/>
              </a:ext>
            </a:extLst>
          </p:cNvPr>
          <p:cNvSpPr txBox="1"/>
          <p:nvPr/>
        </p:nvSpPr>
        <p:spPr>
          <a:xfrm>
            <a:off x="376099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AD50D5B1-723D-F179-A899-311212BA7A36}"/>
              </a:ext>
            </a:extLst>
          </p:cNvPr>
          <p:cNvSpPr/>
          <p:nvPr/>
        </p:nvSpPr>
        <p:spPr>
          <a:xfrm>
            <a:off x="3984515" y="3773989"/>
            <a:ext cx="362712" cy="524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B4BA5F60-A40C-383F-BE8E-0FF7D669EA80}"/>
              </a:ext>
            </a:extLst>
          </p:cNvPr>
          <p:cNvSpPr/>
          <p:nvPr/>
        </p:nvSpPr>
        <p:spPr>
          <a:xfrm>
            <a:off x="3993659" y="3859333"/>
            <a:ext cx="344424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2B4E6F62-C825-1BDD-0CE8-8D71E346BC01}"/>
              </a:ext>
            </a:extLst>
          </p:cNvPr>
          <p:cNvSpPr/>
          <p:nvPr/>
        </p:nvSpPr>
        <p:spPr>
          <a:xfrm>
            <a:off x="403102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934C5BD0-CEA2-20DE-DBA0-C9EC44A32948}"/>
              </a:ext>
            </a:extLst>
          </p:cNvPr>
          <p:cNvSpPr txBox="1"/>
          <p:nvPr/>
        </p:nvSpPr>
        <p:spPr>
          <a:xfrm>
            <a:off x="403102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8B3CF136-6782-67CC-8CE3-AC67D25955D1}"/>
              </a:ext>
            </a:extLst>
          </p:cNvPr>
          <p:cNvSpPr/>
          <p:nvPr/>
        </p:nvSpPr>
        <p:spPr>
          <a:xfrm>
            <a:off x="4255788" y="3773989"/>
            <a:ext cx="362712" cy="52425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6">
            <a:extLst>
              <a:ext uri="{FF2B5EF4-FFF2-40B4-BE49-F238E27FC236}">
                <a16:creationId xmlns:a16="http://schemas.microsoft.com/office/drawing/2014/main" id="{0EA42CEE-7D17-A849-2B80-5D1722FC5BAA}"/>
              </a:ext>
            </a:extLst>
          </p:cNvPr>
          <p:cNvSpPr/>
          <p:nvPr/>
        </p:nvSpPr>
        <p:spPr>
          <a:xfrm>
            <a:off x="4264932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6F9A0E99-212A-3455-1AB6-89DFB9CE9488}"/>
              </a:ext>
            </a:extLst>
          </p:cNvPr>
          <p:cNvSpPr/>
          <p:nvPr/>
        </p:nvSpPr>
        <p:spPr>
          <a:xfrm>
            <a:off x="430105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8">
            <a:extLst>
              <a:ext uri="{FF2B5EF4-FFF2-40B4-BE49-F238E27FC236}">
                <a16:creationId xmlns:a16="http://schemas.microsoft.com/office/drawing/2014/main" id="{3353036E-8C78-EAAD-1DD3-BBD6ED399E8F}"/>
              </a:ext>
            </a:extLst>
          </p:cNvPr>
          <p:cNvSpPr txBox="1"/>
          <p:nvPr/>
        </p:nvSpPr>
        <p:spPr>
          <a:xfrm>
            <a:off x="43010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object 49">
            <a:extLst>
              <a:ext uri="{FF2B5EF4-FFF2-40B4-BE49-F238E27FC236}">
                <a16:creationId xmlns:a16="http://schemas.microsoft.com/office/drawing/2014/main" id="{4F78D37A-5E58-5B3F-EAFB-1F8F68A4027A}"/>
              </a:ext>
            </a:extLst>
          </p:cNvPr>
          <p:cNvSpPr/>
          <p:nvPr/>
        </p:nvSpPr>
        <p:spPr>
          <a:xfrm>
            <a:off x="4524012" y="3773989"/>
            <a:ext cx="362712" cy="5242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0">
            <a:extLst>
              <a:ext uri="{FF2B5EF4-FFF2-40B4-BE49-F238E27FC236}">
                <a16:creationId xmlns:a16="http://schemas.microsoft.com/office/drawing/2014/main" id="{0484558A-3848-2CCE-954C-C9EE6F3FFCC3}"/>
              </a:ext>
            </a:extLst>
          </p:cNvPr>
          <p:cNvSpPr/>
          <p:nvPr/>
        </p:nvSpPr>
        <p:spPr>
          <a:xfrm>
            <a:off x="4533156" y="3859333"/>
            <a:ext cx="344424" cy="4053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1">
            <a:extLst>
              <a:ext uri="{FF2B5EF4-FFF2-40B4-BE49-F238E27FC236}">
                <a16:creationId xmlns:a16="http://schemas.microsoft.com/office/drawing/2014/main" id="{E06D64A8-1A8B-C2B5-D1B8-5186FDF37924}"/>
              </a:ext>
            </a:extLst>
          </p:cNvPr>
          <p:cNvSpPr/>
          <p:nvPr/>
        </p:nvSpPr>
        <p:spPr>
          <a:xfrm>
            <a:off x="457108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2">
            <a:extLst>
              <a:ext uri="{FF2B5EF4-FFF2-40B4-BE49-F238E27FC236}">
                <a16:creationId xmlns:a16="http://schemas.microsoft.com/office/drawing/2014/main" id="{1ABF7783-2484-2096-829C-F977570986E2}"/>
              </a:ext>
            </a:extLst>
          </p:cNvPr>
          <p:cNvSpPr txBox="1"/>
          <p:nvPr/>
        </p:nvSpPr>
        <p:spPr>
          <a:xfrm>
            <a:off x="457108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id="{3772D713-2670-6C29-4FAE-3C25A4D8713B}"/>
              </a:ext>
            </a:extLst>
          </p:cNvPr>
          <p:cNvSpPr/>
          <p:nvPr/>
        </p:nvSpPr>
        <p:spPr>
          <a:xfrm>
            <a:off x="4795283" y="3773989"/>
            <a:ext cx="362712" cy="5242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4">
            <a:extLst>
              <a:ext uri="{FF2B5EF4-FFF2-40B4-BE49-F238E27FC236}">
                <a16:creationId xmlns:a16="http://schemas.microsoft.com/office/drawing/2014/main" id="{ED65DDDA-49F8-E2A3-7EBF-73964C22C9D0}"/>
              </a:ext>
            </a:extLst>
          </p:cNvPr>
          <p:cNvSpPr/>
          <p:nvPr/>
        </p:nvSpPr>
        <p:spPr>
          <a:xfrm>
            <a:off x="4804427" y="3859333"/>
            <a:ext cx="344424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5">
            <a:extLst>
              <a:ext uri="{FF2B5EF4-FFF2-40B4-BE49-F238E27FC236}">
                <a16:creationId xmlns:a16="http://schemas.microsoft.com/office/drawing/2014/main" id="{37D68673-4C62-80A4-AFC0-35B15AAB628C}"/>
              </a:ext>
            </a:extLst>
          </p:cNvPr>
          <p:cNvSpPr/>
          <p:nvPr/>
        </p:nvSpPr>
        <p:spPr>
          <a:xfrm>
            <a:off x="484111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6">
            <a:extLst>
              <a:ext uri="{FF2B5EF4-FFF2-40B4-BE49-F238E27FC236}">
                <a16:creationId xmlns:a16="http://schemas.microsoft.com/office/drawing/2014/main" id="{498D6813-5225-4EDD-A5F7-48304DD0E754}"/>
              </a:ext>
            </a:extLst>
          </p:cNvPr>
          <p:cNvSpPr txBox="1"/>
          <p:nvPr/>
        </p:nvSpPr>
        <p:spPr>
          <a:xfrm>
            <a:off x="484111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object 57">
            <a:extLst>
              <a:ext uri="{FF2B5EF4-FFF2-40B4-BE49-F238E27FC236}">
                <a16:creationId xmlns:a16="http://schemas.microsoft.com/office/drawing/2014/main" id="{6CD0A0AD-588B-7AAC-E055-FE6AEA7AD1F6}"/>
              </a:ext>
            </a:extLst>
          </p:cNvPr>
          <p:cNvSpPr/>
          <p:nvPr/>
        </p:nvSpPr>
        <p:spPr>
          <a:xfrm>
            <a:off x="5063508" y="3773989"/>
            <a:ext cx="362712" cy="5242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8">
            <a:extLst>
              <a:ext uri="{FF2B5EF4-FFF2-40B4-BE49-F238E27FC236}">
                <a16:creationId xmlns:a16="http://schemas.microsoft.com/office/drawing/2014/main" id="{86E13D52-9EE7-5C5A-6C7A-E3A2E7082CF2}"/>
              </a:ext>
            </a:extLst>
          </p:cNvPr>
          <p:cNvSpPr/>
          <p:nvPr/>
        </p:nvSpPr>
        <p:spPr>
          <a:xfrm>
            <a:off x="5072652" y="3859333"/>
            <a:ext cx="347472" cy="40538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410456D9-63B0-AB4B-7D12-03234AC596A8}"/>
              </a:ext>
            </a:extLst>
          </p:cNvPr>
          <p:cNvSpPr/>
          <p:nvPr/>
        </p:nvSpPr>
        <p:spPr>
          <a:xfrm>
            <a:off x="511114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7938BFE9-124D-7681-3554-A4F3CEF9B6A2}"/>
              </a:ext>
            </a:extLst>
          </p:cNvPr>
          <p:cNvSpPr txBox="1"/>
          <p:nvPr/>
        </p:nvSpPr>
        <p:spPr>
          <a:xfrm>
            <a:off x="511114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object 61">
            <a:extLst>
              <a:ext uri="{FF2B5EF4-FFF2-40B4-BE49-F238E27FC236}">
                <a16:creationId xmlns:a16="http://schemas.microsoft.com/office/drawing/2014/main" id="{723F15DE-E3D8-2F23-F846-10E4915AD681}"/>
              </a:ext>
            </a:extLst>
          </p:cNvPr>
          <p:cNvSpPr/>
          <p:nvPr/>
        </p:nvSpPr>
        <p:spPr>
          <a:xfrm>
            <a:off x="5334779" y="3773989"/>
            <a:ext cx="362712" cy="52425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2">
            <a:extLst>
              <a:ext uri="{FF2B5EF4-FFF2-40B4-BE49-F238E27FC236}">
                <a16:creationId xmlns:a16="http://schemas.microsoft.com/office/drawing/2014/main" id="{B261830B-307D-9585-C5A9-A7134D733279}"/>
              </a:ext>
            </a:extLst>
          </p:cNvPr>
          <p:cNvSpPr/>
          <p:nvPr/>
        </p:nvSpPr>
        <p:spPr>
          <a:xfrm>
            <a:off x="5343923" y="3859333"/>
            <a:ext cx="344424" cy="4053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3">
            <a:extLst>
              <a:ext uri="{FF2B5EF4-FFF2-40B4-BE49-F238E27FC236}">
                <a16:creationId xmlns:a16="http://schemas.microsoft.com/office/drawing/2014/main" id="{E4D04B1C-74C4-ADA3-106A-0DE6321B0DBA}"/>
              </a:ext>
            </a:extLst>
          </p:cNvPr>
          <p:cNvSpPr/>
          <p:nvPr/>
        </p:nvSpPr>
        <p:spPr>
          <a:xfrm>
            <a:off x="538117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688ADB4C-7BCB-2F6C-C480-E39B2247F4C4}"/>
              </a:ext>
            </a:extLst>
          </p:cNvPr>
          <p:cNvSpPr txBox="1"/>
          <p:nvPr/>
        </p:nvSpPr>
        <p:spPr>
          <a:xfrm>
            <a:off x="5381179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object 65">
            <a:extLst>
              <a:ext uri="{FF2B5EF4-FFF2-40B4-BE49-F238E27FC236}">
                <a16:creationId xmlns:a16="http://schemas.microsoft.com/office/drawing/2014/main" id="{86155548-5EE1-1CB0-D39A-9E410889C5BB}"/>
              </a:ext>
            </a:extLst>
          </p:cNvPr>
          <p:cNvSpPr/>
          <p:nvPr/>
        </p:nvSpPr>
        <p:spPr>
          <a:xfrm>
            <a:off x="5606052" y="3773989"/>
            <a:ext cx="362712" cy="5242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6">
            <a:extLst>
              <a:ext uri="{FF2B5EF4-FFF2-40B4-BE49-F238E27FC236}">
                <a16:creationId xmlns:a16="http://schemas.microsoft.com/office/drawing/2014/main" id="{50E24393-0B47-5241-60E5-2FA56EA2FD25}"/>
              </a:ext>
            </a:extLst>
          </p:cNvPr>
          <p:cNvSpPr/>
          <p:nvPr/>
        </p:nvSpPr>
        <p:spPr>
          <a:xfrm>
            <a:off x="5615196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7">
            <a:extLst>
              <a:ext uri="{FF2B5EF4-FFF2-40B4-BE49-F238E27FC236}">
                <a16:creationId xmlns:a16="http://schemas.microsoft.com/office/drawing/2014/main" id="{1F7AFD90-BCD6-3150-36C1-02FE15FD77D9}"/>
              </a:ext>
            </a:extLst>
          </p:cNvPr>
          <p:cNvSpPr/>
          <p:nvPr/>
        </p:nvSpPr>
        <p:spPr>
          <a:xfrm>
            <a:off x="565121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8">
            <a:extLst>
              <a:ext uri="{FF2B5EF4-FFF2-40B4-BE49-F238E27FC236}">
                <a16:creationId xmlns:a16="http://schemas.microsoft.com/office/drawing/2014/main" id="{2FAB6C05-CC3E-EF17-E085-FC6CD37604E8}"/>
              </a:ext>
            </a:extLst>
          </p:cNvPr>
          <p:cNvSpPr txBox="1"/>
          <p:nvPr/>
        </p:nvSpPr>
        <p:spPr>
          <a:xfrm>
            <a:off x="56512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object 69">
            <a:extLst>
              <a:ext uri="{FF2B5EF4-FFF2-40B4-BE49-F238E27FC236}">
                <a16:creationId xmlns:a16="http://schemas.microsoft.com/office/drawing/2014/main" id="{58F59165-D4AA-45FF-72C9-95639D925271}"/>
              </a:ext>
            </a:extLst>
          </p:cNvPr>
          <p:cNvSpPr/>
          <p:nvPr/>
        </p:nvSpPr>
        <p:spPr>
          <a:xfrm>
            <a:off x="5874276" y="3773989"/>
            <a:ext cx="362712" cy="5242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0">
            <a:extLst>
              <a:ext uri="{FF2B5EF4-FFF2-40B4-BE49-F238E27FC236}">
                <a16:creationId xmlns:a16="http://schemas.microsoft.com/office/drawing/2014/main" id="{8F200DD8-C81F-2FFD-9619-EA7C02530A3C}"/>
              </a:ext>
            </a:extLst>
          </p:cNvPr>
          <p:cNvSpPr/>
          <p:nvPr/>
        </p:nvSpPr>
        <p:spPr>
          <a:xfrm>
            <a:off x="5883420" y="3859333"/>
            <a:ext cx="344424" cy="4053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1">
            <a:extLst>
              <a:ext uri="{FF2B5EF4-FFF2-40B4-BE49-F238E27FC236}">
                <a16:creationId xmlns:a16="http://schemas.microsoft.com/office/drawing/2014/main" id="{45C0ECF8-2AD4-EE92-8FEA-03C547C6BD53}"/>
              </a:ext>
            </a:extLst>
          </p:cNvPr>
          <p:cNvSpPr/>
          <p:nvPr/>
        </p:nvSpPr>
        <p:spPr>
          <a:xfrm>
            <a:off x="592123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2">
            <a:extLst>
              <a:ext uri="{FF2B5EF4-FFF2-40B4-BE49-F238E27FC236}">
                <a16:creationId xmlns:a16="http://schemas.microsoft.com/office/drawing/2014/main" id="{7A5530B9-4E69-0040-C84E-4467C7C1AC85}"/>
              </a:ext>
            </a:extLst>
          </p:cNvPr>
          <p:cNvSpPr txBox="1"/>
          <p:nvPr/>
        </p:nvSpPr>
        <p:spPr>
          <a:xfrm>
            <a:off x="59212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object 73">
            <a:extLst>
              <a:ext uri="{FF2B5EF4-FFF2-40B4-BE49-F238E27FC236}">
                <a16:creationId xmlns:a16="http://schemas.microsoft.com/office/drawing/2014/main" id="{876B7B46-D2E1-8B90-E5ED-E08008114224}"/>
              </a:ext>
            </a:extLst>
          </p:cNvPr>
          <p:cNvSpPr/>
          <p:nvPr/>
        </p:nvSpPr>
        <p:spPr>
          <a:xfrm>
            <a:off x="6145547" y="3773989"/>
            <a:ext cx="362712" cy="524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4">
            <a:extLst>
              <a:ext uri="{FF2B5EF4-FFF2-40B4-BE49-F238E27FC236}">
                <a16:creationId xmlns:a16="http://schemas.microsoft.com/office/drawing/2014/main" id="{1CF6510F-103B-5712-1996-C8D93236627B}"/>
              </a:ext>
            </a:extLst>
          </p:cNvPr>
          <p:cNvSpPr/>
          <p:nvPr/>
        </p:nvSpPr>
        <p:spPr>
          <a:xfrm>
            <a:off x="6154691" y="3859333"/>
            <a:ext cx="344424" cy="40538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5">
            <a:extLst>
              <a:ext uri="{FF2B5EF4-FFF2-40B4-BE49-F238E27FC236}">
                <a16:creationId xmlns:a16="http://schemas.microsoft.com/office/drawing/2014/main" id="{DAF58409-F67E-9391-907D-9B16D092FF19}"/>
              </a:ext>
            </a:extLst>
          </p:cNvPr>
          <p:cNvSpPr/>
          <p:nvPr/>
        </p:nvSpPr>
        <p:spPr>
          <a:xfrm>
            <a:off x="619126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6">
            <a:extLst>
              <a:ext uri="{FF2B5EF4-FFF2-40B4-BE49-F238E27FC236}">
                <a16:creationId xmlns:a16="http://schemas.microsoft.com/office/drawing/2014/main" id="{C8371550-F76F-F3EC-0AC9-1E916C318FA3}"/>
              </a:ext>
            </a:extLst>
          </p:cNvPr>
          <p:cNvSpPr txBox="1"/>
          <p:nvPr/>
        </p:nvSpPr>
        <p:spPr>
          <a:xfrm>
            <a:off x="619126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object 77">
            <a:extLst>
              <a:ext uri="{FF2B5EF4-FFF2-40B4-BE49-F238E27FC236}">
                <a16:creationId xmlns:a16="http://schemas.microsoft.com/office/drawing/2014/main" id="{240BE67D-933A-0518-C421-E84443403177}"/>
              </a:ext>
            </a:extLst>
          </p:cNvPr>
          <p:cNvSpPr/>
          <p:nvPr/>
        </p:nvSpPr>
        <p:spPr>
          <a:xfrm>
            <a:off x="6413771" y="3773989"/>
            <a:ext cx="362712" cy="52425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FF3F3EAA-051F-EFF4-8B6D-DE648F23AD47}"/>
              </a:ext>
            </a:extLst>
          </p:cNvPr>
          <p:cNvSpPr/>
          <p:nvPr/>
        </p:nvSpPr>
        <p:spPr>
          <a:xfrm>
            <a:off x="6422915" y="3859333"/>
            <a:ext cx="344424" cy="40538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9">
            <a:extLst>
              <a:ext uri="{FF2B5EF4-FFF2-40B4-BE49-F238E27FC236}">
                <a16:creationId xmlns:a16="http://schemas.microsoft.com/office/drawing/2014/main" id="{7B6C4921-A01E-B7BF-C07C-A8060F361BD7}"/>
              </a:ext>
            </a:extLst>
          </p:cNvPr>
          <p:cNvSpPr/>
          <p:nvPr/>
        </p:nvSpPr>
        <p:spPr>
          <a:xfrm>
            <a:off x="646129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0">
            <a:extLst>
              <a:ext uri="{FF2B5EF4-FFF2-40B4-BE49-F238E27FC236}">
                <a16:creationId xmlns:a16="http://schemas.microsoft.com/office/drawing/2014/main" id="{F1496FDA-D216-2E2E-D38A-CC5B5F16622B}"/>
              </a:ext>
            </a:extLst>
          </p:cNvPr>
          <p:cNvSpPr txBox="1"/>
          <p:nvPr/>
        </p:nvSpPr>
        <p:spPr>
          <a:xfrm>
            <a:off x="646129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1A9EAC97-808B-8834-0FBE-911B0D6E7BB0}"/>
              </a:ext>
            </a:extLst>
          </p:cNvPr>
          <p:cNvSpPr/>
          <p:nvPr/>
        </p:nvSpPr>
        <p:spPr>
          <a:xfrm>
            <a:off x="6685044" y="3773989"/>
            <a:ext cx="362712" cy="5242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2">
            <a:extLst>
              <a:ext uri="{FF2B5EF4-FFF2-40B4-BE49-F238E27FC236}">
                <a16:creationId xmlns:a16="http://schemas.microsoft.com/office/drawing/2014/main" id="{288B4CC0-BB56-A51B-E272-723DAE49D8D0}"/>
              </a:ext>
            </a:extLst>
          </p:cNvPr>
          <p:cNvSpPr/>
          <p:nvPr/>
        </p:nvSpPr>
        <p:spPr>
          <a:xfrm>
            <a:off x="6694188" y="3859333"/>
            <a:ext cx="344424" cy="40538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3">
            <a:extLst>
              <a:ext uri="{FF2B5EF4-FFF2-40B4-BE49-F238E27FC236}">
                <a16:creationId xmlns:a16="http://schemas.microsoft.com/office/drawing/2014/main" id="{E0FA2F3B-B722-A8E3-6732-5B40085777E6}"/>
              </a:ext>
            </a:extLst>
          </p:cNvPr>
          <p:cNvSpPr/>
          <p:nvPr/>
        </p:nvSpPr>
        <p:spPr>
          <a:xfrm>
            <a:off x="673132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4">
            <a:extLst>
              <a:ext uri="{FF2B5EF4-FFF2-40B4-BE49-F238E27FC236}">
                <a16:creationId xmlns:a16="http://schemas.microsoft.com/office/drawing/2014/main" id="{7116F037-2AAB-B8B1-F61A-13975199C69F}"/>
              </a:ext>
            </a:extLst>
          </p:cNvPr>
          <p:cNvSpPr txBox="1"/>
          <p:nvPr/>
        </p:nvSpPr>
        <p:spPr>
          <a:xfrm>
            <a:off x="6731328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object 85">
            <a:extLst>
              <a:ext uri="{FF2B5EF4-FFF2-40B4-BE49-F238E27FC236}">
                <a16:creationId xmlns:a16="http://schemas.microsoft.com/office/drawing/2014/main" id="{83BE40DE-2520-63F4-2369-447F6F6B95F6}"/>
              </a:ext>
            </a:extLst>
          </p:cNvPr>
          <p:cNvSpPr/>
          <p:nvPr/>
        </p:nvSpPr>
        <p:spPr>
          <a:xfrm>
            <a:off x="6956315" y="3773989"/>
            <a:ext cx="362711" cy="52425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6">
            <a:extLst>
              <a:ext uri="{FF2B5EF4-FFF2-40B4-BE49-F238E27FC236}">
                <a16:creationId xmlns:a16="http://schemas.microsoft.com/office/drawing/2014/main" id="{AA8C018B-24F9-6C24-F764-52270C021E01}"/>
              </a:ext>
            </a:extLst>
          </p:cNvPr>
          <p:cNvSpPr/>
          <p:nvPr/>
        </p:nvSpPr>
        <p:spPr>
          <a:xfrm>
            <a:off x="6962412" y="3859333"/>
            <a:ext cx="347472" cy="40538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7">
            <a:extLst>
              <a:ext uri="{FF2B5EF4-FFF2-40B4-BE49-F238E27FC236}">
                <a16:creationId xmlns:a16="http://schemas.microsoft.com/office/drawing/2014/main" id="{F8043B18-A22F-7D54-6009-DC200E123FAD}"/>
              </a:ext>
            </a:extLst>
          </p:cNvPr>
          <p:cNvSpPr/>
          <p:nvPr/>
        </p:nvSpPr>
        <p:spPr>
          <a:xfrm>
            <a:off x="700136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8">
            <a:extLst>
              <a:ext uri="{FF2B5EF4-FFF2-40B4-BE49-F238E27FC236}">
                <a16:creationId xmlns:a16="http://schemas.microsoft.com/office/drawing/2014/main" id="{0C11162E-FBF8-95E7-C5D2-6AA79D6BB8CC}"/>
              </a:ext>
            </a:extLst>
          </p:cNvPr>
          <p:cNvSpPr txBox="1"/>
          <p:nvPr/>
        </p:nvSpPr>
        <p:spPr>
          <a:xfrm>
            <a:off x="70013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object 89">
            <a:extLst>
              <a:ext uri="{FF2B5EF4-FFF2-40B4-BE49-F238E27FC236}">
                <a16:creationId xmlns:a16="http://schemas.microsoft.com/office/drawing/2014/main" id="{F81BA759-A958-5CEF-C53C-94C373EB38F5}"/>
              </a:ext>
            </a:extLst>
          </p:cNvPr>
          <p:cNvSpPr/>
          <p:nvPr/>
        </p:nvSpPr>
        <p:spPr>
          <a:xfrm>
            <a:off x="7224539" y="3773989"/>
            <a:ext cx="362711" cy="52425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0">
            <a:extLst>
              <a:ext uri="{FF2B5EF4-FFF2-40B4-BE49-F238E27FC236}">
                <a16:creationId xmlns:a16="http://schemas.microsoft.com/office/drawing/2014/main" id="{690A0489-D375-3270-5ED8-73E7DC6593CE}"/>
              </a:ext>
            </a:extLst>
          </p:cNvPr>
          <p:cNvSpPr/>
          <p:nvPr/>
        </p:nvSpPr>
        <p:spPr>
          <a:xfrm>
            <a:off x="7233684" y="3859333"/>
            <a:ext cx="344424" cy="40538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1">
            <a:extLst>
              <a:ext uri="{FF2B5EF4-FFF2-40B4-BE49-F238E27FC236}">
                <a16:creationId xmlns:a16="http://schemas.microsoft.com/office/drawing/2014/main" id="{17C93761-8E0E-2C85-3931-DFF520BB429D}"/>
              </a:ext>
            </a:extLst>
          </p:cNvPr>
          <p:cNvSpPr/>
          <p:nvPr/>
        </p:nvSpPr>
        <p:spPr>
          <a:xfrm>
            <a:off x="727139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2">
            <a:extLst>
              <a:ext uri="{FF2B5EF4-FFF2-40B4-BE49-F238E27FC236}">
                <a16:creationId xmlns:a16="http://schemas.microsoft.com/office/drawing/2014/main" id="{512B6576-FD9E-93AE-E01D-E76F83759697}"/>
              </a:ext>
            </a:extLst>
          </p:cNvPr>
          <p:cNvSpPr txBox="1"/>
          <p:nvPr/>
        </p:nvSpPr>
        <p:spPr>
          <a:xfrm>
            <a:off x="727138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object 93">
            <a:extLst>
              <a:ext uri="{FF2B5EF4-FFF2-40B4-BE49-F238E27FC236}">
                <a16:creationId xmlns:a16="http://schemas.microsoft.com/office/drawing/2014/main" id="{6237C43E-0106-D1F3-0991-03D12F565CB7}"/>
              </a:ext>
            </a:extLst>
          </p:cNvPr>
          <p:cNvSpPr/>
          <p:nvPr/>
        </p:nvSpPr>
        <p:spPr>
          <a:xfrm>
            <a:off x="7495811" y="3773989"/>
            <a:ext cx="362711" cy="52425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4">
            <a:extLst>
              <a:ext uri="{FF2B5EF4-FFF2-40B4-BE49-F238E27FC236}">
                <a16:creationId xmlns:a16="http://schemas.microsoft.com/office/drawing/2014/main" id="{1B1CF3D8-7328-A5A9-DED2-19BD55A0B64C}"/>
              </a:ext>
            </a:extLst>
          </p:cNvPr>
          <p:cNvSpPr/>
          <p:nvPr/>
        </p:nvSpPr>
        <p:spPr>
          <a:xfrm>
            <a:off x="7504956" y="3859333"/>
            <a:ext cx="344424" cy="40538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5">
            <a:extLst>
              <a:ext uri="{FF2B5EF4-FFF2-40B4-BE49-F238E27FC236}">
                <a16:creationId xmlns:a16="http://schemas.microsoft.com/office/drawing/2014/main" id="{E2A2F2F3-53AF-3AF5-E0E5-1E77C0DF4D7F}"/>
              </a:ext>
            </a:extLst>
          </p:cNvPr>
          <p:cNvSpPr/>
          <p:nvPr/>
        </p:nvSpPr>
        <p:spPr>
          <a:xfrm>
            <a:off x="7541418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29" y="0"/>
                </a:moveTo>
                <a:lnTo>
                  <a:pt x="0" y="0"/>
                </a:lnTo>
                <a:lnTo>
                  <a:pt x="0" y="432048"/>
                </a:lnTo>
                <a:lnTo>
                  <a:pt x="270029" y="432048"/>
                </a:lnTo>
                <a:lnTo>
                  <a:pt x="2700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6">
            <a:extLst>
              <a:ext uri="{FF2B5EF4-FFF2-40B4-BE49-F238E27FC236}">
                <a16:creationId xmlns:a16="http://schemas.microsoft.com/office/drawing/2014/main" id="{39773D2B-1F47-366B-CC64-2DA8538D8562}"/>
              </a:ext>
            </a:extLst>
          </p:cNvPr>
          <p:cNvSpPr txBox="1"/>
          <p:nvPr/>
        </p:nvSpPr>
        <p:spPr>
          <a:xfrm>
            <a:off x="754141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object 97">
            <a:extLst>
              <a:ext uri="{FF2B5EF4-FFF2-40B4-BE49-F238E27FC236}">
                <a16:creationId xmlns:a16="http://schemas.microsoft.com/office/drawing/2014/main" id="{EF1B3CBE-646B-6F21-8DBA-5E3E9F29D25A}"/>
              </a:ext>
            </a:extLst>
          </p:cNvPr>
          <p:cNvSpPr/>
          <p:nvPr/>
        </p:nvSpPr>
        <p:spPr>
          <a:xfrm>
            <a:off x="7764036" y="3773989"/>
            <a:ext cx="362711" cy="52425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8">
            <a:extLst>
              <a:ext uri="{FF2B5EF4-FFF2-40B4-BE49-F238E27FC236}">
                <a16:creationId xmlns:a16="http://schemas.microsoft.com/office/drawing/2014/main" id="{AA012917-E658-2DD0-B6C6-E556E21FD912}"/>
              </a:ext>
            </a:extLst>
          </p:cNvPr>
          <p:cNvSpPr/>
          <p:nvPr/>
        </p:nvSpPr>
        <p:spPr>
          <a:xfrm>
            <a:off x="7773179" y="3859333"/>
            <a:ext cx="344424" cy="40538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9">
            <a:extLst>
              <a:ext uri="{FF2B5EF4-FFF2-40B4-BE49-F238E27FC236}">
                <a16:creationId xmlns:a16="http://schemas.microsoft.com/office/drawing/2014/main" id="{8C76C987-0A6F-BF9C-EC45-C1667D361280}"/>
              </a:ext>
            </a:extLst>
          </p:cNvPr>
          <p:cNvSpPr/>
          <p:nvPr/>
        </p:nvSpPr>
        <p:spPr>
          <a:xfrm>
            <a:off x="7811448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0">
            <a:extLst>
              <a:ext uri="{FF2B5EF4-FFF2-40B4-BE49-F238E27FC236}">
                <a16:creationId xmlns:a16="http://schemas.microsoft.com/office/drawing/2014/main" id="{FDC59273-676F-866A-CFDE-71F8C6E21593}"/>
              </a:ext>
            </a:extLst>
          </p:cNvPr>
          <p:cNvSpPr txBox="1"/>
          <p:nvPr/>
        </p:nvSpPr>
        <p:spPr>
          <a:xfrm>
            <a:off x="7811448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object 101">
            <a:extLst>
              <a:ext uri="{FF2B5EF4-FFF2-40B4-BE49-F238E27FC236}">
                <a16:creationId xmlns:a16="http://schemas.microsoft.com/office/drawing/2014/main" id="{32FCC6C6-C31D-1700-2B6F-141CA52BABE1}"/>
              </a:ext>
            </a:extLst>
          </p:cNvPr>
          <p:cNvSpPr/>
          <p:nvPr/>
        </p:nvSpPr>
        <p:spPr>
          <a:xfrm>
            <a:off x="8035308" y="3773989"/>
            <a:ext cx="362711" cy="524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2">
            <a:extLst>
              <a:ext uri="{FF2B5EF4-FFF2-40B4-BE49-F238E27FC236}">
                <a16:creationId xmlns:a16="http://schemas.microsoft.com/office/drawing/2014/main" id="{0CF7D288-67FB-2886-72D5-1321D86665E5}"/>
              </a:ext>
            </a:extLst>
          </p:cNvPr>
          <p:cNvSpPr/>
          <p:nvPr/>
        </p:nvSpPr>
        <p:spPr>
          <a:xfrm>
            <a:off x="8044451" y="3859333"/>
            <a:ext cx="344424" cy="40538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3">
            <a:extLst>
              <a:ext uri="{FF2B5EF4-FFF2-40B4-BE49-F238E27FC236}">
                <a16:creationId xmlns:a16="http://schemas.microsoft.com/office/drawing/2014/main" id="{C6009242-A7F5-B208-067D-875673443309}"/>
              </a:ext>
            </a:extLst>
          </p:cNvPr>
          <p:cNvSpPr/>
          <p:nvPr/>
        </p:nvSpPr>
        <p:spPr>
          <a:xfrm>
            <a:off x="808147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4">
            <a:extLst>
              <a:ext uri="{FF2B5EF4-FFF2-40B4-BE49-F238E27FC236}">
                <a16:creationId xmlns:a16="http://schemas.microsoft.com/office/drawing/2014/main" id="{2A4347A3-4428-8203-5BCD-2A2360338414}"/>
              </a:ext>
            </a:extLst>
          </p:cNvPr>
          <p:cNvSpPr txBox="1"/>
          <p:nvPr/>
        </p:nvSpPr>
        <p:spPr>
          <a:xfrm>
            <a:off x="808147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object 105">
            <a:extLst>
              <a:ext uri="{FF2B5EF4-FFF2-40B4-BE49-F238E27FC236}">
                <a16:creationId xmlns:a16="http://schemas.microsoft.com/office/drawing/2014/main" id="{1975932E-7647-FB44-7B33-3B8029AD9E4B}"/>
              </a:ext>
            </a:extLst>
          </p:cNvPr>
          <p:cNvSpPr/>
          <p:nvPr/>
        </p:nvSpPr>
        <p:spPr>
          <a:xfrm>
            <a:off x="8306579" y="3773989"/>
            <a:ext cx="362711" cy="52425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6">
            <a:extLst>
              <a:ext uri="{FF2B5EF4-FFF2-40B4-BE49-F238E27FC236}">
                <a16:creationId xmlns:a16="http://schemas.microsoft.com/office/drawing/2014/main" id="{6B6A3802-68AD-ACBA-1925-28178F2698AA}"/>
              </a:ext>
            </a:extLst>
          </p:cNvPr>
          <p:cNvSpPr/>
          <p:nvPr/>
        </p:nvSpPr>
        <p:spPr>
          <a:xfrm>
            <a:off x="8312675" y="3859333"/>
            <a:ext cx="347472" cy="40538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7">
            <a:extLst>
              <a:ext uri="{FF2B5EF4-FFF2-40B4-BE49-F238E27FC236}">
                <a16:creationId xmlns:a16="http://schemas.microsoft.com/office/drawing/2014/main" id="{C89ED57C-F8C2-35F8-F17F-7656A8F78EC5}"/>
              </a:ext>
            </a:extLst>
          </p:cNvPr>
          <p:cNvSpPr/>
          <p:nvPr/>
        </p:nvSpPr>
        <p:spPr>
          <a:xfrm>
            <a:off x="835150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8">
            <a:extLst>
              <a:ext uri="{FF2B5EF4-FFF2-40B4-BE49-F238E27FC236}">
                <a16:creationId xmlns:a16="http://schemas.microsoft.com/office/drawing/2014/main" id="{3C2FB245-D4D8-D223-398E-482D91D7ACFF}"/>
              </a:ext>
            </a:extLst>
          </p:cNvPr>
          <p:cNvSpPr txBox="1"/>
          <p:nvPr/>
        </p:nvSpPr>
        <p:spPr>
          <a:xfrm>
            <a:off x="83515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object 109">
            <a:extLst>
              <a:ext uri="{FF2B5EF4-FFF2-40B4-BE49-F238E27FC236}">
                <a16:creationId xmlns:a16="http://schemas.microsoft.com/office/drawing/2014/main" id="{97FAB845-489F-0FFB-1DF5-C2E3B48C18C6}"/>
              </a:ext>
            </a:extLst>
          </p:cNvPr>
          <p:cNvSpPr/>
          <p:nvPr/>
        </p:nvSpPr>
        <p:spPr>
          <a:xfrm>
            <a:off x="8574803" y="3773989"/>
            <a:ext cx="362711" cy="52425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0">
            <a:extLst>
              <a:ext uri="{FF2B5EF4-FFF2-40B4-BE49-F238E27FC236}">
                <a16:creationId xmlns:a16="http://schemas.microsoft.com/office/drawing/2014/main" id="{868AFEF1-2B04-D5E6-01A6-F17F1FB5FBEE}"/>
              </a:ext>
            </a:extLst>
          </p:cNvPr>
          <p:cNvSpPr/>
          <p:nvPr/>
        </p:nvSpPr>
        <p:spPr>
          <a:xfrm>
            <a:off x="8583948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1">
            <a:extLst>
              <a:ext uri="{FF2B5EF4-FFF2-40B4-BE49-F238E27FC236}">
                <a16:creationId xmlns:a16="http://schemas.microsoft.com/office/drawing/2014/main" id="{95B74B88-162B-ADCB-BF5D-0CBED5232A26}"/>
              </a:ext>
            </a:extLst>
          </p:cNvPr>
          <p:cNvSpPr/>
          <p:nvPr/>
        </p:nvSpPr>
        <p:spPr>
          <a:xfrm>
            <a:off x="862153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2">
            <a:extLst>
              <a:ext uri="{FF2B5EF4-FFF2-40B4-BE49-F238E27FC236}">
                <a16:creationId xmlns:a16="http://schemas.microsoft.com/office/drawing/2014/main" id="{BB1CE21C-25BB-4329-9BD1-A0391A2B3995}"/>
              </a:ext>
            </a:extLst>
          </p:cNvPr>
          <p:cNvSpPr txBox="1"/>
          <p:nvPr/>
        </p:nvSpPr>
        <p:spPr>
          <a:xfrm>
            <a:off x="86215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object 113">
            <a:extLst>
              <a:ext uri="{FF2B5EF4-FFF2-40B4-BE49-F238E27FC236}">
                <a16:creationId xmlns:a16="http://schemas.microsoft.com/office/drawing/2014/main" id="{AC4C43A8-D34A-3921-161A-5F3C38791819}"/>
              </a:ext>
            </a:extLst>
          </p:cNvPr>
          <p:cNvSpPr/>
          <p:nvPr/>
        </p:nvSpPr>
        <p:spPr>
          <a:xfrm>
            <a:off x="8846075" y="3773989"/>
            <a:ext cx="362711" cy="5242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4">
            <a:extLst>
              <a:ext uri="{FF2B5EF4-FFF2-40B4-BE49-F238E27FC236}">
                <a16:creationId xmlns:a16="http://schemas.microsoft.com/office/drawing/2014/main" id="{70B04DC1-820C-8E24-E23E-D1E23B6F2789}"/>
              </a:ext>
            </a:extLst>
          </p:cNvPr>
          <p:cNvSpPr/>
          <p:nvPr/>
        </p:nvSpPr>
        <p:spPr>
          <a:xfrm>
            <a:off x="8855220" y="3859333"/>
            <a:ext cx="344424" cy="4053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5">
            <a:extLst>
              <a:ext uri="{FF2B5EF4-FFF2-40B4-BE49-F238E27FC236}">
                <a16:creationId xmlns:a16="http://schemas.microsoft.com/office/drawing/2014/main" id="{FC11BAB4-5460-C120-54BC-5BEA19916F81}"/>
              </a:ext>
            </a:extLst>
          </p:cNvPr>
          <p:cNvSpPr/>
          <p:nvPr/>
        </p:nvSpPr>
        <p:spPr>
          <a:xfrm>
            <a:off x="889156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6">
            <a:extLst>
              <a:ext uri="{FF2B5EF4-FFF2-40B4-BE49-F238E27FC236}">
                <a16:creationId xmlns:a16="http://schemas.microsoft.com/office/drawing/2014/main" id="{EDDA6888-AE47-ECEE-FFFC-E3D1B72296D6}"/>
              </a:ext>
            </a:extLst>
          </p:cNvPr>
          <p:cNvSpPr txBox="1"/>
          <p:nvPr/>
        </p:nvSpPr>
        <p:spPr>
          <a:xfrm>
            <a:off x="889156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object 117">
            <a:extLst>
              <a:ext uri="{FF2B5EF4-FFF2-40B4-BE49-F238E27FC236}">
                <a16:creationId xmlns:a16="http://schemas.microsoft.com/office/drawing/2014/main" id="{A2F30380-D7C1-C73D-4B2C-D6AF2BA3A748}"/>
              </a:ext>
            </a:extLst>
          </p:cNvPr>
          <p:cNvSpPr/>
          <p:nvPr/>
        </p:nvSpPr>
        <p:spPr>
          <a:xfrm>
            <a:off x="9114299" y="3773989"/>
            <a:ext cx="362711" cy="5242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8">
            <a:extLst>
              <a:ext uri="{FF2B5EF4-FFF2-40B4-BE49-F238E27FC236}">
                <a16:creationId xmlns:a16="http://schemas.microsoft.com/office/drawing/2014/main" id="{052F520A-2BE4-2E62-5FFF-5C7CCBB6AD05}"/>
              </a:ext>
            </a:extLst>
          </p:cNvPr>
          <p:cNvSpPr/>
          <p:nvPr/>
        </p:nvSpPr>
        <p:spPr>
          <a:xfrm>
            <a:off x="9123444" y="3859333"/>
            <a:ext cx="344424" cy="40538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9">
            <a:extLst>
              <a:ext uri="{FF2B5EF4-FFF2-40B4-BE49-F238E27FC236}">
                <a16:creationId xmlns:a16="http://schemas.microsoft.com/office/drawing/2014/main" id="{262F5655-216C-2BDB-D073-F401B1D8F818}"/>
              </a:ext>
            </a:extLst>
          </p:cNvPr>
          <p:cNvSpPr/>
          <p:nvPr/>
        </p:nvSpPr>
        <p:spPr>
          <a:xfrm>
            <a:off x="916159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0">
            <a:extLst>
              <a:ext uri="{FF2B5EF4-FFF2-40B4-BE49-F238E27FC236}">
                <a16:creationId xmlns:a16="http://schemas.microsoft.com/office/drawing/2014/main" id="{EB964FF7-AB29-9AC5-5743-25CE160A0C20}"/>
              </a:ext>
            </a:extLst>
          </p:cNvPr>
          <p:cNvSpPr txBox="1"/>
          <p:nvPr/>
        </p:nvSpPr>
        <p:spPr>
          <a:xfrm>
            <a:off x="916159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object 121">
            <a:extLst>
              <a:ext uri="{FF2B5EF4-FFF2-40B4-BE49-F238E27FC236}">
                <a16:creationId xmlns:a16="http://schemas.microsoft.com/office/drawing/2014/main" id="{673538A7-19E8-705A-0D90-4BBD2AD9597E}"/>
              </a:ext>
            </a:extLst>
          </p:cNvPr>
          <p:cNvSpPr/>
          <p:nvPr/>
        </p:nvSpPr>
        <p:spPr>
          <a:xfrm>
            <a:off x="9385572" y="3773989"/>
            <a:ext cx="362711" cy="524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2">
            <a:extLst>
              <a:ext uri="{FF2B5EF4-FFF2-40B4-BE49-F238E27FC236}">
                <a16:creationId xmlns:a16="http://schemas.microsoft.com/office/drawing/2014/main" id="{DCAAF62B-D89C-0241-8709-AF1A46655C09}"/>
              </a:ext>
            </a:extLst>
          </p:cNvPr>
          <p:cNvSpPr/>
          <p:nvPr/>
        </p:nvSpPr>
        <p:spPr>
          <a:xfrm>
            <a:off x="9394715" y="3859333"/>
            <a:ext cx="344424" cy="4053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3">
            <a:extLst>
              <a:ext uri="{FF2B5EF4-FFF2-40B4-BE49-F238E27FC236}">
                <a16:creationId xmlns:a16="http://schemas.microsoft.com/office/drawing/2014/main" id="{D921A674-E812-514F-42D7-88F4071B6D91}"/>
              </a:ext>
            </a:extLst>
          </p:cNvPr>
          <p:cNvSpPr/>
          <p:nvPr/>
        </p:nvSpPr>
        <p:spPr>
          <a:xfrm>
            <a:off x="943162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4">
            <a:extLst>
              <a:ext uri="{FF2B5EF4-FFF2-40B4-BE49-F238E27FC236}">
                <a16:creationId xmlns:a16="http://schemas.microsoft.com/office/drawing/2014/main" id="{D9B0D963-2741-8A80-C1E2-EB8F0DAF3FBB}"/>
              </a:ext>
            </a:extLst>
          </p:cNvPr>
          <p:cNvSpPr txBox="1"/>
          <p:nvPr/>
        </p:nvSpPr>
        <p:spPr>
          <a:xfrm>
            <a:off x="943162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object 125">
            <a:extLst>
              <a:ext uri="{FF2B5EF4-FFF2-40B4-BE49-F238E27FC236}">
                <a16:creationId xmlns:a16="http://schemas.microsoft.com/office/drawing/2014/main" id="{C0635305-3727-A44A-F797-CF76CD3BEC6C}"/>
              </a:ext>
            </a:extLst>
          </p:cNvPr>
          <p:cNvSpPr/>
          <p:nvPr/>
        </p:nvSpPr>
        <p:spPr>
          <a:xfrm>
            <a:off x="9656844" y="3773989"/>
            <a:ext cx="359664" cy="52425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6">
            <a:extLst>
              <a:ext uri="{FF2B5EF4-FFF2-40B4-BE49-F238E27FC236}">
                <a16:creationId xmlns:a16="http://schemas.microsoft.com/office/drawing/2014/main" id="{B7EF1613-9975-EF0E-F560-F916E99F20C2}"/>
              </a:ext>
            </a:extLst>
          </p:cNvPr>
          <p:cNvSpPr/>
          <p:nvPr/>
        </p:nvSpPr>
        <p:spPr>
          <a:xfrm>
            <a:off x="9662939" y="3859333"/>
            <a:ext cx="347472" cy="40538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7">
            <a:extLst>
              <a:ext uri="{FF2B5EF4-FFF2-40B4-BE49-F238E27FC236}">
                <a16:creationId xmlns:a16="http://schemas.microsoft.com/office/drawing/2014/main" id="{26A65AD7-FA0B-68B3-A0AE-248BCC31C18B}"/>
              </a:ext>
            </a:extLst>
          </p:cNvPr>
          <p:cNvSpPr/>
          <p:nvPr/>
        </p:nvSpPr>
        <p:spPr>
          <a:xfrm>
            <a:off x="970165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8">
            <a:extLst>
              <a:ext uri="{FF2B5EF4-FFF2-40B4-BE49-F238E27FC236}">
                <a16:creationId xmlns:a16="http://schemas.microsoft.com/office/drawing/2014/main" id="{8E0E990F-5CF7-AB6D-80A2-A76308C8D979}"/>
              </a:ext>
            </a:extLst>
          </p:cNvPr>
          <p:cNvSpPr txBox="1"/>
          <p:nvPr/>
        </p:nvSpPr>
        <p:spPr>
          <a:xfrm>
            <a:off x="97016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object 129">
            <a:extLst>
              <a:ext uri="{FF2B5EF4-FFF2-40B4-BE49-F238E27FC236}">
                <a16:creationId xmlns:a16="http://schemas.microsoft.com/office/drawing/2014/main" id="{7125E1BD-F73F-5C59-F938-C5B34A7BEB67}"/>
              </a:ext>
            </a:extLst>
          </p:cNvPr>
          <p:cNvSpPr/>
          <p:nvPr/>
        </p:nvSpPr>
        <p:spPr>
          <a:xfrm>
            <a:off x="9925068" y="3773989"/>
            <a:ext cx="362711" cy="52425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0">
            <a:extLst>
              <a:ext uri="{FF2B5EF4-FFF2-40B4-BE49-F238E27FC236}">
                <a16:creationId xmlns:a16="http://schemas.microsoft.com/office/drawing/2014/main" id="{80086D3F-E76B-EE8E-8125-63E747FEF5AE}"/>
              </a:ext>
            </a:extLst>
          </p:cNvPr>
          <p:cNvSpPr/>
          <p:nvPr/>
        </p:nvSpPr>
        <p:spPr>
          <a:xfrm>
            <a:off x="9934211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1">
            <a:extLst>
              <a:ext uri="{FF2B5EF4-FFF2-40B4-BE49-F238E27FC236}">
                <a16:creationId xmlns:a16="http://schemas.microsoft.com/office/drawing/2014/main" id="{A0C5EC7A-8FE7-012C-2791-E80A7A65DC16}"/>
              </a:ext>
            </a:extLst>
          </p:cNvPr>
          <p:cNvSpPr/>
          <p:nvPr/>
        </p:nvSpPr>
        <p:spPr>
          <a:xfrm>
            <a:off x="9971688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2">
            <a:extLst>
              <a:ext uri="{FF2B5EF4-FFF2-40B4-BE49-F238E27FC236}">
                <a16:creationId xmlns:a16="http://schemas.microsoft.com/office/drawing/2014/main" id="{75F78888-BFCB-741C-C9F1-92FE8E885D6E}"/>
              </a:ext>
            </a:extLst>
          </p:cNvPr>
          <p:cNvSpPr txBox="1"/>
          <p:nvPr/>
        </p:nvSpPr>
        <p:spPr>
          <a:xfrm>
            <a:off x="997168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object 133">
            <a:extLst>
              <a:ext uri="{FF2B5EF4-FFF2-40B4-BE49-F238E27FC236}">
                <a16:creationId xmlns:a16="http://schemas.microsoft.com/office/drawing/2014/main" id="{6F470650-B07F-B442-8C7A-9095019703FF}"/>
              </a:ext>
            </a:extLst>
          </p:cNvPr>
          <p:cNvSpPr txBox="1"/>
          <p:nvPr/>
        </p:nvSpPr>
        <p:spPr>
          <a:xfrm>
            <a:off x="7300469" y="3295961"/>
            <a:ext cx="1859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threadIdx.x =</a:t>
            </a:r>
            <a:r>
              <a:rPr sz="1600" b="1" spc="-9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5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3" name="object 134">
            <a:extLst>
              <a:ext uri="{FF2B5EF4-FFF2-40B4-BE49-F238E27FC236}">
                <a16:creationId xmlns:a16="http://schemas.microsoft.com/office/drawing/2014/main" id="{7ADD2F87-CEA7-3446-3EC4-A4D472F9169A}"/>
              </a:ext>
            </a:extLst>
          </p:cNvPr>
          <p:cNvSpPr/>
          <p:nvPr/>
        </p:nvSpPr>
        <p:spPr>
          <a:xfrm>
            <a:off x="6191270" y="4251268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4" name="object 135">
            <a:extLst>
              <a:ext uri="{FF2B5EF4-FFF2-40B4-BE49-F238E27FC236}">
                <a16:creationId xmlns:a16="http://schemas.microsoft.com/office/drawing/2014/main" id="{1BB97854-49D0-5454-2E44-DE50CFA7C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03532"/>
              </p:ext>
            </p:extLst>
          </p:nvPr>
        </p:nvGraphicFramePr>
        <p:xfrm>
          <a:off x="2224336" y="4464546"/>
          <a:ext cx="6311899" cy="141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1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index</a:t>
                      </a:r>
                      <a:r>
                        <a:rPr sz="2000" b="1" spc="-9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threadIdx.x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860"/>
                        </a:lnSpc>
                      </a:pPr>
                      <a:r>
                        <a:rPr sz="1800" b="1" spc="-10" dirty="0" err="1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lang="en-US"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R="29845" algn="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lang="en-US" sz="2000" b="1" spc="-10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lang="en-US" sz="2000" b="1" spc="-5" dirty="0" err="1"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lang="en-US"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860"/>
                        </a:lnSpc>
                      </a:pPr>
                      <a:r>
                        <a:rPr sz="1800" b="1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1800" b="1" spc="-50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9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M;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R="67945" algn="r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5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25"/>
                        </a:lnSpc>
                        <a:tabLst>
                          <a:tab pos="989965" algn="l"/>
                        </a:tabLst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	2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9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8;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71">
                <a:tc>
                  <a:txBody>
                    <a:bodyPr/>
                    <a:lstStyle/>
                    <a:p>
                      <a:pPr marR="67945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21;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" name="object 136">
            <a:extLst>
              <a:ext uri="{FF2B5EF4-FFF2-40B4-BE49-F238E27FC236}">
                <a16:creationId xmlns:a16="http://schemas.microsoft.com/office/drawing/2014/main" id="{E809B7C2-E35C-3226-855B-C695D5B41820}"/>
              </a:ext>
            </a:extLst>
          </p:cNvPr>
          <p:cNvSpPr/>
          <p:nvPr/>
        </p:nvSpPr>
        <p:spPr>
          <a:xfrm>
            <a:off x="1823484" y="2527356"/>
            <a:ext cx="362712" cy="524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7">
            <a:extLst>
              <a:ext uri="{FF2B5EF4-FFF2-40B4-BE49-F238E27FC236}">
                <a16:creationId xmlns:a16="http://schemas.microsoft.com/office/drawing/2014/main" id="{0CEE046B-E1A7-531A-414C-792CAEC0D9B6}"/>
              </a:ext>
            </a:extLst>
          </p:cNvPr>
          <p:cNvSpPr/>
          <p:nvPr/>
        </p:nvSpPr>
        <p:spPr>
          <a:xfrm>
            <a:off x="1870787" y="255304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8">
            <a:extLst>
              <a:ext uri="{FF2B5EF4-FFF2-40B4-BE49-F238E27FC236}">
                <a16:creationId xmlns:a16="http://schemas.microsoft.com/office/drawing/2014/main" id="{53BEFEC8-2FE7-29AB-2FAD-2246C7E7FD6E}"/>
              </a:ext>
            </a:extLst>
          </p:cNvPr>
          <p:cNvSpPr/>
          <p:nvPr/>
        </p:nvSpPr>
        <p:spPr>
          <a:xfrm>
            <a:off x="2094756" y="2527356"/>
            <a:ext cx="362712" cy="5242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9">
            <a:extLst>
              <a:ext uri="{FF2B5EF4-FFF2-40B4-BE49-F238E27FC236}">
                <a16:creationId xmlns:a16="http://schemas.microsoft.com/office/drawing/2014/main" id="{B7DFEA47-6906-D542-9FB0-092FA370B26D}"/>
              </a:ext>
            </a:extLst>
          </p:cNvPr>
          <p:cNvSpPr/>
          <p:nvPr/>
        </p:nvSpPr>
        <p:spPr>
          <a:xfrm>
            <a:off x="10196339" y="2527356"/>
            <a:ext cx="362711" cy="52425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0">
            <a:extLst>
              <a:ext uri="{FF2B5EF4-FFF2-40B4-BE49-F238E27FC236}">
                <a16:creationId xmlns:a16="http://schemas.microsoft.com/office/drawing/2014/main" id="{78F616FE-6290-A47E-7C37-8B610FC1BEDB}"/>
              </a:ext>
            </a:extLst>
          </p:cNvPr>
          <p:cNvSpPr/>
          <p:nvPr/>
        </p:nvSpPr>
        <p:spPr>
          <a:xfrm>
            <a:off x="10241716" y="255304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1">
            <a:extLst>
              <a:ext uri="{FF2B5EF4-FFF2-40B4-BE49-F238E27FC236}">
                <a16:creationId xmlns:a16="http://schemas.microsoft.com/office/drawing/2014/main" id="{694EFB1F-0DF4-9027-3B4C-D4E12C17CF3B}"/>
              </a:ext>
            </a:extLst>
          </p:cNvPr>
          <p:cNvSpPr/>
          <p:nvPr/>
        </p:nvSpPr>
        <p:spPr>
          <a:xfrm>
            <a:off x="2366028" y="2527356"/>
            <a:ext cx="359663" cy="52425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2">
            <a:extLst>
              <a:ext uri="{FF2B5EF4-FFF2-40B4-BE49-F238E27FC236}">
                <a16:creationId xmlns:a16="http://schemas.microsoft.com/office/drawing/2014/main" id="{14A104CC-C9DA-BFFE-B816-DFF8F92AD1BD}"/>
              </a:ext>
            </a:extLst>
          </p:cNvPr>
          <p:cNvSpPr/>
          <p:nvPr/>
        </p:nvSpPr>
        <p:spPr>
          <a:xfrm>
            <a:off x="2634251" y="2527356"/>
            <a:ext cx="362712" cy="5242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3">
            <a:extLst>
              <a:ext uri="{FF2B5EF4-FFF2-40B4-BE49-F238E27FC236}">
                <a16:creationId xmlns:a16="http://schemas.microsoft.com/office/drawing/2014/main" id="{E6A6A855-49CA-D977-B9CB-434E381A7D65}"/>
              </a:ext>
            </a:extLst>
          </p:cNvPr>
          <p:cNvSpPr/>
          <p:nvPr/>
        </p:nvSpPr>
        <p:spPr>
          <a:xfrm>
            <a:off x="2905523" y="2527356"/>
            <a:ext cx="362712" cy="52425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4">
            <a:extLst>
              <a:ext uri="{FF2B5EF4-FFF2-40B4-BE49-F238E27FC236}">
                <a16:creationId xmlns:a16="http://schemas.microsoft.com/office/drawing/2014/main" id="{B59C0173-C31C-3653-558B-F06FC2A1C58C}"/>
              </a:ext>
            </a:extLst>
          </p:cNvPr>
          <p:cNvSpPr/>
          <p:nvPr/>
        </p:nvSpPr>
        <p:spPr>
          <a:xfrm>
            <a:off x="3173747" y="2527356"/>
            <a:ext cx="362712" cy="52425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5">
            <a:extLst>
              <a:ext uri="{FF2B5EF4-FFF2-40B4-BE49-F238E27FC236}">
                <a16:creationId xmlns:a16="http://schemas.microsoft.com/office/drawing/2014/main" id="{C1B512BB-215E-371D-6089-D0215B05C56E}"/>
              </a:ext>
            </a:extLst>
          </p:cNvPr>
          <p:cNvSpPr/>
          <p:nvPr/>
        </p:nvSpPr>
        <p:spPr>
          <a:xfrm>
            <a:off x="3445019" y="2527356"/>
            <a:ext cx="362712" cy="52425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6">
            <a:extLst>
              <a:ext uri="{FF2B5EF4-FFF2-40B4-BE49-F238E27FC236}">
                <a16:creationId xmlns:a16="http://schemas.microsoft.com/office/drawing/2014/main" id="{D3A4BC8A-3C94-E04C-052D-A6391FC08F00}"/>
              </a:ext>
            </a:extLst>
          </p:cNvPr>
          <p:cNvSpPr/>
          <p:nvPr/>
        </p:nvSpPr>
        <p:spPr>
          <a:xfrm>
            <a:off x="3713244" y="2527356"/>
            <a:ext cx="362712" cy="5242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7">
            <a:extLst>
              <a:ext uri="{FF2B5EF4-FFF2-40B4-BE49-F238E27FC236}">
                <a16:creationId xmlns:a16="http://schemas.microsoft.com/office/drawing/2014/main" id="{9E9DB184-110C-205E-F19F-D5B7255AC228}"/>
              </a:ext>
            </a:extLst>
          </p:cNvPr>
          <p:cNvSpPr/>
          <p:nvPr/>
        </p:nvSpPr>
        <p:spPr>
          <a:xfrm>
            <a:off x="3984515" y="2527356"/>
            <a:ext cx="362712" cy="52425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8">
            <a:extLst>
              <a:ext uri="{FF2B5EF4-FFF2-40B4-BE49-F238E27FC236}">
                <a16:creationId xmlns:a16="http://schemas.microsoft.com/office/drawing/2014/main" id="{C4611650-542E-F43C-23CD-49799166AACA}"/>
              </a:ext>
            </a:extLst>
          </p:cNvPr>
          <p:cNvSpPr/>
          <p:nvPr/>
        </p:nvSpPr>
        <p:spPr>
          <a:xfrm>
            <a:off x="4255788" y="2527356"/>
            <a:ext cx="362712" cy="5242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9">
            <a:extLst>
              <a:ext uri="{FF2B5EF4-FFF2-40B4-BE49-F238E27FC236}">
                <a16:creationId xmlns:a16="http://schemas.microsoft.com/office/drawing/2014/main" id="{119835FD-4A6C-786C-2383-8230F3F525FF}"/>
              </a:ext>
            </a:extLst>
          </p:cNvPr>
          <p:cNvSpPr/>
          <p:nvPr/>
        </p:nvSpPr>
        <p:spPr>
          <a:xfrm>
            <a:off x="4524012" y="2527356"/>
            <a:ext cx="362712" cy="52425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0">
            <a:extLst>
              <a:ext uri="{FF2B5EF4-FFF2-40B4-BE49-F238E27FC236}">
                <a16:creationId xmlns:a16="http://schemas.microsoft.com/office/drawing/2014/main" id="{F7B86B97-8416-B810-5FF2-81BAF47D9E72}"/>
              </a:ext>
            </a:extLst>
          </p:cNvPr>
          <p:cNvSpPr/>
          <p:nvPr/>
        </p:nvSpPr>
        <p:spPr>
          <a:xfrm>
            <a:off x="4795283" y="2527356"/>
            <a:ext cx="362712" cy="52425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1">
            <a:extLst>
              <a:ext uri="{FF2B5EF4-FFF2-40B4-BE49-F238E27FC236}">
                <a16:creationId xmlns:a16="http://schemas.microsoft.com/office/drawing/2014/main" id="{63D52AF5-DD29-E8CE-E392-24AFBA56AB37}"/>
              </a:ext>
            </a:extLst>
          </p:cNvPr>
          <p:cNvSpPr/>
          <p:nvPr/>
        </p:nvSpPr>
        <p:spPr>
          <a:xfrm>
            <a:off x="5063508" y="2527356"/>
            <a:ext cx="362712" cy="5242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2">
            <a:extLst>
              <a:ext uri="{FF2B5EF4-FFF2-40B4-BE49-F238E27FC236}">
                <a16:creationId xmlns:a16="http://schemas.microsoft.com/office/drawing/2014/main" id="{9A9E8DB5-C909-13EF-1592-BBC881CEA55C}"/>
              </a:ext>
            </a:extLst>
          </p:cNvPr>
          <p:cNvSpPr/>
          <p:nvPr/>
        </p:nvSpPr>
        <p:spPr>
          <a:xfrm>
            <a:off x="5334779" y="2527356"/>
            <a:ext cx="362712" cy="52425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3">
            <a:extLst>
              <a:ext uri="{FF2B5EF4-FFF2-40B4-BE49-F238E27FC236}">
                <a16:creationId xmlns:a16="http://schemas.microsoft.com/office/drawing/2014/main" id="{7C878503-DAAB-CFE7-15C6-2BA693291907}"/>
              </a:ext>
            </a:extLst>
          </p:cNvPr>
          <p:cNvSpPr/>
          <p:nvPr/>
        </p:nvSpPr>
        <p:spPr>
          <a:xfrm>
            <a:off x="5606052" y="2527356"/>
            <a:ext cx="362712" cy="52425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4">
            <a:extLst>
              <a:ext uri="{FF2B5EF4-FFF2-40B4-BE49-F238E27FC236}">
                <a16:creationId xmlns:a16="http://schemas.microsoft.com/office/drawing/2014/main" id="{FDF3ABB9-B2EC-47C4-58A7-5E02C1373558}"/>
              </a:ext>
            </a:extLst>
          </p:cNvPr>
          <p:cNvSpPr/>
          <p:nvPr/>
        </p:nvSpPr>
        <p:spPr>
          <a:xfrm>
            <a:off x="5874276" y="2527356"/>
            <a:ext cx="362712" cy="52425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5">
            <a:extLst>
              <a:ext uri="{FF2B5EF4-FFF2-40B4-BE49-F238E27FC236}">
                <a16:creationId xmlns:a16="http://schemas.microsoft.com/office/drawing/2014/main" id="{2E44F70B-0831-60FC-9C60-90EB1CB7EE99}"/>
              </a:ext>
            </a:extLst>
          </p:cNvPr>
          <p:cNvSpPr/>
          <p:nvPr/>
        </p:nvSpPr>
        <p:spPr>
          <a:xfrm>
            <a:off x="6145547" y="2527356"/>
            <a:ext cx="362712" cy="52425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6">
            <a:extLst>
              <a:ext uri="{FF2B5EF4-FFF2-40B4-BE49-F238E27FC236}">
                <a16:creationId xmlns:a16="http://schemas.microsoft.com/office/drawing/2014/main" id="{543715D5-3BDE-C28D-D523-D5BD8B76BFFE}"/>
              </a:ext>
            </a:extLst>
          </p:cNvPr>
          <p:cNvSpPr/>
          <p:nvPr/>
        </p:nvSpPr>
        <p:spPr>
          <a:xfrm>
            <a:off x="6413771" y="2527356"/>
            <a:ext cx="362712" cy="52425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7">
            <a:extLst>
              <a:ext uri="{FF2B5EF4-FFF2-40B4-BE49-F238E27FC236}">
                <a16:creationId xmlns:a16="http://schemas.microsoft.com/office/drawing/2014/main" id="{C5947C80-8F77-C3E7-F473-EA33CC945AA1}"/>
              </a:ext>
            </a:extLst>
          </p:cNvPr>
          <p:cNvSpPr/>
          <p:nvPr/>
        </p:nvSpPr>
        <p:spPr>
          <a:xfrm>
            <a:off x="6685044" y="2527356"/>
            <a:ext cx="362712" cy="52425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8">
            <a:extLst>
              <a:ext uri="{FF2B5EF4-FFF2-40B4-BE49-F238E27FC236}">
                <a16:creationId xmlns:a16="http://schemas.microsoft.com/office/drawing/2014/main" id="{06448A80-EA16-6231-1A2F-C2356E2A4ADF}"/>
              </a:ext>
            </a:extLst>
          </p:cNvPr>
          <p:cNvSpPr/>
          <p:nvPr/>
        </p:nvSpPr>
        <p:spPr>
          <a:xfrm>
            <a:off x="6956315" y="2527356"/>
            <a:ext cx="362711" cy="52425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9">
            <a:extLst>
              <a:ext uri="{FF2B5EF4-FFF2-40B4-BE49-F238E27FC236}">
                <a16:creationId xmlns:a16="http://schemas.microsoft.com/office/drawing/2014/main" id="{A8F46D26-3711-86EB-9700-71DBA833CDA2}"/>
              </a:ext>
            </a:extLst>
          </p:cNvPr>
          <p:cNvSpPr/>
          <p:nvPr/>
        </p:nvSpPr>
        <p:spPr>
          <a:xfrm>
            <a:off x="7224539" y="2527356"/>
            <a:ext cx="362711" cy="52425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60">
            <a:extLst>
              <a:ext uri="{FF2B5EF4-FFF2-40B4-BE49-F238E27FC236}">
                <a16:creationId xmlns:a16="http://schemas.microsoft.com/office/drawing/2014/main" id="{8A6180BA-40B3-FCAD-7C6C-78DE5BD63E64}"/>
              </a:ext>
            </a:extLst>
          </p:cNvPr>
          <p:cNvSpPr/>
          <p:nvPr/>
        </p:nvSpPr>
        <p:spPr>
          <a:xfrm>
            <a:off x="7495811" y="2527356"/>
            <a:ext cx="362711" cy="52425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1">
            <a:extLst>
              <a:ext uri="{FF2B5EF4-FFF2-40B4-BE49-F238E27FC236}">
                <a16:creationId xmlns:a16="http://schemas.microsoft.com/office/drawing/2014/main" id="{C76576A6-3648-6C52-CFD2-023B9A292FA1}"/>
              </a:ext>
            </a:extLst>
          </p:cNvPr>
          <p:cNvSpPr/>
          <p:nvPr/>
        </p:nvSpPr>
        <p:spPr>
          <a:xfrm>
            <a:off x="7764036" y="2527356"/>
            <a:ext cx="362711" cy="52425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2">
            <a:extLst>
              <a:ext uri="{FF2B5EF4-FFF2-40B4-BE49-F238E27FC236}">
                <a16:creationId xmlns:a16="http://schemas.microsoft.com/office/drawing/2014/main" id="{53E6D856-0CFB-23A7-2322-E66B4530B13B}"/>
              </a:ext>
            </a:extLst>
          </p:cNvPr>
          <p:cNvSpPr/>
          <p:nvPr/>
        </p:nvSpPr>
        <p:spPr>
          <a:xfrm>
            <a:off x="8035308" y="2527356"/>
            <a:ext cx="362711" cy="52425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3">
            <a:extLst>
              <a:ext uri="{FF2B5EF4-FFF2-40B4-BE49-F238E27FC236}">
                <a16:creationId xmlns:a16="http://schemas.microsoft.com/office/drawing/2014/main" id="{4C0DEB15-C12C-7471-1EBB-4F9533A5CAC2}"/>
              </a:ext>
            </a:extLst>
          </p:cNvPr>
          <p:cNvSpPr/>
          <p:nvPr/>
        </p:nvSpPr>
        <p:spPr>
          <a:xfrm>
            <a:off x="8306579" y="2527356"/>
            <a:ext cx="362711" cy="52425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4">
            <a:extLst>
              <a:ext uri="{FF2B5EF4-FFF2-40B4-BE49-F238E27FC236}">
                <a16:creationId xmlns:a16="http://schemas.microsoft.com/office/drawing/2014/main" id="{E5389BE6-8EBF-8F88-53AA-6BD0292C389B}"/>
              </a:ext>
            </a:extLst>
          </p:cNvPr>
          <p:cNvSpPr/>
          <p:nvPr/>
        </p:nvSpPr>
        <p:spPr>
          <a:xfrm>
            <a:off x="8574803" y="2527356"/>
            <a:ext cx="362711" cy="52425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5">
            <a:extLst>
              <a:ext uri="{FF2B5EF4-FFF2-40B4-BE49-F238E27FC236}">
                <a16:creationId xmlns:a16="http://schemas.microsoft.com/office/drawing/2014/main" id="{B632E803-C290-D4F6-013D-EBE301D84328}"/>
              </a:ext>
            </a:extLst>
          </p:cNvPr>
          <p:cNvSpPr/>
          <p:nvPr/>
        </p:nvSpPr>
        <p:spPr>
          <a:xfrm>
            <a:off x="8846075" y="2527356"/>
            <a:ext cx="362711" cy="52425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6">
            <a:extLst>
              <a:ext uri="{FF2B5EF4-FFF2-40B4-BE49-F238E27FC236}">
                <a16:creationId xmlns:a16="http://schemas.microsoft.com/office/drawing/2014/main" id="{17B6F454-9018-93B1-B337-A84703B98BCE}"/>
              </a:ext>
            </a:extLst>
          </p:cNvPr>
          <p:cNvSpPr/>
          <p:nvPr/>
        </p:nvSpPr>
        <p:spPr>
          <a:xfrm>
            <a:off x="9114299" y="2527356"/>
            <a:ext cx="362711" cy="52425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7">
            <a:extLst>
              <a:ext uri="{FF2B5EF4-FFF2-40B4-BE49-F238E27FC236}">
                <a16:creationId xmlns:a16="http://schemas.microsoft.com/office/drawing/2014/main" id="{EFDEDEAA-07A5-2365-D56D-084255342D2D}"/>
              </a:ext>
            </a:extLst>
          </p:cNvPr>
          <p:cNvSpPr/>
          <p:nvPr/>
        </p:nvSpPr>
        <p:spPr>
          <a:xfrm>
            <a:off x="9385572" y="2527356"/>
            <a:ext cx="362711" cy="52425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8">
            <a:extLst>
              <a:ext uri="{FF2B5EF4-FFF2-40B4-BE49-F238E27FC236}">
                <a16:creationId xmlns:a16="http://schemas.microsoft.com/office/drawing/2014/main" id="{6395F3FF-BEC2-934C-D178-0F44B70B8E09}"/>
              </a:ext>
            </a:extLst>
          </p:cNvPr>
          <p:cNvSpPr/>
          <p:nvPr/>
        </p:nvSpPr>
        <p:spPr>
          <a:xfrm>
            <a:off x="9656844" y="2527356"/>
            <a:ext cx="359664" cy="52425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9">
            <a:extLst>
              <a:ext uri="{FF2B5EF4-FFF2-40B4-BE49-F238E27FC236}">
                <a16:creationId xmlns:a16="http://schemas.microsoft.com/office/drawing/2014/main" id="{F8FF9AED-00B1-8D23-E5B1-76097706DE51}"/>
              </a:ext>
            </a:extLst>
          </p:cNvPr>
          <p:cNvSpPr/>
          <p:nvPr/>
        </p:nvSpPr>
        <p:spPr>
          <a:xfrm>
            <a:off x="9925068" y="2527356"/>
            <a:ext cx="362711" cy="52425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70">
            <a:extLst>
              <a:ext uri="{FF2B5EF4-FFF2-40B4-BE49-F238E27FC236}">
                <a16:creationId xmlns:a16="http://schemas.microsoft.com/office/drawing/2014/main" id="{EE0460C7-EACC-AD32-8B90-5C1FDA3A012F}"/>
              </a:ext>
            </a:extLst>
          </p:cNvPr>
          <p:cNvSpPr/>
          <p:nvPr/>
        </p:nvSpPr>
        <p:spPr>
          <a:xfrm>
            <a:off x="1823484" y="2527356"/>
            <a:ext cx="362712" cy="524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1">
            <a:extLst>
              <a:ext uri="{FF2B5EF4-FFF2-40B4-BE49-F238E27FC236}">
                <a16:creationId xmlns:a16="http://schemas.microsoft.com/office/drawing/2014/main" id="{4E81094C-0A2C-EA4C-AD3B-A00FD81AAA7E}"/>
              </a:ext>
            </a:extLst>
          </p:cNvPr>
          <p:cNvSpPr/>
          <p:nvPr/>
        </p:nvSpPr>
        <p:spPr>
          <a:xfrm>
            <a:off x="1850915" y="2624893"/>
            <a:ext cx="323088" cy="359663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2">
            <a:extLst>
              <a:ext uri="{FF2B5EF4-FFF2-40B4-BE49-F238E27FC236}">
                <a16:creationId xmlns:a16="http://schemas.microsoft.com/office/drawing/2014/main" id="{EF768550-550F-6016-9212-934AE8710BDD}"/>
              </a:ext>
            </a:extLst>
          </p:cNvPr>
          <p:cNvSpPr/>
          <p:nvPr/>
        </p:nvSpPr>
        <p:spPr>
          <a:xfrm>
            <a:off x="1870787" y="255304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3">
            <a:extLst>
              <a:ext uri="{FF2B5EF4-FFF2-40B4-BE49-F238E27FC236}">
                <a16:creationId xmlns:a16="http://schemas.microsoft.com/office/drawing/2014/main" id="{FCB53D53-BC59-AC97-FC2E-32B2CBDC38F5}"/>
              </a:ext>
            </a:extLst>
          </p:cNvPr>
          <p:cNvSpPr txBox="1"/>
          <p:nvPr/>
        </p:nvSpPr>
        <p:spPr>
          <a:xfrm>
            <a:off x="1961690" y="2664516"/>
            <a:ext cx="1035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B9E7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object 174">
            <a:extLst>
              <a:ext uri="{FF2B5EF4-FFF2-40B4-BE49-F238E27FC236}">
                <a16:creationId xmlns:a16="http://schemas.microsoft.com/office/drawing/2014/main" id="{3DFD7437-E05C-2792-9C1C-1D88700559EB}"/>
              </a:ext>
            </a:extLst>
          </p:cNvPr>
          <p:cNvSpPr/>
          <p:nvPr/>
        </p:nvSpPr>
        <p:spPr>
          <a:xfrm>
            <a:off x="2094756" y="2527356"/>
            <a:ext cx="362712" cy="5242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5">
            <a:extLst>
              <a:ext uri="{FF2B5EF4-FFF2-40B4-BE49-F238E27FC236}">
                <a16:creationId xmlns:a16="http://schemas.microsoft.com/office/drawing/2014/main" id="{574A475D-BE2D-059A-B715-8179A39E076A}"/>
              </a:ext>
            </a:extLst>
          </p:cNvPr>
          <p:cNvSpPr/>
          <p:nvPr/>
        </p:nvSpPr>
        <p:spPr>
          <a:xfrm>
            <a:off x="2113043" y="2624893"/>
            <a:ext cx="323088" cy="359663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6">
            <a:extLst>
              <a:ext uri="{FF2B5EF4-FFF2-40B4-BE49-F238E27FC236}">
                <a16:creationId xmlns:a16="http://schemas.microsoft.com/office/drawing/2014/main" id="{36CF3916-557F-D963-9B24-D79E74290FD4}"/>
              </a:ext>
            </a:extLst>
          </p:cNvPr>
          <p:cNvSpPr/>
          <p:nvPr/>
        </p:nvSpPr>
        <p:spPr>
          <a:xfrm>
            <a:off x="10196339" y="2527356"/>
            <a:ext cx="362711" cy="52425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7">
            <a:extLst>
              <a:ext uri="{FF2B5EF4-FFF2-40B4-BE49-F238E27FC236}">
                <a16:creationId xmlns:a16="http://schemas.microsoft.com/office/drawing/2014/main" id="{65CACBB8-7B95-98BF-01AB-9AC8BDF6488A}"/>
              </a:ext>
            </a:extLst>
          </p:cNvPr>
          <p:cNvSpPr/>
          <p:nvPr/>
        </p:nvSpPr>
        <p:spPr>
          <a:xfrm>
            <a:off x="10171956" y="2624893"/>
            <a:ext cx="396240" cy="359663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8">
            <a:extLst>
              <a:ext uri="{FF2B5EF4-FFF2-40B4-BE49-F238E27FC236}">
                <a16:creationId xmlns:a16="http://schemas.microsoft.com/office/drawing/2014/main" id="{C90A9F58-2EC9-8BEE-BE38-7B7F71F7A85F}"/>
              </a:ext>
            </a:extLst>
          </p:cNvPr>
          <p:cNvSpPr/>
          <p:nvPr/>
        </p:nvSpPr>
        <p:spPr>
          <a:xfrm>
            <a:off x="10241716" y="255304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9">
            <a:extLst>
              <a:ext uri="{FF2B5EF4-FFF2-40B4-BE49-F238E27FC236}">
                <a16:creationId xmlns:a16="http://schemas.microsoft.com/office/drawing/2014/main" id="{280D309A-665D-F470-4A4F-0B015B34AACD}"/>
              </a:ext>
            </a:extLst>
          </p:cNvPr>
          <p:cNvSpPr txBox="1"/>
          <p:nvPr/>
        </p:nvSpPr>
        <p:spPr>
          <a:xfrm>
            <a:off x="10283526" y="2664516"/>
            <a:ext cx="1746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B9E7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object 180">
            <a:extLst>
              <a:ext uri="{FF2B5EF4-FFF2-40B4-BE49-F238E27FC236}">
                <a16:creationId xmlns:a16="http://schemas.microsoft.com/office/drawing/2014/main" id="{0EAE47AC-F4AE-48E6-E311-282905632930}"/>
              </a:ext>
            </a:extLst>
          </p:cNvPr>
          <p:cNvSpPr/>
          <p:nvPr/>
        </p:nvSpPr>
        <p:spPr>
          <a:xfrm>
            <a:off x="2366028" y="2527356"/>
            <a:ext cx="359663" cy="52425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1">
            <a:extLst>
              <a:ext uri="{FF2B5EF4-FFF2-40B4-BE49-F238E27FC236}">
                <a16:creationId xmlns:a16="http://schemas.microsoft.com/office/drawing/2014/main" id="{17CC4967-EDCD-F09C-40B8-8E08CF17CAE0}"/>
              </a:ext>
            </a:extLst>
          </p:cNvPr>
          <p:cNvSpPr/>
          <p:nvPr/>
        </p:nvSpPr>
        <p:spPr>
          <a:xfrm>
            <a:off x="2384316" y="2624893"/>
            <a:ext cx="323088" cy="359663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2">
            <a:extLst>
              <a:ext uri="{FF2B5EF4-FFF2-40B4-BE49-F238E27FC236}">
                <a16:creationId xmlns:a16="http://schemas.microsoft.com/office/drawing/2014/main" id="{41DBBCEF-8130-6AD0-CA0C-AF9AB46F7519}"/>
              </a:ext>
            </a:extLst>
          </p:cNvPr>
          <p:cNvSpPr/>
          <p:nvPr/>
        </p:nvSpPr>
        <p:spPr>
          <a:xfrm>
            <a:off x="2634251" y="2527356"/>
            <a:ext cx="362712" cy="5242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3">
            <a:extLst>
              <a:ext uri="{FF2B5EF4-FFF2-40B4-BE49-F238E27FC236}">
                <a16:creationId xmlns:a16="http://schemas.microsoft.com/office/drawing/2014/main" id="{4A47C938-D004-CADD-E62E-51D1C82FE1A0}"/>
              </a:ext>
            </a:extLst>
          </p:cNvPr>
          <p:cNvSpPr/>
          <p:nvPr/>
        </p:nvSpPr>
        <p:spPr>
          <a:xfrm>
            <a:off x="2655588" y="2624893"/>
            <a:ext cx="323088" cy="359663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4">
            <a:extLst>
              <a:ext uri="{FF2B5EF4-FFF2-40B4-BE49-F238E27FC236}">
                <a16:creationId xmlns:a16="http://schemas.microsoft.com/office/drawing/2014/main" id="{74695F2E-E6F3-BE6D-B4B4-2E7131A1D57D}"/>
              </a:ext>
            </a:extLst>
          </p:cNvPr>
          <p:cNvSpPr/>
          <p:nvPr/>
        </p:nvSpPr>
        <p:spPr>
          <a:xfrm>
            <a:off x="2905523" y="2527356"/>
            <a:ext cx="362712" cy="52425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5">
            <a:extLst>
              <a:ext uri="{FF2B5EF4-FFF2-40B4-BE49-F238E27FC236}">
                <a16:creationId xmlns:a16="http://schemas.microsoft.com/office/drawing/2014/main" id="{FC384ACA-ADF0-FFE6-4CEA-60CFD29E9BB4}"/>
              </a:ext>
            </a:extLst>
          </p:cNvPr>
          <p:cNvSpPr/>
          <p:nvPr/>
        </p:nvSpPr>
        <p:spPr>
          <a:xfrm>
            <a:off x="2923812" y="2624893"/>
            <a:ext cx="323088" cy="359663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6">
            <a:extLst>
              <a:ext uri="{FF2B5EF4-FFF2-40B4-BE49-F238E27FC236}">
                <a16:creationId xmlns:a16="http://schemas.microsoft.com/office/drawing/2014/main" id="{EBC25B7F-3467-5AC6-0D8A-33F35FB1B49C}"/>
              </a:ext>
            </a:extLst>
          </p:cNvPr>
          <p:cNvSpPr/>
          <p:nvPr/>
        </p:nvSpPr>
        <p:spPr>
          <a:xfrm>
            <a:off x="3173747" y="2527356"/>
            <a:ext cx="362712" cy="52425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7">
            <a:extLst>
              <a:ext uri="{FF2B5EF4-FFF2-40B4-BE49-F238E27FC236}">
                <a16:creationId xmlns:a16="http://schemas.microsoft.com/office/drawing/2014/main" id="{E2EE0B25-9A88-6393-952D-010352EA29D9}"/>
              </a:ext>
            </a:extLst>
          </p:cNvPr>
          <p:cNvSpPr/>
          <p:nvPr/>
        </p:nvSpPr>
        <p:spPr>
          <a:xfrm>
            <a:off x="3195084" y="2624893"/>
            <a:ext cx="323088" cy="359663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8">
            <a:extLst>
              <a:ext uri="{FF2B5EF4-FFF2-40B4-BE49-F238E27FC236}">
                <a16:creationId xmlns:a16="http://schemas.microsoft.com/office/drawing/2014/main" id="{8A7EA9FB-D589-2647-FFAC-399AEC6B3C25}"/>
              </a:ext>
            </a:extLst>
          </p:cNvPr>
          <p:cNvSpPr/>
          <p:nvPr/>
        </p:nvSpPr>
        <p:spPr>
          <a:xfrm>
            <a:off x="3445019" y="2527356"/>
            <a:ext cx="362712" cy="52425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9">
            <a:extLst>
              <a:ext uri="{FF2B5EF4-FFF2-40B4-BE49-F238E27FC236}">
                <a16:creationId xmlns:a16="http://schemas.microsoft.com/office/drawing/2014/main" id="{30F98E15-70F7-9463-4A51-403565EB01B2}"/>
              </a:ext>
            </a:extLst>
          </p:cNvPr>
          <p:cNvSpPr/>
          <p:nvPr/>
        </p:nvSpPr>
        <p:spPr>
          <a:xfrm>
            <a:off x="3463307" y="2624893"/>
            <a:ext cx="323088" cy="359663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90">
            <a:extLst>
              <a:ext uri="{FF2B5EF4-FFF2-40B4-BE49-F238E27FC236}">
                <a16:creationId xmlns:a16="http://schemas.microsoft.com/office/drawing/2014/main" id="{C8C1BDFA-E2D1-9580-F3CB-08C91882FE4A}"/>
              </a:ext>
            </a:extLst>
          </p:cNvPr>
          <p:cNvSpPr/>
          <p:nvPr/>
        </p:nvSpPr>
        <p:spPr>
          <a:xfrm>
            <a:off x="3713244" y="2527356"/>
            <a:ext cx="362712" cy="5242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1">
            <a:extLst>
              <a:ext uri="{FF2B5EF4-FFF2-40B4-BE49-F238E27FC236}">
                <a16:creationId xmlns:a16="http://schemas.microsoft.com/office/drawing/2014/main" id="{064511F9-456C-3147-7E60-12704BCA81B7}"/>
              </a:ext>
            </a:extLst>
          </p:cNvPr>
          <p:cNvSpPr/>
          <p:nvPr/>
        </p:nvSpPr>
        <p:spPr>
          <a:xfrm>
            <a:off x="3734579" y="2624893"/>
            <a:ext cx="323088" cy="359663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2">
            <a:extLst>
              <a:ext uri="{FF2B5EF4-FFF2-40B4-BE49-F238E27FC236}">
                <a16:creationId xmlns:a16="http://schemas.microsoft.com/office/drawing/2014/main" id="{12618AD3-6F6B-0F68-8F7B-8F4E21442349}"/>
              </a:ext>
            </a:extLst>
          </p:cNvPr>
          <p:cNvSpPr/>
          <p:nvPr/>
        </p:nvSpPr>
        <p:spPr>
          <a:xfrm>
            <a:off x="3984515" y="2527356"/>
            <a:ext cx="362712" cy="52425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3">
            <a:extLst>
              <a:ext uri="{FF2B5EF4-FFF2-40B4-BE49-F238E27FC236}">
                <a16:creationId xmlns:a16="http://schemas.microsoft.com/office/drawing/2014/main" id="{335F4C38-28E4-9740-95DD-D78784C8F9DF}"/>
              </a:ext>
            </a:extLst>
          </p:cNvPr>
          <p:cNvSpPr/>
          <p:nvPr/>
        </p:nvSpPr>
        <p:spPr>
          <a:xfrm>
            <a:off x="4005852" y="2624893"/>
            <a:ext cx="323088" cy="359663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4">
            <a:extLst>
              <a:ext uri="{FF2B5EF4-FFF2-40B4-BE49-F238E27FC236}">
                <a16:creationId xmlns:a16="http://schemas.microsoft.com/office/drawing/2014/main" id="{46D52F77-3C6B-9D8B-B21E-D87E76D2F4C0}"/>
              </a:ext>
            </a:extLst>
          </p:cNvPr>
          <p:cNvSpPr/>
          <p:nvPr/>
        </p:nvSpPr>
        <p:spPr>
          <a:xfrm>
            <a:off x="4255788" y="2527356"/>
            <a:ext cx="362712" cy="5242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5">
            <a:extLst>
              <a:ext uri="{FF2B5EF4-FFF2-40B4-BE49-F238E27FC236}">
                <a16:creationId xmlns:a16="http://schemas.microsoft.com/office/drawing/2014/main" id="{80759E04-C602-50E7-FBC6-996EADFD2C93}"/>
              </a:ext>
            </a:extLst>
          </p:cNvPr>
          <p:cNvSpPr/>
          <p:nvPr/>
        </p:nvSpPr>
        <p:spPr>
          <a:xfrm>
            <a:off x="4274076" y="2624893"/>
            <a:ext cx="323088" cy="359663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6">
            <a:extLst>
              <a:ext uri="{FF2B5EF4-FFF2-40B4-BE49-F238E27FC236}">
                <a16:creationId xmlns:a16="http://schemas.microsoft.com/office/drawing/2014/main" id="{9403D305-B6C6-AD05-8E71-C4B5A49FFB38}"/>
              </a:ext>
            </a:extLst>
          </p:cNvPr>
          <p:cNvSpPr/>
          <p:nvPr/>
        </p:nvSpPr>
        <p:spPr>
          <a:xfrm>
            <a:off x="4524012" y="2527356"/>
            <a:ext cx="362712" cy="52425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7">
            <a:extLst>
              <a:ext uri="{FF2B5EF4-FFF2-40B4-BE49-F238E27FC236}">
                <a16:creationId xmlns:a16="http://schemas.microsoft.com/office/drawing/2014/main" id="{0CC4149C-030B-21EC-34F2-A839ECEF91F9}"/>
              </a:ext>
            </a:extLst>
          </p:cNvPr>
          <p:cNvSpPr/>
          <p:nvPr/>
        </p:nvSpPr>
        <p:spPr>
          <a:xfrm>
            <a:off x="4508771" y="2624893"/>
            <a:ext cx="396239" cy="359663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8">
            <a:extLst>
              <a:ext uri="{FF2B5EF4-FFF2-40B4-BE49-F238E27FC236}">
                <a16:creationId xmlns:a16="http://schemas.microsoft.com/office/drawing/2014/main" id="{933429B2-80EE-8769-D17A-D3B9CD287E70}"/>
              </a:ext>
            </a:extLst>
          </p:cNvPr>
          <p:cNvSpPr/>
          <p:nvPr/>
        </p:nvSpPr>
        <p:spPr>
          <a:xfrm>
            <a:off x="4795283" y="2527356"/>
            <a:ext cx="362712" cy="52425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9">
            <a:extLst>
              <a:ext uri="{FF2B5EF4-FFF2-40B4-BE49-F238E27FC236}">
                <a16:creationId xmlns:a16="http://schemas.microsoft.com/office/drawing/2014/main" id="{5F8B3BF0-04A5-F8BB-D528-36ADCE0D01A6}"/>
              </a:ext>
            </a:extLst>
          </p:cNvPr>
          <p:cNvSpPr/>
          <p:nvPr/>
        </p:nvSpPr>
        <p:spPr>
          <a:xfrm>
            <a:off x="4776996" y="2624893"/>
            <a:ext cx="399288" cy="359663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200">
            <a:extLst>
              <a:ext uri="{FF2B5EF4-FFF2-40B4-BE49-F238E27FC236}">
                <a16:creationId xmlns:a16="http://schemas.microsoft.com/office/drawing/2014/main" id="{E5C526E8-96F4-5964-1263-CC656BC9A227}"/>
              </a:ext>
            </a:extLst>
          </p:cNvPr>
          <p:cNvSpPr/>
          <p:nvPr/>
        </p:nvSpPr>
        <p:spPr>
          <a:xfrm>
            <a:off x="5063508" y="2527356"/>
            <a:ext cx="362712" cy="5242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1">
            <a:extLst>
              <a:ext uri="{FF2B5EF4-FFF2-40B4-BE49-F238E27FC236}">
                <a16:creationId xmlns:a16="http://schemas.microsoft.com/office/drawing/2014/main" id="{9EB628AF-804A-D5A1-2A30-AFA69A04CBE7}"/>
              </a:ext>
            </a:extLst>
          </p:cNvPr>
          <p:cNvSpPr/>
          <p:nvPr/>
        </p:nvSpPr>
        <p:spPr>
          <a:xfrm>
            <a:off x="5048268" y="2624893"/>
            <a:ext cx="396239" cy="359663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2">
            <a:extLst>
              <a:ext uri="{FF2B5EF4-FFF2-40B4-BE49-F238E27FC236}">
                <a16:creationId xmlns:a16="http://schemas.microsoft.com/office/drawing/2014/main" id="{31E54416-12E2-9BF0-4938-5E93321FF21F}"/>
              </a:ext>
            </a:extLst>
          </p:cNvPr>
          <p:cNvSpPr/>
          <p:nvPr/>
        </p:nvSpPr>
        <p:spPr>
          <a:xfrm>
            <a:off x="5334779" y="2527356"/>
            <a:ext cx="362712" cy="52425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3">
            <a:extLst>
              <a:ext uri="{FF2B5EF4-FFF2-40B4-BE49-F238E27FC236}">
                <a16:creationId xmlns:a16="http://schemas.microsoft.com/office/drawing/2014/main" id="{9A296CE7-0F11-6E3D-5A51-84DC3A929DCF}"/>
              </a:ext>
            </a:extLst>
          </p:cNvPr>
          <p:cNvSpPr/>
          <p:nvPr/>
        </p:nvSpPr>
        <p:spPr>
          <a:xfrm>
            <a:off x="5316491" y="2624893"/>
            <a:ext cx="399288" cy="359663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4">
            <a:extLst>
              <a:ext uri="{FF2B5EF4-FFF2-40B4-BE49-F238E27FC236}">
                <a16:creationId xmlns:a16="http://schemas.microsoft.com/office/drawing/2014/main" id="{4ACC3A2F-C247-B22F-5F2D-0B64F9B71C25}"/>
              </a:ext>
            </a:extLst>
          </p:cNvPr>
          <p:cNvSpPr/>
          <p:nvPr/>
        </p:nvSpPr>
        <p:spPr>
          <a:xfrm>
            <a:off x="5606052" y="2527356"/>
            <a:ext cx="362712" cy="52425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5">
            <a:extLst>
              <a:ext uri="{FF2B5EF4-FFF2-40B4-BE49-F238E27FC236}">
                <a16:creationId xmlns:a16="http://schemas.microsoft.com/office/drawing/2014/main" id="{76279383-5E80-F148-CFFA-5AC59939A564}"/>
              </a:ext>
            </a:extLst>
          </p:cNvPr>
          <p:cNvSpPr/>
          <p:nvPr/>
        </p:nvSpPr>
        <p:spPr>
          <a:xfrm>
            <a:off x="5587764" y="2624893"/>
            <a:ext cx="396239" cy="359663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6">
            <a:extLst>
              <a:ext uri="{FF2B5EF4-FFF2-40B4-BE49-F238E27FC236}">
                <a16:creationId xmlns:a16="http://schemas.microsoft.com/office/drawing/2014/main" id="{9F317852-2C08-0B9D-9957-06500871A534}"/>
              </a:ext>
            </a:extLst>
          </p:cNvPr>
          <p:cNvSpPr/>
          <p:nvPr/>
        </p:nvSpPr>
        <p:spPr>
          <a:xfrm>
            <a:off x="5874276" y="2527356"/>
            <a:ext cx="362712" cy="52425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7">
            <a:extLst>
              <a:ext uri="{FF2B5EF4-FFF2-40B4-BE49-F238E27FC236}">
                <a16:creationId xmlns:a16="http://schemas.microsoft.com/office/drawing/2014/main" id="{37E6D2A2-6983-615B-3DF7-91070A5D8245}"/>
              </a:ext>
            </a:extLst>
          </p:cNvPr>
          <p:cNvSpPr/>
          <p:nvPr/>
        </p:nvSpPr>
        <p:spPr>
          <a:xfrm>
            <a:off x="5859035" y="2624893"/>
            <a:ext cx="396239" cy="359663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8">
            <a:extLst>
              <a:ext uri="{FF2B5EF4-FFF2-40B4-BE49-F238E27FC236}">
                <a16:creationId xmlns:a16="http://schemas.microsoft.com/office/drawing/2014/main" id="{7EB23800-C7A1-EB5C-6CDB-9B34168B4DDF}"/>
              </a:ext>
            </a:extLst>
          </p:cNvPr>
          <p:cNvSpPr/>
          <p:nvPr/>
        </p:nvSpPr>
        <p:spPr>
          <a:xfrm>
            <a:off x="6145547" y="2527356"/>
            <a:ext cx="362712" cy="52425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9">
            <a:extLst>
              <a:ext uri="{FF2B5EF4-FFF2-40B4-BE49-F238E27FC236}">
                <a16:creationId xmlns:a16="http://schemas.microsoft.com/office/drawing/2014/main" id="{10511E95-E121-969D-C42A-640207F932D1}"/>
              </a:ext>
            </a:extLst>
          </p:cNvPr>
          <p:cNvSpPr/>
          <p:nvPr/>
        </p:nvSpPr>
        <p:spPr>
          <a:xfrm>
            <a:off x="6127259" y="2624893"/>
            <a:ext cx="396239" cy="359663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10">
            <a:extLst>
              <a:ext uri="{FF2B5EF4-FFF2-40B4-BE49-F238E27FC236}">
                <a16:creationId xmlns:a16="http://schemas.microsoft.com/office/drawing/2014/main" id="{7785274D-76F3-8C33-D7A3-D74C3B14DE05}"/>
              </a:ext>
            </a:extLst>
          </p:cNvPr>
          <p:cNvSpPr/>
          <p:nvPr/>
        </p:nvSpPr>
        <p:spPr>
          <a:xfrm>
            <a:off x="6413771" y="2527356"/>
            <a:ext cx="362712" cy="52425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1">
            <a:extLst>
              <a:ext uri="{FF2B5EF4-FFF2-40B4-BE49-F238E27FC236}">
                <a16:creationId xmlns:a16="http://schemas.microsoft.com/office/drawing/2014/main" id="{FA5ED9E4-BEC9-F45B-1D23-263E8ABE9E06}"/>
              </a:ext>
            </a:extLst>
          </p:cNvPr>
          <p:cNvSpPr/>
          <p:nvPr/>
        </p:nvSpPr>
        <p:spPr>
          <a:xfrm>
            <a:off x="6398532" y="2624893"/>
            <a:ext cx="396239" cy="359663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2">
            <a:extLst>
              <a:ext uri="{FF2B5EF4-FFF2-40B4-BE49-F238E27FC236}">
                <a16:creationId xmlns:a16="http://schemas.microsoft.com/office/drawing/2014/main" id="{DC2A23C8-1D12-06C6-5668-8DD7F134049F}"/>
              </a:ext>
            </a:extLst>
          </p:cNvPr>
          <p:cNvSpPr/>
          <p:nvPr/>
        </p:nvSpPr>
        <p:spPr>
          <a:xfrm>
            <a:off x="6685044" y="2527356"/>
            <a:ext cx="362712" cy="52425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3">
            <a:extLst>
              <a:ext uri="{FF2B5EF4-FFF2-40B4-BE49-F238E27FC236}">
                <a16:creationId xmlns:a16="http://schemas.microsoft.com/office/drawing/2014/main" id="{7467E60F-894F-427B-585B-A6317D5EC2E1}"/>
              </a:ext>
            </a:extLst>
          </p:cNvPr>
          <p:cNvSpPr/>
          <p:nvPr/>
        </p:nvSpPr>
        <p:spPr>
          <a:xfrm>
            <a:off x="6666756" y="2624893"/>
            <a:ext cx="399288" cy="359663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4">
            <a:extLst>
              <a:ext uri="{FF2B5EF4-FFF2-40B4-BE49-F238E27FC236}">
                <a16:creationId xmlns:a16="http://schemas.microsoft.com/office/drawing/2014/main" id="{7953213E-BBF9-13D1-720E-3F5A5F363E1D}"/>
              </a:ext>
            </a:extLst>
          </p:cNvPr>
          <p:cNvSpPr/>
          <p:nvPr/>
        </p:nvSpPr>
        <p:spPr>
          <a:xfrm>
            <a:off x="6956315" y="2527356"/>
            <a:ext cx="362711" cy="52425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5">
            <a:extLst>
              <a:ext uri="{FF2B5EF4-FFF2-40B4-BE49-F238E27FC236}">
                <a16:creationId xmlns:a16="http://schemas.microsoft.com/office/drawing/2014/main" id="{76CA9D91-5748-30B8-B639-B25265C583A6}"/>
              </a:ext>
            </a:extLst>
          </p:cNvPr>
          <p:cNvSpPr/>
          <p:nvPr/>
        </p:nvSpPr>
        <p:spPr>
          <a:xfrm>
            <a:off x="6938027" y="2624893"/>
            <a:ext cx="396239" cy="359663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6">
            <a:extLst>
              <a:ext uri="{FF2B5EF4-FFF2-40B4-BE49-F238E27FC236}">
                <a16:creationId xmlns:a16="http://schemas.microsoft.com/office/drawing/2014/main" id="{03E77048-5789-2384-E98D-18F43F381FC3}"/>
              </a:ext>
            </a:extLst>
          </p:cNvPr>
          <p:cNvSpPr/>
          <p:nvPr/>
        </p:nvSpPr>
        <p:spPr>
          <a:xfrm>
            <a:off x="7224539" y="2527356"/>
            <a:ext cx="362711" cy="52425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7">
            <a:extLst>
              <a:ext uri="{FF2B5EF4-FFF2-40B4-BE49-F238E27FC236}">
                <a16:creationId xmlns:a16="http://schemas.microsoft.com/office/drawing/2014/main" id="{96222D15-8041-1673-7823-83EBB7269B4A}"/>
              </a:ext>
            </a:extLst>
          </p:cNvPr>
          <p:cNvSpPr/>
          <p:nvPr/>
        </p:nvSpPr>
        <p:spPr>
          <a:xfrm>
            <a:off x="7206252" y="2624893"/>
            <a:ext cx="399288" cy="359663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8">
            <a:extLst>
              <a:ext uri="{FF2B5EF4-FFF2-40B4-BE49-F238E27FC236}">
                <a16:creationId xmlns:a16="http://schemas.microsoft.com/office/drawing/2014/main" id="{4E295806-67A7-C5CF-DA05-578CFA6D52F3}"/>
              </a:ext>
            </a:extLst>
          </p:cNvPr>
          <p:cNvSpPr/>
          <p:nvPr/>
        </p:nvSpPr>
        <p:spPr>
          <a:xfrm>
            <a:off x="7495811" y="2527356"/>
            <a:ext cx="362711" cy="52425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9">
            <a:extLst>
              <a:ext uri="{FF2B5EF4-FFF2-40B4-BE49-F238E27FC236}">
                <a16:creationId xmlns:a16="http://schemas.microsoft.com/office/drawing/2014/main" id="{F7C5884C-8024-81B0-0AE1-FFF293424585}"/>
              </a:ext>
            </a:extLst>
          </p:cNvPr>
          <p:cNvSpPr/>
          <p:nvPr/>
        </p:nvSpPr>
        <p:spPr>
          <a:xfrm>
            <a:off x="7477524" y="2624893"/>
            <a:ext cx="396240" cy="359663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20">
            <a:extLst>
              <a:ext uri="{FF2B5EF4-FFF2-40B4-BE49-F238E27FC236}">
                <a16:creationId xmlns:a16="http://schemas.microsoft.com/office/drawing/2014/main" id="{A63A69B6-4C81-5D23-1B3F-6D4165B4E834}"/>
              </a:ext>
            </a:extLst>
          </p:cNvPr>
          <p:cNvSpPr/>
          <p:nvPr/>
        </p:nvSpPr>
        <p:spPr>
          <a:xfrm>
            <a:off x="7541418" y="255304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28" y="0"/>
                </a:moveTo>
                <a:lnTo>
                  <a:pt x="0" y="0"/>
                </a:lnTo>
                <a:lnTo>
                  <a:pt x="0" y="432048"/>
                </a:lnTo>
                <a:lnTo>
                  <a:pt x="270028" y="432048"/>
                </a:lnTo>
                <a:lnTo>
                  <a:pt x="2700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1">
            <a:extLst>
              <a:ext uri="{FF2B5EF4-FFF2-40B4-BE49-F238E27FC236}">
                <a16:creationId xmlns:a16="http://schemas.microsoft.com/office/drawing/2014/main" id="{DC3F9F9E-F845-A672-6A1C-857028FD13B6}"/>
              </a:ext>
            </a:extLst>
          </p:cNvPr>
          <p:cNvSpPr/>
          <p:nvPr/>
        </p:nvSpPr>
        <p:spPr>
          <a:xfrm>
            <a:off x="7764036" y="2527356"/>
            <a:ext cx="362711" cy="52425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2">
            <a:extLst>
              <a:ext uri="{FF2B5EF4-FFF2-40B4-BE49-F238E27FC236}">
                <a16:creationId xmlns:a16="http://schemas.microsoft.com/office/drawing/2014/main" id="{47B1AB64-A32A-1DE0-F8C0-CDE73C774545}"/>
              </a:ext>
            </a:extLst>
          </p:cNvPr>
          <p:cNvSpPr/>
          <p:nvPr/>
        </p:nvSpPr>
        <p:spPr>
          <a:xfrm>
            <a:off x="7748796" y="2624893"/>
            <a:ext cx="396240" cy="359663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3">
            <a:extLst>
              <a:ext uri="{FF2B5EF4-FFF2-40B4-BE49-F238E27FC236}">
                <a16:creationId xmlns:a16="http://schemas.microsoft.com/office/drawing/2014/main" id="{825820A6-985D-DB89-4259-BFCC4311EE12}"/>
              </a:ext>
            </a:extLst>
          </p:cNvPr>
          <p:cNvSpPr/>
          <p:nvPr/>
        </p:nvSpPr>
        <p:spPr>
          <a:xfrm>
            <a:off x="8035308" y="2527356"/>
            <a:ext cx="362711" cy="52425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4">
            <a:extLst>
              <a:ext uri="{FF2B5EF4-FFF2-40B4-BE49-F238E27FC236}">
                <a16:creationId xmlns:a16="http://schemas.microsoft.com/office/drawing/2014/main" id="{73560E55-88B8-E6C6-1BF9-4AC6C100CB81}"/>
              </a:ext>
            </a:extLst>
          </p:cNvPr>
          <p:cNvSpPr/>
          <p:nvPr/>
        </p:nvSpPr>
        <p:spPr>
          <a:xfrm>
            <a:off x="8017020" y="2624893"/>
            <a:ext cx="399288" cy="359663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5">
            <a:extLst>
              <a:ext uri="{FF2B5EF4-FFF2-40B4-BE49-F238E27FC236}">
                <a16:creationId xmlns:a16="http://schemas.microsoft.com/office/drawing/2014/main" id="{D9827376-A924-0ECA-65EB-468B7CC822AC}"/>
              </a:ext>
            </a:extLst>
          </p:cNvPr>
          <p:cNvSpPr/>
          <p:nvPr/>
        </p:nvSpPr>
        <p:spPr>
          <a:xfrm>
            <a:off x="8306579" y="2527356"/>
            <a:ext cx="362711" cy="52425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6">
            <a:extLst>
              <a:ext uri="{FF2B5EF4-FFF2-40B4-BE49-F238E27FC236}">
                <a16:creationId xmlns:a16="http://schemas.microsoft.com/office/drawing/2014/main" id="{366DF9DB-F3B2-E7E5-9BFF-0C2A8ED22B4F}"/>
              </a:ext>
            </a:extLst>
          </p:cNvPr>
          <p:cNvSpPr/>
          <p:nvPr/>
        </p:nvSpPr>
        <p:spPr>
          <a:xfrm>
            <a:off x="8288291" y="2624893"/>
            <a:ext cx="396240" cy="359663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7">
            <a:extLst>
              <a:ext uri="{FF2B5EF4-FFF2-40B4-BE49-F238E27FC236}">
                <a16:creationId xmlns:a16="http://schemas.microsoft.com/office/drawing/2014/main" id="{4C52650C-06AF-7D51-C556-AC48B2F2BE3F}"/>
              </a:ext>
            </a:extLst>
          </p:cNvPr>
          <p:cNvSpPr/>
          <p:nvPr/>
        </p:nvSpPr>
        <p:spPr>
          <a:xfrm>
            <a:off x="8574803" y="2527356"/>
            <a:ext cx="362711" cy="52425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8">
            <a:extLst>
              <a:ext uri="{FF2B5EF4-FFF2-40B4-BE49-F238E27FC236}">
                <a16:creationId xmlns:a16="http://schemas.microsoft.com/office/drawing/2014/main" id="{80F0977D-38BE-BC22-E92D-FB17D661E833}"/>
              </a:ext>
            </a:extLst>
          </p:cNvPr>
          <p:cNvSpPr/>
          <p:nvPr/>
        </p:nvSpPr>
        <p:spPr>
          <a:xfrm>
            <a:off x="8556515" y="2624893"/>
            <a:ext cx="399288" cy="359663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9">
            <a:extLst>
              <a:ext uri="{FF2B5EF4-FFF2-40B4-BE49-F238E27FC236}">
                <a16:creationId xmlns:a16="http://schemas.microsoft.com/office/drawing/2014/main" id="{56EE9CAC-A4B1-0EE3-8C87-FF886C3C4378}"/>
              </a:ext>
            </a:extLst>
          </p:cNvPr>
          <p:cNvSpPr/>
          <p:nvPr/>
        </p:nvSpPr>
        <p:spPr>
          <a:xfrm>
            <a:off x="8846075" y="2527356"/>
            <a:ext cx="362711" cy="52425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30">
            <a:extLst>
              <a:ext uri="{FF2B5EF4-FFF2-40B4-BE49-F238E27FC236}">
                <a16:creationId xmlns:a16="http://schemas.microsoft.com/office/drawing/2014/main" id="{64758766-C459-D4E8-4756-1080601C7A38}"/>
              </a:ext>
            </a:extLst>
          </p:cNvPr>
          <p:cNvSpPr/>
          <p:nvPr/>
        </p:nvSpPr>
        <p:spPr>
          <a:xfrm>
            <a:off x="8827787" y="2624893"/>
            <a:ext cx="396240" cy="359663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1">
            <a:extLst>
              <a:ext uri="{FF2B5EF4-FFF2-40B4-BE49-F238E27FC236}">
                <a16:creationId xmlns:a16="http://schemas.microsoft.com/office/drawing/2014/main" id="{BB6ABB33-7F1D-6E38-BD8D-A4C72CA73D95}"/>
              </a:ext>
            </a:extLst>
          </p:cNvPr>
          <p:cNvSpPr/>
          <p:nvPr/>
        </p:nvSpPr>
        <p:spPr>
          <a:xfrm>
            <a:off x="9114299" y="2527356"/>
            <a:ext cx="362711" cy="52425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2">
            <a:extLst>
              <a:ext uri="{FF2B5EF4-FFF2-40B4-BE49-F238E27FC236}">
                <a16:creationId xmlns:a16="http://schemas.microsoft.com/office/drawing/2014/main" id="{0FE9342A-3972-CCEC-E846-5A5A2038A639}"/>
              </a:ext>
            </a:extLst>
          </p:cNvPr>
          <p:cNvSpPr/>
          <p:nvPr/>
        </p:nvSpPr>
        <p:spPr>
          <a:xfrm>
            <a:off x="9099060" y="2624893"/>
            <a:ext cx="396240" cy="359663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3">
            <a:extLst>
              <a:ext uri="{FF2B5EF4-FFF2-40B4-BE49-F238E27FC236}">
                <a16:creationId xmlns:a16="http://schemas.microsoft.com/office/drawing/2014/main" id="{854CE6DD-2AAF-17D2-FCAE-6AC04E247909}"/>
              </a:ext>
            </a:extLst>
          </p:cNvPr>
          <p:cNvSpPr/>
          <p:nvPr/>
        </p:nvSpPr>
        <p:spPr>
          <a:xfrm>
            <a:off x="9385572" y="2527356"/>
            <a:ext cx="362711" cy="52425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4">
            <a:extLst>
              <a:ext uri="{FF2B5EF4-FFF2-40B4-BE49-F238E27FC236}">
                <a16:creationId xmlns:a16="http://schemas.microsoft.com/office/drawing/2014/main" id="{18994BD0-9E6A-EA4A-93B8-C8D19CF6B9FD}"/>
              </a:ext>
            </a:extLst>
          </p:cNvPr>
          <p:cNvSpPr/>
          <p:nvPr/>
        </p:nvSpPr>
        <p:spPr>
          <a:xfrm>
            <a:off x="9367284" y="2624893"/>
            <a:ext cx="399288" cy="359663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5">
            <a:extLst>
              <a:ext uri="{FF2B5EF4-FFF2-40B4-BE49-F238E27FC236}">
                <a16:creationId xmlns:a16="http://schemas.microsoft.com/office/drawing/2014/main" id="{688F6BFF-C550-93BE-ADF3-77873A597698}"/>
              </a:ext>
            </a:extLst>
          </p:cNvPr>
          <p:cNvSpPr/>
          <p:nvPr/>
        </p:nvSpPr>
        <p:spPr>
          <a:xfrm>
            <a:off x="9656844" y="2527356"/>
            <a:ext cx="359664" cy="52425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6">
            <a:extLst>
              <a:ext uri="{FF2B5EF4-FFF2-40B4-BE49-F238E27FC236}">
                <a16:creationId xmlns:a16="http://schemas.microsoft.com/office/drawing/2014/main" id="{2261F56E-12E0-E542-28F1-D40ADEEFCDDC}"/>
              </a:ext>
            </a:extLst>
          </p:cNvPr>
          <p:cNvSpPr/>
          <p:nvPr/>
        </p:nvSpPr>
        <p:spPr>
          <a:xfrm>
            <a:off x="9638556" y="2624893"/>
            <a:ext cx="396240" cy="359663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7">
            <a:extLst>
              <a:ext uri="{FF2B5EF4-FFF2-40B4-BE49-F238E27FC236}">
                <a16:creationId xmlns:a16="http://schemas.microsoft.com/office/drawing/2014/main" id="{4A32FD58-4B7D-7A69-F526-8D5F40787DC3}"/>
              </a:ext>
            </a:extLst>
          </p:cNvPr>
          <p:cNvSpPr/>
          <p:nvPr/>
        </p:nvSpPr>
        <p:spPr>
          <a:xfrm>
            <a:off x="9925068" y="2527356"/>
            <a:ext cx="362711" cy="52425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8">
            <a:extLst>
              <a:ext uri="{FF2B5EF4-FFF2-40B4-BE49-F238E27FC236}">
                <a16:creationId xmlns:a16="http://schemas.microsoft.com/office/drawing/2014/main" id="{C0178D34-0831-7135-BAF2-E6825C593724}"/>
              </a:ext>
            </a:extLst>
          </p:cNvPr>
          <p:cNvSpPr/>
          <p:nvPr/>
        </p:nvSpPr>
        <p:spPr>
          <a:xfrm>
            <a:off x="9906779" y="2624893"/>
            <a:ext cx="399288" cy="359663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8" name="object 239">
            <a:extLst>
              <a:ext uri="{FF2B5EF4-FFF2-40B4-BE49-F238E27FC236}">
                <a16:creationId xmlns:a16="http://schemas.microsoft.com/office/drawing/2014/main" id="{253C480E-D215-A5F8-847F-6CFF84B2A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17634"/>
              </p:ext>
            </p:extLst>
          </p:nvPr>
        </p:nvGraphicFramePr>
        <p:xfrm>
          <a:off x="2158634" y="2547181"/>
          <a:ext cx="8096250" cy="432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9" name="object 240">
            <a:extLst>
              <a:ext uri="{FF2B5EF4-FFF2-40B4-BE49-F238E27FC236}">
                <a16:creationId xmlns:a16="http://schemas.microsoft.com/office/drawing/2014/main" id="{15242B55-6D71-8975-B5BF-6B9B1EDCB71C}"/>
              </a:ext>
            </a:extLst>
          </p:cNvPr>
          <p:cNvSpPr/>
          <p:nvPr/>
        </p:nvSpPr>
        <p:spPr>
          <a:xfrm>
            <a:off x="7676419" y="3603845"/>
            <a:ext cx="273685" cy="306705"/>
          </a:xfrm>
          <a:custGeom>
            <a:avLst/>
            <a:gdLst/>
            <a:ahLst/>
            <a:cxnLst/>
            <a:rect l="l" t="t" r="r" b="b"/>
            <a:pathLst>
              <a:path w="273684" h="306704">
                <a:moveTo>
                  <a:pt x="22098" y="207895"/>
                </a:moveTo>
                <a:lnTo>
                  <a:pt x="19585" y="209563"/>
                </a:lnTo>
                <a:lnTo>
                  <a:pt x="0" y="306618"/>
                </a:lnTo>
                <a:lnTo>
                  <a:pt x="11932" y="302723"/>
                </a:lnTo>
                <a:lnTo>
                  <a:pt x="9839" y="302723"/>
                </a:lnTo>
                <a:lnTo>
                  <a:pt x="2725" y="296391"/>
                </a:lnTo>
                <a:lnTo>
                  <a:pt x="14436" y="283231"/>
                </a:lnTo>
                <a:lnTo>
                  <a:pt x="28922" y="211448"/>
                </a:lnTo>
                <a:lnTo>
                  <a:pt x="27254" y="208936"/>
                </a:lnTo>
                <a:lnTo>
                  <a:pt x="22098" y="207895"/>
                </a:lnTo>
                <a:close/>
              </a:path>
              <a:path w="273684" h="306704">
                <a:moveTo>
                  <a:pt x="14436" y="283231"/>
                </a:moveTo>
                <a:lnTo>
                  <a:pt x="2725" y="296391"/>
                </a:lnTo>
                <a:lnTo>
                  <a:pt x="9839" y="302723"/>
                </a:lnTo>
                <a:lnTo>
                  <a:pt x="11818" y="300499"/>
                </a:lnTo>
                <a:lnTo>
                  <a:pt x="10951" y="300499"/>
                </a:lnTo>
                <a:lnTo>
                  <a:pt x="4805" y="295029"/>
                </a:lnTo>
                <a:lnTo>
                  <a:pt x="12566" y="292496"/>
                </a:lnTo>
                <a:lnTo>
                  <a:pt x="14436" y="283231"/>
                </a:lnTo>
                <a:close/>
              </a:path>
              <a:path w="273684" h="306704">
                <a:moveTo>
                  <a:pt x="91168" y="266840"/>
                </a:moveTo>
                <a:lnTo>
                  <a:pt x="21550" y="289564"/>
                </a:lnTo>
                <a:lnTo>
                  <a:pt x="9839" y="302723"/>
                </a:lnTo>
                <a:lnTo>
                  <a:pt x="11932" y="302723"/>
                </a:lnTo>
                <a:lnTo>
                  <a:pt x="94123" y="275894"/>
                </a:lnTo>
                <a:lnTo>
                  <a:pt x="95488" y="273206"/>
                </a:lnTo>
                <a:lnTo>
                  <a:pt x="93856" y="268206"/>
                </a:lnTo>
                <a:lnTo>
                  <a:pt x="91168" y="266840"/>
                </a:lnTo>
                <a:close/>
              </a:path>
              <a:path w="273684" h="306704">
                <a:moveTo>
                  <a:pt x="12566" y="292496"/>
                </a:moveTo>
                <a:lnTo>
                  <a:pt x="4805" y="295029"/>
                </a:lnTo>
                <a:lnTo>
                  <a:pt x="10951" y="300499"/>
                </a:lnTo>
                <a:lnTo>
                  <a:pt x="12566" y="292496"/>
                </a:lnTo>
                <a:close/>
              </a:path>
              <a:path w="273684" h="306704">
                <a:moveTo>
                  <a:pt x="21550" y="289564"/>
                </a:moveTo>
                <a:lnTo>
                  <a:pt x="12566" y="292496"/>
                </a:lnTo>
                <a:lnTo>
                  <a:pt x="10951" y="300499"/>
                </a:lnTo>
                <a:lnTo>
                  <a:pt x="11818" y="300499"/>
                </a:lnTo>
                <a:lnTo>
                  <a:pt x="21550" y="289564"/>
                </a:lnTo>
                <a:close/>
              </a:path>
              <a:path w="273684" h="306704">
                <a:moveTo>
                  <a:pt x="266486" y="0"/>
                </a:moveTo>
                <a:lnTo>
                  <a:pt x="14436" y="283231"/>
                </a:lnTo>
                <a:lnTo>
                  <a:pt x="12566" y="292496"/>
                </a:lnTo>
                <a:lnTo>
                  <a:pt x="21550" y="289564"/>
                </a:lnTo>
                <a:lnTo>
                  <a:pt x="273602" y="6332"/>
                </a:lnTo>
                <a:lnTo>
                  <a:pt x="266486" y="0"/>
                </a:lnTo>
                <a:close/>
              </a:path>
            </a:pathLst>
          </a:custGeom>
          <a:solidFill>
            <a:srgbClr val="89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1">
            <a:extLst>
              <a:ext uri="{FF2B5EF4-FFF2-40B4-BE49-F238E27FC236}">
                <a16:creationId xmlns:a16="http://schemas.microsoft.com/office/drawing/2014/main" id="{C9A68968-49BB-EB9D-8D15-2ABE7304D64C}"/>
              </a:ext>
            </a:extLst>
          </p:cNvPr>
          <p:cNvSpPr/>
          <p:nvPr/>
        </p:nvSpPr>
        <p:spPr>
          <a:xfrm>
            <a:off x="1874358" y="3598168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202521"/>
                </a:moveTo>
                <a:lnTo>
                  <a:pt x="2153891" y="163105"/>
                </a:lnTo>
                <a:lnTo>
                  <a:pt x="2136579" y="130919"/>
                </a:lnTo>
                <a:lnTo>
                  <a:pt x="2110900" y="109218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93302"/>
                </a:lnTo>
                <a:lnTo>
                  <a:pt x="1103781" y="71601"/>
                </a:lnTo>
                <a:lnTo>
                  <a:pt x="1086468" y="39415"/>
                </a:lnTo>
                <a:lnTo>
                  <a:pt x="1080120" y="0"/>
                </a:lnTo>
                <a:lnTo>
                  <a:pt x="1073771" y="39415"/>
                </a:lnTo>
                <a:lnTo>
                  <a:pt x="1056458" y="71601"/>
                </a:lnTo>
                <a:lnTo>
                  <a:pt x="1030780" y="93302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109218"/>
                </a:lnTo>
                <a:lnTo>
                  <a:pt x="23661" y="130919"/>
                </a:lnTo>
                <a:lnTo>
                  <a:pt x="6348" y="163105"/>
                </a:lnTo>
                <a:lnTo>
                  <a:pt x="0" y="202521"/>
                </a:lnTo>
              </a:path>
            </a:pathLst>
          </a:custGeom>
          <a:ln w="952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2">
            <a:extLst>
              <a:ext uri="{FF2B5EF4-FFF2-40B4-BE49-F238E27FC236}">
                <a16:creationId xmlns:a16="http://schemas.microsoft.com/office/drawing/2014/main" id="{D44F36C6-A9A8-956C-1439-49878760BEE3}"/>
              </a:ext>
            </a:extLst>
          </p:cNvPr>
          <p:cNvSpPr txBox="1"/>
          <p:nvPr/>
        </p:nvSpPr>
        <p:spPr>
          <a:xfrm>
            <a:off x="2672299" y="3324409"/>
            <a:ext cx="557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 =</a:t>
            </a:r>
            <a:r>
              <a:rPr sz="1400" b="1" spc="-114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8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2" name="灯片编号占位符 241">
            <a:extLst>
              <a:ext uri="{FF2B5EF4-FFF2-40B4-BE49-F238E27FC236}">
                <a16:creationId xmlns:a16="http://schemas.microsoft.com/office/drawing/2014/main" id="{40526EC0-6DD9-7C8C-5B2D-0D8A7256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17028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16927-3943-A448-9539-0E6B841F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D86D62-522C-0E76-A33F-3F8C05A7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1017224" cy="792088"/>
          </a:xfrm>
        </p:spPr>
        <p:txBody>
          <a:bodyPr/>
          <a:lstStyle/>
          <a:p>
            <a:r>
              <a:rPr lang="en-US" sz="3200" dirty="0"/>
              <a:t>VECTOR ADDITION WITH BLOCKS AND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11440D-12FD-EEC8-CB29-FAA41A51D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688632"/>
          </a:xfrm>
        </p:spPr>
        <p:txBody>
          <a:bodyPr/>
          <a:lstStyle/>
          <a:p>
            <a:r>
              <a:rPr lang="en-US" dirty="0"/>
              <a:t>Use the built-in variable </a:t>
            </a:r>
            <a:r>
              <a:rPr lang="en-US" dirty="0" err="1">
                <a:solidFill>
                  <a:srgbClr val="FFC000"/>
                </a:solidFill>
              </a:rPr>
              <a:t>blockDim.x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for threads per block</a:t>
            </a:r>
          </a:p>
          <a:p>
            <a:pPr marL="540385" lvl="2" indent="0">
              <a:buNone/>
            </a:pPr>
            <a:r>
              <a:rPr lang="en-US" dirty="0"/>
              <a:t>	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index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endParaRPr lang="en-US" sz="2000" b="1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Combined version of add() to use parallel threads and parallel blocks:</a:t>
            </a:r>
          </a:p>
          <a:p>
            <a:pPr marL="814705" lvl="3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 void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add(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*a,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*b,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*c) {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index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c[index] = a[index] + b[index];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What changes need to be made in main()?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3DFC1A-285B-F26B-72CF-ADF5F864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815229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7F15-ADA7-B535-85B4-DB914B58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A41EEB1-6B8C-2BCC-3639-94AF0BA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441160" cy="792088"/>
          </a:xfrm>
        </p:spPr>
        <p:txBody>
          <a:bodyPr/>
          <a:lstStyle/>
          <a:p>
            <a:r>
              <a:rPr lang="en-US" dirty="0"/>
              <a:t>ADDITION WITH BLOCKS AND THREADS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81BC43A-1376-7692-A88C-D1584830E8D2}"/>
              </a:ext>
            </a:extLst>
          </p:cNvPr>
          <p:cNvSpPr txBox="1"/>
          <p:nvPr/>
        </p:nvSpPr>
        <p:spPr>
          <a:xfrm>
            <a:off x="1820541" y="1457722"/>
            <a:ext cx="398399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#define </a:t>
            </a:r>
            <a:r>
              <a:rPr sz="18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 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(2048*2048)  #define THREADS_PER_BLOCK</a:t>
            </a:r>
            <a:r>
              <a:rPr sz="1800" b="1" spc="-10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512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main(void)</a:t>
            </a:r>
            <a:r>
              <a:rPr sz="18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74F4577-C70B-BB20-14BF-928E7732E49A}"/>
              </a:ext>
            </a:extLst>
          </p:cNvPr>
          <p:cNvSpPr txBox="1"/>
          <p:nvPr/>
        </p:nvSpPr>
        <p:spPr>
          <a:xfrm>
            <a:off x="6760840" y="2448322"/>
            <a:ext cx="3712210" cy="6902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14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3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97732FB-2750-712B-EBB7-FFF7598458D8}"/>
              </a:ext>
            </a:extLst>
          </p:cNvPr>
          <p:cNvSpPr txBox="1"/>
          <p:nvPr/>
        </p:nvSpPr>
        <p:spPr>
          <a:xfrm>
            <a:off x="2366641" y="2448322"/>
            <a:ext cx="3711575" cy="100711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*a, *b,</a:t>
            </a:r>
            <a:r>
              <a:rPr sz="18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*d_a, *d_b,</a:t>
            </a:r>
            <a:r>
              <a:rPr sz="18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N *</a:t>
            </a:r>
            <a:r>
              <a:rPr sz="1800" b="1" spc="-1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sizeof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8A7C4B1-D9E4-22E4-AC6E-F3021A7414DC}"/>
              </a:ext>
            </a:extLst>
          </p:cNvPr>
          <p:cNvSpPr txBox="1"/>
          <p:nvPr/>
        </p:nvSpPr>
        <p:spPr>
          <a:xfrm>
            <a:off x="2366641" y="3484642"/>
            <a:ext cx="589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device copies </a:t>
            </a:r>
            <a:r>
              <a:rPr sz="1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spc="-1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87D4C86F-711C-3D10-2F2E-E5039E3DF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896098"/>
              </p:ext>
            </p:extLst>
          </p:nvPr>
        </p:nvGraphicFramePr>
        <p:xfrm>
          <a:off x="2347591" y="3867861"/>
          <a:ext cx="4431030" cy="91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4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072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marR="28575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72">
                <a:tc>
                  <a:txBody>
                    <a:bodyPr/>
                    <a:lstStyle/>
                    <a:p>
                      <a:pPr marR="28575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**)&amp;d_c,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6B4F356C-F67F-78FE-5476-F4B2640F25DC}"/>
              </a:ext>
            </a:extLst>
          </p:cNvPr>
          <p:cNvSpPr txBox="1"/>
          <p:nvPr/>
        </p:nvSpPr>
        <p:spPr>
          <a:xfrm>
            <a:off x="2366641" y="4807474"/>
            <a:ext cx="876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and setup input</a:t>
            </a:r>
            <a:r>
              <a:rPr sz="1800" b="1" i="1" spc="-12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values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4D125954-6760-DBA1-1915-DBE6AB5BC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52433"/>
              </p:ext>
            </p:extLst>
          </p:nvPr>
        </p:nvGraphicFramePr>
        <p:xfrm>
          <a:off x="2347591" y="5187645"/>
          <a:ext cx="5934709" cy="9203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072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r>
                        <a:rPr sz="1800" b="1" spc="-8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304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1039DF-4E85-C838-C791-1787B8E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515730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29B7-5A72-898D-22E9-E77024E4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A3B308-C343-58FA-B422-842F4A54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585176" cy="792088"/>
          </a:xfrm>
        </p:spPr>
        <p:txBody>
          <a:bodyPr/>
          <a:lstStyle/>
          <a:p>
            <a:r>
              <a:rPr lang="en-US" dirty="0"/>
              <a:t>ADDITION WITH BLOCKS AND THREADS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9E0794C-51E5-E38D-D5A9-54C252B91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987391"/>
              </p:ext>
            </p:extLst>
          </p:nvPr>
        </p:nvGraphicFramePr>
        <p:xfrm>
          <a:off x="784176" y="3116925"/>
          <a:ext cx="12222310" cy="31452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2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664">
                <a:tc gridSpan="3"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add</a:t>
                      </a:r>
                      <a:r>
                        <a:rPr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&lt;&lt;&lt;</a:t>
                      </a:r>
                      <a:r>
                        <a:rPr lang="en-US" altLang="zh-CN"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(</a:t>
                      </a:r>
                      <a:r>
                        <a:rPr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N</a:t>
                      </a:r>
                      <a:r>
                        <a:rPr lang="en-US" altLang="zh-CN"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+THREADS</a:t>
                      </a:r>
                      <a:r>
                        <a:rPr lang="en-US" altLang="zh-CN" sz="1800" b="1" spc="-10" dirty="0">
                          <a:solidFill>
                            <a:srgbClr val="FF9933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_PER_BLOCK-1)/THREADS_PER_BLOCK,THREADS_PER_BLOCK&gt;&gt;&gt; </a:t>
                      </a:r>
                      <a:r>
                        <a:rPr lang="en-US" altLang="zh-CN"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(</a:t>
                      </a:r>
                      <a:r>
                        <a:rPr sz="1800" b="1" kern="1200" spc="-10" dirty="0" err="1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d_a</a:t>
                      </a:r>
                      <a:r>
                        <a:rPr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,</a:t>
                      </a:r>
                      <a:r>
                        <a:rPr lang="en-US"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 </a:t>
                      </a:r>
                      <a:r>
                        <a:rPr lang="en-US" sz="1800" b="1" spc="-10" dirty="0" err="1">
                          <a:latin typeface="Courier New" panose="02070309020205020404"/>
                          <a:cs typeface="Courier New" panose="02070309020205020404"/>
                        </a:rPr>
                        <a:t>d_b</a:t>
                      </a:r>
                      <a:r>
                        <a:rPr lang="en-US" sz="1800" b="1" spc="-10" dirty="0">
                          <a:latin typeface="Courier New" panose="02070309020205020404"/>
                          <a:cs typeface="Courier New" panose="02070309020205020404"/>
                        </a:rPr>
                        <a:t>, </a:t>
                      </a:r>
                      <a:r>
                        <a:rPr lang="en-US" sz="1800" b="1" spc="-10" dirty="0" err="1">
                          <a:latin typeface="Courier New" panose="02070309020205020404"/>
                          <a:cs typeface="Courier New" panose="02070309020205020404"/>
                        </a:rPr>
                        <a:t>d_c</a:t>
                      </a:r>
                      <a:r>
                        <a:rPr lang="en-US" sz="1800" b="1" spc="-10" dirty="0">
                          <a:latin typeface="Courier New" panose="02070309020205020404"/>
                          <a:cs typeface="Courier New" panose="02070309020205020404"/>
                        </a:rPr>
                        <a:t>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Copy result back </a:t>
                      </a: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to</a:t>
                      </a:r>
                      <a:r>
                        <a:rPr sz="1800" b="1" i="1" spc="-5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host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cudaMemcpy(c, d_c, size,</a:t>
                      </a:r>
                      <a:r>
                        <a:rPr sz="1800" b="1" spc="-5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cudaMemcpyDeviceToHost);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</a:t>
                      </a:r>
                      <a:r>
                        <a:rPr sz="1800" b="1" i="1" spc="-2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Cleanup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731">
                <a:tc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free(a); free(b);</a:t>
                      </a:r>
                      <a:r>
                        <a:rPr sz="1800" b="1" spc="-3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free(c);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 marR="1016635">
                        <a:lnSpc>
                          <a:spcPct val="12000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cudaFree(d_a); cudaFree(d_b); cudaFree(d_c);  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return</a:t>
                      </a:r>
                      <a:r>
                        <a:rPr sz="1800" b="1" spc="-2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0;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755"/>
                        </a:lnSpc>
                        <a:spcBef>
                          <a:spcPts val="520"/>
                        </a:spcBef>
                      </a:pPr>
                      <a:r>
                        <a:rPr sz="700" spc="-5" dirty="0">
                          <a:solidFill>
                            <a:srgbClr val="8C8C8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660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4">
            <a:extLst>
              <a:ext uri="{FF2B5EF4-FFF2-40B4-BE49-F238E27FC236}">
                <a16:creationId xmlns:a16="http://schemas.microsoft.com/office/drawing/2014/main" id="{75A70AEA-577B-C3D9-63C3-BBB3C2625557}"/>
              </a:ext>
            </a:extLst>
          </p:cNvPr>
          <p:cNvSpPr txBox="1"/>
          <p:nvPr/>
        </p:nvSpPr>
        <p:spPr>
          <a:xfrm>
            <a:off x="2440360" y="1368202"/>
            <a:ext cx="6715125" cy="16808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inputs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0000"/>
              </a:lnSpc>
              <a:spcBef>
                <a:spcPts val="2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cudaMemcpy(d_a,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 cudaMemcpyHostToDevice);  cudaMemcpy(d_b,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</a:t>
            </a:r>
            <a:r>
              <a:rPr sz="1800" b="1" spc="-9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cudaMemcpyHostToDevice);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Launch add() kernel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sz="1800" b="1" i="1" spc="-5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GPU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5235D80-B197-D0EB-20F1-8E776917579E}"/>
              </a:ext>
            </a:extLst>
          </p:cNvPr>
          <p:cNvSpPr txBox="1"/>
          <p:nvPr/>
        </p:nvSpPr>
        <p:spPr>
          <a:xfrm>
            <a:off x="1894259" y="603773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 panose="02070309020205020404"/>
                <a:cs typeface="Courier New" panose="02070309020205020404"/>
              </a:rPr>
              <a:t>}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0580E6-9EFB-D893-C5FA-A91DDD80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2C6F2F-2D2F-49BE-A9DD-9AE9623EA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62539"/>
              </p:ext>
            </p:extLst>
          </p:nvPr>
        </p:nvGraphicFramePr>
        <p:xfrm>
          <a:off x="641350" y="1211263"/>
          <a:ext cx="1660786" cy="458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882">
                  <a:extLst>
                    <a:ext uri="{9D8B030D-6E8A-4147-A177-3AD203B41FA5}">
                      <a16:colId xmlns:a16="http://schemas.microsoft.com/office/drawing/2014/main" val="1408002427"/>
                    </a:ext>
                  </a:extLst>
                </a:gridCol>
                <a:gridCol w="886904">
                  <a:extLst>
                    <a:ext uri="{9D8B030D-6E8A-4147-A177-3AD203B41FA5}">
                      <a16:colId xmlns:a16="http://schemas.microsoft.com/office/drawing/2014/main" val="3638330973"/>
                    </a:ext>
                  </a:extLst>
                </a:gridCol>
              </a:tblGrid>
              <a:tr h="458664"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8523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732565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522D-39B5-12C6-BAEB-44877D5A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AADE3E-7E2D-39AF-9853-72E00717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ARBITRARY VECTOR SIZES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6AA737-5200-97F5-1C61-639D9448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1584175"/>
          </a:xfrm>
        </p:spPr>
        <p:txBody>
          <a:bodyPr/>
          <a:lstStyle/>
          <a:p>
            <a:r>
              <a:rPr lang="en-US" dirty="0"/>
              <a:t>Typical problems are not friendly multiples of </a:t>
            </a:r>
            <a:r>
              <a:rPr lang="en-US" dirty="0" err="1"/>
              <a:t>blockDim.x</a:t>
            </a:r>
            <a:endParaRPr lang="en-US" dirty="0"/>
          </a:p>
          <a:p>
            <a:r>
              <a:rPr lang="en-US" dirty="0"/>
              <a:t>Avoid accessing beyond the end of the arrays:</a:t>
            </a:r>
          </a:p>
          <a:p>
            <a:endParaRPr lang="en-US" dirty="0"/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2853D8E5-E340-6908-B9EA-CFE6B276852A}"/>
              </a:ext>
            </a:extLst>
          </p:cNvPr>
          <p:cNvSpPr txBox="1">
            <a:spLocks/>
          </p:cNvSpPr>
          <p:nvPr/>
        </p:nvSpPr>
        <p:spPr>
          <a:xfrm>
            <a:off x="352128" y="4862013"/>
            <a:ext cx="12097344" cy="864096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Update the kernel launch:</a:t>
            </a:r>
          </a:p>
          <a:p>
            <a:endParaRPr lang="en-US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4016401-D9DB-0F88-A2E8-404EDBB82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97632"/>
              </p:ext>
            </p:extLst>
          </p:nvPr>
        </p:nvGraphicFramePr>
        <p:xfrm>
          <a:off x="1792288" y="3281685"/>
          <a:ext cx="7683500" cy="1107005"/>
        </p:xfrm>
        <a:graphic>
          <a:graphicData uri="http://schemas.openxmlformats.org/drawingml/2006/table">
            <a:tbl>
              <a:tblPr firstRow="1" bandRow="1"/>
              <a:tblGrid>
                <a:gridCol w="361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927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1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index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8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threadIdx.x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R="6794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62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8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blockDim.x;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if (index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&lt;</a:t>
                      </a:r>
                      <a:r>
                        <a:rPr sz="2000" b="1" spc="-3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n)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71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564515" algn="ctr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c[index]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8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a[index]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R="68580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5565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b[index];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8E5ADCC3-3789-168F-557B-E74917457B73}"/>
              </a:ext>
            </a:extLst>
          </p:cNvPr>
          <p:cNvSpPr txBox="1"/>
          <p:nvPr/>
        </p:nvSpPr>
        <p:spPr>
          <a:xfrm>
            <a:off x="496144" y="2815301"/>
            <a:ext cx="1094521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400" b="0" i="0">
                <a:solidFill>
                  <a:srgbClr val="5E5E5E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97890" marR="0" lvl="0" indent="0" defTabSz="914400" eaLnBrk="1" fontAlgn="auto" latinLnBrk="0" hangingPunct="1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69490" algn="l"/>
                <a:tab pos="4860290" algn="l"/>
                <a:tab pos="6079490" algn="l"/>
                <a:tab pos="7298690" algn="l"/>
              </a:tabLst>
              <a:defRPr/>
            </a:pPr>
            <a:r>
              <a:rPr lang="en-US" sz="2000" b="1" kern="0" spc="-5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__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global__</a:t>
            </a:r>
            <a:r>
              <a:rPr lang="en-US" sz="2000" b="1" kern="0" spc="-5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void</a:t>
            </a:r>
            <a:r>
              <a:rPr kumimoji="0" lang="en-US" sz="2000" b="1" i="0" u="none" strike="noStrike" kern="0" cap="none" spc="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add(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*a,</a:t>
            </a:r>
            <a:r>
              <a:rPr lang="en-US" sz="2000" b="1" kern="0" spc="-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*b,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*c,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n)</a:t>
            </a:r>
            <a:r>
              <a:rPr kumimoji="0" lang="en-US" sz="2000" b="1" i="0" u="none" strike="noStrike" kern="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{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Courier New" panose="02070309020205020404"/>
              <a:ea typeface="+mn-ea"/>
              <a:cs typeface="Courier New" panose="02070309020205020404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8099FB1D-DE31-BCF5-E00E-3F524BEB9A0E}"/>
              </a:ext>
            </a:extLst>
          </p:cNvPr>
          <p:cNvSpPr txBox="1"/>
          <p:nvPr/>
        </p:nvSpPr>
        <p:spPr>
          <a:xfrm>
            <a:off x="712168" y="4392538"/>
            <a:ext cx="76835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1505">
              <a:spcBef>
                <a:spcPts val="100"/>
              </a:spcBef>
            </a:pPr>
            <a:r>
              <a:rPr sz="2000" b="1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 dirty="0">
              <a:solidFill>
                <a:prstClr val="black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57B213-C09E-E069-7A2A-9C949040F1A3}"/>
              </a:ext>
            </a:extLst>
          </p:cNvPr>
          <p:cNvSpPr txBox="1"/>
          <p:nvPr/>
        </p:nvSpPr>
        <p:spPr>
          <a:xfrm>
            <a:off x="352128" y="5745880"/>
            <a:ext cx="9505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8395"/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add&lt;&lt;&lt;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(N </a:t>
            </a:r>
            <a:r>
              <a:rPr lang="pt-BR" altLang="zh-CN" sz="2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+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M-1) </a:t>
            </a:r>
            <a:r>
              <a:rPr lang="pt-BR" altLang="zh-CN" sz="2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/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, M&gt;&gt;&gt;(d_a, d_b, d_c,</a:t>
            </a:r>
            <a:r>
              <a:rPr lang="pt-BR" altLang="zh-CN" sz="2400" b="1" spc="-95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 lang="pt-BR" altLang="zh-CN" sz="2400" b="1" dirty="0">
              <a:solidFill>
                <a:prstClr val="black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FC676B-2F80-E488-749B-85B4A3FA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409511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C637-79A8-CE97-370C-6C978B0E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977A2D-26FE-C972-D549-64EF1F67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CUDA Grids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4C956-A6F2-08E8-1A82-6F15F064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3024335"/>
          </a:xfrm>
        </p:spPr>
        <p:txBody>
          <a:bodyPr/>
          <a:lstStyle/>
          <a:p>
            <a:r>
              <a:rPr lang="en-US" dirty="0"/>
              <a:t>In previous 1D example</a:t>
            </a:r>
          </a:p>
          <a:p>
            <a:pPr lvl="2"/>
            <a:r>
              <a:rPr lang="en-US" sz="2000" dirty="0" err="1"/>
              <a:t>thr_per_blk</a:t>
            </a:r>
            <a:r>
              <a:rPr lang="en-US" sz="2000" dirty="0"/>
              <a:t> = 128</a:t>
            </a:r>
          </a:p>
          <a:p>
            <a:pPr lvl="2"/>
            <a:r>
              <a:rPr lang="en-US" sz="2000" dirty="0" err="1"/>
              <a:t>blk_in_grid</a:t>
            </a:r>
            <a:r>
              <a:rPr lang="en-US" sz="2000" dirty="0"/>
              <a:t> = ceil( float(N) / </a:t>
            </a:r>
            <a:r>
              <a:rPr lang="en-US" sz="2000" dirty="0" err="1"/>
              <a:t>thr_per_blk</a:t>
            </a:r>
            <a:r>
              <a:rPr lang="en-US" sz="2000" dirty="0"/>
              <a:t> ); </a:t>
            </a:r>
          </a:p>
          <a:p>
            <a:pPr lvl="2"/>
            <a:r>
              <a:rPr lang="en-US" sz="2000" dirty="0" err="1"/>
              <a:t>vec_add</a:t>
            </a:r>
            <a:r>
              <a:rPr lang="en-US" sz="2000" dirty="0"/>
              <a:t>&lt;&lt;&lt; </a:t>
            </a:r>
            <a:r>
              <a:rPr lang="en-US" sz="2000" dirty="0" err="1"/>
              <a:t>blk_in_grid</a:t>
            </a:r>
            <a:r>
              <a:rPr lang="en-US" sz="2000" dirty="0"/>
              <a:t>, </a:t>
            </a:r>
            <a:r>
              <a:rPr lang="en-US" sz="2000" dirty="0" err="1"/>
              <a:t>thr_per_blk</a:t>
            </a:r>
            <a:r>
              <a:rPr lang="en-US" sz="2000" dirty="0"/>
              <a:t> &gt;&gt;&gt;</a:t>
            </a:r>
          </a:p>
          <a:p>
            <a:r>
              <a:rPr lang="en-US" dirty="0"/>
              <a:t>In general</a:t>
            </a:r>
          </a:p>
          <a:p>
            <a:pPr lvl="2"/>
            <a:r>
              <a:rPr lang="en-US" sz="2000" dirty="0"/>
              <a:t>dim3 is c struct with member variables x, y, z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ADBDC4A3-FC38-4AA5-9218-BDAFB7D1D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54364"/>
              </p:ext>
            </p:extLst>
          </p:nvPr>
        </p:nvGraphicFramePr>
        <p:xfrm>
          <a:off x="996767" y="4301863"/>
          <a:ext cx="7467600" cy="143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5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72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dim3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threads_per_block(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x-dim,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29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b="1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y-dim,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29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b="1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z-dim);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1AA296E1-E6CC-EBFC-A749-C0BB00739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60303"/>
              </p:ext>
            </p:extLst>
          </p:nvPr>
        </p:nvGraphicFramePr>
        <p:xfrm>
          <a:off x="997364" y="5514799"/>
          <a:ext cx="6307668" cy="174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062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dim3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blocks_in_grid(</a:t>
                      </a:r>
                      <a:r>
                        <a:rPr sz="1800" b="1" spc="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x-dim,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y-dim,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z-dim</a:t>
                      </a:r>
                      <a:r>
                        <a:rPr sz="1800" b="1" spc="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);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2D2F1-14CB-7A93-A65A-0245DE9E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93618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F48A-1488-E17E-B984-14F6F78A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C04B680-07B1-A6B8-307F-A16D11DB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 CUDA Grids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1E3FD9-AD3D-FCB7-B674-3D1BD3BF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previous 1D example</a:t>
            </a:r>
          </a:p>
          <a:p>
            <a:pPr lvl="2"/>
            <a:r>
              <a:rPr lang="en-US" altLang="zh-CN" sz="2000" dirty="0" err="1"/>
              <a:t>thr_per_blk</a:t>
            </a:r>
            <a:r>
              <a:rPr lang="en-US" altLang="zh-CN" sz="2000" dirty="0"/>
              <a:t> = 128</a:t>
            </a:r>
          </a:p>
          <a:p>
            <a:pPr lvl="2"/>
            <a:r>
              <a:rPr lang="en-US" altLang="zh-CN" sz="2000" dirty="0" err="1"/>
              <a:t>blk_in_grid</a:t>
            </a:r>
            <a:r>
              <a:rPr lang="en-US" altLang="zh-CN" sz="2000" dirty="0"/>
              <a:t> = ceil( float(N) / </a:t>
            </a:r>
            <a:r>
              <a:rPr lang="en-US" altLang="zh-CN" sz="2000" dirty="0" err="1"/>
              <a:t>thr_per_blk</a:t>
            </a:r>
            <a:r>
              <a:rPr lang="en-US" altLang="zh-CN" sz="2000" dirty="0"/>
              <a:t> ); </a:t>
            </a:r>
          </a:p>
          <a:p>
            <a:pPr lvl="2"/>
            <a:r>
              <a:rPr lang="en-US" altLang="zh-CN" sz="2000" dirty="0" err="1"/>
              <a:t>vec_add</a:t>
            </a:r>
            <a:r>
              <a:rPr lang="en-US" altLang="zh-CN" sz="2000" dirty="0"/>
              <a:t>&lt;&lt;&lt; </a:t>
            </a:r>
            <a:r>
              <a:rPr lang="en-US" altLang="zh-CN" sz="2000" dirty="0" err="1"/>
              <a:t>blk_in_grid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thr_per_blk</a:t>
            </a:r>
            <a:r>
              <a:rPr lang="en-US" altLang="zh-CN" sz="2000" dirty="0"/>
              <a:t> &gt;&gt;&gt;</a:t>
            </a:r>
          </a:p>
          <a:p>
            <a:r>
              <a:rPr lang="en-US" altLang="zh-CN" sz="2800" dirty="0"/>
              <a:t>So we could have used</a:t>
            </a:r>
          </a:p>
          <a:p>
            <a:pPr lvl="2"/>
            <a:r>
              <a:rPr lang="en-US" altLang="zh-CN" sz="2000" dirty="0"/>
              <a:t>dim3 </a:t>
            </a:r>
            <a:r>
              <a:rPr lang="en-US" altLang="zh-CN" sz="2000" dirty="0" err="1"/>
              <a:t>threads_per_block</a:t>
            </a:r>
            <a:r>
              <a:rPr lang="en-US" altLang="zh-CN" sz="2000" dirty="0"/>
              <a:t>( 128, 1, 1 );</a:t>
            </a:r>
          </a:p>
          <a:p>
            <a:pPr lvl="2"/>
            <a:r>
              <a:rPr lang="en-US" altLang="zh-CN" sz="2000" dirty="0"/>
              <a:t>dim3 is c struct with member variables x, y, z.</a:t>
            </a:r>
          </a:p>
          <a:p>
            <a:pPr marL="540385" lvl="2" indent="0">
              <a:buNone/>
            </a:pPr>
            <a:endParaRPr lang="en-US" altLang="zh-CN" sz="2000" dirty="0"/>
          </a:p>
          <a:p>
            <a:pPr marL="274320" lvl="1" indent="0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ceil( float(N) /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threads_per_block.x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1, 1 );</a:t>
            </a:r>
          </a:p>
          <a:p>
            <a:pPr marL="274320" lvl="1" indent="0"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vec_add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&gt;&gt;&gt;(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d_a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d_b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endParaRPr lang="en-US" altLang="zh-CN" sz="2400" dirty="0"/>
          </a:p>
          <a:p>
            <a:endParaRPr lang="en-US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E3B356-54E2-6453-6E5C-4315EAC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B6C811E6-0822-4B86-8A6C-9327B44AD8AF}"/>
              </a:ext>
            </a:extLst>
          </p:cNvPr>
          <p:cNvSpPr/>
          <p:nvPr/>
        </p:nvSpPr>
        <p:spPr>
          <a:xfrm>
            <a:off x="7408912" y="1440210"/>
            <a:ext cx="432048" cy="288032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8E07A2-9DE4-408C-AD66-8C4722138730}"/>
              </a:ext>
            </a:extLst>
          </p:cNvPr>
          <p:cNvSpPr txBox="1"/>
          <p:nvPr/>
        </p:nvSpPr>
        <p:spPr>
          <a:xfrm>
            <a:off x="8128992" y="2495649"/>
            <a:ext cx="1834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多态</a:t>
            </a:r>
            <a:endParaRPr lang="en-US" altLang="zh-CN" dirty="0"/>
          </a:p>
          <a:p>
            <a:r>
              <a:rPr lang="en-US" altLang="zh-CN" dirty="0"/>
              <a:t>Polymorphism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279422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AA8A-9D82-B991-B6C3-D878DCC1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DD1DF3-05C1-94AD-C37D-5210BDE8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876C5F-963C-6E35-B68E-43615AEE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4464546"/>
            <a:ext cx="12241360" cy="2232247"/>
          </a:xfrm>
        </p:spPr>
        <p:txBody>
          <a:bodyPr/>
          <a:lstStyle/>
          <a:p>
            <a:pPr marL="408940" marR="4445" lvl="2">
              <a:lnSpc>
                <a:spcPct val="165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4, 4,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08940" marR="4445" lvl="2">
              <a:lnSpc>
                <a:spcPct val="165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ceil(float(N)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threads_per_block.x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), ceil(float(M)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threads_per_block.y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408940" marR="4445" lvl="2">
              <a:lnSpc>
                <a:spcPct val="165000"/>
              </a:lnSpc>
            </a:pP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mat_add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&lt;&lt;&lt;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&gt;&gt;&gt;(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d_a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11430" marR="4445" indent="2310130">
              <a:lnSpc>
                <a:spcPct val="163000"/>
              </a:lnSpc>
            </a:pP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495C2539-98DC-5476-3E04-3E637F8E6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24551"/>
              </p:ext>
            </p:extLst>
          </p:nvPr>
        </p:nvGraphicFramePr>
        <p:xfrm>
          <a:off x="2582780" y="1249981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4">
            <a:extLst>
              <a:ext uri="{FF2B5EF4-FFF2-40B4-BE49-F238E27FC236}">
                <a16:creationId xmlns:a16="http://schemas.microsoft.com/office/drawing/2014/main" id="{530910D5-4617-5B92-42D7-F0F509601F6B}"/>
              </a:ext>
            </a:extLst>
          </p:cNvPr>
          <p:cNvSpPr txBox="1"/>
          <p:nvPr/>
        </p:nvSpPr>
        <p:spPr>
          <a:xfrm>
            <a:off x="2582780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42D46DB-C71C-B571-02E6-E1A1453055B1}"/>
              </a:ext>
            </a:extLst>
          </p:cNvPr>
          <p:cNvSpPr txBox="1"/>
          <p:nvPr/>
        </p:nvSpPr>
        <p:spPr>
          <a:xfrm>
            <a:off x="2969572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A2173B1-A475-81EE-1F86-BB3E6CEA8774}"/>
              </a:ext>
            </a:extLst>
          </p:cNvPr>
          <p:cNvSpPr txBox="1"/>
          <p:nvPr/>
        </p:nvSpPr>
        <p:spPr>
          <a:xfrm>
            <a:off x="3356363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4DCF36-5B7D-21F1-C9A5-E808FD92A992}"/>
              </a:ext>
            </a:extLst>
          </p:cNvPr>
          <p:cNvSpPr txBox="1"/>
          <p:nvPr/>
        </p:nvSpPr>
        <p:spPr>
          <a:xfrm>
            <a:off x="3743154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74FB099-2DB8-DC15-FA1B-0764B55D3366}"/>
              </a:ext>
            </a:extLst>
          </p:cNvPr>
          <p:cNvSpPr txBox="1"/>
          <p:nvPr/>
        </p:nvSpPr>
        <p:spPr>
          <a:xfrm>
            <a:off x="4133555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66A796C7-0656-963B-7910-A0EEF8F7C06A}"/>
              </a:ext>
            </a:extLst>
          </p:cNvPr>
          <p:cNvSpPr txBox="1"/>
          <p:nvPr/>
        </p:nvSpPr>
        <p:spPr>
          <a:xfrm>
            <a:off x="4520347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CC28A40-97F6-C6E4-458E-C6D5BACCE952}"/>
              </a:ext>
            </a:extLst>
          </p:cNvPr>
          <p:cNvSpPr txBox="1"/>
          <p:nvPr/>
        </p:nvSpPr>
        <p:spPr>
          <a:xfrm>
            <a:off x="4907138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5AE1CB2-5080-44A4-FD27-58F581B0A9B5}"/>
              </a:ext>
            </a:extLst>
          </p:cNvPr>
          <p:cNvSpPr txBox="1"/>
          <p:nvPr/>
        </p:nvSpPr>
        <p:spPr>
          <a:xfrm>
            <a:off x="5293929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CC556AA-C4D8-33D9-BCF8-2D99660A5351}"/>
              </a:ext>
            </a:extLst>
          </p:cNvPr>
          <p:cNvSpPr txBox="1"/>
          <p:nvPr/>
        </p:nvSpPr>
        <p:spPr>
          <a:xfrm>
            <a:off x="5680720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FEC35F69-5434-C14F-C9AE-0D10E7F019CC}"/>
              </a:ext>
            </a:extLst>
          </p:cNvPr>
          <p:cNvSpPr txBox="1"/>
          <p:nvPr/>
        </p:nvSpPr>
        <p:spPr>
          <a:xfrm>
            <a:off x="6067511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C389846E-468A-4A6D-BC53-AB20E3BD0025}"/>
              </a:ext>
            </a:extLst>
          </p:cNvPr>
          <p:cNvSpPr txBox="1"/>
          <p:nvPr/>
        </p:nvSpPr>
        <p:spPr>
          <a:xfrm>
            <a:off x="2582780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047DEA05-4B22-4F8A-4DC0-35D9CDCB155F}"/>
              </a:ext>
            </a:extLst>
          </p:cNvPr>
          <p:cNvSpPr txBox="1"/>
          <p:nvPr/>
        </p:nvSpPr>
        <p:spPr>
          <a:xfrm>
            <a:off x="2969572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EB14025-9808-BB6F-89D8-5A04DBD1C9D8}"/>
              </a:ext>
            </a:extLst>
          </p:cNvPr>
          <p:cNvSpPr txBox="1"/>
          <p:nvPr/>
        </p:nvSpPr>
        <p:spPr>
          <a:xfrm>
            <a:off x="3356363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D9E0E477-6C41-7A84-C533-54777F9D2778}"/>
              </a:ext>
            </a:extLst>
          </p:cNvPr>
          <p:cNvSpPr txBox="1"/>
          <p:nvPr/>
        </p:nvSpPr>
        <p:spPr>
          <a:xfrm>
            <a:off x="3743154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8A172F1-D89D-509E-3803-E36E58CCEF7B}"/>
              </a:ext>
            </a:extLst>
          </p:cNvPr>
          <p:cNvSpPr txBox="1"/>
          <p:nvPr/>
        </p:nvSpPr>
        <p:spPr>
          <a:xfrm>
            <a:off x="4133555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A27AF66E-3742-E14D-1BF5-DF6F6EC5B9B3}"/>
              </a:ext>
            </a:extLst>
          </p:cNvPr>
          <p:cNvSpPr txBox="1"/>
          <p:nvPr/>
        </p:nvSpPr>
        <p:spPr>
          <a:xfrm>
            <a:off x="4520347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85810923-BD10-3D41-0FE6-AE62D44846AB}"/>
              </a:ext>
            </a:extLst>
          </p:cNvPr>
          <p:cNvSpPr txBox="1"/>
          <p:nvPr/>
        </p:nvSpPr>
        <p:spPr>
          <a:xfrm>
            <a:off x="4907138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BBB73322-75B3-5C96-D719-CFBA44954D9C}"/>
              </a:ext>
            </a:extLst>
          </p:cNvPr>
          <p:cNvSpPr txBox="1"/>
          <p:nvPr/>
        </p:nvSpPr>
        <p:spPr>
          <a:xfrm>
            <a:off x="5293929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49E13596-9BC9-29BD-37AA-49FDD3787C14}"/>
              </a:ext>
            </a:extLst>
          </p:cNvPr>
          <p:cNvSpPr txBox="1"/>
          <p:nvPr/>
        </p:nvSpPr>
        <p:spPr>
          <a:xfrm>
            <a:off x="5680720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C12188AE-C041-722D-6BA5-B8DE80761FC1}"/>
              </a:ext>
            </a:extLst>
          </p:cNvPr>
          <p:cNvSpPr txBox="1"/>
          <p:nvPr/>
        </p:nvSpPr>
        <p:spPr>
          <a:xfrm>
            <a:off x="6067511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ED83E56A-61B5-D11C-3F64-90F21FD0DA9B}"/>
              </a:ext>
            </a:extLst>
          </p:cNvPr>
          <p:cNvSpPr txBox="1"/>
          <p:nvPr/>
        </p:nvSpPr>
        <p:spPr>
          <a:xfrm>
            <a:off x="2582780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B1669EEA-D182-B277-1EAF-12C1395CB0E1}"/>
              </a:ext>
            </a:extLst>
          </p:cNvPr>
          <p:cNvSpPr txBox="1"/>
          <p:nvPr/>
        </p:nvSpPr>
        <p:spPr>
          <a:xfrm>
            <a:off x="2969572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840E790-6194-170D-F5B2-0409B8444219}"/>
              </a:ext>
            </a:extLst>
          </p:cNvPr>
          <p:cNvSpPr txBox="1"/>
          <p:nvPr/>
        </p:nvSpPr>
        <p:spPr>
          <a:xfrm>
            <a:off x="3356363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19F17950-DF5B-AE81-3022-86F052EA8D03}"/>
              </a:ext>
            </a:extLst>
          </p:cNvPr>
          <p:cNvSpPr txBox="1"/>
          <p:nvPr/>
        </p:nvSpPr>
        <p:spPr>
          <a:xfrm>
            <a:off x="3743154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598A58E1-8FCD-B88C-01E4-060CF79B91F7}"/>
              </a:ext>
            </a:extLst>
          </p:cNvPr>
          <p:cNvSpPr txBox="1"/>
          <p:nvPr/>
        </p:nvSpPr>
        <p:spPr>
          <a:xfrm>
            <a:off x="4133555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079F06FC-82EC-EDAF-BBEE-404C86141337}"/>
              </a:ext>
            </a:extLst>
          </p:cNvPr>
          <p:cNvSpPr txBox="1"/>
          <p:nvPr/>
        </p:nvSpPr>
        <p:spPr>
          <a:xfrm>
            <a:off x="4520347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499B6654-BE8D-830F-26BC-725AAB39C017}"/>
              </a:ext>
            </a:extLst>
          </p:cNvPr>
          <p:cNvSpPr txBox="1"/>
          <p:nvPr/>
        </p:nvSpPr>
        <p:spPr>
          <a:xfrm>
            <a:off x="4907138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B37A7C4C-3FD1-5E3E-052D-5A68A80DA583}"/>
              </a:ext>
            </a:extLst>
          </p:cNvPr>
          <p:cNvSpPr txBox="1"/>
          <p:nvPr/>
        </p:nvSpPr>
        <p:spPr>
          <a:xfrm>
            <a:off x="5293929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3174E9BD-DC7F-1EEF-7E93-4050B72B31D0}"/>
              </a:ext>
            </a:extLst>
          </p:cNvPr>
          <p:cNvSpPr txBox="1"/>
          <p:nvPr/>
        </p:nvSpPr>
        <p:spPr>
          <a:xfrm>
            <a:off x="5680720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C3C464CF-D41E-A36D-5D63-E7BFF70853D6}"/>
              </a:ext>
            </a:extLst>
          </p:cNvPr>
          <p:cNvSpPr txBox="1"/>
          <p:nvPr/>
        </p:nvSpPr>
        <p:spPr>
          <a:xfrm>
            <a:off x="6067511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13E81FC7-6C4E-580E-A17D-F34F62361B1C}"/>
              </a:ext>
            </a:extLst>
          </p:cNvPr>
          <p:cNvSpPr txBox="1"/>
          <p:nvPr/>
        </p:nvSpPr>
        <p:spPr>
          <a:xfrm>
            <a:off x="2582780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01E09047-2F86-A5CF-CA51-0E0E29D9D1D5}"/>
              </a:ext>
            </a:extLst>
          </p:cNvPr>
          <p:cNvSpPr txBox="1"/>
          <p:nvPr/>
        </p:nvSpPr>
        <p:spPr>
          <a:xfrm>
            <a:off x="2969572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4BE950E7-78A2-1434-C615-F4149A281CCB}"/>
              </a:ext>
            </a:extLst>
          </p:cNvPr>
          <p:cNvSpPr txBox="1"/>
          <p:nvPr/>
        </p:nvSpPr>
        <p:spPr>
          <a:xfrm>
            <a:off x="3356363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9FC29670-1271-EB56-EB4A-C42BC2AF6427}"/>
              </a:ext>
            </a:extLst>
          </p:cNvPr>
          <p:cNvSpPr txBox="1"/>
          <p:nvPr/>
        </p:nvSpPr>
        <p:spPr>
          <a:xfrm>
            <a:off x="3743154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428D6226-8FCD-35A8-AD8B-DF0F34EBF9A9}"/>
              </a:ext>
            </a:extLst>
          </p:cNvPr>
          <p:cNvSpPr txBox="1"/>
          <p:nvPr/>
        </p:nvSpPr>
        <p:spPr>
          <a:xfrm>
            <a:off x="4133555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7D315888-2BEF-C9A5-C29C-E24AB699EFB9}"/>
              </a:ext>
            </a:extLst>
          </p:cNvPr>
          <p:cNvSpPr txBox="1"/>
          <p:nvPr/>
        </p:nvSpPr>
        <p:spPr>
          <a:xfrm>
            <a:off x="4520347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7D20620F-A9A8-EE42-F40B-DD940C3816B6}"/>
              </a:ext>
            </a:extLst>
          </p:cNvPr>
          <p:cNvSpPr txBox="1"/>
          <p:nvPr/>
        </p:nvSpPr>
        <p:spPr>
          <a:xfrm>
            <a:off x="4907138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3D38B607-759D-AABC-629D-458A022E5AD2}"/>
              </a:ext>
            </a:extLst>
          </p:cNvPr>
          <p:cNvSpPr txBox="1"/>
          <p:nvPr/>
        </p:nvSpPr>
        <p:spPr>
          <a:xfrm>
            <a:off x="5293929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EC39259A-3E83-4E2C-465F-20BF1EE6A9F3}"/>
              </a:ext>
            </a:extLst>
          </p:cNvPr>
          <p:cNvSpPr txBox="1"/>
          <p:nvPr/>
        </p:nvSpPr>
        <p:spPr>
          <a:xfrm>
            <a:off x="5680720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FF216F50-8AFC-D5C9-8CA6-1A59E29EEAC1}"/>
              </a:ext>
            </a:extLst>
          </p:cNvPr>
          <p:cNvSpPr txBox="1"/>
          <p:nvPr/>
        </p:nvSpPr>
        <p:spPr>
          <a:xfrm>
            <a:off x="6067511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618BC7F8-1CB5-4118-AD0E-2BCEDD43A2C6}"/>
              </a:ext>
            </a:extLst>
          </p:cNvPr>
          <p:cNvSpPr txBox="1"/>
          <p:nvPr/>
        </p:nvSpPr>
        <p:spPr>
          <a:xfrm>
            <a:off x="2582780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DE8DC2B1-C175-76D0-E5A3-02A0078F2156}"/>
              </a:ext>
            </a:extLst>
          </p:cNvPr>
          <p:cNvSpPr txBox="1"/>
          <p:nvPr/>
        </p:nvSpPr>
        <p:spPr>
          <a:xfrm>
            <a:off x="2969572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4ED058F7-4FBC-AB84-1966-1B73865E1BE4}"/>
              </a:ext>
            </a:extLst>
          </p:cNvPr>
          <p:cNvSpPr txBox="1"/>
          <p:nvPr/>
        </p:nvSpPr>
        <p:spPr>
          <a:xfrm>
            <a:off x="3356363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937350DA-4F72-B922-3C98-B7D7465F04DF}"/>
              </a:ext>
            </a:extLst>
          </p:cNvPr>
          <p:cNvSpPr txBox="1"/>
          <p:nvPr/>
        </p:nvSpPr>
        <p:spPr>
          <a:xfrm>
            <a:off x="3743154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53EA9246-7E1C-1642-D695-0446E470222E}"/>
              </a:ext>
            </a:extLst>
          </p:cNvPr>
          <p:cNvSpPr txBox="1"/>
          <p:nvPr/>
        </p:nvSpPr>
        <p:spPr>
          <a:xfrm>
            <a:off x="4131750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8D4256DD-70C8-3AAD-704A-1233E6DD737E}"/>
              </a:ext>
            </a:extLst>
          </p:cNvPr>
          <p:cNvSpPr txBox="1"/>
          <p:nvPr/>
        </p:nvSpPr>
        <p:spPr>
          <a:xfrm>
            <a:off x="4518541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4FD17D14-CEB9-8300-B6DB-FAA18EF8B23E}"/>
              </a:ext>
            </a:extLst>
          </p:cNvPr>
          <p:cNvSpPr txBox="1"/>
          <p:nvPr/>
        </p:nvSpPr>
        <p:spPr>
          <a:xfrm>
            <a:off x="4905332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FE55CFA0-0570-A098-0F99-B96D736229AD}"/>
              </a:ext>
            </a:extLst>
          </p:cNvPr>
          <p:cNvSpPr txBox="1"/>
          <p:nvPr/>
        </p:nvSpPr>
        <p:spPr>
          <a:xfrm>
            <a:off x="5292124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8B00888B-DE65-2BAA-7D7F-6CA7D9FA75BA}"/>
              </a:ext>
            </a:extLst>
          </p:cNvPr>
          <p:cNvSpPr txBox="1"/>
          <p:nvPr/>
        </p:nvSpPr>
        <p:spPr>
          <a:xfrm>
            <a:off x="5684329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3E1292D4-C658-80A0-47BF-D7645607E8AB}"/>
              </a:ext>
            </a:extLst>
          </p:cNvPr>
          <p:cNvSpPr txBox="1"/>
          <p:nvPr/>
        </p:nvSpPr>
        <p:spPr>
          <a:xfrm>
            <a:off x="6071120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18E2790E-EDC5-F27C-384F-50F2B6413693}"/>
              </a:ext>
            </a:extLst>
          </p:cNvPr>
          <p:cNvSpPr txBox="1"/>
          <p:nvPr/>
        </p:nvSpPr>
        <p:spPr>
          <a:xfrm>
            <a:off x="2582780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6D3EBA8C-544D-BCE0-BB2A-259CB133834D}"/>
              </a:ext>
            </a:extLst>
          </p:cNvPr>
          <p:cNvSpPr txBox="1"/>
          <p:nvPr/>
        </p:nvSpPr>
        <p:spPr>
          <a:xfrm>
            <a:off x="2969572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E9758B3F-F51D-BA93-AB58-35E37879E52D}"/>
              </a:ext>
            </a:extLst>
          </p:cNvPr>
          <p:cNvSpPr txBox="1"/>
          <p:nvPr/>
        </p:nvSpPr>
        <p:spPr>
          <a:xfrm>
            <a:off x="3356363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0A5A72C5-D633-DAF2-81A7-E760BB7CCE96}"/>
              </a:ext>
            </a:extLst>
          </p:cNvPr>
          <p:cNvSpPr txBox="1"/>
          <p:nvPr/>
        </p:nvSpPr>
        <p:spPr>
          <a:xfrm>
            <a:off x="3743154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35433E07-E571-B99F-325B-107C9A1F9718}"/>
              </a:ext>
            </a:extLst>
          </p:cNvPr>
          <p:cNvSpPr txBox="1"/>
          <p:nvPr/>
        </p:nvSpPr>
        <p:spPr>
          <a:xfrm>
            <a:off x="4131750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1B1058EE-CCEF-FE0B-D131-619EA948AC46}"/>
              </a:ext>
            </a:extLst>
          </p:cNvPr>
          <p:cNvSpPr txBox="1"/>
          <p:nvPr/>
        </p:nvSpPr>
        <p:spPr>
          <a:xfrm>
            <a:off x="4518541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E7E0986A-2636-AE28-AD95-B00BFECA79BC}"/>
              </a:ext>
            </a:extLst>
          </p:cNvPr>
          <p:cNvSpPr txBox="1"/>
          <p:nvPr/>
        </p:nvSpPr>
        <p:spPr>
          <a:xfrm>
            <a:off x="4905332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F9A4D4C2-7235-906D-7EF4-50B7B99ED653}"/>
              </a:ext>
            </a:extLst>
          </p:cNvPr>
          <p:cNvSpPr txBox="1"/>
          <p:nvPr/>
        </p:nvSpPr>
        <p:spPr>
          <a:xfrm>
            <a:off x="5292124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A8AFDBF8-0354-35C2-134D-DCA4CAEDD1A2}"/>
              </a:ext>
            </a:extLst>
          </p:cNvPr>
          <p:cNvSpPr txBox="1"/>
          <p:nvPr/>
        </p:nvSpPr>
        <p:spPr>
          <a:xfrm>
            <a:off x="5684329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EC4530F7-7EA8-C442-2ADC-3C475035619E}"/>
              </a:ext>
            </a:extLst>
          </p:cNvPr>
          <p:cNvSpPr txBox="1"/>
          <p:nvPr/>
        </p:nvSpPr>
        <p:spPr>
          <a:xfrm>
            <a:off x="6071120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599346A2-2530-7ABE-5A06-43DC0FE29A3B}"/>
              </a:ext>
            </a:extLst>
          </p:cNvPr>
          <p:cNvSpPr txBox="1"/>
          <p:nvPr/>
        </p:nvSpPr>
        <p:spPr>
          <a:xfrm>
            <a:off x="2582780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B07B33BA-1E76-B40F-B1A2-A340DE7C3274}"/>
              </a:ext>
            </a:extLst>
          </p:cNvPr>
          <p:cNvSpPr txBox="1"/>
          <p:nvPr/>
        </p:nvSpPr>
        <p:spPr>
          <a:xfrm>
            <a:off x="2969572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0D8CAB6D-92D4-06CC-D6D6-9D7555FCBAE4}"/>
              </a:ext>
            </a:extLst>
          </p:cNvPr>
          <p:cNvSpPr txBox="1"/>
          <p:nvPr/>
        </p:nvSpPr>
        <p:spPr>
          <a:xfrm>
            <a:off x="3356363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7D8E80D5-0DE0-32C2-C59A-0BB0D8965D2F}"/>
              </a:ext>
            </a:extLst>
          </p:cNvPr>
          <p:cNvSpPr txBox="1"/>
          <p:nvPr/>
        </p:nvSpPr>
        <p:spPr>
          <a:xfrm>
            <a:off x="3743154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8D8F8AC9-931F-50C5-F5F9-DD5698709942}"/>
              </a:ext>
            </a:extLst>
          </p:cNvPr>
          <p:cNvSpPr txBox="1"/>
          <p:nvPr/>
        </p:nvSpPr>
        <p:spPr>
          <a:xfrm>
            <a:off x="4131750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D1FF1F2C-51FB-F7D9-2220-1AD2D83455EF}"/>
              </a:ext>
            </a:extLst>
          </p:cNvPr>
          <p:cNvSpPr txBox="1"/>
          <p:nvPr/>
        </p:nvSpPr>
        <p:spPr>
          <a:xfrm>
            <a:off x="4518541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5A046685-18EC-182B-0446-1D0CAAC14A54}"/>
              </a:ext>
            </a:extLst>
          </p:cNvPr>
          <p:cNvSpPr txBox="1"/>
          <p:nvPr/>
        </p:nvSpPr>
        <p:spPr>
          <a:xfrm>
            <a:off x="4905332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09F3CB30-C0BF-A468-7C75-5A9C51527AB7}"/>
              </a:ext>
            </a:extLst>
          </p:cNvPr>
          <p:cNvSpPr txBox="1"/>
          <p:nvPr/>
        </p:nvSpPr>
        <p:spPr>
          <a:xfrm>
            <a:off x="5292124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155CDBAA-286B-5EF6-523F-5C5973BC0F5B}"/>
              </a:ext>
            </a:extLst>
          </p:cNvPr>
          <p:cNvSpPr txBox="1"/>
          <p:nvPr/>
        </p:nvSpPr>
        <p:spPr>
          <a:xfrm>
            <a:off x="5684329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3B60769B-2CF8-FFFF-0345-FA2F6CFCC6DD}"/>
              </a:ext>
            </a:extLst>
          </p:cNvPr>
          <p:cNvSpPr txBox="1"/>
          <p:nvPr/>
        </p:nvSpPr>
        <p:spPr>
          <a:xfrm>
            <a:off x="6071120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78" name="内容占位符 3">
            <a:extLst>
              <a:ext uri="{FF2B5EF4-FFF2-40B4-BE49-F238E27FC236}">
                <a16:creationId xmlns:a16="http://schemas.microsoft.com/office/drawing/2014/main" id="{63BE3D63-2FD5-F0B3-3177-997A5355C839}"/>
              </a:ext>
            </a:extLst>
          </p:cNvPr>
          <p:cNvSpPr txBox="1">
            <a:spLocks/>
          </p:cNvSpPr>
          <p:nvPr/>
        </p:nvSpPr>
        <p:spPr>
          <a:xfrm>
            <a:off x="7237695" y="1205792"/>
            <a:ext cx="5392687" cy="3613806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a 4x4 threads per block…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C569D0-133A-39E4-701E-0CCC502F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04814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92B7-526C-89D5-FD23-C6CD63C0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78E8A4-03B6-8E26-A59A-D8CC3A00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190AB8-148A-52C9-0F07-F75220587B39}"/>
              </a:ext>
            </a:extLst>
          </p:cNvPr>
          <p:cNvSpPr txBox="1"/>
          <p:nvPr/>
        </p:nvSpPr>
        <p:spPr>
          <a:xfrm>
            <a:off x="2496883" y="4859604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BC4D67-72FF-B82E-C1E2-06CB77E0493E}"/>
              </a:ext>
            </a:extLst>
          </p:cNvPr>
          <p:cNvSpPr txBox="1"/>
          <p:nvPr/>
        </p:nvSpPr>
        <p:spPr>
          <a:xfrm>
            <a:off x="10436916" y="4859604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9717221C-724E-39C8-B540-D25185B90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96284"/>
              </p:ext>
            </p:extLst>
          </p:nvPr>
        </p:nvGraphicFramePr>
        <p:xfrm>
          <a:off x="2985569" y="1757916"/>
          <a:ext cx="3495675" cy="2336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B5CA7C7-2B8E-000E-AF23-D284C47FE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517935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52CCB5-FB45-1677-0BC3-F4286F70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529842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4367-73D8-45EA-AB9E-24AF3EE0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F9B98C-5A65-C432-C698-97EF4FA3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7DDD073-0684-8520-1929-1CF748EA268A}"/>
              </a:ext>
            </a:extLst>
          </p:cNvPr>
          <p:cNvSpPr txBox="1"/>
          <p:nvPr/>
        </p:nvSpPr>
        <p:spPr>
          <a:xfrm>
            <a:off x="2432018" y="4797279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D963C3-3A4E-0C46-E464-8D800A70782A}"/>
              </a:ext>
            </a:extLst>
          </p:cNvPr>
          <p:cNvSpPr txBox="1"/>
          <p:nvPr/>
        </p:nvSpPr>
        <p:spPr>
          <a:xfrm>
            <a:off x="10372051" y="4797279"/>
            <a:ext cx="16002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6539FB7A-452C-6A6B-68A2-A2C29C40D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066427"/>
              </p:ext>
            </p:extLst>
          </p:nvPr>
        </p:nvGraphicFramePr>
        <p:xfrm>
          <a:off x="2913560" y="1695592"/>
          <a:ext cx="3045620" cy="2063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7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77AE8D20-1987-158A-EFF8-9213470BB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09934"/>
              </p:ext>
            </p:extLst>
          </p:nvPr>
        </p:nvGraphicFramePr>
        <p:xfrm>
          <a:off x="2584376" y="4680570"/>
          <a:ext cx="7968760" cy="906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5346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6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2883B4-2863-4315-CB1B-410AA8D2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904359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7F94-BA96-D182-793C-57535731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4623B7-9849-380A-78BC-EA8FE387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3F42739-71AE-B707-D068-A5046193BCA0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CEC0F51-AB36-54A6-1026-669384795A6D}"/>
              </a:ext>
            </a:extLst>
          </p:cNvPr>
          <p:cNvSpPr txBox="1"/>
          <p:nvPr/>
        </p:nvSpPr>
        <p:spPr>
          <a:xfrm>
            <a:off x="10436916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3D3A809-1BE3-1F98-95F9-C34DE4244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47743"/>
              </p:ext>
            </p:extLst>
          </p:nvPr>
        </p:nvGraphicFramePr>
        <p:xfrm>
          <a:off x="2978425" y="1765061"/>
          <a:ext cx="2588420" cy="1834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7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71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2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8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2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FCDA4D5-B6CB-6005-38DA-2EA841085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79528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08683B-9B7E-169B-2BA6-DE40ACDD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677288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458F-F443-4ACF-7D1E-A87DB913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D1FB8A7-D411-6CA7-7D09-8300A412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912EB55-EDAF-D3A7-A58B-FA4E09A14446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4159F45-B771-4804-B31B-3E1964B99D33}"/>
              </a:ext>
            </a:extLst>
          </p:cNvPr>
          <p:cNvSpPr txBox="1"/>
          <p:nvPr/>
        </p:nvSpPr>
        <p:spPr>
          <a:xfrm>
            <a:off x="10436916" y="4866748"/>
            <a:ext cx="160020" cy="166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08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07F7810-D6C6-39B8-0ABB-BD54205F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684972"/>
              </p:ext>
            </p:extLst>
          </p:nvPr>
        </p:nvGraphicFramePr>
        <p:xfrm>
          <a:off x="2978425" y="1765061"/>
          <a:ext cx="2821895" cy="191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6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84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6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73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41BA42C-43BE-DFA9-6196-C41E16AC1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8910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DD165C-D08B-6121-E3BF-012054C8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102941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C2FE-A9DB-D59B-DEBF-6D9B6B13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8EED3D-1FBC-95BE-7715-B666184D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8C43EA2-509B-5554-014A-D8FB94DC011D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3D4256-2956-C32F-26D3-F0AE2DBD2C92}"/>
              </a:ext>
            </a:extLst>
          </p:cNvPr>
          <p:cNvSpPr txBox="1"/>
          <p:nvPr/>
        </p:nvSpPr>
        <p:spPr>
          <a:xfrm>
            <a:off x="10436916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4D99F29-0C10-3713-9AE8-9B9456857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55803"/>
              </p:ext>
            </p:extLst>
          </p:nvPr>
        </p:nvGraphicFramePr>
        <p:xfrm>
          <a:off x="2978425" y="1765062"/>
          <a:ext cx="2359820" cy="2063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76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6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81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76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FF78F1B6-AF49-425B-5725-08D21077C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94542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FDBCF-710D-4826-8E3B-4F0D64FE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46618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959D-7AF2-E9A2-A903-FFDDB153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B1E19F9-59DB-7B9B-37FB-FBF0A8EC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C6FAE23-5CF2-8BED-983A-79D23058E2F4}"/>
              </a:ext>
            </a:extLst>
          </p:cNvPr>
          <p:cNvSpPr txBox="1"/>
          <p:nvPr/>
        </p:nvSpPr>
        <p:spPr>
          <a:xfrm>
            <a:off x="1331559" y="4292140"/>
            <a:ext cx="100091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spc="9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glo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bal</a:t>
            </a:r>
            <a:r>
              <a:rPr lang="en-US" b="1" u="sng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u="sng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voi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add_matrice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s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*a,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*b,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int *c){</a:t>
            </a:r>
          </a:p>
          <a:p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.x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row   </a:t>
            </a:r>
            <a:r>
              <a:rPr lang="en-US" b="1" spc="23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.y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	i</a:t>
            </a:r>
            <a:r>
              <a:rPr lang="en-US" b="1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lang="en-US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(row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&lt;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&amp;&amp;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N){</a:t>
            </a:r>
          </a:p>
          <a:p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		in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thread_id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row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column;</a:t>
            </a:r>
            <a:endParaRPr lang="en-US" b="1" dirty="0">
              <a:latin typeface="Courier New" panose="02070309020205020404"/>
              <a:cs typeface="Courier New" panose="02070309020205020404"/>
            </a:endParaRPr>
          </a:p>
          <a:p>
            <a:r>
              <a:rPr lang="en-US" b="1" spc="5" dirty="0">
                <a:latin typeface="Courier New" panose="02070309020205020404"/>
                <a:cs typeface="Courier New" panose="02070309020205020404"/>
              </a:rPr>
              <a:t>		c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a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b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];</a:t>
            </a:r>
            <a:endParaRPr lang="en-US" b="1" dirty="0">
              <a:latin typeface="Courier New" panose="02070309020205020404"/>
              <a:cs typeface="Courier New" panose="02070309020205020404"/>
            </a:endParaRPr>
          </a:p>
          <a:p>
            <a:r>
              <a:rPr lang="en-US" b="1" dirty="0">
                <a:latin typeface="Courier New" panose="02070309020205020404"/>
                <a:cs typeface="Courier New" panose="02070309020205020404"/>
              </a:rPr>
              <a:t>	}</a:t>
            </a:r>
          </a:p>
          <a:p>
            <a:r>
              <a:rPr lang="en-US" b="1" dirty="0">
                <a:latin typeface="Courier New" panose="02070309020205020404"/>
                <a:cs typeface="Courier New" panose="02070309020205020404"/>
              </a:rPr>
              <a:t>}</a:t>
            </a:r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6D9CFEAE-1BF2-071B-88DA-08BE4190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586304"/>
              </p:ext>
            </p:extLst>
          </p:nvPr>
        </p:nvGraphicFramePr>
        <p:xfrm>
          <a:off x="2183768" y="1060490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5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object 4">
            <a:extLst>
              <a:ext uri="{FF2B5EF4-FFF2-40B4-BE49-F238E27FC236}">
                <a16:creationId xmlns:a16="http://schemas.microsoft.com/office/drawing/2014/main" id="{C8CC10A7-92E0-0253-13FE-265439195CA1}"/>
              </a:ext>
            </a:extLst>
          </p:cNvPr>
          <p:cNvSpPr txBox="1"/>
          <p:nvPr/>
        </p:nvSpPr>
        <p:spPr>
          <a:xfrm>
            <a:off x="2183768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3" name="object 5">
            <a:extLst>
              <a:ext uri="{FF2B5EF4-FFF2-40B4-BE49-F238E27FC236}">
                <a16:creationId xmlns:a16="http://schemas.microsoft.com/office/drawing/2014/main" id="{F735F4CD-CCF5-9D36-995E-2627C2B07A6F}"/>
              </a:ext>
            </a:extLst>
          </p:cNvPr>
          <p:cNvSpPr txBox="1"/>
          <p:nvPr/>
        </p:nvSpPr>
        <p:spPr>
          <a:xfrm>
            <a:off x="2570560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4" name="object 6">
            <a:extLst>
              <a:ext uri="{FF2B5EF4-FFF2-40B4-BE49-F238E27FC236}">
                <a16:creationId xmlns:a16="http://schemas.microsoft.com/office/drawing/2014/main" id="{EC966A05-ED84-67A6-B1E7-18E4E692E79B}"/>
              </a:ext>
            </a:extLst>
          </p:cNvPr>
          <p:cNvSpPr txBox="1"/>
          <p:nvPr/>
        </p:nvSpPr>
        <p:spPr>
          <a:xfrm>
            <a:off x="2957351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5" name="object 7">
            <a:extLst>
              <a:ext uri="{FF2B5EF4-FFF2-40B4-BE49-F238E27FC236}">
                <a16:creationId xmlns:a16="http://schemas.microsoft.com/office/drawing/2014/main" id="{B1569D9F-A842-0009-3701-5E212E8009A2}"/>
              </a:ext>
            </a:extLst>
          </p:cNvPr>
          <p:cNvSpPr txBox="1"/>
          <p:nvPr/>
        </p:nvSpPr>
        <p:spPr>
          <a:xfrm>
            <a:off x="3344142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6" name="object 8">
            <a:extLst>
              <a:ext uri="{FF2B5EF4-FFF2-40B4-BE49-F238E27FC236}">
                <a16:creationId xmlns:a16="http://schemas.microsoft.com/office/drawing/2014/main" id="{7F41BE9C-3CFD-ADF7-D2F2-1A4310772201}"/>
              </a:ext>
            </a:extLst>
          </p:cNvPr>
          <p:cNvSpPr txBox="1"/>
          <p:nvPr/>
        </p:nvSpPr>
        <p:spPr>
          <a:xfrm>
            <a:off x="3734543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7" name="object 9">
            <a:extLst>
              <a:ext uri="{FF2B5EF4-FFF2-40B4-BE49-F238E27FC236}">
                <a16:creationId xmlns:a16="http://schemas.microsoft.com/office/drawing/2014/main" id="{32684C13-E734-35C8-D62F-5577CEA658AE}"/>
              </a:ext>
            </a:extLst>
          </p:cNvPr>
          <p:cNvSpPr txBox="1"/>
          <p:nvPr/>
        </p:nvSpPr>
        <p:spPr>
          <a:xfrm>
            <a:off x="4121335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8" name="object 10">
            <a:extLst>
              <a:ext uri="{FF2B5EF4-FFF2-40B4-BE49-F238E27FC236}">
                <a16:creationId xmlns:a16="http://schemas.microsoft.com/office/drawing/2014/main" id="{E0AB977D-6C07-9094-41F0-05464354B811}"/>
              </a:ext>
            </a:extLst>
          </p:cNvPr>
          <p:cNvSpPr txBox="1"/>
          <p:nvPr/>
        </p:nvSpPr>
        <p:spPr>
          <a:xfrm>
            <a:off x="4508126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9" name="object 11">
            <a:extLst>
              <a:ext uri="{FF2B5EF4-FFF2-40B4-BE49-F238E27FC236}">
                <a16:creationId xmlns:a16="http://schemas.microsoft.com/office/drawing/2014/main" id="{5469C9F5-0777-B5EC-3910-421EA02995B0}"/>
              </a:ext>
            </a:extLst>
          </p:cNvPr>
          <p:cNvSpPr txBox="1"/>
          <p:nvPr/>
        </p:nvSpPr>
        <p:spPr>
          <a:xfrm>
            <a:off x="4894917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80" name="object 12">
            <a:extLst>
              <a:ext uri="{FF2B5EF4-FFF2-40B4-BE49-F238E27FC236}">
                <a16:creationId xmlns:a16="http://schemas.microsoft.com/office/drawing/2014/main" id="{24A7056C-CC7C-AD3A-6DC2-29DCFDD08B9C}"/>
              </a:ext>
            </a:extLst>
          </p:cNvPr>
          <p:cNvSpPr txBox="1"/>
          <p:nvPr/>
        </p:nvSpPr>
        <p:spPr>
          <a:xfrm>
            <a:off x="5281708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81" name="object 13">
            <a:extLst>
              <a:ext uri="{FF2B5EF4-FFF2-40B4-BE49-F238E27FC236}">
                <a16:creationId xmlns:a16="http://schemas.microsoft.com/office/drawing/2014/main" id="{BA6C433D-202E-7A28-068C-17C05B78F607}"/>
              </a:ext>
            </a:extLst>
          </p:cNvPr>
          <p:cNvSpPr txBox="1"/>
          <p:nvPr/>
        </p:nvSpPr>
        <p:spPr>
          <a:xfrm>
            <a:off x="5668499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82" name="object 14">
            <a:extLst>
              <a:ext uri="{FF2B5EF4-FFF2-40B4-BE49-F238E27FC236}">
                <a16:creationId xmlns:a16="http://schemas.microsoft.com/office/drawing/2014/main" id="{A340A377-F8C4-F0C4-B7B9-8084D9AC8CB2}"/>
              </a:ext>
            </a:extLst>
          </p:cNvPr>
          <p:cNvSpPr txBox="1"/>
          <p:nvPr/>
        </p:nvSpPr>
        <p:spPr>
          <a:xfrm>
            <a:off x="2183768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3" name="object 15">
            <a:extLst>
              <a:ext uri="{FF2B5EF4-FFF2-40B4-BE49-F238E27FC236}">
                <a16:creationId xmlns:a16="http://schemas.microsoft.com/office/drawing/2014/main" id="{8E12DABB-B978-D03D-D54E-FFDD1BB64AA8}"/>
              </a:ext>
            </a:extLst>
          </p:cNvPr>
          <p:cNvSpPr txBox="1"/>
          <p:nvPr/>
        </p:nvSpPr>
        <p:spPr>
          <a:xfrm>
            <a:off x="2570560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" name="object 16">
            <a:extLst>
              <a:ext uri="{FF2B5EF4-FFF2-40B4-BE49-F238E27FC236}">
                <a16:creationId xmlns:a16="http://schemas.microsoft.com/office/drawing/2014/main" id="{0A18E175-052A-E2D7-4A77-5CD7782EBCDC}"/>
              </a:ext>
            </a:extLst>
          </p:cNvPr>
          <p:cNvSpPr txBox="1"/>
          <p:nvPr/>
        </p:nvSpPr>
        <p:spPr>
          <a:xfrm>
            <a:off x="2957351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5" name="object 17">
            <a:extLst>
              <a:ext uri="{FF2B5EF4-FFF2-40B4-BE49-F238E27FC236}">
                <a16:creationId xmlns:a16="http://schemas.microsoft.com/office/drawing/2014/main" id="{2B4ABC07-2224-B69C-3697-DB9E64D58861}"/>
              </a:ext>
            </a:extLst>
          </p:cNvPr>
          <p:cNvSpPr txBox="1"/>
          <p:nvPr/>
        </p:nvSpPr>
        <p:spPr>
          <a:xfrm>
            <a:off x="3344142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object 18">
            <a:extLst>
              <a:ext uri="{FF2B5EF4-FFF2-40B4-BE49-F238E27FC236}">
                <a16:creationId xmlns:a16="http://schemas.microsoft.com/office/drawing/2014/main" id="{CE9C73E1-2B44-C8A3-A602-E97C3EBF5F90}"/>
              </a:ext>
            </a:extLst>
          </p:cNvPr>
          <p:cNvSpPr txBox="1"/>
          <p:nvPr/>
        </p:nvSpPr>
        <p:spPr>
          <a:xfrm>
            <a:off x="3734543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7" name="object 19">
            <a:extLst>
              <a:ext uri="{FF2B5EF4-FFF2-40B4-BE49-F238E27FC236}">
                <a16:creationId xmlns:a16="http://schemas.microsoft.com/office/drawing/2014/main" id="{7CF25A81-DA7E-D140-4737-F3C09A0447C1}"/>
              </a:ext>
            </a:extLst>
          </p:cNvPr>
          <p:cNvSpPr txBox="1"/>
          <p:nvPr/>
        </p:nvSpPr>
        <p:spPr>
          <a:xfrm>
            <a:off x="4121335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88" name="object 20">
            <a:extLst>
              <a:ext uri="{FF2B5EF4-FFF2-40B4-BE49-F238E27FC236}">
                <a16:creationId xmlns:a16="http://schemas.microsoft.com/office/drawing/2014/main" id="{2B244821-424B-7022-87F4-6C058B7D2ADE}"/>
              </a:ext>
            </a:extLst>
          </p:cNvPr>
          <p:cNvSpPr txBox="1"/>
          <p:nvPr/>
        </p:nvSpPr>
        <p:spPr>
          <a:xfrm>
            <a:off x="4508126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89" name="object 21">
            <a:extLst>
              <a:ext uri="{FF2B5EF4-FFF2-40B4-BE49-F238E27FC236}">
                <a16:creationId xmlns:a16="http://schemas.microsoft.com/office/drawing/2014/main" id="{868185B7-6B69-94AB-04CA-2A2A51898738}"/>
              </a:ext>
            </a:extLst>
          </p:cNvPr>
          <p:cNvSpPr txBox="1"/>
          <p:nvPr/>
        </p:nvSpPr>
        <p:spPr>
          <a:xfrm>
            <a:off x="4894917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90" name="object 22">
            <a:extLst>
              <a:ext uri="{FF2B5EF4-FFF2-40B4-BE49-F238E27FC236}">
                <a16:creationId xmlns:a16="http://schemas.microsoft.com/office/drawing/2014/main" id="{CB02904C-7361-4F82-C4F0-FECFBC23C1F6}"/>
              </a:ext>
            </a:extLst>
          </p:cNvPr>
          <p:cNvSpPr txBox="1"/>
          <p:nvPr/>
        </p:nvSpPr>
        <p:spPr>
          <a:xfrm>
            <a:off x="5281708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91" name="object 23">
            <a:extLst>
              <a:ext uri="{FF2B5EF4-FFF2-40B4-BE49-F238E27FC236}">
                <a16:creationId xmlns:a16="http://schemas.microsoft.com/office/drawing/2014/main" id="{1DBD1BCA-47B7-DB09-16F8-592D9C730AD9}"/>
              </a:ext>
            </a:extLst>
          </p:cNvPr>
          <p:cNvSpPr txBox="1"/>
          <p:nvPr/>
        </p:nvSpPr>
        <p:spPr>
          <a:xfrm>
            <a:off x="5668499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92" name="object 24">
            <a:extLst>
              <a:ext uri="{FF2B5EF4-FFF2-40B4-BE49-F238E27FC236}">
                <a16:creationId xmlns:a16="http://schemas.microsoft.com/office/drawing/2014/main" id="{D8EE68F1-DB02-1082-FB32-96C27A56A701}"/>
              </a:ext>
            </a:extLst>
          </p:cNvPr>
          <p:cNvSpPr txBox="1"/>
          <p:nvPr/>
        </p:nvSpPr>
        <p:spPr>
          <a:xfrm>
            <a:off x="2183768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93" name="object 25">
            <a:extLst>
              <a:ext uri="{FF2B5EF4-FFF2-40B4-BE49-F238E27FC236}">
                <a16:creationId xmlns:a16="http://schemas.microsoft.com/office/drawing/2014/main" id="{AB0D0F67-5106-C82C-21D9-CE8B3941A129}"/>
              </a:ext>
            </a:extLst>
          </p:cNvPr>
          <p:cNvSpPr txBox="1"/>
          <p:nvPr/>
        </p:nvSpPr>
        <p:spPr>
          <a:xfrm>
            <a:off x="2570560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94" name="object 26">
            <a:extLst>
              <a:ext uri="{FF2B5EF4-FFF2-40B4-BE49-F238E27FC236}">
                <a16:creationId xmlns:a16="http://schemas.microsoft.com/office/drawing/2014/main" id="{1E700A4A-F3E8-227B-1D39-557D07CA23A2}"/>
              </a:ext>
            </a:extLst>
          </p:cNvPr>
          <p:cNvSpPr txBox="1"/>
          <p:nvPr/>
        </p:nvSpPr>
        <p:spPr>
          <a:xfrm>
            <a:off x="2957351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5" name="object 27">
            <a:extLst>
              <a:ext uri="{FF2B5EF4-FFF2-40B4-BE49-F238E27FC236}">
                <a16:creationId xmlns:a16="http://schemas.microsoft.com/office/drawing/2014/main" id="{3E91D473-56B9-24D7-5673-A87E0B121F0D}"/>
              </a:ext>
            </a:extLst>
          </p:cNvPr>
          <p:cNvSpPr txBox="1"/>
          <p:nvPr/>
        </p:nvSpPr>
        <p:spPr>
          <a:xfrm>
            <a:off x="3344142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6" name="object 28">
            <a:extLst>
              <a:ext uri="{FF2B5EF4-FFF2-40B4-BE49-F238E27FC236}">
                <a16:creationId xmlns:a16="http://schemas.microsoft.com/office/drawing/2014/main" id="{2F062E8A-3366-7EEE-208B-6BB49DAB1EEB}"/>
              </a:ext>
            </a:extLst>
          </p:cNvPr>
          <p:cNvSpPr txBox="1"/>
          <p:nvPr/>
        </p:nvSpPr>
        <p:spPr>
          <a:xfrm>
            <a:off x="3734543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97" name="object 29">
            <a:extLst>
              <a:ext uri="{FF2B5EF4-FFF2-40B4-BE49-F238E27FC236}">
                <a16:creationId xmlns:a16="http://schemas.microsoft.com/office/drawing/2014/main" id="{5D8EBAA8-D94B-77FA-A1E4-84777FE17E62}"/>
              </a:ext>
            </a:extLst>
          </p:cNvPr>
          <p:cNvSpPr txBox="1"/>
          <p:nvPr/>
        </p:nvSpPr>
        <p:spPr>
          <a:xfrm>
            <a:off x="4121335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98" name="object 30">
            <a:extLst>
              <a:ext uri="{FF2B5EF4-FFF2-40B4-BE49-F238E27FC236}">
                <a16:creationId xmlns:a16="http://schemas.microsoft.com/office/drawing/2014/main" id="{27B2B17E-25D8-E1A6-B276-B58CB90955C4}"/>
              </a:ext>
            </a:extLst>
          </p:cNvPr>
          <p:cNvSpPr txBox="1"/>
          <p:nvPr/>
        </p:nvSpPr>
        <p:spPr>
          <a:xfrm>
            <a:off x="4508126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9" name="object 31">
            <a:extLst>
              <a:ext uri="{FF2B5EF4-FFF2-40B4-BE49-F238E27FC236}">
                <a16:creationId xmlns:a16="http://schemas.microsoft.com/office/drawing/2014/main" id="{66E30DCE-CE6F-C382-5796-FEEE8293EB39}"/>
              </a:ext>
            </a:extLst>
          </p:cNvPr>
          <p:cNvSpPr txBox="1"/>
          <p:nvPr/>
        </p:nvSpPr>
        <p:spPr>
          <a:xfrm>
            <a:off x="4894917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00" name="object 32">
            <a:extLst>
              <a:ext uri="{FF2B5EF4-FFF2-40B4-BE49-F238E27FC236}">
                <a16:creationId xmlns:a16="http://schemas.microsoft.com/office/drawing/2014/main" id="{E9FBB889-93AC-45EC-FF6C-744B96D7A920}"/>
              </a:ext>
            </a:extLst>
          </p:cNvPr>
          <p:cNvSpPr txBox="1"/>
          <p:nvPr/>
        </p:nvSpPr>
        <p:spPr>
          <a:xfrm>
            <a:off x="5281708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01" name="object 33">
            <a:extLst>
              <a:ext uri="{FF2B5EF4-FFF2-40B4-BE49-F238E27FC236}">
                <a16:creationId xmlns:a16="http://schemas.microsoft.com/office/drawing/2014/main" id="{E36708E5-5519-65F2-7B1C-DC73319F5A15}"/>
              </a:ext>
            </a:extLst>
          </p:cNvPr>
          <p:cNvSpPr txBox="1"/>
          <p:nvPr/>
        </p:nvSpPr>
        <p:spPr>
          <a:xfrm>
            <a:off x="5668499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02" name="object 34">
            <a:extLst>
              <a:ext uri="{FF2B5EF4-FFF2-40B4-BE49-F238E27FC236}">
                <a16:creationId xmlns:a16="http://schemas.microsoft.com/office/drawing/2014/main" id="{7DC3F890-ADF5-A1E5-9ECD-BD8879070D8A}"/>
              </a:ext>
            </a:extLst>
          </p:cNvPr>
          <p:cNvSpPr txBox="1"/>
          <p:nvPr/>
        </p:nvSpPr>
        <p:spPr>
          <a:xfrm>
            <a:off x="2183768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3" name="object 35">
            <a:extLst>
              <a:ext uri="{FF2B5EF4-FFF2-40B4-BE49-F238E27FC236}">
                <a16:creationId xmlns:a16="http://schemas.microsoft.com/office/drawing/2014/main" id="{25C21E91-A8C7-524B-1737-D06E58D74599}"/>
              </a:ext>
            </a:extLst>
          </p:cNvPr>
          <p:cNvSpPr txBox="1"/>
          <p:nvPr/>
        </p:nvSpPr>
        <p:spPr>
          <a:xfrm>
            <a:off x="2570560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4" name="object 36">
            <a:extLst>
              <a:ext uri="{FF2B5EF4-FFF2-40B4-BE49-F238E27FC236}">
                <a16:creationId xmlns:a16="http://schemas.microsoft.com/office/drawing/2014/main" id="{0D598CCF-1C1C-6852-BECE-29D43BE97D37}"/>
              </a:ext>
            </a:extLst>
          </p:cNvPr>
          <p:cNvSpPr txBox="1"/>
          <p:nvPr/>
        </p:nvSpPr>
        <p:spPr>
          <a:xfrm>
            <a:off x="2957351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05" name="object 37">
            <a:extLst>
              <a:ext uri="{FF2B5EF4-FFF2-40B4-BE49-F238E27FC236}">
                <a16:creationId xmlns:a16="http://schemas.microsoft.com/office/drawing/2014/main" id="{CE59C31D-FF70-D3A6-9ABD-0185D87995E8}"/>
              </a:ext>
            </a:extLst>
          </p:cNvPr>
          <p:cNvSpPr txBox="1"/>
          <p:nvPr/>
        </p:nvSpPr>
        <p:spPr>
          <a:xfrm>
            <a:off x="3344142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06" name="object 38">
            <a:extLst>
              <a:ext uri="{FF2B5EF4-FFF2-40B4-BE49-F238E27FC236}">
                <a16:creationId xmlns:a16="http://schemas.microsoft.com/office/drawing/2014/main" id="{E4454985-B0EC-49EF-19CF-3CB33654B211}"/>
              </a:ext>
            </a:extLst>
          </p:cNvPr>
          <p:cNvSpPr txBox="1"/>
          <p:nvPr/>
        </p:nvSpPr>
        <p:spPr>
          <a:xfrm>
            <a:off x="3734543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07" name="object 39">
            <a:extLst>
              <a:ext uri="{FF2B5EF4-FFF2-40B4-BE49-F238E27FC236}">
                <a16:creationId xmlns:a16="http://schemas.microsoft.com/office/drawing/2014/main" id="{115BA25A-8EC3-48A5-4EE2-07CFA7650300}"/>
              </a:ext>
            </a:extLst>
          </p:cNvPr>
          <p:cNvSpPr txBox="1"/>
          <p:nvPr/>
        </p:nvSpPr>
        <p:spPr>
          <a:xfrm>
            <a:off x="4121335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08" name="object 40">
            <a:extLst>
              <a:ext uri="{FF2B5EF4-FFF2-40B4-BE49-F238E27FC236}">
                <a16:creationId xmlns:a16="http://schemas.microsoft.com/office/drawing/2014/main" id="{FD765B75-2BA5-B684-4B2C-36BDEEE3F97A}"/>
              </a:ext>
            </a:extLst>
          </p:cNvPr>
          <p:cNvSpPr txBox="1"/>
          <p:nvPr/>
        </p:nvSpPr>
        <p:spPr>
          <a:xfrm>
            <a:off x="4508126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9" name="object 41">
            <a:extLst>
              <a:ext uri="{FF2B5EF4-FFF2-40B4-BE49-F238E27FC236}">
                <a16:creationId xmlns:a16="http://schemas.microsoft.com/office/drawing/2014/main" id="{4D09874F-8D40-7303-9E5B-C1B41B15F4CB}"/>
              </a:ext>
            </a:extLst>
          </p:cNvPr>
          <p:cNvSpPr txBox="1"/>
          <p:nvPr/>
        </p:nvSpPr>
        <p:spPr>
          <a:xfrm>
            <a:off x="4894917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10" name="object 42">
            <a:extLst>
              <a:ext uri="{FF2B5EF4-FFF2-40B4-BE49-F238E27FC236}">
                <a16:creationId xmlns:a16="http://schemas.microsoft.com/office/drawing/2014/main" id="{2927E589-3979-CEF8-EF0E-5D81C2148C51}"/>
              </a:ext>
            </a:extLst>
          </p:cNvPr>
          <p:cNvSpPr txBox="1"/>
          <p:nvPr/>
        </p:nvSpPr>
        <p:spPr>
          <a:xfrm>
            <a:off x="5281708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11" name="object 43">
            <a:extLst>
              <a:ext uri="{FF2B5EF4-FFF2-40B4-BE49-F238E27FC236}">
                <a16:creationId xmlns:a16="http://schemas.microsoft.com/office/drawing/2014/main" id="{EBC3A60C-6E4D-D34C-815E-A03CA4486BA8}"/>
              </a:ext>
            </a:extLst>
          </p:cNvPr>
          <p:cNvSpPr txBox="1"/>
          <p:nvPr/>
        </p:nvSpPr>
        <p:spPr>
          <a:xfrm>
            <a:off x="5668499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12" name="object 44">
            <a:extLst>
              <a:ext uri="{FF2B5EF4-FFF2-40B4-BE49-F238E27FC236}">
                <a16:creationId xmlns:a16="http://schemas.microsoft.com/office/drawing/2014/main" id="{46A0C380-A0E3-1D20-5ABA-7837E04B5ED5}"/>
              </a:ext>
            </a:extLst>
          </p:cNvPr>
          <p:cNvSpPr txBox="1"/>
          <p:nvPr/>
        </p:nvSpPr>
        <p:spPr>
          <a:xfrm>
            <a:off x="2183768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3" name="object 45">
            <a:extLst>
              <a:ext uri="{FF2B5EF4-FFF2-40B4-BE49-F238E27FC236}">
                <a16:creationId xmlns:a16="http://schemas.microsoft.com/office/drawing/2014/main" id="{5D8C8590-3C06-1617-D79F-A64044FA00F6}"/>
              </a:ext>
            </a:extLst>
          </p:cNvPr>
          <p:cNvSpPr txBox="1"/>
          <p:nvPr/>
        </p:nvSpPr>
        <p:spPr>
          <a:xfrm>
            <a:off x="2570560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4" name="object 46">
            <a:extLst>
              <a:ext uri="{FF2B5EF4-FFF2-40B4-BE49-F238E27FC236}">
                <a16:creationId xmlns:a16="http://schemas.microsoft.com/office/drawing/2014/main" id="{2BA8416F-AD54-5F02-F2D2-FD8AE00A2B5C}"/>
              </a:ext>
            </a:extLst>
          </p:cNvPr>
          <p:cNvSpPr txBox="1"/>
          <p:nvPr/>
        </p:nvSpPr>
        <p:spPr>
          <a:xfrm>
            <a:off x="2957351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15" name="object 47">
            <a:extLst>
              <a:ext uri="{FF2B5EF4-FFF2-40B4-BE49-F238E27FC236}">
                <a16:creationId xmlns:a16="http://schemas.microsoft.com/office/drawing/2014/main" id="{114DED6C-76D0-7E96-09B6-EE93D1F2CAD4}"/>
              </a:ext>
            </a:extLst>
          </p:cNvPr>
          <p:cNvSpPr txBox="1"/>
          <p:nvPr/>
        </p:nvSpPr>
        <p:spPr>
          <a:xfrm>
            <a:off x="3344142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16" name="object 48">
            <a:extLst>
              <a:ext uri="{FF2B5EF4-FFF2-40B4-BE49-F238E27FC236}">
                <a16:creationId xmlns:a16="http://schemas.microsoft.com/office/drawing/2014/main" id="{3611D7F7-0892-3361-165B-B10831E6A0A9}"/>
              </a:ext>
            </a:extLst>
          </p:cNvPr>
          <p:cNvSpPr txBox="1"/>
          <p:nvPr/>
        </p:nvSpPr>
        <p:spPr>
          <a:xfrm>
            <a:off x="3732738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17" name="object 49">
            <a:extLst>
              <a:ext uri="{FF2B5EF4-FFF2-40B4-BE49-F238E27FC236}">
                <a16:creationId xmlns:a16="http://schemas.microsoft.com/office/drawing/2014/main" id="{E1962EA9-518E-8EE4-57C7-77AA9186B5A8}"/>
              </a:ext>
            </a:extLst>
          </p:cNvPr>
          <p:cNvSpPr txBox="1"/>
          <p:nvPr/>
        </p:nvSpPr>
        <p:spPr>
          <a:xfrm>
            <a:off x="4119529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18" name="object 50">
            <a:extLst>
              <a:ext uri="{FF2B5EF4-FFF2-40B4-BE49-F238E27FC236}">
                <a16:creationId xmlns:a16="http://schemas.microsoft.com/office/drawing/2014/main" id="{6CD5E97E-9939-BC40-71EA-FA530E4B505D}"/>
              </a:ext>
            </a:extLst>
          </p:cNvPr>
          <p:cNvSpPr txBox="1"/>
          <p:nvPr/>
        </p:nvSpPr>
        <p:spPr>
          <a:xfrm>
            <a:off x="4506320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19" name="object 51">
            <a:extLst>
              <a:ext uri="{FF2B5EF4-FFF2-40B4-BE49-F238E27FC236}">
                <a16:creationId xmlns:a16="http://schemas.microsoft.com/office/drawing/2014/main" id="{07371BA2-36F7-8351-704C-2DD1F9833378}"/>
              </a:ext>
            </a:extLst>
          </p:cNvPr>
          <p:cNvSpPr txBox="1"/>
          <p:nvPr/>
        </p:nvSpPr>
        <p:spPr>
          <a:xfrm>
            <a:off x="4893112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20" name="object 52">
            <a:extLst>
              <a:ext uri="{FF2B5EF4-FFF2-40B4-BE49-F238E27FC236}">
                <a16:creationId xmlns:a16="http://schemas.microsoft.com/office/drawing/2014/main" id="{482684E6-2D64-D170-70C5-54D856920E1E}"/>
              </a:ext>
            </a:extLst>
          </p:cNvPr>
          <p:cNvSpPr txBox="1"/>
          <p:nvPr/>
        </p:nvSpPr>
        <p:spPr>
          <a:xfrm>
            <a:off x="5285317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21" name="object 53">
            <a:extLst>
              <a:ext uri="{FF2B5EF4-FFF2-40B4-BE49-F238E27FC236}">
                <a16:creationId xmlns:a16="http://schemas.microsoft.com/office/drawing/2014/main" id="{70DAEA54-B92F-BA46-EAFE-F651A95E7C83}"/>
              </a:ext>
            </a:extLst>
          </p:cNvPr>
          <p:cNvSpPr txBox="1"/>
          <p:nvPr/>
        </p:nvSpPr>
        <p:spPr>
          <a:xfrm>
            <a:off x="5672108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22" name="object 54">
            <a:extLst>
              <a:ext uri="{FF2B5EF4-FFF2-40B4-BE49-F238E27FC236}">
                <a16:creationId xmlns:a16="http://schemas.microsoft.com/office/drawing/2014/main" id="{E5037335-57BF-F5C9-6907-7B858FE8F011}"/>
              </a:ext>
            </a:extLst>
          </p:cNvPr>
          <p:cNvSpPr txBox="1"/>
          <p:nvPr/>
        </p:nvSpPr>
        <p:spPr>
          <a:xfrm>
            <a:off x="2183768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23" name="object 55">
            <a:extLst>
              <a:ext uri="{FF2B5EF4-FFF2-40B4-BE49-F238E27FC236}">
                <a16:creationId xmlns:a16="http://schemas.microsoft.com/office/drawing/2014/main" id="{5DD76187-A7BB-AE21-C8C2-9EE366C2A0E8}"/>
              </a:ext>
            </a:extLst>
          </p:cNvPr>
          <p:cNvSpPr txBox="1"/>
          <p:nvPr/>
        </p:nvSpPr>
        <p:spPr>
          <a:xfrm>
            <a:off x="2570560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4" name="object 56">
            <a:extLst>
              <a:ext uri="{FF2B5EF4-FFF2-40B4-BE49-F238E27FC236}">
                <a16:creationId xmlns:a16="http://schemas.microsoft.com/office/drawing/2014/main" id="{556968FC-29B9-CD7F-A141-77E315F85E1D}"/>
              </a:ext>
            </a:extLst>
          </p:cNvPr>
          <p:cNvSpPr txBox="1"/>
          <p:nvPr/>
        </p:nvSpPr>
        <p:spPr>
          <a:xfrm>
            <a:off x="2957351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25" name="object 57">
            <a:extLst>
              <a:ext uri="{FF2B5EF4-FFF2-40B4-BE49-F238E27FC236}">
                <a16:creationId xmlns:a16="http://schemas.microsoft.com/office/drawing/2014/main" id="{886C99A5-06C7-D0AF-369A-AE480A2FE083}"/>
              </a:ext>
            </a:extLst>
          </p:cNvPr>
          <p:cNvSpPr txBox="1"/>
          <p:nvPr/>
        </p:nvSpPr>
        <p:spPr>
          <a:xfrm>
            <a:off x="3344142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26" name="object 58">
            <a:extLst>
              <a:ext uri="{FF2B5EF4-FFF2-40B4-BE49-F238E27FC236}">
                <a16:creationId xmlns:a16="http://schemas.microsoft.com/office/drawing/2014/main" id="{0C9F01C6-1D7C-F199-FECB-C1BD51281FCE}"/>
              </a:ext>
            </a:extLst>
          </p:cNvPr>
          <p:cNvSpPr txBox="1"/>
          <p:nvPr/>
        </p:nvSpPr>
        <p:spPr>
          <a:xfrm>
            <a:off x="3732738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27" name="object 59">
            <a:extLst>
              <a:ext uri="{FF2B5EF4-FFF2-40B4-BE49-F238E27FC236}">
                <a16:creationId xmlns:a16="http://schemas.microsoft.com/office/drawing/2014/main" id="{1F304369-A8AE-0802-BF82-4B10AEE8F3E0}"/>
              </a:ext>
            </a:extLst>
          </p:cNvPr>
          <p:cNvSpPr txBox="1"/>
          <p:nvPr/>
        </p:nvSpPr>
        <p:spPr>
          <a:xfrm>
            <a:off x="4119529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28" name="object 60">
            <a:extLst>
              <a:ext uri="{FF2B5EF4-FFF2-40B4-BE49-F238E27FC236}">
                <a16:creationId xmlns:a16="http://schemas.microsoft.com/office/drawing/2014/main" id="{4C610A06-C8CE-2A2A-0AB6-42C48B813CFA}"/>
              </a:ext>
            </a:extLst>
          </p:cNvPr>
          <p:cNvSpPr txBox="1"/>
          <p:nvPr/>
        </p:nvSpPr>
        <p:spPr>
          <a:xfrm>
            <a:off x="4506320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29" name="object 61">
            <a:extLst>
              <a:ext uri="{FF2B5EF4-FFF2-40B4-BE49-F238E27FC236}">
                <a16:creationId xmlns:a16="http://schemas.microsoft.com/office/drawing/2014/main" id="{B9B80F86-A3CB-7E5C-2D87-88C1458DE682}"/>
              </a:ext>
            </a:extLst>
          </p:cNvPr>
          <p:cNvSpPr txBox="1"/>
          <p:nvPr/>
        </p:nvSpPr>
        <p:spPr>
          <a:xfrm>
            <a:off x="4893112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30" name="object 62">
            <a:extLst>
              <a:ext uri="{FF2B5EF4-FFF2-40B4-BE49-F238E27FC236}">
                <a16:creationId xmlns:a16="http://schemas.microsoft.com/office/drawing/2014/main" id="{1E042FAC-79C1-7613-6602-BB023C453311}"/>
              </a:ext>
            </a:extLst>
          </p:cNvPr>
          <p:cNvSpPr txBox="1"/>
          <p:nvPr/>
        </p:nvSpPr>
        <p:spPr>
          <a:xfrm>
            <a:off x="5285317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31" name="object 63">
            <a:extLst>
              <a:ext uri="{FF2B5EF4-FFF2-40B4-BE49-F238E27FC236}">
                <a16:creationId xmlns:a16="http://schemas.microsoft.com/office/drawing/2014/main" id="{3CC6FE78-696B-C74B-A334-D764D481F051}"/>
              </a:ext>
            </a:extLst>
          </p:cNvPr>
          <p:cNvSpPr txBox="1"/>
          <p:nvPr/>
        </p:nvSpPr>
        <p:spPr>
          <a:xfrm>
            <a:off x="5672108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32" name="object 64">
            <a:extLst>
              <a:ext uri="{FF2B5EF4-FFF2-40B4-BE49-F238E27FC236}">
                <a16:creationId xmlns:a16="http://schemas.microsoft.com/office/drawing/2014/main" id="{884D176B-4912-DFD5-90B5-C8E196B177A9}"/>
              </a:ext>
            </a:extLst>
          </p:cNvPr>
          <p:cNvSpPr txBox="1"/>
          <p:nvPr/>
        </p:nvSpPr>
        <p:spPr>
          <a:xfrm>
            <a:off x="2183768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33" name="object 65">
            <a:extLst>
              <a:ext uri="{FF2B5EF4-FFF2-40B4-BE49-F238E27FC236}">
                <a16:creationId xmlns:a16="http://schemas.microsoft.com/office/drawing/2014/main" id="{CDE0CCC1-74DF-35C1-BECA-753E8386EEB5}"/>
              </a:ext>
            </a:extLst>
          </p:cNvPr>
          <p:cNvSpPr txBox="1"/>
          <p:nvPr/>
        </p:nvSpPr>
        <p:spPr>
          <a:xfrm>
            <a:off x="2570560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4" name="object 66">
            <a:extLst>
              <a:ext uri="{FF2B5EF4-FFF2-40B4-BE49-F238E27FC236}">
                <a16:creationId xmlns:a16="http://schemas.microsoft.com/office/drawing/2014/main" id="{D184DD7E-95AB-CCA6-E9DF-7BCA50FCC46B}"/>
              </a:ext>
            </a:extLst>
          </p:cNvPr>
          <p:cNvSpPr txBox="1"/>
          <p:nvPr/>
        </p:nvSpPr>
        <p:spPr>
          <a:xfrm>
            <a:off x="2957351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5" name="object 67">
            <a:extLst>
              <a:ext uri="{FF2B5EF4-FFF2-40B4-BE49-F238E27FC236}">
                <a16:creationId xmlns:a16="http://schemas.microsoft.com/office/drawing/2014/main" id="{F12A0DC6-D645-16F9-C9FA-4590C467BE8A}"/>
              </a:ext>
            </a:extLst>
          </p:cNvPr>
          <p:cNvSpPr txBox="1"/>
          <p:nvPr/>
        </p:nvSpPr>
        <p:spPr>
          <a:xfrm>
            <a:off x="3344142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36" name="object 68">
            <a:extLst>
              <a:ext uri="{FF2B5EF4-FFF2-40B4-BE49-F238E27FC236}">
                <a16:creationId xmlns:a16="http://schemas.microsoft.com/office/drawing/2014/main" id="{1D59A493-8CD5-643F-B7F3-24C25ECBB11C}"/>
              </a:ext>
            </a:extLst>
          </p:cNvPr>
          <p:cNvSpPr txBox="1"/>
          <p:nvPr/>
        </p:nvSpPr>
        <p:spPr>
          <a:xfrm>
            <a:off x="3732738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37" name="object 69">
            <a:extLst>
              <a:ext uri="{FF2B5EF4-FFF2-40B4-BE49-F238E27FC236}">
                <a16:creationId xmlns:a16="http://schemas.microsoft.com/office/drawing/2014/main" id="{8B565F6F-9BCE-3D62-2397-C4800B915EC9}"/>
              </a:ext>
            </a:extLst>
          </p:cNvPr>
          <p:cNvSpPr txBox="1"/>
          <p:nvPr/>
        </p:nvSpPr>
        <p:spPr>
          <a:xfrm>
            <a:off x="4119529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38" name="object 70">
            <a:extLst>
              <a:ext uri="{FF2B5EF4-FFF2-40B4-BE49-F238E27FC236}">
                <a16:creationId xmlns:a16="http://schemas.microsoft.com/office/drawing/2014/main" id="{F6F23624-0D32-14A7-14A7-0538F2974AF9}"/>
              </a:ext>
            </a:extLst>
          </p:cNvPr>
          <p:cNvSpPr txBox="1"/>
          <p:nvPr/>
        </p:nvSpPr>
        <p:spPr>
          <a:xfrm>
            <a:off x="4506320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39" name="object 71">
            <a:extLst>
              <a:ext uri="{FF2B5EF4-FFF2-40B4-BE49-F238E27FC236}">
                <a16:creationId xmlns:a16="http://schemas.microsoft.com/office/drawing/2014/main" id="{49D4B1E0-1500-3293-A191-AB07C977C653}"/>
              </a:ext>
            </a:extLst>
          </p:cNvPr>
          <p:cNvSpPr txBox="1"/>
          <p:nvPr/>
        </p:nvSpPr>
        <p:spPr>
          <a:xfrm>
            <a:off x="4893112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40" name="object 72">
            <a:extLst>
              <a:ext uri="{FF2B5EF4-FFF2-40B4-BE49-F238E27FC236}">
                <a16:creationId xmlns:a16="http://schemas.microsoft.com/office/drawing/2014/main" id="{D148D675-B14C-FB13-7F0F-2A208A26907C}"/>
              </a:ext>
            </a:extLst>
          </p:cNvPr>
          <p:cNvSpPr txBox="1"/>
          <p:nvPr/>
        </p:nvSpPr>
        <p:spPr>
          <a:xfrm>
            <a:off x="5285317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41" name="object 73">
            <a:extLst>
              <a:ext uri="{FF2B5EF4-FFF2-40B4-BE49-F238E27FC236}">
                <a16:creationId xmlns:a16="http://schemas.microsoft.com/office/drawing/2014/main" id="{CE4059AB-4DC9-BEEB-9400-BC425E633039}"/>
              </a:ext>
            </a:extLst>
          </p:cNvPr>
          <p:cNvSpPr txBox="1"/>
          <p:nvPr/>
        </p:nvSpPr>
        <p:spPr>
          <a:xfrm>
            <a:off x="5672108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42" name="内容占位符 3">
            <a:extLst>
              <a:ext uri="{FF2B5EF4-FFF2-40B4-BE49-F238E27FC236}">
                <a16:creationId xmlns:a16="http://schemas.microsoft.com/office/drawing/2014/main" id="{379DC3CA-2478-C27B-819C-194731EE01F6}"/>
              </a:ext>
            </a:extLst>
          </p:cNvPr>
          <p:cNvSpPr txBox="1">
            <a:spLocks/>
          </p:cNvSpPr>
          <p:nvPr/>
        </p:nvSpPr>
        <p:spPr>
          <a:xfrm>
            <a:off x="6616824" y="1077364"/>
            <a:ext cx="5885911" cy="3145574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4x4 blocks of threads…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6743FF-6458-7B98-876D-133A6128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32265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4C71-EA64-AF4C-7177-862C03CE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204E9F0-EDE8-5311-6709-2190D0C0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6" name="object 309">
            <a:extLst>
              <a:ext uri="{FF2B5EF4-FFF2-40B4-BE49-F238E27FC236}">
                <a16:creationId xmlns:a16="http://schemas.microsoft.com/office/drawing/2014/main" id="{89CC1EDC-A2FD-C1F1-2F5B-97DC9B0477D7}"/>
              </a:ext>
            </a:extLst>
          </p:cNvPr>
          <p:cNvSpPr txBox="1"/>
          <p:nvPr/>
        </p:nvSpPr>
        <p:spPr>
          <a:xfrm>
            <a:off x="7541084" y="5174138"/>
            <a:ext cx="716661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915"/>
              </a:lnSpc>
            </a:pP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spc="-122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">
              <a:lnSpc>
                <a:spcPts val="1915"/>
              </a:lnSpc>
            </a:pPr>
            <a:r>
              <a:rPr sz="16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7)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310">
            <a:extLst>
              <a:ext uri="{FF2B5EF4-FFF2-40B4-BE49-F238E27FC236}">
                <a16:creationId xmlns:a16="http://schemas.microsoft.com/office/drawing/2014/main" id="{8EB502C4-85D6-2050-5F53-3B7E04A95EA6}"/>
              </a:ext>
            </a:extLst>
          </p:cNvPr>
          <p:cNvSpPr txBox="1"/>
          <p:nvPr/>
        </p:nvSpPr>
        <p:spPr>
          <a:xfrm>
            <a:off x="7541084" y="5858849"/>
            <a:ext cx="731520" cy="249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620" dirty="0"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latin typeface="Calibri" panose="020F0502020204030204" pitchFamily="34" charset="0"/>
                <a:cs typeface="Calibri" panose="020F0502020204030204" pitchFamily="34" charset="0"/>
              </a:rPr>
              <a:t> 69)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C66C2-1AB0-3C90-B057-8E68995AD8CD}"/>
              </a:ext>
            </a:extLst>
          </p:cNvPr>
          <p:cNvSpPr txBox="1"/>
          <p:nvPr/>
        </p:nvSpPr>
        <p:spPr>
          <a:xfrm>
            <a:off x="-79209" y="4862038"/>
            <a:ext cx="87097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spc="9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glo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bal</a:t>
            </a:r>
            <a:r>
              <a:rPr lang="en-US" sz="1600" b="1" u="sng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u="sng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voi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add_matrice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s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*a,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*b,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int *c){</a:t>
            </a:r>
          </a:p>
          <a:p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sz="1600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.x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sz="1600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row =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.y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pPr marL="11430">
              <a:tabLst>
                <a:tab pos="177165" algn="l"/>
              </a:tabLst>
            </a:pPr>
            <a:r>
              <a:rPr lang="en-US" sz="1600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		i</a:t>
            </a:r>
            <a:r>
              <a:rPr lang="en-US" sz="1600" b="1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lang="en-US" sz="1600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(row &lt;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&amp;&amp;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N){</a:t>
            </a:r>
          </a:p>
          <a:p>
            <a:pPr marL="11430">
              <a:tabLst>
                <a:tab pos="177165" algn="l"/>
              </a:tabLst>
            </a:pP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			in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thread_id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row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column;</a:t>
            </a:r>
            <a:endParaRPr lang="en-US" sz="1600" b="1" dirty="0">
              <a:latin typeface="Courier New" panose="02070309020205020404"/>
              <a:cs typeface="Courier New" panose="02070309020205020404"/>
            </a:endParaRP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		c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a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b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];</a:t>
            </a: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	}</a:t>
            </a: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}</a:t>
            </a:r>
            <a:endParaRPr lang="en-US" sz="1600" b="1" dirty="0">
              <a:latin typeface="Courier New" panose="02070309020205020404"/>
              <a:cs typeface="Courier New" panose="02070309020205020404"/>
            </a:endParaRPr>
          </a:p>
          <a:p>
            <a:endParaRPr lang="en-US" sz="1600" b="1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299">
            <a:extLst>
              <a:ext uri="{FF2B5EF4-FFF2-40B4-BE49-F238E27FC236}">
                <a16:creationId xmlns:a16="http://schemas.microsoft.com/office/drawing/2014/main" id="{6750FD84-AA8E-2CCC-FDE5-1EE57853CCF2}"/>
              </a:ext>
            </a:extLst>
          </p:cNvPr>
          <p:cNvSpPr txBox="1"/>
          <p:nvPr/>
        </p:nvSpPr>
        <p:spPr>
          <a:xfrm>
            <a:off x="2092532" y="4451454"/>
            <a:ext cx="765515" cy="450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672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6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25"/>
              </a:spcBef>
            </a:pPr>
            <a:endParaRPr sz="11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311">
            <a:extLst>
              <a:ext uri="{FF2B5EF4-FFF2-40B4-BE49-F238E27FC236}">
                <a16:creationId xmlns:a16="http://schemas.microsoft.com/office/drawing/2014/main" id="{F79A38D4-2C20-18ED-58CD-BCD3DD7728F3}"/>
              </a:ext>
            </a:extLst>
          </p:cNvPr>
          <p:cNvSpPr txBox="1"/>
          <p:nvPr/>
        </p:nvSpPr>
        <p:spPr>
          <a:xfrm>
            <a:off x="2858047" y="1316928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0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312">
            <a:extLst>
              <a:ext uri="{FF2B5EF4-FFF2-40B4-BE49-F238E27FC236}">
                <a16:creationId xmlns:a16="http://schemas.microsoft.com/office/drawing/2014/main" id="{490B6B95-034E-058F-534F-62956D9DED4E}"/>
              </a:ext>
            </a:extLst>
          </p:cNvPr>
          <p:cNvSpPr txBox="1"/>
          <p:nvPr/>
        </p:nvSpPr>
        <p:spPr>
          <a:xfrm>
            <a:off x="3255697" y="1313601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313">
            <a:extLst>
              <a:ext uri="{FF2B5EF4-FFF2-40B4-BE49-F238E27FC236}">
                <a16:creationId xmlns:a16="http://schemas.microsoft.com/office/drawing/2014/main" id="{BC302DD9-28E8-6F3A-EF9F-C7F1FD50A7EA}"/>
              </a:ext>
            </a:extLst>
          </p:cNvPr>
          <p:cNvSpPr txBox="1"/>
          <p:nvPr/>
        </p:nvSpPr>
        <p:spPr>
          <a:xfrm>
            <a:off x="3647540" y="1313537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2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314">
            <a:extLst>
              <a:ext uri="{FF2B5EF4-FFF2-40B4-BE49-F238E27FC236}">
                <a16:creationId xmlns:a16="http://schemas.microsoft.com/office/drawing/2014/main" id="{61D7D271-028F-0F9F-2191-11801B8B8146}"/>
              </a:ext>
            </a:extLst>
          </p:cNvPr>
          <p:cNvSpPr txBox="1"/>
          <p:nvPr/>
        </p:nvSpPr>
        <p:spPr>
          <a:xfrm>
            <a:off x="4024824" y="1318768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3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315">
            <a:extLst>
              <a:ext uri="{FF2B5EF4-FFF2-40B4-BE49-F238E27FC236}">
                <a16:creationId xmlns:a16="http://schemas.microsoft.com/office/drawing/2014/main" id="{8D677493-A139-41C8-EEE5-D7A6616EC7FB}"/>
              </a:ext>
            </a:extLst>
          </p:cNvPr>
          <p:cNvSpPr txBox="1"/>
          <p:nvPr/>
        </p:nvSpPr>
        <p:spPr>
          <a:xfrm>
            <a:off x="4422474" y="1313601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316">
            <a:extLst>
              <a:ext uri="{FF2B5EF4-FFF2-40B4-BE49-F238E27FC236}">
                <a16:creationId xmlns:a16="http://schemas.microsoft.com/office/drawing/2014/main" id="{AF9FCF41-552E-323E-47CD-D06F080BA2CC}"/>
              </a:ext>
            </a:extLst>
          </p:cNvPr>
          <p:cNvSpPr txBox="1"/>
          <p:nvPr/>
        </p:nvSpPr>
        <p:spPr>
          <a:xfrm>
            <a:off x="4820124" y="1310274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5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317">
            <a:extLst>
              <a:ext uri="{FF2B5EF4-FFF2-40B4-BE49-F238E27FC236}">
                <a16:creationId xmlns:a16="http://schemas.microsoft.com/office/drawing/2014/main" id="{7A68B8F3-5C3D-BD65-5F08-B467417AE905}"/>
              </a:ext>
            </a:extLst>
          </p:cNvPr>
          <p:cNvSpPr txBox="1"/>
          <p:nvPr/>
        </p:nvSpPr>
        <p:spPr>
          <a:xfrm>
            <a:off x="5211968" y="1310210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6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318">
            <a:extLst>
              <a:ext uri="{FF2B5EF4-FFF2-40B4-BE49-F238E27FC236}">
                <a16:creationId xmlns:a16="http://schemas.microsoft.com/office/drawing/2014/main" id="{472B6EC7-8078-C9A6-E11F-FBFC9DCCA722}"/>
              </a:ext>
            </a:extLst>
          </p:cNvPr>
          <p:cNvSpPr txBox="1"/>
          <p:nvPr/>
        </p:nvSpPr>
        <p:spPr>
          <a:xfrm>
            <a:off x="5589253" y="1315441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7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319">
            <a:extLst>
              <a:ext uri="{FF2B5EF4-FFF2-40B4-BE49-F238E27FC236}">
                <a16:creationId xmlns:a16="http://schemas.microsoft.com/office/drawing/2014/main" id="{6D465E7C-7C9D-22FC-26B0-57F3097D3090}"/>
              </a:ext>
            </a:extLst>
          </p:cNvPr>
          <p:cNvSpPr txBox="1"/>
          <p:nvPr/>
        </p:nvSpPr>
        <p:spPr>
          <a:xfrm>
            <a:off x="5969641" y="1310210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8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320">
            <a:extLst>
              <a:ext uri="{FF2B5EF4-FFF2-40B4-BE49-F238E27FC236}">
                <a16:creationId xmlns:a16="http://schemas.microsoft.com/office/drawing/2014/main" id="{C7DAB52E-D970-BA14-0A6D-111FB219E008}"/>
              </a:ext>
            </a:extLst>
          </p:cNvPr>
          <p:cNvSpPr txBox="1"/>
          <p:nvPr/>
        </p:nvSpPr>
        <p:spPr>
          <a:xfrm>
            <a:off x="6367291" y="1306819"/>
            <a:ext cx="607177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tabLst>
                <a:tab pos="358775" algn="l"/>
              </a:tabLst>
            </a:pPr>
            <a:r>
              <a:rPr sz="1600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9	</a:t>
            </a:r>
            <a:r>
              <a:rPr sz="1600" spc="-5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10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321">
            <a:extLst>
              <a:ext uri="{FF2B5EF4-FFF2-40B4-BE49-F238E27FC236}">
                <a16:creationId xmlns:a16="http://schemas.microsoft.com/office/drawing/2014/main" id="{965617A8-075C-0E36-E0EC-5996FEF78E03}"/>
              </a:ext>
            </a:extLst>
          </p:cNvPr>
          <p:cNvSpPr txBox="1"/>
          <p:nvPr/>
        </p:nvSpPr>
        <p:spPr>
          <a:xfrm>
            <a:off x="7098041" y="1312049"/>
            <a:ext cx="32849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600" spc="-99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322">
            <a:extLst>
              <a:ext uri="{FF2B5EF4-FFF2-40B4-BE49-F238E27FC236}">
                <a16:creationId xmlns:a16="http://schemas.microsoft.com/office/drawing/2014/main" id="{B0FC853F-013B-D15B-558D-3CE515B13485}"/>
              </a:ext>
            </a:extLst>
          </p:cNvPr>
          <p:cNvSpPr txBox="1"/>
          <p:nvPr/>
        </p:nvSpPr>
        <p:spPr>
          <a:xfrm>
            <a:off x="2548768" y="1671967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323">
            <a:extLst>
              <a:ext uri="{FF2B5EF4-FFF2-40B4-BE49-F238E27FC236}">
                <a16:creationId xmlns:a16="http://schemas.microsoft.com/office/drawing/2014/main" id="{E5519573-8815-C605-EAA3-A1F4BFD1E00C}"/>
              </a:ext>
            </a:extLst>
          </p:cNvPr>
          <p:cNvSpPr txBox="1"/>
          <p:nvPr/>
        </p:nvSpPr>
        <p:spPr>
          <a:xfrm>
            <a:off x="2545409" y="2064864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324">
            <a:extLst>
              <a:ext uri="{FF2B5EF4-FFF2-40B4-BE49-F238E27FC236}">
                <a16:creationId xmlns:a16="http://schemas.microsoft.com/office/drawing/2014/main" id="{C9A66E05-4526-5B59-D18C-3AF821333DC4}"/>
              </a:ext>
            </a:extLst>
          </p:cNvPr>
          <p:cNvSpPr txBox="1"/>
          <p:nvPr/>
        </p:nvSpPr>
        <p:spPr>
          <a:xfrm>
            <a:off x="2545409" y="2457761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325">
            <a:extLst>
              <a:ext uri="{FF2B5EF4-FFF2-40B4-BE49-F238E27FC236}">
                <a16:creationId xmlns:a16="http://schemas.microsoft.com/office/drawing/2014/main" id="{AC2F2D68-E961-CAEE-AC84-CB68930C7418}"/>
              </a:ext>
            </a:extLst>
          </p:cNvPr>
          <p:cNvSpPr txBox="1"/>
          <p:nvPr/>
        </p:nvSpPr>
        <p:spPr>
          <a:xfrm>
            <a:off x="2545409" y="2850658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326">
            <a:extLst>
              <a:ext uri="{FF2B5EF4-FFF2-40B4-BE49-F238E27FC236}">
                <a16:creationId xmlns:a16="http://schemas.microsoft.com/office/drawing/2014/main" id="{1D115B85-87F3-B63D-EB28-579F115C610C}"/>
              </a:ext>
            </a:extLst>
          </p:cNvPr>
          <p:cNvSpPr txBox="1"/>
          <p:nvPr/>
        </p:nvSpPr>
        <p:spPr>
          <a:xfrm>
            <a:off x="2542344" y="3243555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327">
            <a:extLst>
              <a:ext uri="{FF2B5EF4-FFF2-40B4-BE49-F238E27FC236}">
                <a16:creationId xmlns:a16="http://schemas.microsoft.com/office/drawing/2014/main" id="{4E19A411-D6B9-13DC-9229-2E9FD578CCA3}"/>
              </a:ext>
            </a:extLst>
          </p:cNvPr>
          <p:cNvSpPr txBox="1"/>
          <p:nvPr/>
        </p:nvSpPr>
        <p:spPr>
          <a:xfrm>
            <a:off x="2542344" y="3636452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328">
            <a:extLst>
              <a:ext uri="{FF2B5EF4-FFF2-40B4-BE49-F238E27FC236}">
                <a16:creationId xmlns:a16="http://schemas.microsoft.com/office/drawing/2014/main" id="{D4556DF6-F1AD-CF8D-14A4-87468AB5FFE7}"/>
              </a:ext>
            </a:extLst>
          </p:cNvPr>
          <p:cNvSpPr txBox="1"/>
          <p:nvPr/>
        </p:nvSpPr>
        <p:spPr>
          <a:xfrm>
            <a:off x="2536742" y="4029349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8" name="object 3">
            <a:extLst>
              <a:ext uri="{FF2B5EF4-FFF2-40B4-BE49-F238E27FC236}">
                <a16:creationId xmlns:a16="http://schemas.microsoft.com/office/drawing/2014/main" id="{AA93268F-EFD4-CDED-7DEC-DFBC94465B4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0967026"/>
              </p:ext>
            </p:extLst>
          </p:nvPr>
        </p:nvGraphicFramePr>
        <p:xfrm>
          <a:off x="2728392" y="1656234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5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object 4">
            <a:extLst>
              <a:ext uri="{FF2B5EF4-FFF2-40B4-BE49-F238E27FC236}">
                <a16:creationId xmlns:a16="http://schemas.microsoft.com/office/drawing/2014/main" id="{76501DED-6E26-7A96-0C9B-21F5C9959FE2}"/>
              </a:ext>
            </a:extLst>
          </p:cNvPr>
          <p:cNvSpPr txBox="1"/>
          <p:nvPr/>
        </p:nvSpPr>
        <p:spPr>
          <a:xfrm>
            <a:off x="2728392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C5DC70E5-5E1B-B8AF-3F7E-BC97DB3AFE16}"/>
              </a:ext>
            </a:extLst>
          </p:cNvPr>
          <p:cNvSpPr txBox="1"/>
          <p:nvPr/>
        </p:nvSpPr>
        <p:spPr>
          <a:xfrm>
            <a:off x="3115184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4CE0B0AF-FC64-0E4C-CE68-8C6EB531A869}"/>
              </a:ext>
            </a:extLst>
          </p:cNvPr>
          <p:cNvSpPr txBox="1"/>
          <p:nvPr/>
        </p:nvSpPr>
        <p:spPr>
          <a:xfrm>
            <a:off x="3501975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641C1C67-A2E0-FCB1-3F1A-D96769BECF48}"/>
              </a:ext>
            </a:extLst>
          </p:cNvPr>
          <p:cNvSpPr txBox="1"/>
          <p:nvPr/>
        </p:nvSpPr>
        <p:spPr>
          <a:xfrm>
            <a:off x="3888766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03B1A47F-C60E-6182-EF97-17B86A830C58}"/>
              </a:ext>
            </a:extLst>
          </p:cNvPr>
          <p:cNvSpPr txBox="1"/>
          <p:nvPr/>
        </p:nvSpPr>
        <p:spPr>
          <a:xfrm>
            <a:off x="4279167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6A0B63EB-0243-F258-D4B8-4F9681C2D379}"/>
              </a:ext>
            </a:extLst>
          </p:cNvPr>
          <p:cNvSpPr txBox="1"/>
          <p:nvPr/>
        </p:nvSpPr>
        <p:spPr>
          <a:xfrm>
            <a:off x="4665959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F513BDCA-14FA-DB36-479B-3477BB7B2BCA}"/>
              </a:ext>
            </a:extLst>
          </p:cNvPr>
          <p:cNvSpPr txBox="1"/>
          <p:nvPr/>
        </p:nvSpPr>
        <p:spPr>
          <a:xfrm>
            <a:off x="5052750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6" name="object 11">
            <a:extLst>
              <a:ext uri="{FF2B5EF4-FFF2-40B4-BE49-F238E27FC236}">
                <a16:creationId xmlns:a16="http://schemas.microsoft.com/office/drawing/2014/main" id="{F0C1FABA-1731-1358-678F-7E8D8DF2A5DC}"/>
              </a:ext>
            </a:extLst>
          </p:cNvPr>
          <p:cNvSpPr txBox="1"/>
          <p:nvPr/>
        </p:nvSpPr>
        <p:spPr>
          <a:xfrm>
            <a:off x="5439541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37" name="object 12">
            <a:extLst>
              <a:ext uri="{FF2B5EF4-FFF2-40B4-BE49-F238E27FC236}">
                <a16:creationId xmlns:a16="http://schemas.microsoft.com/office/drawing/2014/main" id="{28550BD2-DBD6-B4CD-9721-707C4823947D}"/>
              </a:ext>
            </a:extLst>
          </p:cNvPr>
          <p:cNvSpPr txBox="1"/>
          <p:nvPr/>
        </p:nvSpPr>
        <p:spPr>
          <a:xfrm>
            <a:off x="5826332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38" name="object 13">
            <a:extLst>
              <a:ext uri="{FF2B5EF4-FFF2-40B4-BE49-F238E27FC236}">
                <a16:creationId xmlns:a16="http://schemas.microsoft.com/office/drawing/2014/main" id="{145A3F6E-6107-AE1A-DB2A-D249BAA5E3F1}"/>
              </a:ext>
            </a:extLst>
          </p:cNvPr>
          <p:cNvSpPr txBox="1"/>
          <p:nvPr/>
        </p:nvSpPr>
        <p:spPr>
          <a:xfrm>
            <a:off x="6213123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B3A45216-B47C-8340-94FF-D389BC9AA846}"/>
              </a:ext>
            </a:extLst>
          </p:cNvPr>
          <p:cNvSpPr txBox="1"/>
          <p:nvPr/>
        </p:nvSpPr>
        <p:spPr>
          <a:xfrm>
            <a:off x="2728392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0" name="object 15">
            <a:extLst>
              <a:ext uri="{FF2B5EF4-FFF2-40B4-BE49-F238E27FC236}">
                <a16:creationId xmlns:a16="http://schemas.microsoft.com/office/drawing/2014/main" id="{A098347A-51B3-7082-6240-1518C920446D}"/>
              </a:ext>
            </a:extLst>
          </p:cNvPr>
          <p:cNvSpPr txBox="1"/>
          <p:nvPr/>
        </p:nvSpPr>
        <p:spPr>
          <a:xfrm>
            <a:off x="3115184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1" name="object 16">
            <a:extLst>
              <a:ext uri="{FF2B5EF4-FFF2-40B4-BE49-F238E27FC236}">
                <a16:creationId xmlns:a16="http://schemas.microsoft.com/office/drawing/2014/main" id="{7A06BBB6-6DFF-18FE-140F-CAD4B1CC1F66}"/>
              </a:ext>
            </a:extLst>
          </p:cNvPr>
          <p:cNvSpPr txBox="1"/>
          <p:nvPr/>
        </p:nvSpPr>
        <p:spPr>
          <a:xfrm>
            <a:off x="3501975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4EA64F74-CC13-871A-43C8-A00C53D4944D}"/>
              </a:ext>
            </a:extLst>
          </p:cNvPr>
          <p:cNvSpPr txBox="1"/>
          <p:nvPr/>
        </p:nvSpPr>
        <p:spPr>
          <a:xfrm>
            <a:off x="3888766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00CD1B74-3E52-B395-E458-0752903AC350}"/>
              </a:ext>
            </a:extLst>
          </p:cNvPr>
          <p:cNvSpPr txBox="1"/>
          <p:nvPr/>
        </p:nvSpPr>
        <p:spPr>
          <a:xfrm>
            <a:off x="4279167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EDAF7730-F343-0CC6-27F8-C9E1A5F43455}"/>
              </a:ext>
            </a:extLst>
          </p:cNvPr>
          <p:cNvSpPr txBox="1"/>
          <p:nvPr/>
        </p:nvSpPr>
        <p:spPr>
          <a:xfrm>
            <a:off x="4665959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45" name="object 20">
            <a:extLst>
              <a:ext uri="{FF2B5EF4-FFF2-40B4-BE49-F238E27FC236}">
                <a16:creationId xmlns:a16="http://schemas.microsoft.com/office/drawing/2014/main" id="{F008B0E7-99E1-F8E8-1DFA-09A74FA0E4CD}"/>
              </a:ext>
            </a:extLst>
          </p:cNvPr>
          <p:cNvSpPr txBox="1"/>
          <p:nvPr/>
        </p:nvSpPr>
        <p:spPr>
          <a:xfrm>
            <a:off x="5052750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9F664997-8DA6-BB68-71FD-CD8C9DF3EB16}"/>
              </a:ext>
            </a:extLst>
          </p:cNvPr>
          <p:cNvSpPr txBox="1"/>
          <p:nvPr/>
        </p:nvSpPr>
        <p:spPr>
          <a:xfrm>
            <a:off x="5439541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6087874B-40DD-3400-D0DF-53805B50CD2C}"/>
              </a:ext>
            </a:extLst>
          </p:cNvPr>
          <p:cNvSpPr txBox="1"/>
          <p:nvPr/>
        </p:nvSpPr>
        <p:spPr>
          <a:xfrm>
            <a:off x="5826332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8" name="object 23">
            <a:extLst>
              <a:ext uri="{FF2B5EF4-FFF2-40B4-BE49-F238E27FC236}">
                <a16:creationId xmlns:a16="http://schemas.microsoft.com/office/drawing/2014/main" id="{D5A6A730-7DEA-C1C0-EB3A-36C7E8BAE413}"/>
              </a:ext>
            </a:extLst>
          </p:cNvPr>
          <p:cNvSpPr txBox="1"/>
          <p:nvPr/>
        </p:nvSpPr>
        <p:spPr>
          <a:xfrm>
            <a:off x="6213123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49" name="object 24">
            <a:extLst>
              <a:ext uri="{FF2B5EF4-FFF2-40B4-BE49-F238E27FC236}">
                <a16:creationId xmlns:a16="http://schemas.microsoft.com/office/drawing/2014/main" id="{2CC6C8D4-C1A9-BBBC-9147-6192C68F5F29}"/>
              </a:ext>
            </a:extLst>
          </p:cNvPr>
          <p:cNvSpPr txBox="1"/>
          <p:nvPr/>
        </p:nvSpPr>
        <p:spPr>
          <a:xfrm>
            <a:off x="2728392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50" name="object 25">
            <a:extLst>
              <a:ext uri="{FF2B5EF4-FFF2-40B4-BE49-F238E27FC236}">
                <a16:creationId xmlns:a16="http://schemas.microsoft.com/office/drawing/2014/main" id="{62756B08-0D59-01AF-9C7C-172350609604}"/>
              </a:ext>
            </a:extLst>
          </p:cNvPr>
          <p:cNvSpPr txBox="1"/>
          <p:nvPr/>
        </p:nvSpPr>
        <p:spPr>
          <a:xfrm>
            <a:off x="3115184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5F2A7887-1B68-C59B-B3E0-EB796C68BB44}"/>
              </a:ext>
            </a:extLst>
          </p:cNvPr>
          <p:cNvSpPr txBox="1"/>
          <p:nvPr/>
        </p:nvSpPr>
        <p:spPr>
          <a:xfrm>
            <a:off x="3501975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2" name="object 27">
            <a:extLst>
              <a:ext uri="{FF2B5EF4-FFF2-40B4-BE49-F238E27FC236}">
                <a16:creationId xmlns:a16="http://schemas.microsoft.com/office/drawing/2014/main" id="{8D3910C4-3896-A9ED-1B69-6E04DE257218}"/>
              </a:ext>
            </a:extLst>
          </p:cNvPr>
          <p:cNvSpPr txBox="1"/>
          <p:nvPr/>
        </p:nvSpPr>
        <p:spPr>
          <a:xfrm>
            <a:off x="3888766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3" name="object 28">
            <a:extLst>
              <a:ext uri="{FF2B5EF4-FFF2-40B4-BE49-F238E27FC236}">
                <a16:creationId xmlns:a16="http://schemas.microsoft.com/office/drawing/2014/main" id="{57ACFB4B-4773-B214-4F5E-78E1332F17AC}"/>
              </a:ext>
            </a:extLst>
          </p:cNvPr>
          <p:cNvSpPr txBox="1"/>
          <p:nvPr/>
        </p:nvSpPr>
        <p:spPr>
          <a:xfrm>
            <a:off x="4279167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54" name="object 29">
            <a:extLst>
              <a:ext uri="{FF2B5EF4-FFF2-40B4-BE49-F238E27FC236}">
                <a16:creationId xmlns:a16="http://schemas.microsoft.com/office/drawing/2014/main" id="{8E47A3D1-A174-9D4B-B801-DA95FC9BABD5}"/>
              </a:ext>
            </a:extLst>
          </p:cNvPr>
          <p:cNvSpPr txBox="1"/>
          <p:nvPr/>
        </p:nvSpPr>
        <p:spPr>
          <a:xfrm>
            <a:off x="4665959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5" name="object 30">
            <a:extLst>
              <a:ext uri="{FF2B5EF4-FFF2-40B4-BE49-F238E27FC236}">
                <a16:creationId xmlns:a16="http://schemas.microsoft.com/office/drawing/2014/main" id="{4C51DE2B-7E88-A9D8-2525-41DD16B52DB4}"/>
              </a:ext>
            </a:extLst>
          </p:cNvPr>
          <p:cNvSpPr txBox="1"/>
          <p:nvPr/>
        </p:nvSpPr>
        <p:spPr>
          <a:xfrm>
            <a:off x="5052750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6" name="object 31">
            <a:extLst>
              <a:ext uri="{FF2B5EF4-FFF2-40B4-BE49-F238E27FC236}">
                <a16:creationId xmlns:a16="http://schemas.microsoft.com/office/drawing/2014/main" id="{E4D4009F-E9AA-210F-253D-E8D93A031DBD}"/>
              </a:ext>
            </a:extLst>
          </p:cNvPr>
          <p:cNvSpPr txBox="1"/>
          <p:nvPr/>
        </p:nvSpPr>
        <p:spPr>
          <a:xfrm>
            <a:off x="5439541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57" name="object 32">
            <a:extLst>
              <a:ext uri="{FF2B5EF4-FFF2-40B4-BE49-F238E27FC236}">
                <a16:creationId xmlns:a16="http://schemas.microsoft.com/office/drawing/2014/main" id="{C7E8D590-0BB6-AE9F-C798-8B1ACDD9E6F5}"/>
              </a:ext>
            </a:extLst>
          </p:cNvPr>
          <p:cNvSpPr txBox="1"/>
          <p:nvPr/>
        </p:nvSpPr>
        <p:spPr>
          <a:xfrm>
            <a:off x="5826332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58" name="object 33">
            <a:extLst>
              <a:ext uri="{FF2B5EF4-FFF2-40B4-BE49-F238E27FC236}">
                <a16:creationId xmlns:a16="http://schemas.microsoft.com/office/drawing/2014/main" id="{B3C5AB68-68D7-A7C3-4906-A5D12F6C9E79}"/>
              </a:ext>
            </a:extLst>
          </p:cNvPr>
          <p:cNvSpPr txBox="1"/>
          <p:nvPr/>
        </p:nvSpPr>
        <p:spPr>
          <a:xfrm>
            <a:off x="6213123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9" name="object 34">
            <a:extLst>
              <a:ext uri="{FF2B5EF4-FFF2-40B4-BE49-F238E27FC236}">
                <a16:creationId xmlns:a16="http://schemas.microsoft.com/office/drawing/2014/main" id="{BD0E0A1A-75E5-CF11-D0A1-5764F0132E45}"/>
              </a:ext>
            </a:extLst>
          </p:cNvPr>
          <p:cNvSpPr txBox="1"/>
          <p:nvPr/>
        </p:nvSpPr>
        <p:spPr>
          <a:xfrm>
            <a:off x="2728392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60" name="object 35">
            <a:extLst>
              <a:ext uri="{FF2B5EF4-FFF2-40B4-BE49-F238E27FC236}">
                <a16:creationId xmlns:a16="http://schemas.microsoft.com/office/drawing/2014/main" id="{96F9CA9F-D85D-E7C4-640C-F9EE4DABEDF0}"/>
              </a:ext>
            </a:extLst>
          </p:cNvPr>
          <p:cNvSpPr txBox="1"/>
          <p:nvPr/>
        </p:nvSpPr>
        <p:spPr>
          <a:xfrm>
            <a:off x="3115184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EC9BA232-C085-D835-D3CA-42D1B020F98A}"/>
              </a:ext>
            </a:extLst>
          </p:cNvPr>
          <p:cNvSpPr txBox="1"/>
          <p:nvPr/>
        </p:nvSpPr>
        <p:spPr>
          <a:xfrm>
            <a:off x="3501975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2" name="object 37">
            <a:extLst>
              <a:ext uri="{FF2B5EF4-FFF2-40B4-BE49-F238E27FC236}">
                <a16:creationId xmlns:a16="http://schemas.microsoft.com/office/drawing/2014/main" id="{18B71D72-FA17-AC5F-8301-523B938409B0}"/>
              </a:ext>
            </a:extLst>
          </p:cNvPr>
          <p:cNvSpPr txBox="1"/>
          <p:nvPr/>
        </p:nvSpPr>
        <p:spPr>
          <a:xfrm>
            <a:off x="3888766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3" name="object 38">
            <a:extLst>
              <a:ext uri="{FF2B5EF4-FFF2-40B4-BE49-F238E27FC236}">
                <a16:creationId xmlns:a16="http://schemas.microsoft.com/office/drawing/2014/main" id="{4629E959-E949-E372-BE83-CB2E08BED2D6}"/>
              </a:ext>
            </a:extLst>
          </p:cNvPr>
          <p:cNvSpPr txBox="1"/>
          <p:nvPr/>
        </p:nvSpPr>
        <p:spPr>
          <a:xfrm>
            <a:off x="4279167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64" name="object 39">
            <a:extLst>
              <a:ext uri="{FF2B5EF4-FFF2-40B4-BE49-F238E27FC236}">
                <a16:creationId xmlns:a16="http://schemas.microsoft.com/office/drawing/2014/main" id="{2B23E0E7-3069-54E2-00A9-FA22560B2CF3}"/>
              </a:ext>
            </a:extLst>
          </p:cNvPr>
          <p:cNvSpPr txBox="1"/>
          <p:nvPr/>
        </p:nvSpPr>
        <p:spPr>
          <a:xfrm>
            <a:off x="4665959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65" name="object 40">
            <a:extLst>
              <a:ext uri="{FF2B5EF4-FFF2-40B4-BE49-F238E27FC236}">
                <a16:creationId xmlns:a16="http://schemas.microsoft.com/office/drawing/2014/main" id="{88E76867-BED7-BD08-63FA-E307509D31C5}"/>
              </a:ext>
            </a:extLst>
          </p:cNvPr>
          <p:cNvSpPr txBox="1"/>
          <p:nvPr/>
        </p:nvSpPr>
        <p:spPr>
          <a:xfrm>
            <a:off x="5052750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66" name="object 41">
            <a:extLst>
              <a:ext uri="{FF2B5EF4-FFF2-40B4-BE49-F238E27FC236}">
                <a16:creationId xmlns:a16="http://schemas.microsoft.com/office/drawing/2014/main" id="{A57BEFBA-DD4D-641C-D65C-B6467FF4BB86}"/>
              </a:ext>
            </a:extLst>
          </p:cNvPr>
          <p:cNvSpPr txBox="1"/>
          <p:nvPr/>
        </p:nvSpPr>
        <p:spPr>
          <a:xfrm>
            <a:off x="5439541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67" name="object 42">
            <a:extLst>
              <a:ext uri="{FF2B5EF4-FFF2-40B4-BE49-F238E27FC236}">
                <a16:creationId xmlns:a16="http://schemas.microsoft.com/office/drawing/2014/main" id="{0DAC7A8A-5767-E875-7818-DF0E94D8CD36}"/>
              </a:ext>
            </a:extLst>
          </p:cNvPr>
          <p:cNvSpPr txBox="1"/>
          <p:nvPr/>
        </p:nvSpPr>
        <p:spPr>
          <a:xfrm>
            <a:off x="5826332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68" name="object 43">
            <a:extLst>
              <a:ext uri="{FF2B5EF4-FFF2-40B4-BE49-F238E27FC236}">
                <a16:creationId xmlns:a16="http://schemas.microsoft.com/office/drawing/2014/main" id="{0BCEA663-4C05-04D5-2A12-999552031D7E}"/>
              </a:ext>
            </a:extLst>
          </p:cNvPr>
          <p:cNvSpPr txBox="1"/>
          <p:nvPr/>
        </p:nvSpPr>
        <p:spPr>
          <a:xfrm>
            <a:off x="6213123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69" name="object 44">
            <a:extLst>
              <a:ext uri="{FF2B5EF4-FFF2-40B4-BE49-F238E27FC236}">
                <a16:creationId xmlns:a16="http://schemas.microsoft.com/office/drawing/2014/main" id="{4A5D1551-CFEB-2F7D-BFE9-3EF59E7B434C}"/>
              </a:ext>
            </a:extLst>
          </p:cNvPr>
          <p:cNvSpPr txBox="1"/>
          <p:nvPr/>
        </p:nvSpPr>
        <p:spPr>
          <a:xfrm>
            <a:off x="2728392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0" name="object 45">
            <a:extLst>
              <a:ext uri="{FF2B5EF4-FFF2-40B4-BE49-F238E27FC236}">
                <a16:creationId xmlns:a16="http://schemas.microsoft.com/office/drawing/2014/main" id="{1AAD488F-E242-758A-3DFA-FEA135B45016}"/>
              </a:ext>
            </a:extLst>
          </p:cNvPr>
          <p:cNvSpPr txBox="1"/>
          <p:nvPr/>
        </p:nvSpPr>
        <p:spPr>
          <a:xfrm>
            <a:off x="3115184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1" name="object 46">
            <a:extLst>
              <a:ext uri="{FF2B5EF4-FFF2-40B4-BE49-F238E27FC236}">
                <a16:creationId xmlns:a16="http://schemas.microsoft.com/office/drawing/2014/main" id="{F670C143-D89D-5CAD-ABC3-ED2A17935FFA}"/>
              </a:ext>
            </a:extLst>
          </p:cNvPr>
          <p:cNvSpPr txBox="1"/>
          <p:nvPr/>
        </p:nvSpPr>
        <p:spPr>
          <a:xfrm>
            <a:off x="3501975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2" name="object 47">
            <a:extLst>
              <a:ext uri="{FF2B5EF4-FFF2-40B4-BE49-F238E27FC236}">
                <a16:creationId xmlns:a16="http://schemas.microsoft.com/office/drawing/2014/main" id="{0B8F64CC-229E-90E2-6A58-A83871A96082}"/>
              </a:ext>
            </a:extLst>
          </p:cNvPr>
          <p:cNvSpPr txBox="1"/>
          <p:nvPr/>
        </p:nvSpPr>
        <p:spPr>
          <a:xfrm>
            <a:off x="3888766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3" name="object 48">
            <a:extLst>
              <a:ext uri="{FF2B5EF4-FFF2-40B4-BE49-F238E27FC236}">
                <a16:creationId xmlns:a16="http://schemas.microsoft.com/office/drawing/2014/main" id="{370F6A11-F434-8623-D64D-4A4A7D7E6E1F}"/>
              </a:ext>
            </a:extLst>
          </p:cNvPr>
          <p:cNvSpPr txBox="1"/>
          <p:nvPr/>
        </p:nvSpPr>
        <p:spPr>
          <a:xfrm>
            <a:off x="4277362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4" name="object 49">
            <a:extLst>
              <a:ext uri="{FF2B5EF4-FFF2-40B4-BE49-F238E27FC236}">
                <a16:creationId xmlns:a16="http://schemas.microsoft.com/office/drawing/2014/main" id="{755431E2-6C69-29E6-C1EE-EFF3BA9003A4}"/>
              </a:ext>
            </a:extLst>
          </p:cNvPr>
          <p:cNvSpPr txBox="1"/>
          <p:nvPr/>
        </p:nvSpPr>
        <p:spPr>
          <a:xfrm>
            <a:off x="4664153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5" name="object 50">
            <a:extLst>
              <a:ext uri="{FF2B5EF4-FFF2-40B4-BE49-F238E27FC236}">
                <a16:creationId xmlns:a16="http://schemas.microsoft.com/office/drawing/2014/main" id="{3B636A1A-5D2A-F0B2-47B7-0AE1B43E7DE0}"/>
              </a:ext>
            </a:extLst>
          </p:cNvPr>
          <p:cNvSpPr txBox="1"/>
          <p:nvPr/>
        </p:nvSpPr>
        <p:spPr>
          <a:xfrm>
            <a:off x="5050944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6" name="object 51">
            <a:extLst>
              <a:ext uri="{FF2B5EF4-FFF2-40B4-BE49-F238E27FC236}">
                <a16:creationId xmlns:a16="http://schemas.microsoft.com/office/drawing/2014/main" id="{F0626CBD-5AFF-E4AC-77DA-E9413A920F6D}"/>
              </a:ext>
            </a:extLst>
          </p:cNvPr>
          <p:cNvSpPr txBox="1"/>
          <p:nvPr/>
        </p:nvSpPr>
        <p:spPr>
          <a:xfrm>
            <a:off x="5437736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77" name="object 52">
            <a:extLst>
              <a:ext uri="{FF2B5EF4-FFF2-40B4-BE49-F238E27FC236}">
                <a16:creationId xmlns:a16="http://schemas.microsoft.com/office/drawing/2014/main" id="{785E5172-90EF-1CC6-9CEA-410E0FD64F01}"/>
              </a:ext>
            </a:extLst>
          </p:cNvPr>
          <p:cNvSpPr txBox="1"/>
          <p:nvPr/>
        </p:nvSpPr>
        <p:spPr>
          <a:xfrm>
            <a:off x="5829941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78" name="object 53">
            <a:extLst>
              <a:ext uri="{FF2B5EF4-FFF2-40B4-BE49-F238E27FC236}">
                <a16:creationId xmlns:a16="http://schemas.microsoft.com/office/drawing/2014/main" id="{8E51EF9D-903B-184B-D953-5B2318CD691F}"/>
              </a:ext>
            </a:extLst>
          </p:cNvPr>
          <p:cNvSpPr txBox="1"/>
          <p:nvPr/>
        </p:nvSpPr>
        <p:spPr>
          <a:xfrm>
            <a:off x="6216732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79" name="object 54">
            <a:extLst>
              <a:ext uri="{FF2B5EF4-FFF2-40B4-BE49-F238E27FC236}">
                <a16:creationId xmlns:a16="http://schemas.microsoft.com/office/drawing/2014/main" id="{B07C3BA6-3CE3-4863-1914-F6973E1BCB94}"/>
              </a:ext>
            </a:extLst>
          </p:cNvPr>
          <p:cNvSpPr txBox="1"/>
          <p:nvPr/>
        </p:nvSpPr>
        <p:spPr>
          <a:xfrm>
            <a:off x="2728392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0" name="object 55">
            <a:extLst>
              <a:ext uri="{FF2B5EF4-FFF2-40B4-BE49-F238E27FC236}">
                <a16:creationId xmlns:a16="http://schemas.microsoft.com/office/drawing/2014/main" id="{E96F52AF-43F5-5209-D855-819BA81A4D6E}"/>
              </a:ext>
            </a:extLst>
          </p:cNvPr>
          <p:cNvSpPr txBox="1"/>
          <p:nvPr/>
        </p:nvSpPr>
        <p:spPr>
          <a:xfrm>
            <a:off x="3115184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1" name="object 56">
            <a:extLst>
              <a:ext uri="{FF2B5EF4-FFF2-40B4-BE49-F238E27FC236}">
                <a16:creationId xmlns:a16="http://schemas.microsoft.com/office/drawing/2014/main" id="{2CACFA92-FA00-A210-3906-E29BB1196376}"/>
              </a:ext>
            </a:extLst>
          </p:cNvPr>
          <p:cNvSpPr txBox="1"/>
          <p:nvPr/>
        </p:nvSpPr>
        <p:spPr>
          <a:xfrm>
            <a:off x="3501975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2" name="object 57">
            <a:extLst>
              <a:ext uri="{FF2B5EF4-FFF2-40B4-BE49-F238E27FC236}">
                <a16:creationId xmlns:a16="http://schemas.microsoft.com/office/drawing/2014/main" id="{257B0481-867A-0543-93CD-4EACF8D7A8A9}"/>
              </a:ext>
            </a:extLst>
          </p:cNvPr>
          <p:cNvSpPr txBox="1"/>
          <p:nvPr/>
        </p:nvSpPr>
        <p:spPr>
          <a:xfrm>
            <a:off x="3888766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3" name="object 58">
            <a:extLst>
              <a:ext uri="{FF2B5EF4-FFF2-40B4-BE49-F238E27FC236}">
                <a16:creationId xmlns:a16="http://schemas.microsoft.com/office/drawing/2014/main" id="{8FB2402E-B757-641E-E4CF-365B07BA39C0}"/>
              </a:ext>
            </a:extLst>
          </p:cNvPr>
          <p:cNvSpPr txBox="1"/>
          <p:nvPr/>
        </p:nvSpPr>
        <p:spPr>
          <a:xfrm>
            <a:off x="4277362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4" name="object 59">
            <a:extLst>
              <a:ext uri="{FF2B5EF4-FFF2-40B4-BE49-F238E27FC236}">
                <a16:creationId xmlns:a16="http://schemas.microsoft.com/office/drawing/2014/main" id="{8E3C2E53-87C8-D971-2DEE-A1096536345F}"/>
              </a:ext>
            </a:extLst>
          </p:cNvPr>
          <p:cNvSpPr txBox="1"/>
          <p:nvPr/>
        </p:nvSpPr>
        <p:spPr>
          <a:xfrm>
            <a:off x="4664153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85" name="object 60">
            <a:extLst>
              <a:ext uri="{FF2B5EF4-FFF2-40B4-BE49-F238E27FC236}">
                <a16:creationId xmlns:a16="http://schemas.microsoft.com/office/drawing/2014/main" id="{A774A83B-2B56-A4A3-33C2-2BACDC89C508}"/>
              </a:ext>
            </a:extLst>
          </p:cNvPr>
          <p:cNvSpPr txBox="1"/>
          <p:nvPr/>
        </p:nvSpPr>
        <p:spPr>
          <a:xfrm>
            <a:off x="5050944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86" name="object 61">
            <a:extLst>
              <a:ext uri="{FF2B5EF4-FFF2-40B4-BE49-F238E27FC236}">
                <a16:creationId xmlns:a16="http://schemas.microsoft.com/office/drawing/2014/main" id="{321F2CC2-A8BB-32CD-768A-CF5467BB8B2A}"/>
              </a:ext>
            </a:extLst>
          </p:cNvPr>
          <p:cNvSpPr txBox="1"/>
          <p:nvPr/>
        </p:nvSpPr>
        <p:spPr>
          <a:xfrm>
            <a:off x="5437736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87" name="object 62">
            <a:extLst>
              <a:ext uri="{FF2B5EF4-FFF2-40B4-BE49-F238E27FC236}">
                <a16:creationId xmlns:a16="http://schemas.microsoft.com/office/drawing/2014/main" id="{2BC105E8-D894-1E65-7F29-E6153620F5BB}"/>
              </a:ext>
            </a:extLst>
          </p:cNvPr>
          <p:cNvSpPr txBox="1"/>
          <p:nvPr/>
        </p:nvSpPr>
        <p:spPr>
          <a:xfrm>
            <a:off x="5829941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88" name="object 63">
            <a:extLst>
              <a:ext uri="{FF2B5EF4-FFF2-40B4-BE49-F238E27FC236}">
                <a16:creationId xmlns:a16="http://schemas.microsoft.com/office/drawing/2014/main" id="{5A4543C4-9EE3-12D7-794A-157F8F9A5CDF}"/>
              </a:ext>
            </a:extLst>
          </p:cNvPr>
          <p:cNvSpPr txBox="1"/>
          <p:nvPr/>
        </p:nvSpPr>
        <p:spPr>
          <a:xfrm>
            <a:off x="6216732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89" name="object 64">
            <a:extLst>
              <a:ext uri="{FF2B5EF4-FFF2-40B4-BE49-F238E27FC236}">
                <a16:creationId xmlns:a16="http://schemas.microsoft.com/office/drawing/2014/main" id="{030258F9-79C3-EA86-E9DC-D7CE556AC0B7}"/>
              </a:ext>
            </a:extLst>
          </p:cNvPr>
          <p:cNvSpPr txBox="1"/>
          <p:nvPr/>
        </p:nvSpPr>
        <p:spPr>
          <a:xfrm>
            <a:off x="2728392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90" name="object 65">
            <a:extLst>
              <a:ext uri="{FF2B5EF4-FFF2-40B4-BE49-F238E27FC236}">
                <a16:creationId xmlns:a16="http://schemas.microsoft.com/office/drawing/2014/main" id="{3336A836-A9BE-BAC5-D9B3-E238AB017C00}"/>
              </a:ext>
            </a:extLst>
          </p:cNvPr>
          <p:cNvSpPr txBox="1"/>
          <p:nvPr/>
        </p:nvSpPr>
        <p:spPr>
          <a:xfrm>
            <a:off x="3115184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91" name="object 66">
            <a:extLst>
              <a:ext uri="{FF2B5EF4-FFF2-40B4-BE49-F238E27FC236}">
                <a16:creationId xmlns:a16="http://schemas.microsoft.com/office/drawing/2014/main" id="{0E62F946-1AA6-1CE8-0E8A-84D473F4893D}"/>
              </a:ext>
            </a:extLst>
          </p:cNvPr>
          <p:cNvSpPr txBox="1"/>
          <p:nvPr/>
        </p:nvSpPr>
        <p:spPr>
          <a:xfrm>
            <a:off x="3501975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2" name="object 67">
            <a:extLst>
              <a:ext uri="{FF2B5EF4-FFF2-40B4-BE49-F238E27FC236}">
                <a16:creationId xmlns:a16="http://schemas.microsoft.com/office/drawing/2014/main" id="{3E50A484-872E-36DC-E0C0-67B594D3D825}"/>
              </a:ext>
            </a:extLst>
          </p:cNvPr>
          <p:cNvSpPr txBox="1"/>
          <p:nvPr/>
        </p:nvSpPr>
        <p:spPr>
          <a:xfrm>
            <a:off x="3888766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3" name="object 68">
            <a:extLst>
              <a:ext uri="{FF2B5EF4-FFF2-40B4-BE49-F238E27FC236}">
                <a16:creationId xmlns:a16="http://schemas.microsoft.com/office/drawing/2014/main" id="{996E1526-D005-8B95-B90D-5AF83ED0CF3D}"/>
              </a:ext>
            </a:extLst>
          </p:cNvPr>
          <p:cNvSpPr txBox="1"/>
          <p:nvPr/>
        </p:nvSpPr>
        <p:spPr>
          <a:xfrm>
            <a:off x="4277362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94" name="object 69">
            <a:extLst>
              <a:ext uri="{FF2B5EF4-FFF2-40B4-BE49-F238E27FC236}">
                <a16:creationId xmlns:a16="http://schemas.microsoft.com/office/drawing/2014/main" id="{D2262629-13BB-FCF4-CAB8-D09E57CFE36B}"/>
              </a:ext>
            </a:extLst>
          </p:cNvPr>
          <p:cNvSpPr txBox="1"/>
          <p:nvPr/>
        </p:nvSpPr>
        <p:spPr>
          <a:xfrm>
            <a:off x="4664153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95" name="object 70">
            <a:extLst>
              <a:ext uri="{FF2B5EF4-FFF2-40B4-BE49-F238E27FC236}">
                <a16:creationId xmlns:a16="http://schemas.microsoft.com/office/drawing/2014/main" id="{52407944-0993-0082-5E6B-7A923F3218A9}"/>
              </a:ext>
            </a:extLst>
          </p:cNvPr>
          <p:cNvSpPr txBox="1"/>
          <p:nvPr/>
        </p:nvSpPr>
        <p:spPr>
          <a:xfrm>
            <a:off x="5050944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6" name="object 71">
            <a:extLst>
              <a:ext uri="{FF2B5EF4-FFF2-40B4-BE49-F238E27FC236}">
                <a16:creationId xmlns:a16="http://schemas.microsoft.com/office/drawing/2014/main" id="{C47256C0-BFDB-35F4-A8EE-4DD29292CBAF}"/>
              </a:ext>
            </a:extLst>
          </p:cNvPr>
          <p:cNvSpPr txBox="1"/>
          <p:nvPr/>
        </p:nvSpPr>
        <p:spPr>
          <a:xfrm>
            <a:off x="5437736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97" name="object 72">
            <a:extLst>
              <a:ext uri="{FF2B5EF4-FFF2-40B4-BE49-F238E27FC236}">
                <a16:creationId xmlns:a16="http://schemas.microsoft.com/office/drawing/2014/main" id="{B57D5472-F2E1-4BC8-AB9A-800F7A17D5F2}"/>
              </a:ext>
            </a:extLst>
          </p:cNvPr>
          <p:cNvSpPr txBox="1"/>
          <p:nvPr/>
        </p:nvSpPr>
        <p:spPr>
          <a:xfrm>
            <a:off x="5829941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98" name="object 73">
            <a:extLst>
              <a:ext uri="{FF2B5EF4-FFF2-40B4-BE49-F238E27FC236}">
                <a16:creationId xmlns:a16="http://schemas.microsoft.com/office/drawing/2014/main" id="{C2DCF3E6-6BAD-6408-E96F-462C90260BA0}"/>
              </a:ext>
            </a:extLst>
          </p:cNvPr>
          <p:cNvSpPr txBox="1"/>
          <p:nvPr/>
        </p:nvSpPr>
        <p:spPr>
          <a:xfrm>
            <a:off x="6216732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99" name="内容占位符 3">
            <a:extLst>
              <a:ext uri="{FF2B5EF4-FFF2-40B4-BE49-F238E27FC236}">
                <a16:creationId xmlns:a16="http://schemas.microsoft.com/office/drawing/2014/main" id="{8C0E61D7-01F1-56FA-9B64-A6D8A60D2238}"/>
              </a:ext>
            </a:extLst>
          </p:cNvPr>
          <p:cNvSpPr txBox="1">
            <a:spLocks/>
          </p:cNvSpPr>
          <p:nvPr/>
        </p:nvSpPr>
        <p:spPr>
          <a:xfrm>
            <a:off x="7291642" y="1236641"/>
            <a:ext cx="5563131" cy="5585415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4x4 blocks of threads…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  <a:p>
            <a:pPr lvl="2"/>
            <a:r>
              <a:rPr lang="en-US" dirty="0"/>
              <a:t>Ex: What element of the array does the highlighted thread correspond to?</a:t>
            </a:r>
          </a:p>
          <a:p>
            <a:pPr marL="540385" lvl="2" indent="0">
              <a:buNone/>
            </a:pPr>
            <a:r>
              <a:rPr lang="en-US" dirty="0"/>
              <a:t>	</a:t>
            </a:r>
            <a:r>
              <a:rPr lang="en-US" dirty="0" err="1"/>
              <a:t>thread_id</a:t>
            </a:r>
            <a:r>
              <a:rPr lang="en-US" dirty="0"/>
              <a:t> = row * N + column</a:t>
            </a:r>
          </a:p>
          <a:p>
            <a:pPr lvl="2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400BEC-8B1C-0248-046C-0FE7556A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500586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EF07-F1AE-2CA2-DA8C-15B605CE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0EDD5A-87E9-F8C3-D97F-AC890D10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585176" cy="792088"/>
          </a:xfrm>
        </p:spPr>
        <p:txBody>
          <a:bodyPr/>
          <a:lstStyle/>
          <a:p>
            <a:r>
              <a:rPr lang="en-US" dirty="0"/>
              <a:t>Now let’s run the </a:t>
            </a:r>
            <a:r>
              <a:rPr lang="en-US" dirty="0" err="1"/>
              <a:t>matrix_addition</a:t>
            </a:r>
            <a:r>
              <a:rPr lang="en-US" dirty="0"/>
              <a:t> program.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21B9EA-4386-6935-6588-94C6A7DDF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4608511"/>
          </a:xfrm>
        </p:spPr>
        <p:txBody>
          <a:bodyPr/>
          <a:lstStyle/>
          <a:p>
            <a:r>
              <a:rPr lang="en-US" dirty="0"/>
              <a:t>Run the </a:t>
            </a:r>
            <a:r>
              <a:rPr lang="en-US" dirty="0" err="1"/>
              <a:t>matrix_addition</a:t>
            </a:r>
            <a:r>
              <a:rPr lang="en-US" dirty="0"/>
              <a:t> program</a:t>
            </a:r>
          </a:p>
          <a:p>
            <a:pPr lvl="1"/>
            <a:r>
              <a:rPr lang="en-US" dirty="0"/>
              <a:t>Change execution configuration parameters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( 16, 16, 1 );</a:t>
            </a:r>
          </a:p>
          <a:p>
            <a:pPr marL="540385" lvl="2" indent="0">
              <a:buNone/>
            </a:pPr>
            <a:endParaRPr lang="en-US" dirty="0"/>
          </a:p>
          <a:p>
            <a:pPr lvl="1"/>
            <a:r>
              <a:rPr lang="en-US" dirty="0"/>
              <a:t>NOTE: you cannot exceed 1024 or</a:t>
            </a:r>
            <a:r>
              <a:rPr lang="zh-CN" altLang="en-US" dirty="0"/>
              <a:t> </a:t>
            </a:r>
            <a:r>
              <a:rPr lang="en-US" altLang="zh-CN" dirty="0"/>
              <a:t>512</a:t>
            </a:r>
            <a:r>
              <a:rPr lang="en-US" dirty="0"/>
              <a:t> threads per block (in total), depending on the GPU architecture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(16, 16, 1 );	256	</a:t>
            </a:r>
            <a:r>
              <a:rPr lang="en-US" dirty="0">
                <a:solidFill>
                  <a:srgbClr val="92D050"/>
                </a:solidFill>
              </a:rPr>
              <a:t>✔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(32, 32, 1 );	1024	</a:t>
            </a:r>
            <a:r>
              <a:rPr lang="en-US" dirty="0">
                <a:solidFill>
                  <a:srgbClr val="92D050"/>
                </a:solidFill>
              </a:rPr>
              <a:t>✔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(64, 64, 1 );	4096 	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2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3161FB-DEE8-EA95-A796-67525120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448609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138E-C014-4B04-3543-5DB7FDAF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2A5CC1-44C0-C024-A7BA-58B97482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BOTHER WITH THREADS?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AB0C1B-950A-EA3D-4CE3-1371EF87D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seem unnecessary</a:t>
            </a:r>
          </a:p>
          <a:p>
            <a:pPr lvl="1"/>
            <a:r>
              <a:rPr lang="en-US" dirty="0"/>
              <a:t>They add a level of complexity  </a:t>
            </a:r>
          </a:p>
          <a:p>
            <a:pPr lvl="1"/>
            <a:r>
              <a:rPr lang="en-US" dirty="0"/>
              <a:t>What do we gain?</a:t>
            </a:r>
          </a:p>
          <a:p>
            <a:r>
              <a:rPr lang="en-US" dirty="0"/>
              <a:t>Unlike parallel blocks, threads have mechanisms to:</a:t>
            </a:r>
          </a:p>
          <a:p>
            <a:pPr lvl="1"/>
            <a:r>
              <a:rPr lang="en-US" dirty="0"/>
              <a:t>Communicate  </a:t>
            </a:r>
          </a:p>
          <a:p>
            <a:pPr lvl="1"/>
            <a:r>
              <a:rPr lang="en-US" dirty="0"/>
              <a:t>Synchronize</a:t>
            </a:r>
          </a:p>
          <a:p>
            <a:r>
              <a:rPr lang="en-US" dirty="0"/>
              <a:t>To look closer, we need a new example… (next session)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00E480-35FE-2F33-74B4-0D7162C9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312383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12A2-6F41-204B-C5E0-1242A503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7423316-93F6-4CC3-0D51-1C13F73A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6FAA57-7AE9-7E85-1580-620EC65D7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Launching parallel kernels</a:t>
            </a:r>
          </a:p>
          <a:p>
            <a:pPr lvl="1"/>
            <a:r>
              <a:rPr lang="en-US" dirty="0"/>
              <a:t>Launch N copies of add() with add&lt;&lt;&lt;N/M,M&gt;&gt;&gt;(…);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r>
              <a:rPr lang="en-US" dirty="0"/>
              <a:t> to access block index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solidFill>
                  <a:srgbClr val="FFC000"/>
                </a:solidFill>
              </a:rPr>
              <a:t>threadIdx.x</a:t>
            </a:r>
            <a:r>
              <a:rPr lang="en-US" dirty="0"/>
              <a:t> to access thread index within block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Assign elements to threads: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int index = </a:t>
            </a:r>
            <a:r>
              <a:rPr lang="en-US" dirty="0" err="1"/>
              <a:t>threadIdx.x</a:t>
            </a:r>
            <a:r>
              <a:rPr lang="en-US" dirty="0"/>
              <a:t> + </a:t>
            </a:r>
            <a:r>
              <a:rPr lang="en-US" dirty="0" err="1"/>
              <a:t>blockIdx.x</a:t>
            </a:r>
            <a:r>
              <a:rPr lang="en-US" dirty="0"/>
              <a:t> * </a:t>
            </a:r>
            <a:r>
              <a:rPr lang="en-US" dirty="0" err="1">
                <a:solidFill>
                  <a:srgbClr val="FFC000"/>
                </a:solidFill>
              </a:rPr>
              <a:t>blockDim.x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537DA1-412C-2618-0E7E-E107896E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618096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B11C-5E5F-E4DA-288C-20289831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631E1A9-E450-86EC-2A31-409828AF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SESSIONS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213E01-769E-7B88-C215-58C98F57B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CUDA Shared Memory</a:t>
            </a:r>
          </a:p>
          <a:p>
            <a:r>
              <a:rPr lang="en-US" dirty="0"/>
              <a:t>CUDA GPU architecture and basic optimizations </a:t>
            </a:r>
          </a:p>
          <a:p>
            <a:r>
              <a:rPr lang="en-US" dirty="0"/>
              <a:t>Atomics, Reductions, Warp Shuffle</a:t>
            </a:r>
          </a:p>
          <a:p>
            <a:r>
              <a:rPr lang="en-US" dirty="0"/>
              <a:t>Using Managed Memory</a:t>
            </a:r>
          </a:p>
          <a:p>
            <a:r>
              <a:rPr lang="en-US" dirty="0"/>
              <a:t>Concurrency (streams, copy/compute overlap, multi-GPU)  </a:t>
            </a:r>
          </a:p>
          <a:p>
            <a:r>
              <a:rPr lang="en-US" dirty="0"/>
              <a:t>Analysis Driven Optimization</a:t>
            </a:r>
          </a:p>
          <a:p>
            <a:r>
              <a:rPr lang="en-US" dirty="0"/>
              <a:t>Cooperative Groups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81CC7D-E878-0F1A-D7E3-2DF3F4F5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665717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8E59-FCB6-3D29-F4CF-34F20110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123AA56-287D-8249-2C9C-06948C8E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STUDY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A24907-E253-7F22-79F2-D34480594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16623"/>
          </a:xfrm>
        </p:spPr>
        <p:txBody>
          <a:bodyPr/>
          <a:lstStyle/>
          <a:p>
            <a:r>
              <a:rPr lang="en-US" dirty="0"/>
              <a:t>An introduction to CUDA:</a:t>
            </a:r>
          </a:p>
          <a:p>
            <a:pPr lvl="2"/>
            <a:r>
              <a:rPr lang="en-US" dirty="0"/>
              <a:t>https://devblogs.nvidia.com/easy-introduction-cuda-c-and-c/</a:t>
            </a:r>
          </a:p>
          <a:p>
            <a:r>
              <a:rPr lang="en-US" dirty="0"/>
              <a:t>Another introduction to CUDA:</a:t>
            </a:r>
          </a:p>
          <a:p>
            <a:pPr lvl="2"/>
            <a:r>
              <a:rPr lang="en-US" dirty="0"/>
              <a:t>https://devblogs.nvidia.com/even-easier-introduction-cuda/</a:t>
            </a:r>
          </a:p>
          <a:p>
            <a:r>
              <a:rPr lang="en-US" dirty="0"/>
              <a:t>CUDA Programming Guide:</a:t>
            </a:r>
          </a:p>
          <a:p>
            <a:pPr lvl="2"/>
            <a:r>
              <a:rPr lang="en-US" dirty="0"/>
              <a:t>https://docs.nvidia.com/cuda/cuda-c-programming-guide/index.html</a:t>
            </a:r>
          </a:p>
          <a:p>
            <a:r>
              <a:rPr lang="en-US" dirty="0"/>
              <a:t>CUDA Documentation:</a:t>
            </a:r>
          </a:p>
          <a:p>
            <a:pPr lvl="2"/>
            <a:r>
              <a:rPr lang="en-US" dirty="0"/>
              <a:t>https://docs.nvidia.com/cuda/index.html </a:t>
            </a:r>
          </a:p>
          <a:p>
            <a:pPr lvl="2"/>
            <a:r>
              <a:rPr lang="en-US" dirty="0"/>
              <a:t>https://docs.nvidia.com/cuda/cuda-runtime-api/index.html (runtime API)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EFE3F4-C360-BF81-2B68-88978127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495315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0f2e77-af25-40d6-ac43-861c89c61089}"/>
</p:tagLst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585</TotalTime>
  <Words>3642</Words>
  <Application>Microsoft Office PowerPoint</Application>
  <PresentationFormat>自定义</PresentationFormat>
  <Paragraphs>1051</Paragraphs>
  <Slides>43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宋体</vt:lpstr>
      <vt:lpstr>微软雅黑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教育部工程研究中心项目汇报-改</vt:lpstr>
      <vt:lpstr>PowerPoint 演示文稿</vt:lpstr>
      <vt:lpstr>PowerPoint 演示文稿</vt:lpstr>
      <vt:lpstr>WHAT IS CUDA?</vt:lpstr>
      <vt:lpstr>INTRODUCTION TO CUDA C++</vt:lpstr>
      <vt:lpstr>HETEROGENEOUS COMPUTING</vt:lpstr>
      <vt:lpstr>PORTING TO CUDA</vt:lpstr>
      <vt:lpstr>SIMPLE PROCESSING FLOW</vt:lpstr>
      <vt:lpstr>SIMPLE PROCESSING FLOW</vt:lpstr>
      <vt:lpstr>SIMPLE PROCESSING FLOW</vt:lpstr>
      <vt:lpstr>PARALLEL PROGRAMMING IN CUDA C++</vt:lpstr>
      <vt:lpstr>GPU KERNELS: DEVICE CODE</vt:lpstr>
      <vt:lpstr>GPU KERNELS: DEVICE CODE</vt:lpstr>
      <vt:lpstr>MEMORY MANAGEMENT</vt:lpstr>
      <vt:lpstr>RUNNING CODE IN PARALLEL</vt:lpstr>
      <vt:lpstr>VECTOR ADDITION ON THE DEVICE</vt:lpstr>
      <vt:lpstr>VECTOR ADDITION ON THE DEVICE</vt:lpstr>
      <vt:lpstr>VECTOR ADDITION ON THE DEVICE</vt:lpstr>
      <vt:lpstr>REVIEW (1 OF 2)</vt:lpstr>
      <vt:lpstr>REVIEW (1 OF 2)</vt:lpstr>
      <vt:lpstr>REVIEW (2 OF 2)</vt:lpstr>
      <vt:lpstr>CUDA THREADS</vt:lpstr>
      <vt:lpstr>COMBINING BLOCKS AND THREADS</vt:lpstr>
      <vt:lpstr>INDEXING ARRAYS WITH BLOCKS AND THREADS</vt:lpstr>
      <vt:lpstr>INDEXING ARRAYS: EXAMPLE</vt:lpstr>
      <vt:lpstr>VECTOR ADDITION WITH BLOCKS AND THREADS</vt:lpstr>
      <vt:lpstr>ADDITION WITH BLOCKS AND THREADS</vt:lpstr>
      <vt:lpstr>ADDITION WITH BLOCKS AND THREADS</vt:lpstr>
      <vt:lpstr>HANDLING ARBITRARY VECTOR SIZES</vt:lpstr>
      <vt:lpstr>Multi-Dimensional CUDA Grids</vt:lpstr>
      <vt:lpstr>Multi-D CUDA Grids</vt:lpstr>
      <vt:lpstr>Map CUDA threads to 2D array</vt:lpstr>
      <vt:lpstr>Row-Major Order</vt:lpstr>
      <vt:lpstr>Row-Major Order</vt:lpstr>
      <vt:lpstr>Row-Major Order</vt:lpstr>
      <vt:lpstr>Row-Major Order</vt:lpstr>
      <vt:lpstr>Row-Major Order</vt:lpstr>
      <vt:lpstr>Map CUDA threads to 2D array</vt:lpstr>
      <vt:lpstr>Map CUDA threads to 2D array</vt:lpstr>
      <vt:lpstr>Now let’s run the matrix_addition program.</vt:lpstr>
      <vt:lpstr>WHY BOTHER WITH THREADS?</vt:lpstr>
      <vt:lpstr>REVIEW</vt:lpstr>
      <vt:lpstr>FUTURE SESSIONS</vt:lpstr>
      <vt:lpstr>FURTHER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HuangDan</cp:lastModifiedBy>
  <cp:revision>2628</cp:revision>
  <dcterms:created xsi:type="dcterms:W3CDTF">2016-05-19T09:43:00Z</dcterms:created>
  <dcterms:modified xsi:type="dcterms:W3CDTF">2025-05-07T08:56:48Z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