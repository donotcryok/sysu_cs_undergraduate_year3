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74" r:id="rId3"/>
    <p:sldId id="275" r:id="rId4"/>
    <p:sldId id="276" r:id="rId5"/>
    <p:sldId id="258" r:id="rId6"/>
    <p:sldId id="259" r:id="rId7"/>
    <p:sldId id="260" r:id="rId8"/>
    <p:sldId id="261" r:id="rId9"/>
    <p:sldId id="277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801600" cy="7200900"/>
  <p:notesSz cx="6797675" cy="9928225"/>
  <p:defaultTextStyle>
    <a:defPPr>
      <a:defRPr lang="zh-CN"/>
    </a:defPPr>
    <a:lvl1pPr marL="0" lvl="0" indent="0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570230" lvl="1" indent="-113030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141730" lvl="2" indent="-227330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711325" lvl="3" indent="-3397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282825" lvl="4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2">
          <p15:clr>
            <a:srgbClr val="A4A3A4"/>
          </p15:clr>
        </p15:guide>
        <p15:guide id="2" pos="4042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iuyuan DENG" initials="XD" lastIdx="1" clrIdx="0"/>
  <p:cmAuthor id="2" name="Betty Mo" initials="BM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000000"/>
    <a:srgbClr val="D9D9D9"/>
    <a:srgbClr val="F7AA89"/>
    <a:srgbClr val="FFD78E"/>
    <a:srgbClr val="0070C0"/>
    <a:srgbClr val="A0B0DC"/>
    <a:srgbClr val="338DCD"/>
    <a:srgbClr val="FFD686"/>
    <a:srgbClr val="F6B8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24" autoAdjust="0"/>
    <p:restoredTop sz="82615" autoAdjust="0"/>
  </p:normalViewPr>
  <p:slideViewPr>
    <p:cSldViewPr showGuides="1">
      <p:cViewPr varScale="1">
        <p:scale>
          <a:sx n="81" d="100"/>
          <a:sy n="81" d="100"/>
        </p:scale>
        <p:origin x="474" y="102"/>
      </p:cViewPr>
      <p:guideLst>
        <p:guide orient="horz" pos="2292"/>
        <p:guide pos="40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26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X" userId="fa1ca143-f6ef-4ad6-9014-3218337cd20b" providerId="ADAL" clId="{9D5D32BF-6329-48C0-AF67-63DCEA871579}"/>
  </pc:docChgLst>
  <pc:docChgLst>
    <pc:chgData userId="60900f52fed158ba" providerId="LiveId" clId="{9B157186-0A78-4A5D-9F94-EDAC6F729051}"/>
    <pc:docChg chg="modSld">
      <pc:chgData name="" userId="60900f52fed158ba" providerId="LiveId" clId="{9B157186-0A78-4A5D-9F94-EDAC6F729051}" dt="2025-05-07T08:57:05.151" v="0"/>
      <pc:docMkLst>
        <pc:docMk/>
      </pc:docMkLst>
      <pc:sldChg chg="modSp">
        <pc:chgData name="" userId="60900f52fed158ba" providerId="LiveId" clId="{9B157186-0A78-4A5D-9F94-EDAC6F729051}" dt="2025-05-07T08:57:05.151" v="0"/>
        <pc:sldMkLst>
          <pc:docMk/>
          <pc:sldMk cId="0" sldId="256"/>
        </pc:sldMkLst>
        <pc:spChg chg="mod">
          <ac:chgData name="" userId="60900f52fed158ba" providerId="LiveId" clId="{9B157186-0A78-4A5D-9F94-EDAC6F729051}" dt="2025-05-07T08:57:05.151" v="0"/>
          <ac:spMkLst>
            <pc:docMk/>
            <pc:sldMk cId="0" sldId="256"/>
            <ac:spMk id="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836" y="0"/>
            <a:ext cx="2945659" cy="49641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0D72EB-56EB-4991-A892-A5CE144BC12E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2025/5/7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宋体" panose="02010600030101010101" pitchFamily="2" charset="-122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9516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836" y="9429516"/>
            <a:ext cx="2945659" cy="4964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B66D08-2390-484F-8BCE-1AC42F82CB25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宋体" panose="02010600030101010101" pitchFamily="2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51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50836" y="9429516"/>
            <a:ext cx="2945659" cy="496412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9F0AE-5429-41AA-B523-A7139403C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>
            <a:extLst>
              <a:ext uri="{FF2B5EF4-FFF2-40B4-BE49-F238E27FC236}">
                <a16:creationId xmlns:a16="http://schemas.microsoft.com/office/drawing/2014/main" id="{27B8C4DA-96A1-26B1-0E7B-C0CD5768166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123" name="备注占位符 2">
            <a:extLst>
              <a:ext uri="{FF2B5EF4-FFF2-40B4-BE49-F238E27FC236}">
                <a16:creationId xmlns:a16="http://schemas.microsoft.com/office/drawing/2014/main" id="{23524C03-F5E1-7EBB-6195-93B8B39626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5124" name="灯片编号占位符 3">
            <a:extLst>
              <a:ext uri="{FF2B5EF4-FFF2-40B4-BE49-F238E27FC236}">
                <a16:creationId xmlns:a16="http://schemas.microsoft.com/office/drawing/2014/main" id="{88AFC389-B6AB-F020-4C3E-3BB8C1E854A7}"/>
              </a:ext>
            </a:extLst>
          </p:cNvPr>
          <p:cNvSpPr txBox="1">
            <a:spLocks noGrp="1"/>
          </p:cNvSpPr>
          <p:nvPr>
            <p:ph type="sldNum" sz="quarter"/>
          </p:nvPr>
        </p:nvSpPr>
        <p:spPr>
          <a:xfrm>
            <a:off x="3850836" y="9429516"/>
            <a:ext cx="2945659" cy="496412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2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8165627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5256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60121" y="2236947"/>
            <a:ext cx="10881360" cy="154352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920241" y="4080510"/>
            <a:ext cx="8961120" cy="184023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708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417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125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83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543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4251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960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66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F6203F8-0C70-49E3-9CA8-81F2A82319DE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2025/5/7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504256" y="72058"/>
            <a:ext cx="9900000" cy="792088"/>
          </a:xfrm>
        </p:spPr>
        <p:txBody>
          <a:bodyPr/>
          <a:lstStyle>
            <a:lvl1pPr algn="ctr">
              <a:defRPr kumimoji="1" lang="zh-CN" altLang="en-US" sz="3600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Slide title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52128" y="1224187"/>
            <a:ext cx="12097344" cy="5208364"/>
          </a:xfrm>
        </p:spPr>
        <p:txBody>
          <a:bodyPr/>
          <a:lstStyle>
            <a:lvl1pPr marL="425450" indent="-425450">
              <a:lnSpc>
                <a:spcPct val="125000"/>
              </a:lnSpc>
              <a:buFont typeface="Wingdings" panose="05000000000000000000" pitchFamily="2" charset="2"/>
              <a:buChar char="q"/>
              <a:defRPr kumimoji="1" lang="zh-CN" altLang="en-US" sz="3200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548640" indent="-274320">
              <a:lnSpc>
                <a:spcPct val="125000"/>
              </a:lnSpc>
              <a:spcBef>
                <a:spcPts val="0"/>
              </a:spcBef>
              <a:defRPr kumimoji="1" lang="zh-CN" altLang="en-US" sz="2800" b="0" kern="1200" baseline="0" dirty="0">
                <a:solidFill>
                  <a:schemeClr val="accent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822960" indent="-282575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kumimoji="1" lang="zh-CN" altLang="en-US" sz="2400" b="0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 marL="1097280" indent="-282575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kumimoji="1" lang="zh-CN" altLang="en-US" sz="2400" b="0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>
              <a:lnSpc>
                <a:spcPct val="125000"/>
              </a:lnSpc>
              <a:defRPr sz="3200" baseline="0">
                <a:latin typeface="Calibri" panose="020F050202020403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en-US" altLang="zh-CN" dirty="0"/>
              <a:t>First</a:t>
            </a:r>
            <a:endParaRPr lang="zh-CN" altLang="en-US" dirty="0"/>
          </a:p>
          <a:p>
            <a:pPr lvl="1"/>
            <a:r>
              <a:rPr lang="en-US" altLang="zh-CN" dirty="0"/>
              <a:t>Second</a:t>
            </a:r>
            <a:endParaRPr lang="zh-CN" altLang="en-US" dirty="0"/>
          </a:p>
          <a:p>
            <a:pPr lvl="2"/>
            <a:r>
              <a:rPr lang="en-US" altLang="zh-CN" dirty="0"/>
              <a:t>Third</a:t>
            </a:r>
            <a:endParaRPr lang="zh-CN" altLang="en-US" dirty="0"/>
          </a:p>
          <a:p>
            <a:pPr lvl="3"/>
            <a:r>
              <a:rPr lang="en-US" altLang="zh-CN" dirty="0"/>
              <a:t>Forth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9D7BEFA-A630-4DF1-801A-25135564E842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2025/5/7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1239" y="4627250"/>
            <a:ext cx="10881360" cy="1430179"/>
          </a:xfrm>
        </p:spPr>
        <p:txBody>
          <a:bodyPr anchor="t"/>
          <a:lstStyle>
            <a:lvl1pPr algn="l">
              <a:defRPr sz="5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11239" y="3052049"/>
            <a:ext cx="10881360" cy="1575196"/>
          </a:xfrm>
        </p:spPr>
        <p:txBody>
          <a:bodyPr anchor="b"/>
          <a:lstStyle>
            <a:lvl1pPr marL="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1pPr>
            <a:lvl2pPr marL="570865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14173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71259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4pPr>
            <a:lvl5pPr marL="228346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5pPr>
            <a:lvl6pPr marL="285432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6pPr>
            <a:lvl7pPr marL="342519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7pPr>
            <a:lvl8pPr marL="399605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8pPr>
            <a:lvl9pPr marL="45669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87F3999-B934-4DFC-BE70-52CC1BC7E685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2025/5/7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0080" y="1680216"/>
            <a:ext cx="5654040" cy="4752261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507481" y="1680216"/>
            <a:ext cx="5654040" cy="4752261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7AAA782-5618-4E6A-B830-309462DA3967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2025/5/7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40083" y="1611869"/>
            <a:ext cx="5656263" cy="671750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0865" indent="0">
              <a:buNone/>
              <a:defRPr sz="2500" b="1"/>
            </a:lvl2pPr>
            <a:lvl3pPr marL="1141730" indent="0">
              <a:buNone/>
              <a:defRPr sz="2200" b="1"/>
            </a:lvl3pPr>
            <a:lvl4pPr marL="1712595" indent="0">
              <a:buNone/>
              <a:defRPr sz="2000" b="1"/>
            </a:lvl4pPr>
            <a:lvl5pPr marL="2283460" indent="0">
              <a:buNone/>
              <a:defRPr sz="2000" b="1"/>
            </a:lvl5pPr>
            <a:lvl6pPr marL="2854325" indent="0">
              <a:buNone/>
              <a:defRPr sz="2000" b="1"/>
            </a:lvl6pPr>
            <a:lvl7pPr marL="3425190" indent="0">
              <a:buNone/>
              <a:defRPr sz="2000" b="1"/>
            </a:lvl7pPr>
            <a:lvl8pPr marL="3996055" indent="0">
              <a:buNone/>
              <a:defRPr sz="2000" b="1"/>
            </a:lvl8pPr>
            <a:lvl9pPr marL="4566920" indent="0">
              <a:buNone/>
              <a:defRPr sz="20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0083" y="2283619"/>
            <a:ext cx="5656263" cy="4148852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503036" y="1611869"/>
            <a:ext cx="5658485" cy="671750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0865" indent="0">
              <a:buNone/>
              <a:defRPr sz="2500" b="1"/>
            </a:lvl2pPr>
            <a:lvl3pPr marL="1141730" indent="0">
              <a:buNone/>
              <a:defRPr sz="2200" b="1"/>
            </a:lvl3pPr>
            <a:lvl4pPr marL="1712595" indent="0">
              <a:buNone/>
              <a:defRPr sz="2000" b="1"/>
            </a:lvl4pPr>
            <a:lvl5pPr marL="2283460" indent="0">
              <a:buNone/>
              <a:defRPr sz="2000" b="1"/>
            </a:lvl5pPr>
            <a:lvl6pPr marL="2854325" indent="0">
              <a:buNone/>
              <a:defRPr sz="2000" b="1"/>
            </a:lvl6pPr>
            <a:lvl7pPr marL="3425190" indent="0">
              <a:buNone/>
              <a:defRPr sz="2000" b="1"/>
            </a:lvl7pPr>
            <a:lvl8pPr marL="3996055" indent="0">
              <a:buNone/>
              <a:defRPr sz="2000" b="1"/>
            </a:lvl8pPr>
            <a:lvl9pPr marL="4566920" indent="0">
              <a:buNone/>
              <a:defRPr sz="20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503036" y="2283619"/>
            <a:ext cx="5658485" cy="4148852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5F2017F-D9AB-4DFA-8DC2-F4BD788E31DE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2025/5/7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1350" y="71519"/>
            <a:ext cx="10762906" cy="792000"/>
          </a:xfrm>
        </p:spPr>
        <p:txBody>
          <a:bodyPr/>
          <a:lstStyle>
            <a:lvl1pPr algn="ctr">
              <a:defRPr sz="4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1304025-2596-4036-BBC8-A8D2783E80BA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2025/5/7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6" name="图片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2230" y="0"/>
            <a:ext cx="1003300" cy="93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76A4C2E-225E-48C4-906D-16B2785A05D3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2025/5/7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0083" y="286707"/>
            <a:ext cx="4211639" cy="1220153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05072" y="286708"/>
            <a:ext cx="7156451" cy="6145769"/>
          </a:xfrm>
        </p:spPr>
        <p:txBody>
          <a:bodyPr/>
          <a:lstStyle>
            <a:lvl1pPr>
              <a:defRPr sz="4000"/>
            </a:lvl1pPr>
            <a:lvl2pPr>
              <a:defRPr sz="35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40083" y="1506856"/>
            <a:ext cx="4211639" cy="4925616"/>
          </a:xfrm>
        </p:spPr>
        <p:txBody>
          <a:bodyPr/>
          <a:lstStyle>
            <a:lvl1pPr marL="0" indent="0">
              <a:buNone/>
              <a:defRPr sz="1700"/>
            </a:lvl1pPr>
            <a:lvl2pPr marL="570865" indent="0">
              <a:buNone/>
              <a:defRPr sz="1500"/>
            </a:lvl2pPr>
            <a:lvl3pPr marL="1141730" indent="0">
              <a:buNone/>
              <a:defRPr sz="1200"/>
            </a:lvl3pPr>
            <a:lvl4pPr marL="1712595" indent="0">
              <a:buNone/>
              <a:defRPr sz="1100"/>
            </a:lvl4pPr>
            <a:lvl5pPr marL="2283460" indent="0">
              <a:buNone/>
              <a:defRPr sz="1100"/>
            </a:lvl5pPr>
            <a:lvl6pPr marL="2854325" indent="0">
              <a:buNone/>
              <a:defRPr sz="1100"/>
            </a:lvl6pPr>
            <a:lvl7pPr marL="3425190" indent="0">
              <a:buNone/>
              <a:defRPr sz="1100"/>
            </a:lvl7pPr>
            <a:lvl8pPr marL="3996055" indent="0">
              <a:buNone/>
              <a:defRPr sz="1100"/>
            </a:lvl8pPr>
            <a:lvl9pPr marL="456692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03CCB45-657B-4EBF-B1A8-548A3848FE76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2025/5/7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09203" y="5040635"/>
            <a:ext cx="7680960" cy="595075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509203" y="643414"/>
            <a:ext cx="7680960" cy="4320540"/>
          </a:xfrm>
        </p:spPr>
        <p:txBody>
          <a:bodyPr vert="horz" wrap="square" lIns="114181" tIns="57091" rIns="114181" bIns="57091" numCol="1" rtlCol="0" anchor="t" anchorCtr="0" compatLnSpc="1">
            <a:normAutofit/>
          </a:bodyPr>
          <a:lstStyle>
            <a:lvl1pPr marL="0" indent="0">
              <a:buNone/>
              <a:defRPr sz="4000"/>
            </a:lvl1pPr>
            <a:lvl2pPr marL="570865" indent="0">
              <a:buNone/>
              <a:defRPr sz="3500"/>
            </a:lvl2pPr>
            <a:lvl3pPr marL="1141730" indent="0">
              <a:buNone/>
              <a:defRPr sz="3000"/>
            </a:lvl3pPr>
            <a:lvl4pPr marL="1712595" indent="0">
              <a:buNone/>
              <a:defRPr sz="2500"/>
            </a:lvl4pPr>
            <a:lvl5pPr marL="2283460" indent="0">
              <a:buNone/>
              <a:defRPr sz="2500"/>
            </a:lvl5pPr>
            <a:lvl6pPr marL="2854325" indent="0">
              <a:buNone/>
              <a:defRPr sz="2500"/>
            </a:lvl6pPr>
            <a:lvl7pPr marL="3425190" indent="0">
              <a:buNone/>
              <a:defRPr sz="2500"/>
            </a:lvl7pPr>
            <a:lvl8pPr marL="3996055" indent="0">
              <a:buNone/>
              <a:defRPr sz="2500"/>
            </a:lvl8pPr>
            <a:lvl9pPr marL="4566920" indent="0">
              <a:buNone/>
              <a:defRPr sz="2500"/>
            </a:lvl9pPr>
          </a:lstStyle>
          <a:p>
            <a:pPr marL="0" marR="0" lvl="0" indent="0" algn="l" defTabSz="113982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单击图标添加图片</a:t>
            </a:r>
            <a:endParaRPr kumimoji="1" lang="zh-CN" altLang="en-US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509203" y="5635710"/>
            <a:ext cx="7680960" cy="845105"/>
          </a:xfrm>
        </p:spPr>
        <p:txBody>
          <a:bodyPr/>
          <a:lstStyle>
            <a:lvl1pPr marL="0" indent="0">
              <a:buNone/>
              <a:defRPr sz="1700"/>
            </a:lvl1pPr>
            <a:lvl2pPr marL="570865" indent="0">
              <a:buNone/>
              <a:defRPr sz="1500"/>
            </a:lvl2pPr>
            <a:lvl3pPr marL="1141730" indent="0">
              <a:buNone/>
              <a:defRPr sz="1200"/>
            </a:lvl3pPr>
            <a:lvl4pPr marL="1712595" indent="0">
              <a:buNone/>
              <a:defRPr sz="1100"/>
            </a:lvl4pPr>
            <a:lvl5pPr marL="2283460" indent="0">
              <a:buNone/>
              <a:defRPr sz="1100"/>
            </a:lvl5pPr>
            <a:lvl6pPr marL="2854325" indent="0">
              <a:buNone/>
              <a:defRPr sz="1100"/>
            </a:lvl6pPr>
            <a:lvl7pPr marL="3425190" indent="0">
              <a:buNone/>
              <a:defRPr sz="1100"/>
            </a:lvl7pPr>
            <a:lvl8pPr marL="3996055" indent="0">
              <a:buNone/>
              <a:defRPr sz="1100"/>
            </a:lvl8pPr>
            <a:lvl9pPr marL="456692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7499C4-3E3A-4C40-BAB1-A5EA1295297A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2025/5/7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255C34-BB88-4E89-A318-5797FE9B0CE9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2025/5/7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281160" y="288376"/>
            <a:ext cx="2880360" cy="61441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40080" y="288376"/>
            <a:ext cx="8427720" cy="61441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5610BF1-13D6-4FCC-9445-C401ED6E35F0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2025/5/7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641350" y="193535"/>
            <a:ext cx="11085662" cy="575221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641350" y="1211244"/>
            <a:ext cx="11518900" cy="4778411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41350" y="6673850"/>
            <a:ext cx="2986088" cy="384175"/>
          </a:xfrm>
          <a:prstGeom prst="rect">
            <a:avLst/>
          </a:prstGeom>
        </p:spPr>
        <p:txBody>
          <a:bodyPr vert="horz" wrap="square" lIns="114181" tIns="57091" rIns="114181" bIns="57091" numCol="1" anchor="ctr" anchorCtr="0" compatLnSpc="1"/>
          <a:lstStyle>
            <a:lvl1pPr eaLnBrk="1" hangingPunct="1">
              <a:defRPr sz="1500">
                <a:solidFill>
                  <a:srgbClr val="898989"/>
                </a:solidFill>
              </a:defRPr>
            </a:lvl1pPr>
          </a:lstStyle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CE167EE-0F98-4F1E-AD27-E561075E3AE0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2025/5/7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373563" y="6673850"/>
            <a:ext cx="4054475" cy="384175"/>
          </a:xfrm>
          <a:prstGeom prst="rect">
            <a:avLst/>
          </a:prstGeom>
        </p:spPr>
        <p:txBody>
          <a:bodyPr vert="horz" lIns="114181" tIns="57091" rIns="114181" bIns="57091" rtlCol="0" anchor="ctr"/>
          <a:lstStyle>
            <a:lvl1pPr algn="ctr" defTabSz="1141730" eaLnBrk="1" fontAlgn="auto" hangingPunct="1">
              <a:spcBef>
                <a:spcPts val="0"/>
              </a:spcBef>
              <a:spcAft>
                <a:spcPts val="0"/>
              </a:spcAft>
              <a:defRPr sz="15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497144" y="6661892"/>
            <a:ext cx="2986088" cy="384175"/>
          </a:xfrm>
          <a:prstGeom prst="rect">
            <a:avLst/>
          </a:prstGeom>
        </p:spPr>
        <p:txBody>
          <a:bodyPr vert="horz" wrap="square" lIns="114181" tIns="57091" rIns="114181" bIns="57091" numCol="1" anchor="ctr" anchorCtr="0" compatLnSpc="1"/>
          <a:lstStyle>
            <a:lvl1pPr algn="r" eaLnBrk="1" hangingPunct="1">
              <a:defRPr sz="1500">
                <a:solidFill>
                  <a:srgbClr val="898989"/>
                </a:solidFill>
              </a:defRPr>
            </a:lvl1pPr>
          </a:lstStyle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/>
  <p:hf hdr="0" ftr="0" dt="0"/>
  <p:txStyles>
    <p:titleStyle>
      <a:lvl1pPr algn="ctr" defTabSz="1139825" rtl="0" eaLnBrk="1" fontAlgn="base" hangingPunct="1">
        <a:spcBef>
          <a:spcPct val="0"/>
        </a:spcBef>
        <a:spcAft>
          <a:spcPct val="0"/>
        </a:spcAft>
        <a:defRPr kumimoji="1" sz="3800" b="1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微软雅黑" panose="020B0503020204020204" pitchFamily="34" charset="-122"/>
        </a:defRPr>
      </a:lvl1pPr>
      <a:lvl2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2pPr>
      <a:lvl3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3pPr>
      <a:lvl4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4pPr>
      <a:lvl5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5pPr>
      <a:lvl6pPr marL="4572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25450" indent="-425450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200" b="1" kern="1200" baseline="0" dirty="0">
          <a:solidFill>
            <a:srgbClr val="0070C0"/>
          </a:solidFill>
          <a:latin typeface="Calibri" panose="020F0502020204030204" pitchFamily="34" charset="0"/>
          <a:ea typeface="微软雅黑" panose="020B0503020204020204" pitchFamily="34" charset="-122"/>
          <a:cs typeface="微软雅黑" panose="020B0503020204020204" pitchFamily="34" charset="-122"/>
        </a:defRPr>
      </a:lvl1pPr>
      <a:lvl2pPr marL="925830" indent="-354330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200" b="1" kern="1200" baseline="0" dirty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2pPr>
      <a:lvl3pPr marL="1425575" indent="-282575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200" b="1" kern="1200" baseline="0" dirty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3pPr>
      <a:lvl4pPr marL="1995805" indent="-282575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200" b="1" kern="1200" baseline="0" dirty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4pPr>
      <a:lvl5pPr marL="2567305" indent="-282575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200" b="1" kern="1200" baseline="0" dirty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5pPr>
      <a:lvl6pPr marL="3140075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710940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281805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4852670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7086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73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1259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8346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85432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42519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99605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56692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26" Type="http://schemas.openxmlformats.org/officeDocument/2006/relationships/image" Target="../media/image40.png"/><Relationship Id="rId39" Type="http://schemas.openxmlformats.org/officeDocument/2006/relationships/image" Target="../media/image53.png"/><Relationship Id="rId21" Type="http://schemas.openxmlformats.org/officeDocument/2006/relationships/image" Target="../media/image35.png"/><Relationship Id="rId34" Type="http://schemas.openxmlformats.org/officeDocument/2006/relationships/image" Target="../media/image48.png"/><Relationship Id="rId42" Type="http://schemas.openxmlformats.org/officeDocument/2006/relationships/image" Target="../media/image56.png"/><Relationship Id="rId47" Type="http://schemas.openxmlformats.org/officeDocument/2006/relationships/image" Target="../media/image61.png"/><Relationship Id="rId50" Type="http://schemas.openxmlformats.org/officeDocument/2006/relationships/image" Target="../media/image64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6" Type="http://schemas.openxmlformats.org/officeDocument/2006/relationships/image" Target="../media/image30.png"/><Relationship Id="rId29" Type="http://schemas.openxmlformats.org/officeDocument/2006/relationships/image" Target="../media/image43.png"/><Relationship Id="rId11" Type="http://schemas.openxmlformats.org/officeDocument/2006/relationships/image" Target="../media/image25.png"/><Relationship Id="rId24" Type="http://schemas.openxmlformats.org/officeDocument/2006/relationships/image" Target="../media/image38.png"/><Relationship Id="rId32" Type="http://schemas.openxmlformats.org/officeDocument/2006/relationships/image" Target="../media/image46.png"/><Relationship Id="rId37" Type="http://schemas.openxmlformats.org/officeDocument/2006/relationships/image" Target="../media/image51.png"/><Relationship Id="rId40" Type="http://schemas.openxmlformats.org/officeDocument/2006/relationships/image" Target="../media/image54.png"/><Relationship Id="rId45" Type="http://schemas.openxmlformats.org/officeDocument/2006/relationships/image" Target="../media/image59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23" Type="http://schemas.openxmlformats.org/officeDocument/2006/relationships/image" Target="../media/image37.png"/><Relationship Id="rId28" Type="http://schemas.openxmlformats.org/officeDocument/2006/relationships/image" Target="../media/image42.png"/><Relationship Id="rId36" Type="http://schemas.openxmlformats.org/officeDocument/2006/relationships/image" Target="../media/image50.png"/><Relationship Id="rId49" Type="http://schemas.openxmlformats.org/officeDocument/2006/relationships/image" Target="../media/image63.png"/><Relationship Id="rId10" Type="http://schemas.openxmlformats.org/officeDocument/2006/relationships/image" Target="../media/image24.png"/><Relationship Id="rId19" Type="http://schemas.openxmlformats.org/officeDocument/2006/relationships/image" Target="../media/image33.png"/><Relationship Id="rId31" Type="http://schemas.openxmlformats.org/officeDocument/2006/relationships/image" Target="../media/image45.png"/><Relationship Id="rId44" Type="http://schemas.openxmlformats.org/officeDocument/2006/relationships/image" Target="../media/image58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Relationship Id="rId22" Type="http://schemas.openxmlformats.org/officeDocument/2006/relationships/image" Target="../media/image36.png"/><Relationship Id="rId27" Type="http://schemas.openxmlformats.org/officeDocument/2006/relationships/image" Target="../media/image41.png"/><Relationship Id="rId30" Type="http://schemas.openxmlformats.org/officeDocument/2006/relationships/image" Target="../media/image44.png"/><Relationship Id="rId35" Type="http://schemas.openxmlformats.org/officeDocument/2006/relationships/image" Target="../media/image49.png"/><Relationship Id="rId43" Type="http://schemas.openxmlformats.org/officeDocument/2006/relationships/image" Target="../media/image57.png"/><Relationship Id="rId48" Type="http://schemas.openxmlformats.org/officeDocument/2006/relationships/image" Target="../media/image62.png"/><Relationship Id="rId8" Type="http://schemas.openxmlformats.org/officeDocument/2006/relationships/image" Target="../media/image22.png"/><Relationship Id="rId51" Type="http://schemas.openxmlformats.org/officeDocument/2006/relationships/image" Target="../media/image65.png"/><Relationship Id="rId3" Type="http://schemas.openxmlformats.org/officeDocument/2006/relationships/image" Target="../media/image17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5" Type="http://schemas.openxmlformats.org/officeDocument/2006/relationships/image" Target="../media/image39.png"/><Relationship Id="rId33" Type="http://schemas.openxmlformats.org/officeDocument/2006/relationships/image" Target="../media/image47.png"/><Relationship Id="rId38" Type="http://schemas.openxmlformats.org/officeDocument/2006/relationships/image" Target="../media/image52.png"/><Relationship Id="rId46" Type="http://schemas.openxmlformats.org/officeDocument/2006/relationships/image" Target="../media/image60.png"/><Relationship Id="rId20" Type="http://schemas.openxmlformats.org/officeDocument/2006/relationships/image" Target="../media/image34.png"/><Relationship Id="rId41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7.png"/><Relationship Id="rId18" Type="http://schemas.openxmlformats.org/officeDocument/2006/relationships/image" Target="../media/image82.png"/><Relationship Id="rId26" Type="http://schemas.openxmlformats.org/officeDocument/2006/relationships/image" Target="../media/image90.png"/><Relationship Id="rId39" Type="http://schemas.openxmlformats.org/officeDocument/2006/relationships/image" Target="../media/image102.png"/><Relationship Id="rId21" Type="http://schemas.openxmlformats.org/officeDocument/2006/relationships/image" Target="../media/image85.png"/><Relationship Id="rId34" Type="http://schemas.openxmlformats.org/officeDocument/2006/relationships/image" Target="../media/image97.png"/><Relationship Id="rId42" Type="http://schemas.openxmlformats.org/officeDocument/2006/relationships/image" Target="../media/image105.png"/><Relationship Id="rId47" Type="http://schemas.openxmlformats.org/officeDocument/2006/relationships/image" Target="../media/image110.png"/><Relationship Id="rId50" Type="http://schemas.openxmlformats.org/officeDocument/2006/relationships/image" Target="../media/image113.png"/><Relationship Id="rId55" Type="http://schemas.openxmlformats.org/officeDocument/2006/relationships/image" Target="../media/image118.png"/><Relationship Id="rId7" Type="http://schemas.openxmlformats.org/officeDocument/2006/relationships/image" Target="../media/image71.png"/><Relationship Id="rId2" Type="http://schemas.openxmlformats.org/officeDocument/2006/relationships/image" Target="../media/image66.png"/><Relationship Id="rId16" Type="http://schemas.openxmlformats.org/officeDocument/2006/relationships/image" Target="../media/image80.png"/><Relationship Id="rId29" Type="http://schemas.openxmlformats.org/officeDocument/2006/relationships/image" Target="../media/image93.png"/><Relationship Id="rId11" Type="http://schemas.openxmlformats.org/officeDocument/2006/relationships/image" Target="../media/image75.png"/><Relationship Id="rId24" Type="http://schemas.openxmlformats.org/officeDocument/2006/relationships/image" Target="../media/image88.png"/><Relationship Id="rId32" Type="http://schemas.openxmlformats.org/officeDocument/2006/relationships/image" Target="../media/image96.png"/><Relationship Id="rId37" Type="http://schemas.openxmlformats.org/officeDocument/2006/relationships/image" Target="../media/image100.png"/><Relationship Id="rId40" Type="http://schemas.openxmlformats.org/officeDocument/2006/relationships/image" Target="../media/image103.png"/><Relationship Id="rId45" Type="http://schemas.openxmlformats.org/officeDocument/2006/relationships/image" Target="../media/image108.png"/><Relationship Id="rId53" Type="http://schemas.openxmlformats.org/officeDocument/2006/relationships/image" Target="../media/image116.png"/><Relationship Id="rId58" Type="http://schemas.openxmlformats.org/officeDocument/2006/relationships/image" Target="../media/image121.png"/><Relationship Id="rId5" Type="http://schemas.openxmlformats.org/officeDocument/2006/relationships/image" Target="../media/image69.png"/><Relationship Id="rId19" Type="http://schemas.openxmlformats.org/officeDocument/2006/relationships/image" Target="../media/image83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Relationship Id="rId14" Type="http://schemas.openxmlformats.org/officeDocument/2006/relationships/image" Target="../media/image78.png"/><Relationship Id="rId22" Type="http://schemas.openxmlformats.org/officeDocument/2006/relationships/image" Target="../media/image86.png"/><Relationship Id="rId27" Type="http://schemas.openxmlformats.org/officeDocument/2006/relationships/image" Target="../media/image91.png"/><Relationship Id="rId30" Type="http://schemas.openxmlformats.org/officeDocument/2006/relationships/image" Target="../media/image94.png"/><Relationship Id="rId35" Type="http://schemas.openxmlformats.org/officeDocument/2006/relationships/image" Target="../media/image98.png"/><Relationship Id="rId43" Type="http://schemas.openxmlformats.org/officeDocument/2006/relationships/image" Target="../media/image106.png"/><Relationship Id="rId48" Type="http://schemas.openxmlformats.org/officeDocument/2006/relationships/image" Target="../media/image111.png"/><Relationship Id="rId56" Type="http://schemas.openxmlformats.org/officeDocument/2006/relationships/image" Target="../media/image119.png"/><Relationship Id="rId8" Type="http://schemas.openxmlformats.org/officeDocument/2006/relationships/image" Target="../media/image72.png"/><Relationship Id="rId51" Type="http://schemas.openxmlformats.org/officeDocument/2006/relationships/image" Target="../media/image114.png"/><Relationship Id="rId3" Type="http://schemas.openxmlformats.org/officeDocument/2006/relationships/image" Target="../media/image67.png"/><Relationship Id="rId12" Type="http://schemas.openxmlformats.org/officeDocument/2006/relationships/image" Target="../media/image76.png"/><Relationship Id="rId17" Type="http://schemas.openxmlformats.org/officeDocument/2006/relationships/image" Target="../media/image81.png"/><Relationship Id="rId25" Type="http://schemas.openxmlformats.org/officeDocument/2006/relationships/image" Target="../media/image89.png"/><Relationship Id="rId33" Type="http://schemas.openxmlformats.org/officeDocument/2006/relationships/image" Target="../media/image32.png"/><Relationship Id="rId38" Type="http://schemas.openxmlformats.org/officeDocument/2006/relationships/image" Target="../media/image101.png"/><Relationship Id="rId46" Type="http://schemas.openxmlformats.org/officeDocument/2006/relationships/image" Target="../media/image109.png"/><Relationship Id="rId20" Type="http://schemas.openxmlformats.org/officeDocument/2006/relationships/image" Target="../media/image84.png"/><Relationship Id="rId41" Type="http://schemas.openxmlformats.org/officeDocument/2006/relationships/image" Target="../media/image104.png"/><Relationship Id="rId54" Type="http://schemas.openxmlformats.org/officeDocument/2006/relationships/image" Target="../media/image1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15" Type="http://schemas.openxmlformats.org/officeDocument/2006/relationships/image" Target="../media/image79.png"/><Relationship Id="rId23" Type="http://schemas.openxmlformats.org/officeDocument/2006/relationships/image" Target="../media/image87.png"/><Relationship Id="rId28" Type="http://schemas.openxmlformats.org/officeDocument/2006/relationships/image" Target="../media/image92.png"/><Relationship Id="rId36" Type="http://schemas.openxmlformats.org/officeDocument/2006/relationships/image" Target="../media/image99.png"/><Relationship Id="rId49" Type="http://schemas.openxmlformats.org/officeDocument/2006/relationships/image" Target="../media/image112.png"/><Relationship Id="rId57" Type="http://schemas.openxmlformats.org/officeDocument/2006/relationships/image" Target="../media/image120.png"/><Relationship Id="rId10" Type="http://schemas.openxmlformats.org/officeDocument/2006/relationships/image" Target="../media/image74.png"/><Relationship Id="rId31" Type="http://schemas.openxmlformats.org/officeDocument/2006/relationships/image" Target="../media/image95.png"/><Relationship Id="rId44" Type="http://schemas.openxmlformats.org/officeDocument/2006/relationships/image" Target="../media/image107.png"/><Relationship Id="rId52" Type="http://schemas.openxmlformats.org/officeDocument/2006/relationships/image" Target="../media/image115.png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46.png"/><Relationship Id="rId21" Type="http://schemas.openxmlformats.org/officeDocument/2006/relationships/image" Target="../media/image141.png"/><Relationship Id="rId42" Type="http://schemas.openxmlformats.org/officeDocument/2006/relationships/image" Target="../media/image162.png"/><Relationship Id="rId47" Type="http://schemas.openxmlformats.org/officeDocument/2006/relationships/image" Target="../media/image167.png"/><Relationship Id="rId63" Type="http://schemas.openxmlformats.org/officeDocument/2006/relationships/image" Target="../media/image183.png"/><Relationship Id="rId68" Type="http://schemas.openxmlformats.org/officeDocument/2006/relationships/image" Target="../media/image188.png"/><Relationship Id="rId84" Type="http://schemas.openxmlformats.org/officeDocument/2006/relationships/image" Target="../media/image204.png"/><Relationship Id="rId89" Type="http://schemas.openxmlformats.org/officeDocument/2006/relationships/image" Target="../media/image209.png"/><Relationship Id="rId16" Type="http://schemas.openxmlformats.org/officeDocument/2006/relationships/image" Target="../media/image136.png"/><Relationship Id="rId107" Type="http://schemas.openxmlformats.org/officeDocument/2006/relationships/image" Target="../media/image227.png"/><Relationship Id="rId11" Type="http://schemas.openxmlformats.org/officeDocument/2006/relationships/image" Target="../media/image131.png"/><Relationship Id="rId32" Type="http://schemas.openxmlformats.org/officeDocument/2006/relationships/image" Target="../media/image152.png"/><Relationship Id="rId37" Type="http://schemas.openxmlformats.org/officeDocument/2006/relationships/image" Target="../media/image157.png"/><Relationship Id="rId53" Type="http://schemas.openxmlformats.org/officeDocument/2006/relationships/image" Target="../media/image173.png"/><Relationship Id="rId58" Type="http://schemas.openxmlformats.org/officeDocument/2006/relationships/image" Target="../media/image178.png"/><Relationship Id="rId74" Type="http://schemas.openxmlformats.org/officeDocument/2006/relationships/image" Target="../media/image194.png"/><Relationship Id="rId79" Type="http://schemas.openxmlformats.org/officeDocument/2006/relationships/image" Target="../media/image199.png"/><Relationship Id="rId102" Type="http://schemas.openxmlformats.org/officeDocument/2006/relationships/image" Target="../media/image222.png"/><Relationship Id="rId5" Type="http://schemas.openxmlformats.org/officeDocument/2006/relationships/image" Target="../media/image125.png"/><Relationship Id="rId90" Type="http://schemas.openxmlformats.org/officeDocument/2006/relationships/image" Target="../media/image210.png"/><Relationship Id="rId95" Type="http://schemas.openxmlformats.org/officeDocument/2006/relationships/image" Target="../media/image215.png"/><Relationship Id="rId22" Type="http://schemas.openxmlformats.org/officeDocument/2006/relationships/image" Target="../media/image142.png"/><Relationship Id="rId27" Type="http://schemas.openxmlformats.org/officeDocument/2006/relationships/image" Target="../media/image147.png"/><Relationship Id="rId43" Type="http://schemas.openxmlformats.org/officeDocument/2006/relationships/image" Target="../media/image163.png"/><Relationship Id="rId48" Type="http://schemas.openxmlformats.org/officeDocument/2006/relationships/image" Target="../media/image168.png"/><Relationship Id="rId64" Type="http://schemas.openxmlformats.org/officeDocument/2006/relationships/image" Target="../media/image184.png"/><Relationship Id="rId69" Type="http://schemas.openxmlformats.org/officeDocument/2006/relationships/image" Target="../media/image189.png"/><Relationship Id="rId80" Type="http://schemas.openxmlformats.org/officeDocument/2006/relationships/image" Target="../media/image200.png"/><Relationship Id="rId85" Type="http://schemas.openxmlformats.org/officeDocument/2006/relationships/image" Target="../media/image205.png"/><Relationship Id="rId12" Type="http://schemas.openxmlformats.org/officeDocument/2006/relationships/image" Target="../media/image132.png"/><Relationship Id="rId17" Type="http://schemas.openxmlformats.org/officeDocument/2006/relationships/image" Target="../media/image137.png"/><Relationship Id="rId33" Type="http://schemas.openxmlformats.org/officeDocument/2006/relationships/image" Target="../media/image153.png"/><Relationship Id="rId38" Type="http://schemas.openxmlformats.org/officeDocument/2006/relationships/image" Target="../media/image158.png"/><Relationship Id="rId59" Type="http://schemas.openxmlformats.org/officeDocument/2006/relationships/image" Target="../media/image179.png"/><Relationship Id="rId103" Type="http://schemas.openxmlformats.org/officeDocument/2006/relationships/image" Target="../media/image223.png"/><Relationship Id="rId108" Type="http://schemas.openxmlformats.org/officeDocument/2006/relationships/image" Target="../media/image228.png"/><Relationship Id="rId20" Type="http://schemas.openxmlformats.org/officeDocument/2006/relationships/image" Target="../media/image140.png"/><Relationship Id="rId41" Type="http://schemas.openxmlformats.org/officeDocument/2006/relationships/image" Target="../media/image161.png"/><Relationship Id="rId54" Type="http://schemas.openxmlformats.org/officeDocument/2006/relationships/image" Target="../media/image174.png"/><Relationship Id="rId62" Type="http://schemas.openxmlformats.org/officeDocument/2006/relationships/image" Target="../media/image182.png"/><Relationship Id="rId70" Type="http://schemas.openxmlformats.org/officeDocument/2006/relationships/image" Target="../media/image190.png"/><Relationship Id="rId75" Type="http://schemas.openxmlformats.org/officeDocument/2006/relationships/image" Target="../media/image195.png"/><Relationship Id="rId83" Type="http://schemas.openxmlformats.org/officeDocument/2006/relationships/image" Target="../media/image203.png"/><Relationship Id="rId88" Type="http://schemas.openxmlformats.org/officeDocument/2006/relationships/image" Target="../media/image208.png"/><Relationship Id="rId91" Type="http://schemas.openxmlformats.org/officeDocument/2006/relationships/image" Target="../media/image211.png"/><Relationship Id="rId96" Type="http://schemas.openxmlformats.org/officeDocument/2006/relationships/image" Target="../media/image2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6.png"/><Relationship Id="rId15" Type="http://schemas.openxmlformats.org/officeDocument/2006/relationships/image" Target="../media/image135.png"/><Relationship Id="rId23" Type="http://schemas.openxmlformats.org/officeDocument/2006/relationships/image" Target="../media/image143.png"/><Relationship Id="rId28" Type="http://schemas.openxmlformats.org/officeDocument/2006/relationships/image" Target="../media/image148.png"/><Relationship Id="rId36" Type="http://schemas.openxmlformats.org/officeDocument/2006/relationships/image" Target="../media/image156.png"/><Relationship Id="rId49" Type="http://schemas.openxmlformats.org/officeDocument/2006/relationships/image" Target="../media/image169.png"/><Relationship Id="rId57" Type="http://schemas.openxmlformats.org/officeDocument/2006/relationships/image" Target="../media/image177.png"/><Relationship Id="rId106" Type="http://schemas.openxmlformats.org/officeDocument/2006/relationships/image" Target="../media/image226.png"/><Relationship Id="rId10" Type="http://schemas.openxmlformats.org/officeDocument/2006/relationships/image" Target="../media/image130.png"/><Relationship Id="rId31" Type="http://schemas.openxmlformats.org/officeDocument/2006/relationships/image" Target="../media/image151.png"/><Relationship Id="rId44" Type="http://schemas.openxmlformats.org/officeDocument/2006/relationships/image" Target="../media/image164.png"/><Relationship Id="rId52" Type="http://schemas.openxmlformats.org/officeDocument/2006/relationships/image" Target="../media/image172.png"/><Relationship Id="rId60" Type="http://schemas.openxmlformats.org/officeDocument/2006/relationships/image" Target="../media/image180.png"/><Relationship Id="rId65" Type="http://schemas.openxmlformats.org/officeDocument/2006/relationships/image" Target="../media/image185.png"/><Relationship Id="rId73" Type="http://schemas.openxmlformats.org/officeDocument/2006/relationships/image" Target="../media/image193.png"/><Relationship Id="rId78" Type="http://schemas.openxmlformats.org/officeDocument/2006/relationships/image" Target="../media/image198.png"/><Relationship Id="rId81" Type="http://schemas.openxmlformats.org/officeDocument/2006/relationships/image" Target="../media/image201.png"/><Relationship Id="rId86" Type="http://schemas.openxmlformats.org/officeDocument/2006/relationships/image" Target="../media/image206.png"/><Relationship Id="rId94" Type="http://schemas.openxmlformats.org/officeDocument/2006/relationships/image" Target="../media/image214.png"/><Relationship Id="rId99" Type="http://schemas.openxmlformats.org/officeDocument/2006/relationships/image" Target="../media/image219.png"/><Relationship Id="rId101" Type="http://schemas.openxmlformats.org/officeDocument/2006/relationships/image" Target="../media/image221.png"/><Relationship Id="rId4" Type="http://schemas.openxmlformats.org/officeDocument/2006/relationships/image" Target="../media/image124.png"/><Relationship Id="rId9" Type="http://schemas.openxmlformats.org/officeDocument/2006/relationships/image" Target="../media/image129.png"/><Relationship Id="rId13" Type="http://schemas.openxmlformats.org/officeDocument/2006/relationships/image" Target="../media/image133.png"/><Relationship Id="rId18" Type="http://schemas.openxmlformats.org/officeDocument/2006/relationships/image" Target="../media/image138.png"/><Relationship Id="rId39" Type="http://schemas.openxmlformats.org/officeDocument/2006/relationships/image" Target="../media/image159.png"/><Relationship Id="rId34" Type="http://schemas.openxmlformats.org/officeDocument/2006/relationships/image" Target="../media/image154.png"/><Relationship Id="rId50" Type="http://schemas.openxmlformats.org/officeDocument/2006/relationships/image" Target="../media/image170.png"/><Relationship Id="rId55" Type="http://schemas.openxmlformats.org/officeDocument/2006/relationships/image" Target="../media/image175.png"/><Relationship Id="rId76" Type="http://schemas.openxmlformats.org/officeDocument/2006/relationships/image" Target="../media/image196.png"/><Relationship Id="rId97" Type="http://schemas.openxmlformats.org/officeDocument/2006/relationships/image" Target="../media/image217.png"/><Relationship Id="rId104" Type="http://schemas.openxmlformats.org/officeDocument/2006/relationships/image" Target="../media/image224.png"/><Relationship Id="rId7" Type="http://schemas.openxmlformats.org/officeDocument/2006/relationships/image" Target="../media/image127.png"/><Relationship Id="rId71" Type="http://schemas.openxmlformats.org/officeDocument/2006/relationships/image" Target="../media/image191.png"/><Relationship Id="rId92" Type="http://schemas.openxmlformats.org/officeDocument/2006/relationships/image" Target="../media/image212.png"/><Relationship Id="rId2" Type="http://schemas.openxmlformats.org/officeDocument/2006/relationships/image" Target="../media/image122.png"/><Relationship Id="rId29" Type="http://schemas.openxmlformats.org/officeDocument/2006/relationships/image" Target="../media/image149.png"/><Relationship Id="rId24" Type="http://schemas.openxmlformats.org/officeDocument/2006/relationships/image" Target="../media/image144.png"/><Relationship Id="rId40" Type="http://schemas.openxmlformats.org/officeDocument/2006/relationships/image" Target="../media/image160.png"/><Relationship Id="rId45" Type="http://schemas.openxmlformats.org/officeDocument/2006/relationships/image" Target="../media/image165.png"/><Relationship Id="rId66" Type="http://schemas.openxmlformats.org/officeDocument/2006/relationships/image" Target="../media/image186.png"/><Relationship Id="rId87" Type="http://schemas.openxmlformats.org/officeDocument/2006/relationships/image" Target="../media/image207.png"/><Relationship Id="rId61" Type="http://schemas.openxmlformats.org/officeDocument/2006/relationships/image" Target="../media/image181.png"/><Relationship Id="rId82" Type="http://schemas.openxmlformats.org/officeDocument/2006/relationships/image" Target="../media/image202.png"/><Relationship Id="rId19" Type="http://schemas.openxmlformats.org/officeDocument/2006/relationships/image" Target="../media/image139.png"/><Relationship Id="rId14" Type="http://schemas.openxmlformats.org/officeDocument/2006/relationships/image" Target="../media/image134.png"/><Relationship Id="rId30" Type="http://schemas.openxmlformats.org/officeDocument/2006/relationships/image" Target="../media/image150.png"/><Relationship Id="rId35" Type="http://schemas.openxmlformats.org/officeDocument/2006/relationships/image" Target="../media/image155.png"/><Relationship Id="rId56" Type="http://schemas.openxmlformats.org/officeDocument/2006/relationships/image" Target="../media/image176.png"/><Relationship Id="rId77" Type="http://schemas.openxmlformats.org/officeDocument/2006/relationships/image" Target="../media/image197.png"/><Relationship Id="rId100" Type="http://schemas.openxmlformats.org/officeDocument/2006/relationships/image" Target="../media/image220.png"/><Relationship Id="rId105" Type="http://schemas.openxmlformats.org/officeDocument/2006/relationships/image" Target="../media/image225.png"/><Relationship Id="rId8" Type="http://schemas.openxmlformats.org/officeDocument/2006/relationships/image" Target="../media/image128.png"/><Relationship Id="rId51" Type="http://schemas.openxmlformats.org/officeDocument/2006/relationships/image" Target="../media/image171.png"/><Relationship Id="rId72" Type="http://schemas.openxmlformats.org/officeDocument/2006/relationships/image" Target="../media/image192.png"/><Relationship Id="rId93" Type="http://schemas.openxmlformats.org/officeDocument/2006/relationships/image" Target="../media/image213.png"/><Relationship Id="rId98" Type="http://schemas.openxmlformats.org/officeDocument/2006/relationships/image" Target="../media/image218.png"/><Relationship Id="rId3" Type="http://schemas.openxmlformats.org/officeDocument/2006/relationships/image" Target="../media/image123.png"/><Relationship Id="rId25" Type="http://schemas.openxmlformats.org/officeDocument/2006/relationships/image" Target="../media/image145.png"/><Relationship Id="rId46" Type="http://schemas.openxmlformats.org/officeDocument/2006/relationships/image" Target="../media/image166.png"/><Relationship Id="rId67" Type="http://schemas.openxmlformats.org/officeDocument/2006/relationships/image" Target="../media/image18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0.png"/><Relationship Id="rId18" Type="http://schemas.openxmlformats.org/officeDocument/2006/relationships/image" Target="../media/image245.png"/><Relationship Id="rId26" Type="http://schemas.openxmlformats.org/officeDocument/2006/relationships/image" Target="../media/image253.png"/><Relationship Id="rId39" Type="http://schemas.openxmlformats.org/officeDocument/2006/relationships/image" Target="../media/image266.png"/><Relationship Id="rId21" Type="http://schemas.openxmlformats.org/officeDocument/2006/relationships/image" Target="../media/image248.png"/><Relationship Id="rId34" Type="http://schemas.openxmlformats.org/officeDocument/2006/relationships/image" Target="../media/image261.png"/><Relationship Id="rId42" Type="http://schemas.openxmlformats.org/officeDocument/2006/relationships/image" Target="../media/image269.png"/><Relationship Id="rId7" Type="http://schemas.openxmlformats.org/officeDocument/2006/relationships/image" Target="../media/image234.png"/><Relationship Id="rId2" Type="http://schemas.openxmlformats.org/officeDocument/2006/relationships/image" Target="../media/image229.png"/><Relationship Id="rId16" Type="http://schemas.openxmlformats.org/officeDocument/2006/relationships/image" Target="../media/image243.png"/><Relationship Id="rId29" Type="http://schemas.openxmlformats.org/officeDocument/2006/relationships/image" Target="../media/image2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3.png"/><Relationship Id="rId11" Type="http://schemas.openxmlformats.org/officeDocument/2006/relationships/image" Target="../media/image238.png"/><Relationship Id="rId24" Type="http://schemas.openxmlformats.org/officeDocument/2006/relationships/image" Target="../media/image251.png"/><Relationship Id="rId32" Type="http://schemas.openxmlformats.org/officeDocument/2006/relationships/image" Target="../media/image259.png"/><Relationship Id="rId37" Type="http://schemas.openxmlformats.org/officeDocument/2006/relationships/image" Target="../media/image264.png"/><Relationship Id="rId40" Type="http://schemas.openxmlformats.org/officeDocument/2006/relationships/image" Target="../media/image267.png"/><Relationship Id="rId45" Type="http://schemas.openxmlformats.org/officeDocument/2006/relationships/image" Target="../media/image272.png"/><Relationship Id="rId5" Type="http://schemas.openxmlformats.org/officeDocument/2006/relationships/image" Target="../media/image232.png"/><Relationship Id="rId15" Type="http://schemas.openxmlformats.org/officeDocument/2006/relationships/image" Target="../media/image242.png"/><Relationship Id="rId23" Type="http://schemas.openxmlformats.org/officeDocument/2006/relationships/image" Target="../media/image250.png"/><Relationship Id="rId28" Type="http://schemas.openxmlformats.org/officeDocument/2006/relationships/image" Target="../media/image255.png"/><Relationship Id="rId36" Type="http://schemas.openxmlformats.org/officeDocument/2006/relationships/image" Target="../media/image263.png"/><Relationship Id="rId10" Type="http://schemas.openxmlformats.org/officeDocument/2006/relationships/image" Target="../media/image237.png"/><Relationship Id="rId19" Type="http://schemas.openxmlformats.org/officeDocument/2006/relationships/image" Target="../media/image246.png"/><Relationship Id="rId31" Type="http://schemas.openxmlformats.org/officeDocument/2006/relationships/image" Target="../media/image258.png"/><Relationship Id="rId44" Type="http://schemas.openxmlformats.org/officeDocument/2006/relationships/image" Target="../media/image271.png"/><Relationship Id="rId4" Type="http://schemas.openxmlformats.org/officeDocument/2006/relationships/image" Target="../media/image231.png"/><Relationship Id="rId9" Type="http://schemas.openxmlformats.org/officeDocument/2006/relationships/image" Target="../media/image236.png"/><Relationship Id="rId14" Type="http://schemas.openxmlformats.org/officeDocument/2006/relationships/image" Target="../media/image241.png"/><Relationship Id="rId22" Type="http://schemas.openxmlformats.org/officeDocument/2006/relationships/image" Target="../media/image249.png"/><Relationship Id="rId27" Type="http://schemas.openxmlformats.org/officeDocument/2006/relationships/image" Target="../media/image254.png"/><Relationship Id="rId30" Type="http://schemas.openxmlformats.org/officeDocument/2006/relationships/image" Target="../media/image257.png"/><Relationship Id="rId35" Type="http://schemas.openxmlformats.org/officeDocument/2006/relationships/image" Target="../media/image262.png"/><Relationship Id="rId43" Type="http://schemas.openxmlformats.org/officeDocument/2006/relationships/image" Target="../media/image270.png"/><Relationship Id="rId8" Type="http://schemas.openxmlformats.org/officeDocument/2006/relationships/image" Target="../media/image235.png"/><Relationship Id="rId3" Type="http://schemas.openxmlformats.org/officeDocument/2006/relationships/image" Target="../media/image230.png"/><Relationship Id="rId12" Type="http://schemas.openxmlformats.org/officeDocument/2006/relationships/image" Target="../media/image239.png"/><Relationship Id="rId17" Type="http://schemas.openxmlformats.org/officeDocument/2006/relationships/image" Target="../media/image244.png"/><Relationship Id="rId25" Type="http://schemas.openxmlformats.org/officeDocument/2006/relationships/image" Target="../media/image252.png"/><Relationship Id="rId33" Type="http://schemas.openxmlformats.org/officeDocument/2006/relationships/image" Target="../media/image260.png"/><Relationship Id="rId38" Type="http://schemas.openxmlformats.org/officeDocument/2006/relationships/image" Target="../media/image265.png"/><Relationship Id="rId20" Type="http://schemas.openxmlformats.org/officeDocument/2006/relationships/image" Target="../media/image247.png"/><Relationship Id="rId41" Type="http://schemas.openxmlformats.org/officeDocument/2006/relationships/image" Target="../media/image26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104" y="83283"/>
            <a:ext cx="5059363" cy="812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TextBox 17"/>
          <p:cNvSpPr txBox="1">
            <a:spLocks noChangeArrowheads="1"/>
          </p:cNvSpPr>
          <p:nvPr/>
        </p:nvSpPr>
        <p:spPr bwMode="auto">
          <a:xfrm>
            <a:off x="3718566" y="2375115"/>
            <a:ext cx="5364469" cy="707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6" tIns="45718" rIns="91436" bIns="45718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 algn="ctr" eaLnBrk="1" hangingPunct="1">
              <a:defRPr/>
            </a:pPr>
            <a:r>
              <a:rPr lang="zh-CN" altLang="en-US" sz="4000" b="1" spc="3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并行程序设计</a:t>
            </a:r>
            <a:endParaRPr lang="zh-CN" altLang="en-US" sz="4000" b="1" spc="3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文本框 13"/>
          <p:cNvSpPr txBox="1"/>
          <p:nvPr/>
        </p:nvSpPr>
        <p:spPr>
          <a:xfrm>
            <a:off x="1144216" y="1872258"/>
            <a:ext cx="10259219" cy="755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18"/>
          <p:cNvSpPr txBox="1">
            <a:spLocks noChangeArrowheads="1"/>
          </p:cNvSpPr>
          <p:nvPr/>
        </p:nvSpPr>
        <p:spPr bwMode="auto">
          <a:xfrm>
            <a:off x="4690735" y="3816474"/>
            <a:ext cx="3420127" cy="1751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6" tIns="45718" rIns="91436" bIns="45718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任课教师：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黄聃（Huang，Dan）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defRPr/>
            </a:pP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EECB7-84A1-6949-47D3-F14CE9EFF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图片 2">
            <a:extLst>
              <a:ext uri="{FF2B5EF4-FFF2-40B4-BE49-F238E27FC236}">
                <a16:creationId xmlns:a16="http://schemas.microsoft.com/office/drawing/2014/main" id="{23B23F17-0CBC-DD0C-3BC0-8241259B3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104" y="83283"/>
            <a:ext cx="5059363" cy="812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TextBox 17">
            <a:extLst>
              <a:ext uri="{FF2B5EF4-FFF2-40B4-BE49-F238E27FC236}">
                <a16:creationId xmlns:a16="http://schemas.microsoft.com/office/drawing/2014/main" id="{52AC7B11-AF5D-9585-DF1A-ABDB103B89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447" y="2448322"/>
            <a:ext cx="7452702" cy="707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6" tIns="45718" rIns="91436" bIns="45718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 algn="ctr" eaLnBrk="1" hangingPunct="1">
              <a:defRPr/>
            </a:pPr>
            <a:r>
              <a:rPr lang="en-US" altLang="zh-CN" sz="4000" b="1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CUDA SHARED MEMORY</a:t>
            </a:r>
            <a:endParaRPr lang="zh-CN" altLang="en-US" sz="4000" b="1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文本框 13">
            <a:extLst>
              <a:ext uri="{FF2B5EF4-FFF2-40B4-BE49-F238E27FC236}">
                <a16:creationId xmlns:a16="http://schemas.microsoft.com/office/drawing/2014/main" id="{2C962075-5FDB-D6AD-1551-58F21D0881B9}"/>
              </a:ext>
            </a:extLst>
          </p:cNvPr>
          <p:cNvSpPr txBox="1"/>
          <p:nvPr/>
        </p:nvSpPr>
        <p:spPr>
          <a:xfrm>
            <a:off x="1144216" y="1872258"/>
            <a:ext cx="10259219" cy="755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C2D93BDB-5B7D-7C7E-9584-78A10FC7DFA7}"/>
              </a:ext>
            </a:extLst>
          </p:cNvPr>
          <p:cNvSpPr txBox="1">
            <a:spLocks/>
          </p:cNvSpPr>
          <p:nvPr/>
        </p:nvSpPr>
        <p:spPr>
          <a:xfrm>
            <a:off x="5235389" y="3415521"/>
            <a:ext cx="2076872" cy="369857"/>
          </a:xfrm>
          <a:prstGeom prst="rect">
            <a:avLst/>
          </a:prstGeom>
        </p:spPr>
        <p:txBody>
          <a:bodyPr>
            <a:normAutofit fontScale="80000" lnSpcReduction="10000"/>
          </a:bodyPr>
          <a:lstStyle>
            <a:lvl1pPr marL="425450" indent="-425450" algn="l" defTabSz="113982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lang="zh-CN" altLang="en-US" sz="3200" b="1" kern="1200" baseline="0" dirty="0">
                <a:solidFill>
                  <a:srgbClr val="0070C0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925830" indent="-354330" algn="l" defTabSz="113982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lang="zh-CN" altLang="en-US" sz="3200" b="1" kern="1200" baseline="0" dirty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cs"/>
              </a:defRPr>
            </a:lvl2pPr>
            <a:lvl3pPr marL="1425575" indent="-282575" algn="l" defTabSz="113982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lang="zh-CN" altLang="en-US" sz="3200" b="1" kern="1200" baseline="0" dirty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cs"/>
              </a:defRPr>
            </a:lvl3pPr>
            <a:lvl4pPr marL="1995805" indent="-282575" algn="l" defTabSz="113982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lang="zh-CN" altLang="en-US" sz="3200" b="1" kern="1200" baseline="0" dirty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cs"/>
              </a:defRPr>
            </a:lvl4pPr>
            <a:lvl5pPr marL="2567305" indent="-282575" algn="l" defTabSz="113982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lang="zh-CN" altLang="en-US" sz="3200" b="1" kern="1200" baseline="0" dirty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cs"/>
              </a:defRPr>
            </a:lvl5pPr>
            <a:lvl6pPr marL="3140075" indent="-285750" algn="l" defTabSz="114173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710940" indent="-285750" algn="l" defTabSz="114173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81805" indent="-285750" algn="l" defTabSz="114173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52670" indent="-285750" algn="l" defTabSz="114173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 dirty="0">
                <a:solidFill>
                  <a:srgbClr val="76B90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alibri Light" panose="020F0302020204030204" pitchFamily="34" charset="0"/>
              </a:rPr>
              <a:t>NVIDIA</a:t>
            </a:r>
            <a:r>
              <a:rPr lang="en-US" altLang="zh-CN" sz="2000" spc="-15" dirty="0">
                <a:solidFill>
                  <a:srgbClr val="76B90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alibri Light" panose="020F0302020204030204" pitchFamily="34" charset="0"/>
              </a:rPr>
              <a:t> </a:t>
            </a:r>
            <a:r>
              <a:rPr lang="en-US" altLang="zh-CN" sz="2000" spc="-5" dirty="0">
                <a:solidFill>
                  <a:srgbClr val="76B90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Calibri Light" panose="020F0302020204030204" pitchFamily="34" charset="0"/>
              </a:rPr>
              <a:t>Corporation</a:t>
            </a:r>
            <a:endParaRPr lang="en-US" altLang="zh-CN" sz="1800" dirty="0">
              <a:solidFill>
                <a:schemeClr val="tx1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7481648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D9F68-4463-8AFB-276E-F7D8477AD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70382A7-851E-0DAE-731C-F60EECFB0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(1 OF 2)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BF6271F-4069-EC5B-B2AA-331B21357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128" y="1224187"/>
            <a:ext cx="12097344" cy="792088"/>
          </a:xfrm>
        </p:spPr>
        <p:txBody>
          <a:bodyPr/>
          <a:lstStyle/>
          <a:p>
            <a:r>
              <a:rPr lang="en-US" dirty="0"/>
              <a:t>Difference between host and device</a:t>
            </a:r>
          </a:p>
        </p:txBody>
      </p:sp>
      <p:sp>
        <p:nvSpPr>
          <p:cNvPr id="2" name="内容占位符 3">
            <a:extLst>
              <a:ext uri="{FF2B5EF4-FFF2-40B4-BE49-F238E27FC236}">
                <a16:creationId xmlns:a16="http://schemas.microsoft.com/office/drawing/2014/main" id="{549ACD02-153D-A23B-573A-0AD2000423BF}"/>
              </a:ext>
            </a:extLst>
          </p:cNvPr>
          <p:cNvSpPr txBox="1">
            <a:spLocks/>
          </p:cNvSpPr>
          <p:nvPr/>
        </p:nvSpPr>
        <p:spPr>
          <a:xfrm>
            <a:off x="352128" y="3384426"/>
            <a:ext cx="12097344" cy="3312368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/>
          <a:lstStyle>
            <a:lvl1pPr marL="425450" indent="-425450" algn="l" defTabSz="1139825" rtl="0" eaLnBrk="1" fontAlgn="base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 kumimoji="1" lang="zh-CN" altLang="en-US" sz="3200" b="1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548640" indent="-274320" algn="l" defTabSz="1139825" rtl="0" eaLnBrk="1" fontAlgn="base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lang="zh-CN" altLang="en-US" sz="2800" b="0" kern="1200" baseline="0" dirty="0">
                <a:solidFill>
                  <a:schemeClr val="accent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822960" indent="-282575" algn="l" defTabSz="1139825" rtl="0" eaLnBrk="1" fontAlgn="base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lang="zh-CN" altLang="en-US" sz="2400" b="0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 marL="1097280" indent="-282575" algn="l" defTabSz="1139825" rtl="0" eaLnBrk="1" fontAlgn="base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1" lang="zh-CN" altLang="en-US" sz="2400" b="0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 marL="2567305" indent="-282575" algn="l" defTabSz="1139825" rtl="0" eaLnBrk="1" fontAlgn="base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lang="zh-CN" altLang="en-US" sz="3200" b="1" kern="1200" baseline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cs"/>
              </a:defRPr>
            </a:lvl5pPr>
            <a:lvl6pPr marL="3140075" indent="-285750" algn="l" defTabSz="114173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710940" indent="-285750" algn="l" defTabSz="114173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81805" indent="-285750" algn="l" defTabSz="114173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52670" indent="-285750" algn="l" defTabSz="114173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Using </a:t>
            </a:r>
            <a:r>
              <a:rPr lang="en-US" dirty="0">
                <a:solidFill>
                  <a:srgbClr val="92D050"/>
                </a:solidFill>
              </a:rPr>
              <a:t>__</a:t>
            </a:r>
            <a:r>
              <a:rPr lang="en-US" altLang="zh-CN" dirty="0">
                <a:solidFill>
                  <a:srgbClr val="92D050"/>
                </a:solidFill>
              </a:rPr>
              <a:t>global__ </a:t>
            </a:r>
            <a:r>
              <a:rPr lang="en-US" altLang="zh-CN" dirty="0"/>
              <a:t>to declare a function as device code</a:t>
            </a:r>
          </a:p>
          <a:p>
            <a:pPr lvl="2"/>
            <a:r>
              <a:rPr lang="en-US" altLang="zh-CN" dirty="0"/>
              <a:t>Executes on the device</a:t>
            </a:r>
          </a:p>
          <a:p>
            <a:pPr lvl="2"/>
            <a:r>
              <a:rPr lang="en-US" altLang="zh-CN" dirty="0"/>
              <a:t>Called from the host (or possibly from other device code)</a:t>
            </a:r>
          </a:p>
          <a:p>
            <a:r>
              <a:rPr lang="en-US" altLang="zh-CN" dirty="0"/>
              <a:t>Passing parameters from host code to a device function</a:t>
            </a:r>
          </a:p>
          <a:p>
            <a:endParaRPr 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91EC60E-377C-AA00-6CB4-3F7777ECF705}"/>
              </a:ext>
            </a:extLst>
          </p:cNvPr>
          <p:cNvSpPr txBox="1"/>
          <p:nvPr/>
        </p:nvSpPr>
        <p:spPr>
          <a:xfrm>
            <a:off x="352128" y="2016275"/>
            <a:ext cx="6400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82295">
              <a:lnSpc>
                <a:spcPct val="100000"/>
              </a:lnSpc>
              <a:spcBef>
                <a:spcPts val="1565"/>
              </a:spcBef>
              <a:tabLst>
                <a:tab pos="1610360" algn="l"/>
              </a:tabLst>
            </a:pPr>
            <a:r>
              <a:rPr lang="en-US" altLang="zh-CN" sz="2400" b="1" i="1" spc="-5" dirty="0">
                <a:solidFill>
                  <a:srgbClr val="FFC000"/>
                </a:solidFill>
                <a:cs typeface="Calibri" panose="020F0502020204030204" pitchFamily="34" charset="0"/>
              </a:rPr>
              <a:t>Host	</a:t>
            </a:r>
            <a:r>
              <a:rPr lang="en-US" altLang="zh-CN" sz="2400" spc="-5" dirty="0">
                <a:solidFill>
                  <a:srgbClr val="5E5E5E"/>
                </a:solidFill>
                <a:cs typeface="Calibri" panose="020F0502020204030204" pitchFamily="34" charset="0"/>
              </a:rPr>
              <a:t>CPU</a:t>
            </a:r>
            <a:endParaRPr lang="en-US" altLang="zh-CN" sz="2400" dirty="0"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lang="en-US" altLang="zh-CN" sz="2400" dirty="0">
              <a:cs typeface="Calibri" panose="020F0502020204030204" pitchFamily="34" charset="0"/>
            </a:endParaRPr>
          </a:p>
          <a:p>
            <a:pPr marL="582295">
              <a:lnSpc>
                <a:spcPct val="100000"/>
              </a:lnSpc>
              <a:spcBef>
                <a:spcPts val="5"/>
              </a:spcBef>
              <a:tabLst>
                <a:tab pos="1610360" algn="l"/>
              </a:tabLst>
            </a:pPr>
            <a:r>
              <a:rPr lang="en-US" altLang="zh-CN" sz="2400" b="1" i="1" dirty="0">
                <a:solidFill>
                  <a:srgbClr val="FFC000"/>
                </a:solidFill>
                <a:cs typeface="Calibri" panose="020F0502020204030204" pitchFamily="34" charset="0"/>
              </a:rPr>
              <a:t>Device	</a:t>
            </a:r>
            <a:r>
              <a:rPr lang="en-US" altLang="zh-CN" sz="2400" spc="-5" dirty="0">
                <a:solidFill>
                  <a:srgbClr val="5E5E5E"/>
                </a:solidFill>
                <a:cs typeface="Calibri" panose="020F0502020204030204" pitchFamily="34" charset="0"/>
              </a:rPr>
              <a:t>GPU</a:t>
            </a:r>
            <a:endParaRPr lang="en-US" altLang="zh-CN" sz="2400" dirty="0">
              <a:cs typeface="Calibri" panose="020F0502020204030204" pitchFamily="34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397D539-1DD1-F802-5DFF-9B4073B44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3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8960241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B3071-0575-8DE5-2CC0-7116ED39C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E6F6788-2785-4429-D8BE-5BFD90986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(2 OF 2)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551770-04FF-9D51-5711-3BF52A3AA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 device memory management</a:t>
            </a:r>
          </a:p>
          <a:p>
            <a:pPr lvl="1"/>
            <a:r>
              <a:rPr lang="en-US" b="1" dirty="0" err="1">
                <a:latin typeface="Comic Sans MS" panose="030F0702030302020204" pitchFamily="66" charset="0"/>
                <a:cs typeface="Courier New" panose="02070309020205020404" pitchFamily="49" charset="0"/>
              </a:rPr>
              <a:t>cudaMalloc</a:t>
            </a:r>
            <a:r>
              <a:rPr lang="en-US" b="1" dirty="0">
                <a:latin typeface="Comic Sans MS" panose="030F0702030302020204" pitchFamily="66" charset="0"/>
                <a:cs typeface="Courier New" panose="02070309020205020404" pitchFamily="49" charset="0"/>
              </a:rPr>
              <a:t>() </a:t>
            </a:r>
          </a:p>
          <a:p>
            <a:pPr lvl="1"/>
            <a:r>
              <a:rPr lang="en-US" b="1" dirty="0" err="1">
                <a:latin typeface="Comic Sans MS" panose="030F0702030302020204" pitchFamily="66" charset="0"/>
                <a:cs typeface="Courier New" panose="02070309020205020404" pitchFamily="49" charset="0"/>
              </a:rPr>
              <a:t>cudaMemcpy</a:t>
            </a:r>
            <a:r>
              <a:rPr lang="en-US" b="1" dirty="0">
                <a:latin typeface="Comic Sans MS" panose="030F0702030302020204" pitchFamily="66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US" b="1" dirty="0" err="1">
                <a:latin typeface="Comic Sans MS" panose="030F0702030302020204" pitchFamily="66" charset="0"/>
                <a:cs typeface="Courier New" panose="02070309020205020404" pitchFamily="49" charset="0"/>
              </a:rPr>
              <a:t>cudaFree</a:t>
            </a:r>
            <a:r>
              <a:rPr lang="en-US" b="1" dirty="0">
                <a:latin typeface="Comic Sans MS" panose="030F0702030302020204" pitchFamily="66" charset="0"/>
                <a:cs typeface="Courier New" panose="02070309020205020404" pitchFamily="49" charset="0"/>
              </a:rPr>
              <a:t>()</a:t>
            </a:r>
          </a:p>
          <a:p>
            <a:pPr marL="274320" lvl="1" indent="0">
              <a:buNone/>
            </a:pP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mic Sans MS" panose="030F0702030302020204" pitchFamily="66" charset="0"/>
                <a:cs typeface="Courier New" panose="02070309020205020404" pitchFamily="49" charset="0"/>
              </a:rPr>
              <a:t>Launching parallel kernels</a:t>
            </a:r>
          </a:p>
          <a:p>
            <a:pPr lvl="1"/>
            <a:r>
              <a:rPr lang="en-US" b="1" dirty="0">
                <a:latin typeface="Comic Sans MS" panose="030F0702030302020204" pitchFamily="66" charset="0"/>
                <a:cs typeface="Courier New" panose="02070309020205020404" pitchFamily="49" charset="0"/>
              </a:rPr>
              <a:t>Launch N copies of add() with add</a:t>
            </a:r>
            <a:r>
              <a:rPr lang="en-US" b="1" dirty="0">
                <a:solidFill>
                  <a:srgbClr val="FFC000"/>
                </a:solidFill>
                <a:latin typeface="Comic Sans MS" panose="030F0702030302020204" pitchFamily="66" charset="0"/>
                <a:cs typeface="Courier New" panose="02070309020205020404" pitchFamily="49" charset="0"/>
              </a:rPr>
              <a:t>&lt;&lt;&lt;</a:t>
            </a:r>
            <a:r>
              <a:rPr lang="en-US" b="1" dirty="0">
                <a:latin typeface="Comic Sans MS" panose="030F0702030302020204" pitchFamily="66" charset="0"/>
                <a:cs typeface="Courier New" panose="02070309020205020404" pitchFamily="49" charset="0"/>
              </a:rPr>
              <a:t>N,1</a:t>
            </a:r>
            <a:r>
              <a:rPr lang="en-US" b="1" dirty="0">
                <a:solidFill>
                  <a:srgbClr val="FFC000"/>
                </a:solidFill>
                <a:latin typeface="Comic Sans MS" panose="030F0702030302020204" pitchFamily="66" charset="0"/>
                <a:cs typeface="Courier New" panose="02070309020205020404" pitchFamily="49" charset="0"/>
              </a:rPr>
              <a:t>&gt;&gt;&gt;</a:t>
            </a:r>
            <a:r>
              <a:rPr lang="en-US" b="1" dirty="0">
                <a:latin typeface="Comic Sans MS" panose="030F0702030302020204" pitchFamily="66" charset="0"/>
                <a:cs typeface="Courier New" panose="02070309020205020404" pitchFamily="49" charset="0"/>
              </a:rPr>
              <a:t>(…);</a:t>
            </a:r>
          </a:p>
          <a:p>
            <a:pPr lvl="1"/>
            <a:r>
              <a:rPr lang="en-US" b="1" dirty="0">
                <a:latin typeface="Comic Sans MS" panose="030F0702030302020204" pitchFamily="66" charset="0"/>
                <a:cs typeface="Courier New" panose="02070309020205020404" pitchFamily="49" charset="0"/>
              </a:rPr>
              <a:t>Use </a:t>
            </a:r>
            <a:r>
              <a:rPr lang="en-US" b="1" dirty="0" err="1">
                <a:solidFill>
                  <a:srgbClr val="FFC000"/>
                </a:solidFill>
                <a:latin typeface="Comic Sans MS" panose="030F0702030302020204" pitchFamily="66" charset="0"/>
                <a:cs typeface="Courier New" panose="02070309020205020404" pitchFamily="49" charset="0"/>
              </a:rPr>
              <a:t>blockIdx.x</a:t>
            </a:r>
            <a:r>
              <a:rPr lang="en-US" b="1" dirty="0">
                <a:latin typeface="Comic Sans MS" panose="030F0702030302020204" pitchFamily="66" charset="0"/>
                <a:cs typeface="Courier New" panose="02070309020205020404" pitchFamily="49" charset="0"/>
              </a:rPr>
              <a:t> to access block index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6B980E9-5573-A708-2636-B9AE02499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1712613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82922-F8E4-6811-A397-0C053193C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A9BE933-D8E5-0D97-AEA9-F7EFFA667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Shared Memory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312B12D-88D2-04D0-DAEA-4CD897AA50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Shared memory is equivalent to a user-managed cache: The application explicitly allocates and accesses it.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Launching parallel kernels</a:t>
            </a:r>
          </a:p>
          <a:p>
            <a:pPr lvl="1"/>
            <a:r>
              <a:rPr lang="en-US" dirty="0"/>
              <a:t>Launch N copies of add() with add</a:t>
            </a:r>
            <a:r>
              <a:rPr lang="en-US" dirty="0">
                <a:solidFill>
                  <a:srgbClr val="FFC000"/>
                </a:solidFill>
              </a:rPr>
              <a:t>&lt;&lt;&lt;</a:t>
            </a:r>
            <a:r>
              <a:rPr lang="en-US" dirty="0"/>
              <a:t>N,1</a:t>
            </a:r>
            <a:r>
              <a:rPr lang="en-US" dirty="0">
                <a:solidFill>
                  <a:srgbClr val="FFC000"/>
                </a:solidFill>
              </a:rPr>
              <a:t>&gt;&gt;&gt;</a:t>
            </a:r>
            <a:r>
              <a:rPr lang="en-US" dirty="0"/>
              <a:t>(…);</a:t>
            </a:r>
          </a:p>
          <a:p>
            <a:pPr lvl="1"/>
            <a:r>
              <a:rPr lang="en-US" dirty="0"/>
              <a:t>Use </a:t>
            </a:r>
            <a:r>
              <a:rPr lang="en-US" dirty="0" err="1">
                <a:solidFill>
                  <a:srgbClr val="FFC000"/>
                </a:solidFill>
              </a:rPr>
              <a:t>blockIdx.x</a:t>
            </a:r>
            <a:r>
              <a:rPr lang="en-US" dirty="0"/>
              <a:t> to access block index</a:t>
            </a:r>
          </a:p>
          <a:p>
            <a:endParaRPr 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BFBD251-BE30-9FE6-6AA9-466206803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5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1289919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C8497-4BBC-B5DC-1C14-AA7640E7D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C20422F-F698-483A-C52D-D49099AE6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1D STENCIL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464608-B718-4328-7332-E348D23C2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128" y="1224187"/>
            <a:ext cx="12097344" cy="3384375"/>
          </a:xfrm>
        </p:spPr>
        <p:txBody>
          <a:bodyPr/>
          <a:lstStyle/>
          <a:p>
            <a:r>
              <a:rPr lang="en-US" dirty="0"/>
              <a:t>Consider applying a 1D stencil to a 1D array of elements</a:t>
            </a:r>
          </a:p>
          <a:p>
            <a:pPr lvl="1"/>
            <a:r>
              <a:rPr lang="en-US" dirty="0"/>
              <a:t>Each output element is the sum of input elements within a radius</a:t>
            </a:r>
          </a:p>
          <a:p>
            <a:pPr lvl="1"/>
            <a:endParaRPr lang="en-US" dirty="0"/>
          </a:p>
          <a:p>
            <a:r>
              <a:rPr lang="en-US" altLang="zh-CN" sz="32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 </a:t>
            </a:r>
            <a:r>
              <a:rPr lang="en-US" altLang="zh-CN" sz="3200" spc="-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radius </a:t>
            </a:r>
            <a:r>
              <a:rPr lang="en-US" altLang="zh-CN" sz="32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 </a:t>
            </a:r>
            <a:r>
              <a:rPr lang="en-US" altLang="zh-CN" sz="3200" spc="-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3, </a:t>
            </a:r>
            <a:r>
              <a:rPr lang="en-US" altLang="zh-CN" sz="32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then </a:t>
            </a:r>
            <a:r>
              <a:rPr lang="en-US" altLang="zh-CN" sz="3200" spc="-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each output element </a:t>
            </a:r>
            <a:r>
              <a:rPr lang="en-US" altLang="zh-CN" sz="32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 the sum of 7 input</a:t>
            </a:r>
            <a:r>
              <a:rPr lang="en-US" altLang="zh-CN" sz="3200" spc="11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3200" spc="-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elements:</a:t>
            </a:r>
            <a:endParaRPr lang="en-US" altLang="zh-CN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2" name="object 8">
            <a:extLst>
              <a:ext uri="{FF2B5EF4-FFF2-40B4-BE49-F238E27FC236}">
                <a16:creationId xmlns:a16="http://schemas.microsoft.com/office/drawing/2014/main" id="{2C4FA49C-B397-1929-1B9D-F50F27D4BD73}"/>
              </a:ext>
            </a:extLst>
          </p:cNvPr>
          <p:cNvSpPr/>
          <p:nvPr/>
        </p:nvSpPr>
        <p:spPr>
          <a:xfrm>
            <a:off x="5158450" y="4641444"/>
            <a:ext cx="423672" cy="4053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9">
            <a:extLst>
              <a:ext uri="{FF2B5EF4-FFF2-40B4-BE49-F238E27FC236}">
                <a16:creationId xmlns:a16="http://schemas.microsoft.com/office/drawing/2014/main" id="{A9FD6E83-3415-99B3-D02D-EC568D8D162F}"/>
              </a:ext>
            </a:extLst>
          </p:cNvPr>
          <p:cNvSpPr/>
          <p:nvPr/>
        </p:nvSpPr>
        <p:spPr>
          <a:xfrm>
            <a:off x="5204830" y="4663753"/>
            <a:ext cx="330998" cy="31503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0">
            <a:extLst>
              <a:ext uri="{FF2B5EF4-FFF2-40B4-BE49-F238E27FC236}">
                <a16:creationId xmlns:a16="http://schemas.microsoft.com/office/drawing/2014/main" id="{DCADF955-454C-28A5-A402-809B871C1233}"/>
              </a:ext>
            </a:extLst>
          </p:cNvPr>
          <p:cNvSpPr/>
          <p:nvPr/>
        </p:nvSpPr>
        <p:spPr>
          <a:xfrm>
            <a:off x="5204830" y="4663753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11">
            <a:extLst>
              <a:ext uri="{FF2B5EF4-FFF2-40B4-BE49-F238E27FC236}">
                <a16:creationId xmlns:a16="http://schemas.microsoft.com/office/drawing/2014/main" id="{199ECD74-E4FE-5971-572C-DBBDF8321623}"/>
              </a:ext>
            </a:extLst>
          </p:cNvPr>
          <p:cNvSpPr/>
          <p:nvPr/>
        </p:nvSpPr>
        <p:spPr>
          <a:xfrm>
            <a:off x="5204830" y="4663753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2">
            <a:extLst>
              <a:ext uri="{FF2B5EF4-FFF2-40B4-BE49-F238E27FC236}">
                <a16:creationId xmlns:a16="http://schemas.microsoft.com/office/drawing/2014/main" id="{7376917C-D3FD-EA0B-9495-A4C71D3E1BE5}"/>
              </a:ext>
            </a:extLst>
          </p:cNvPr>
          <p:cNvSpPr/>
          <p:nvPr/>
        </p:nvSpPr>
        <p:spPr>
          <a:xfrm>
            <a:off x="5457070" y="4742513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3">
            <a:extLst>
              <a:ext uri="{FF2B5EF4-FFF2-40B4-BE49-F238E27FC236}">
                <a16:creationId xmlns:a16="http://schemas.microsoft.com/office/drawing/2014/main" id="{18718EB2-B83F-5EE9-2673-324028861B65}"/>
              </a:ext>
            </a:extLst>
          </p:cNvPr>
          <p:cNvSpPr/>
          <p:nvPr/>
        </p:nvSpPr>
        <p:spPr>
          <a:xfrm>
            <a:off x="5490682" y="4641444"/>
            <a:ext cx="423672" cy="4053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4">
            <a:extLst>
              <a:ext uri="{FF2B5EF4-FFF2-40B4-BE49-F238E27FC236}">
                <a16:creationId xmlns:a16="http://schemas.microsoft.com/office/drawing/2014/main" id="{6C8E8023-D332-B213-D34F-99E595A8C1FD}"/>
              </a:ext>
            </a:extLst>
          </p:cNvPr>
          <p:cNvSpPr/>
          <p:nvPr/>
        </p:nvSpPr>
        <p:spPr>
          <a:xfrm>
            <a:off x="5536173" y="4663752"/>
            <a:ext cx="330998" cy="31503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5">
            <a:extLst>
              <a:ext uri="{FF2B5EF4-FFF2-40B4-BE49-F238E27FC236}">
                <a16:creationId xmlns:a16="http://schemas.microsoft.com/office/drawing/2014/main" id="{14CB0CC0-A1CF-9AA6-ACC3-3AFCB90A51AD}"/>
              </a:ext>
            </a:extLst>
          </p:cNvPr>
          <p:cNvSpPr/>
          <p:nvPr/>
        </p:nvSpPr>
        <p:spPr>
          <a:xfrm>
            <a:off x="5536173" y="4663752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6">
            <a:extLst>
              <a:ext uri="{FF2B5EF4-FFF2-40B4-BE49-F238E27FC236}">
                <a16:creationId xmlns:a16="http://schemas.microsoft.com/office/drawing/2014/main" id="{9B4B7542-C392-F28C-CEC1-D4870229539C}"/>
              </a:ext>
            </a:extLst>
          </p:cNvPr>
          <p:cNvSpPr/>
          <p:nvPr/>
        </p:nvSpPr>
        <p:spPr>
          <a:xfrm>
            <a:off x="5536173" y="4663752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7">
            <a:extLst>
              <a:ext uri="{FF2B5EF4-FFF2-40B4-BE49-F238E27FC236}">
                <a16:creationId xmlns:a16="http://schemas.microsoft.com/office/drawing/2014/main" id="{9DCEBB5F-DDD4-2510-DCDF-CE9ED355AD8F}"/>
              </a:ext>
            </a:extLst>
          </p:cNvPr>
          <p:cNvSpPr/>
          <p:nvPr/>
        </p:nvSpPr>
        <p:spPr>
          <a:xfrm>
            <a:off x="5788413" y="4742511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8">
            <a:extLst>
              <a:ext uri="{FF2B5EF4-FFF2-40B4-BE49-F238E27FC236}">
                <a16:creationId xmlns:a16="http://schemas.microsoft.com/office/drawing/2014/main" id="{F91F6C54-2316-0607-4FF8-742C52416094}"/>
              </a:ext>
            </a:extLst>
          </p:cNvPr>
          <p:cNvSpPr/>
          <p:nvPr/>
        </p:nvSpPr>
        <p:spPr>
          <a:xfrm>
            <a:off x="5819865" y="4641444"/>
            <a:ext cx="423672" cy="40538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9">
            <a:extLst>
              <a:ext uri="{FF2B5EF4-FFF2-40B4-BE49-F238E27FC236}">
                <a16:creationId xmlns:a16="http://schemas.microsoft.com/office/drawing/2014/main" id="{F51A6F07-2301-9F21-A86E-4B9FFCD01514}"/>
              </a:ext>
            </a:extLst>
          </p:cNvPr>
          <p:cNvSpPr/>
          <p:nvPr/>
        </p:nvSpPr>
        <p:spPr>
          <a:xfrm>
            <a:off x="5867516" y="4663753"/>
            <a:ext cx="330998" cy="31503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20">
            <a:extLst>
              <a:ext uri="{FF2B5EF4-FFF2-40B4-BE49-F238E27FC236}">
                <a16:creationId xmlns:a16="http://schemas.microsoft.com/office/drawing/2014/main" id="{1915C7F1-E8D5-89A4-11F0-56CA8E4C345A}"/>
              </a:ext>
            </a:extLst>
          </p:cNvPr>
          <p:cNvSpPr/>
          <p:nvPr/>
        </p:nvSpPr>
        <p:spPr>
          <a:xfrm>
            <a:off x="5867516" y="4663753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21">
            <a:extLst>
              <a:ext uri="{FF2B5EF4-FFF2-40B4-BE49-F238E27FC236}">
                <a16:creationId xmlns:a16="http://schemas.microsoft.com/office/drawing/2014/main" id="{00C2AAC7-3500-AE41-3B18-A8AD19E99124}"/>
              </a:ext>
            </a:extLst>
          </p:cNvPr>
          <p:cNvSpPr/>
          <p:nvPr/>
        </p:nvSpPr>
        <p:spPr>
          <a:xfrm>
            <a:off x="5867516" y="4663753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22">
            <a:extLst>
              <a:ext uri="{FF2B5EF4-FFF2-40B4-BE49-F238E27FC236}">
                <a16:creationId xmlns:a16="http://schemas.microsoft.com/office/drawing/2014/main" id="{71F6CABF-C937-9871-7726-87A6D5B01883}"/>
              </a:ext>
            </a:extLst>
          </p:cNvPr>
          <p:cNvSpPr/>
          <p:nvPr/>
        </p:nvSpPr>
        <p:spPr>
          <a:xfrm>
            <a:off x="6119756" y="4742513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23">
            <a:extLst>
              <a:ext uri="{FF2B5EF4-FFF2-40B4-BE49-F238E27FC236}">
                <a16:creationId xmlns:a16="http://schemas.microsoft.com/office/drawing/2014/main" id="{1DD6FB6F-1C0E-0781-7E21-B5D3E5A7D0DD}"/>
              </a:ext>
            </a:extLst>
          </p:cNvPr>
          <p:cNvSpPr/>
          <p:nvPr/>
        </p:nvSpPr>
        <p:spPr>
          <a:xfrm>
            <a:off x="6152097" y="4641444"/>
            <a:ext cx="423672" cy="40538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4">
            <a:extLst>
              <a:ext uri="{FF2B5EF4-FFF2-40B4-BE49-F238E27FC236}">
                <a16:creationId xmlns:a16="http://schemas.microsoft.com/office/drawing/2014/main" id="{7D98E3C6-C845-AD51-F1E9-2F4E4A5897FD}"/>
              </a:ext>
            </a:extLst>
          </p:cNvPr>
          <p:cNvSpPr/>
          <p:nvPr/>
        </p:nvSpPr>
        <p:spPr>
          <a:xfrm>
            <a:off x="6198859" y="4663751"/>
            <a:ext cx="330998" cy="31503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5">
            <a:extLst>
              <a:ext uri="{FF2B5EF4-FFF2-40B4-BE49-F238E27FC236}">
                <a16:creationId xmlns:a16="http://schemas.microsoft.com/office/drawing/2014/main" id="{6BE443D2-8AF6-90A9-B337-5F260024947A}"/>
              </a:ext>
            </a:extLst>
          </p:cNvPr>
          <p:cNvSpPr/>
          <p:nvPr/>
        </p:nvSpPr>
        <p:spPr>
          <a:xfrm>
            <a:off x="6198859" y="4663751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  <a:ln w="9525">
            <a:solidFill>
              <a:srgbClr val="E687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6">
            <a:extLst>
              <a:ext uri="{FF2B5EF4-FFF2-40B4-BE49-F238E27FC236}">
                <a16:creationId xmlns:a16="http://schemas.microsoft.com/office/drawing/2014/main" id="{590300A3-11EC-1174-1CBA-04F976F712E3}"/>
              </a:ext>
            </a:extLst>
          </p:cNvPr>
          <p:cNvSpPr/>
          <p:nvPr/>
        </p:nvSpPr>
        <p:spPr>
          <a:xfrm>
            <a:off x="6198859" y="4663751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  <a:ln w="9525">
            <a:solidFill>
              <a:srgbClr val="E687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7">
            <a:extLst>
              <a:ext uri="{FF2B5EF4-FFF2-40B4-BE49-F238E27FC236}">
                <a16:creationId xmlns:a16="http://schemas.microsoft.com/office/drawing/2014/main" id="{938455D0-C33B-6F2F-7DB9-5119F20D5659}"/>
              </a:ext>
            </a:extLst>
          </p:cNvPr>
          <p:cNvSpPr/>
          <p:nvPr/>
        </p:nvSpPr>
        <p:spPr>
          <a:xfrm>
            <a:off x="6451099" y="4742510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  <a:ln w="9525">
            <a:solidFill>
              <a:srgbClr val="E687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8">
            <a:extLst>
              <a:ext uri="{FF2B5EF4-FFF2-40B4-BE49-F238E27FC236}">
                <a16:creationId xmlns:a16="http://schemas.microsoft.com/office/drawing/2014/main" id="{26FF9608-6669-2FB9-4CCA-65A6F2B2C757}"/>
              </a:ext>
            </a:extLst>
          </p:cNvPr>
          <p:cNvSpPr/>
          <p:nvPr/>
        </p:nvSpPr>
        <p:spPr>
          <a:xfrm>
            <a:off x="6484329" y="4641444"/>
            <a:ext cx="423672" cy="40538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9">
            <a:extLst>
              <a:ext uri="{FF2B5EF4-FFF2-40B4-BE49-F238E27FC236}">
                <a16:creationId xmlns:a16="http://schemas.microsoft.com/office/drawing/2014/main" id="{3D6AF30D-B410-E916-A29D-D3536BDC4894}"/>
              </a:ext>
            </a:extLst>
          </p:cNvPr>
          <p:cNvSpPr/>
          <p:nvPr/>
        </p:nvSpPr>
        <p:spPr>
          <a:xfrm>
            <a:off x="6530202" y="4663752"/>
            <a:ext cx="330998" cy="31503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30">
            <a:extLst>
              <a:ext uri="{FF2B5EF4-FFF2-40B4-BE49-F238E27FC236}">
                <a16:creationId xmlns:a16="http://schemas.microsoft.com/office/drawing/2014/main" id="{F6E78749-AD20-71F3-C37C-A80F6F4646ED}"/>
              </a:ext>
            </a:extLst>
          </p:cNvPr>
          <p:cNvSpPr/>
          <p:nvPr/>
        </p:nvSpPr>
        <p:spPr>
          <a:xfrm>
            <a:off x="6530202" y="4663752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31">
            <a:extLst>
              <a:ext uri="{FF2B5EF4-FFF2-40B4-BE49-F238E27FC236}">
                <a16:creationId xmlns:a16="http://schemas.microsoft.com/office/drawing/2014/main" id="{6C5D2175-18B2-C843-8913-89E2CEB6D428}"/>
              </a:ext>
            </a:extLst>
          </p:cNvPr>
          <p:cNvSpPr/>
          <p:nvPr/>
        </p:nvSpPr>
        <p:spPr>
          <a:xfrm>
            <a:off x="6530202" y="4663752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32">
            <a:extLst>
              <a:ext uri="{FF2B5EF4-FFF2-40B4-BE49-F238E27FC236}">
                <a16:creationId xmlns:a16="http://schemas.microsoft.com/office/drawing/2014/main" id="{93886E1E-C019-D295-AEF7-2864699D022E}"/>
              </a:ext>
            </a:extLst>
          </p:cNvPr>
          <p:cNvSpPr/>
          <p:nvPr/>
        </p:nvSpPr>
        <p:spPr>
          <a:xfrm>
            <a:off x="6782442" y="4742511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33">
            <a:extLst>
              <a:ext uri="{FF2B5EF4-FFF2-40B4-BE49-F238E27FC236}">
                <a16:creationId xmlns:a16="http://schemas.microsoft.com/office/drawing/2014/main" id="{DCD2E9F3-F95A-E90E-6CD4-2AB011C446DD}"/>
              </a:ext>
            </a:extLst>
          </p:cNvPr>
          <p:cNvSpPr/>
          <p:nvPr/>
        </p:nvSpPr>
        <p:spPr>
          <a:xfrm>
            <a:off x="6816562" y="4641444"/>
            <a:ext cx="423672" cy="40538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4">
            <a:extLst>
              <a:ext uri="{FF2B5EF4-FFF2-40B4-BE49-F238E27FC236}">
                <a16:creationId xmlns:a16="http://schemas.microsoft.com/office/drawing/2014/main" id="{FF59DAB2-B2BD-63DB-1309-BDD3DE043E65}"/>
              </a:ext>
            </a:extLst>
          </p:cNvPr>
          <p:cNvSpPr/>
          <p:nvPr/>
        </p:nvSpPr>
        <p:spPr>
          <a:xfrm>
            <a:off x="6861545" y="4663751"/>
            <a:ext cx="330998" cy="31503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5">
            <a:extLst>
              <a:ext uri="{FF2B5EF4-FFF2-40B4-BE49-F238E27FC236}">
                <a16:creationId xmlns:a16="http://schemas.microsoft.com/office/drawing/2014/main" id="{6490F338-518B-21E0-E86C-D217021B5BED}"/>
              </a:ext>
            </a:extLst>
          </p:cNvPr>
          <p:cNvSpPr/>
          <p:nvPr/>
        </p:nvSpPr>
        <p:spPr>
          <a:xfrm>
            <a:off x="6861545" y="4663751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6">
            <a:extLst>
              <a:ext uri="{FF2B5EF4-FFF2-40B4-BE49-F238E27FC236}">
                <a16:creationId xmlns:a16="http://schemas.microsoft.com/office/drawing/2014/main" id="{944A8F90-D957-1ADE-9817-46E96019CC0A}"/>
              </a:ext>
            </a:extLst>
          </p:cNvPr>
          <p:cNvSpPr/>
          <p:nvPr/>
        </p:nvSpPr>
        <p:spPr>
          <a:xfrm>
            <a:off x="6861545" y="4663751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7">
            <a:extLst>
              <a:ext uri="{FF2B5EF4-FFF2-40B4-BE49-F238E27FC236}">
                <a16:creationId xmlns:a16="http://schemas.microsoft.com/office/drawing/2014/main" id="{61355568-55CC-74B3-D2C3-30BBA33CBA8E}"/>
              </a:ext>
            </a:extLst>
          </p:cNvPr>
          <p:cNvSpPr/>
          <p:nvPr/>
        </p:nvSpPr>
        <p:spPr>
          <a:xfrm>
            <a:off x="7113785" y="4742510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8">
            <a:extLst>
              <a:ext uri="{FF2B5EF4-FFF2-40B4-BE49-F238E27FC236}">
                <a16:creationId xmlns:a16="http://schemas.microsoft.com/office/drawing/2014/main" id="{36BE4B0E-1293-197D-D412-5FC1667EB894}"/>
              </a:ext>
            </a:extLst>
          </p:cNvPr>
          <p:cNvSpPr/>
          <p:nvPr/>
        </p:nvSpPr>
        <p:spPr>
          <a:xfrm>
            <a:off x="7145746" y="4641444"/>
            <a:ext cx="423672" cy="40538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9">
            <a:extLst>
              <a:ext uri="{FF2B5EF4-FFF2-40B4-BE49-F238E27FC236}">
                <a16:creationId xmlns:a16="http://schemas.microsoft.com/office/drawing/2014/main" id="{8E08217F-22A5-538A-F53C-964CA1A6BC87}"/>
              </a:ext>
            </a:extLst>
          </p:cNvPr>
          <p:cNvSpPr/>
          <p:nvPr/>
        </p:nvSpPr>
        <p:spPr>
          <a:xfrm>
            <a:off x="7192888" y="4663752"/>
            <a:ext cx="330998" cy="31503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40">
            <a:extLst>
              <a:ext uri="{FF2B5EF4-FFF2-40B4-BE49-F238E27FC236}">
                <a16:creationId xmlns:a16="http://schemas.microsoft.com/office/drawing/2014/main" id="{133ECAB7-48FA-A57E-9AF9-CA0F9DE75B5F}"/>
              </a:ext>
            </a:extLst>
          </p:cNvPr>
          <p:cNvSpPr/>
          <p:nvPr/>
        </p:nvSpPr>
        <p:spPr>
          <a:xfrm>
            <a:off x="7192888" y="4663752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41">
            <a:extLst>
              <a:ext uri="{FF2B5EF4-FFF2-40B4-BE49-F238E27FC236}">
                <a16:creationId xmlns:a16="http://schemas.microsoft.com/office/drawing/2014/main" id="{A6C14EF7-DBB9-981C-41F3-523F30C4796D}"/>
              </a:ext>
            </a:extLst>
          </p:cNvPr>
          <p:cNvSpPr/>
          <p:nvPr/>
        </p:nvSpPr>
        <p:spPr>
          <a:xfrm>
            <a:off x="7192888" y="4663752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42">
            <a:extLst>
              <a:ext uri="{FF2B5EF4-FFF2-40B4-BE49-F238E27FC236}">
                <a16:creationId xmlns:a16="http://schemas.microsoft.com/office/drawing/2014/main" id="{2C1006B5-A031-6480-FB93-C5D588D1AC96}"/>
              </a:ext>
            </a:extLst>
          </p:cNvPr>
          <p:cNvSpPr/>
          <p:nvPr/>
        </p:nvSpPr>
        <p:spPr>
          <a:xfrm>
            <a:off x="7445129" y="4742511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43">
            <a:extLst>
              <a:ext uri="{FF2B5EF4-FFF2-40B4-BE49-F238E27FC236}">
                <a16:creationId xmlns:a16="http://schemas.microsoft.com/office/drawing/2014/main" id="{C88159BB-E2CF-4081-F04D-2F69A040C5AB}"/>
              </a:ext>
            </a:extLst>
          </p:cNvPr>
          <p:cNvSpPr/>
          <p:nvPr/>
        </p:nvSpPr>
        <p:spPr>
          <a:xfrm>
            <a:off x="5204831" y="5028594"/>
            <a:ext cx="979805" cy="202565"/>
          </a:xfrm>
          <a:custGeom>
            <a:avLst/>
            <a:gdLst/>
            <a:ahLst/>
            <a:cxnLst/>
            <a:rect l="l" t="t" r="r" b="b"/>
            <a:pathLst>
              <a:path w="979804" h="202564">
                <a:moveTo>
                  <a:pt x="979508" y="0"/>
                </a:moveTo>
                <a:lnTo>
                  <a:pt x="973191" y="39415"/>
                </a:lnTo>
                <a:lnTo>
                  <a:pt x="955966" y="71602"/>
                </a:lnTo>
                <a:lnTo>
                  <a:pt x="930418" y="93303"/>
                </a:lnTo>
                <a:lnTo>
                  <a:pt x="899133" y="101261"/>
                </a:lnTo>
                <a:lnTo>
                  <a:pt x="570128" y="101261"/>
                </a:lnTo>
                <a:lnTo>
                  <a:pt x="538843" y="109218"/>
                </a:lnTo>
                <a:lnTo>
                  <a:pt x="513295" y="130919"/>
                </a:lnTo>
                <a:lnTo>
                  <a:pt x="496070" y="163106"/>
                </a:lnTo>
                <a:lnTo>
                  <a:pt x="489754" y="202522"/>
                </a:lnTo>
                <a:lnTo>
                  <a:pt x="483437" y="163106"/>
                </a:lnTo>
                <a:lnTo>
                  <a:pt x="466212" y="130919"/>
                </a:lnTo>
                <a:lnTo>
                  <a:pt x="440664" y="109218"/>
                </a:lnTo>
                <a:lnTo>
                  <a:pt x="409379" y="101261"/>
                </a:lnTo>
                <a:lnTo>
                  <a:pt x="80374" y="101261"/>
                </a:lnTo>
                <a:lnTo>
                  <a:pt x="49089" y="93303"/>
                </a:lnTo>
                <a:lnTo>
                  <a:pt x="23541" y="71602"/>
                </a:lnTo>
                <a:lnTo>
                  <a:pt x="6316" y="39415"/>
                </a:lnTo>
                <a:lnTo>
                  <a:pt x="0" y="0"/>
                </a:lnTo>
              </a:path>
            </a:pathLst>
          </a:custGeom>
          <a:ln w="2857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4">
            <a:extLst>
              <a:ext uri="{FF2B5EF4-FFF2-40B4-BE49-F238E27FC236}">
                <a16:creationId xmlns:a16="http://schemas.microsoft.com/office/drawing/2014/main" id="{DFF87DCA-7FFF-A334-D2CB-148B4097C2E8}"/>
              </a:ext>
            </a:extLst>
          </p:cNvPr>
          <p:cNvSpPr/>
          <p:nvPr/>
        </p:nvSpPr>
        <p:spPr>
          <a:xfrm>
            <a:off x="6525939" y="5028595"/>
            <a:ext cx="979805" cy="202565"/>
          </a:xfrm>
          <a:custGeom>
            <a:avLst/>
            <a:gdLst/>
            <a:ahLst/>
            <a:cxnLst/>
            <a:rect l="l" t="t" r="r" b="b"/>
            <a:pathLst>
              <a:path w="979804" h="202564">
                <a:moveTo>
                  <a:pt x="979508" y="0"/>
                </a:moveTo>
                <a:lnTo>
                  <a:pt x="973191" y="39415"/>
                </a:lnTo>
                <a:lnTo>
                  <a:pt x="955966" y="71602"/>
                </a:lnTo>
                <a:lnTo>
                  <a:pt x="930418" y="93303"/>
                </a:lnTo>
                <a:lnTo>
                  <a:pt x="899133" y="101261"/>
                </a:lnTo>
                <a:lnTo>
                  <a:pt x="570128" y="101261"/>
                </a:lnTo>
                <a:lnTo>
                  <a:pt x="538843" y="109218"/>
                </a:lnTo>
                <a:lnTo>
                  <a:pt x="513295" y="130919"/>
                </a:lnTo>
                <a:lnTo>
                  <a:pt x="496070" y="163106"/>
                </a:lnTo>
                <a:lnTo>
                  <a:pt x="489754" y="202522"/>
                </a:lnTo>
                <a:lnTo>
                  <a:pt x="483437" y="163106"/>
                </a:lnTo>
                <a:lnTo>
                  <a:pt x="466212" y="130919"/>
                </a:lnTo>
                <a:lnTo>
                  <a:pt x="440664" y="109218"/>
                </a:lnTo>
                <a:lnTo>
                  <a:pt x="409379" y="101261"/>
                </a:lnTo>
                <a:lnTo>
                  <a:pt x="80374" y="101261"/>
                </a:lnTo>
                <a:lnTo>
                  <a:pt x="49089" y="93303"/>
                </a:lnTo>
                <a:lnTo>
                  <a:pt x="23541" y="71602"/>
                </a:lnTo>
                <a:lnTo>
                  <a:pt x="6316" y="39415"/>
                </a:lnTo>
                <a:lnTo>
                  <a:pt x="0" y="0"/>
                </a:lnTo>
              </a:path>
            </a:pathLst>
          </a:custGeom>
          <a:ln w="2857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5">
            <a:extLst>
              <a:ext uri="{FF2B5EF4-FFF2-40B4-BE49-F238E27FC236}">
                <a16:creationId xmlns:a16="http://schemas.microsoft.com/office/drawing/2014/main" id="{FE3CDF85-94A3-36E2-F781-A9469D3C4B56}"/>
              </a:ext>
            </a:extLst>
          </p:cNvPr>
          <p:cNvSpPr txBox="1"/>
          <p:nvPr/>
        </p:nvSpPr>
        <p:spPr>
          <a:xfrm>
            <a:off x="5368762" y="5283047"/>
            <a:ext cx="862619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solidFill>
                  <a:schemeClr val="accent3">
                    <a:lumMod val="75000"/>
                  </a:schemeClr>
                </a:solidFill>
                <a:latin typeface="Courier New" panose="02070309020205020404"/>
                <a:cs typeface="Courier New" panose="02070309020205020404"/>
              </a:rPr>
              <a:t>radius</a:t>
            </a:r>
            <a:endParaRPr sz="1600" b="1" dirty="0">
              <a:solidFill>
                <a:schemeClr val="accent3">
                  <a:lumMod val="75000"/>
                </a:schemeClr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42" name="object 46">
            <a:extLst>
              <a:ext uri="{FF2B5EF4-FFF2-40B4-BE49-F238E27FC236}">
                <a16:creationId xmlns:a16="http://schemas.microsoft.com/office/drawing/2014/main" id="{EF18370D-386E-91FF-569E-06280AAC5704}"/>
              </a:ext>
            </a:extLst>
          </p:cNvPr>
          <p:cNvSpPr txBox="1"/>
          <p:nvPr/>
        </p:nvSpPr>
        <p:spPr>
          <a:xfrm>
            <a:off x="6695173" y="5283047"/>
            <a:ext cx="862619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solidFill>
                  <a:schemeClr val="accent3">
                    <a:lumMod val="75000"/>
                  </a:schemeClr>
                </a:solidFill>
                <a:latin typeface="Courier New" panose="02070309020205020404"/>
                <a:cs typeface="Courier New" panose="02070309020205020404"/>
              </a:rPr>
              <a:t>radius</a:t>
            </a:r>
            <a:endParaRPr sz="1600" b="1" dirty="0">
              <a:solidFill>
                <a:schemeClr val="accent3">
                  <a:lumMod val="75000"/>
                </a:schemeClr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43" name="灯片编号占位符 42">
            <a:extLst>
              <a:ext uri="{FF2B5EF4-FFF2-40B4-BE49-F238E27FC236}">
                <a16:creationId xmlns:a16="http://schemas.microsoft.com/office/drawing/2014/main" id="{D4567017-CE29-7223-D538-DC52A8263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6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464795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876A6-33EA-3E0F-012B-C2F01ACB2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2E4C8ED-28FC-E6D7-6EC5-C7A4E8279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WITHIN A BLOCK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E82D00C-972F-BD61-BD5B-1D85D11D8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128" y="1224187"/>
            <a:ext cx="12097344" cy="3312367"/>
          </a:xfrm>
        </p:spPr>
        <p:txBody>
          <a:bodyPr/>
          <a:lstStyle/>
          <a:p>
            <a:r>
              <a:rPr lang="en-US" dirty="0"/>
              <a:t>Each thread processes one output element</a:t>
            </a:r>
          </a:p>
          <a:p>
            <a:pPr lvl="1"/>
            <a:r>
              <a:rPr lang="en-US" b="1" dirty="0" err="1"/>
              <a:t>blockDim.x</a:t>
            </a:r>
            <a:r>
              <a:rPr lang="en-US" b="1" dirty="0"/>
              <a:t> </a:t>
            </a:r>
            <a:r>
              <a:rPr lang="en-US" dirty="0"/>
              <a:t>elements per block</a:t>
            </a:r>
          </a:p>
          <a:p>
            <a:pPr lvl="1"/>
            <a:endParaRPr lang="en-US" dirty="0"/>
          </a:p>
          <a:p>
            <a:r>
              <a:rPr lang="en-US" dirty="0"/>
              <a:t>Input elements are read several times</a:t>
            </a:r>
          </a:p>
          <a:p>
            <a:pPr lvl="1"/>
            <a:r>
              <a:rPr lang="en-US" dirty="0"/>
              <a:t>With radius 3, each input element is read seven times</a:t>
            </a:r>
          </a:p>
          <a:p>
            <a:endParaRPr lang="en-US" dirty="0"/>
          </a:p>
        </p:txBody>
      </p:sp>
      <p:sp>
        <p:nvSpPr>
          <p:cNvPr id="2" name="object 9">
            <a:extLst>
              <a:ext uri="{FF2B5EF4-FFF2-40B4-BE49-F238E27FC236}">
                <a16:creationId xmlns:a16="http://schemas.microsoft.com/office/drawing/2014/main" id="{E1E24FB6-CD91-C56B-174A-725A4EDF1E23}"/>
              </a:ext>
            </a:extLst>
          </p:cNvPr>
          <p:cNvSpPr/>
          <p:nvPr/>
        </p:nvSpPr>
        <p:spPr>
          <a:xfrm>
            <a:off x="4345150" y="4785661"/>
            <a:ext cx="423672" cy="4084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10">
            <a:extLst>
              <a:ext uri="{FF2B5EF4-FFF2-40B4-BE49-F238E27FC236}">
                <a16:creationId xmlns:a16="http://schemas.microsoft.com/office/drawing/2014/main" id="{88C44BE4-A9D2-6A53-2D09-324F552DC8DE}"/>
              </a:ext>
            </a:extLst>
          </p:cNvPr>
          <p:cNvSpPr/>
          <p:nvPr/>
        </p:nvSpPr>
        <p:spPr>
          <a:xfrm>
            <a:off x="4391601" y="4808933"/>
            <a:ext cx="330998" cy="31503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1">
            <a:extLst>
              <a:ext uri="{FF2B5EF4-FFF2-40B4-BE49-F238E27FC236}">
                <a16:creationId xmlns:a16="http://schemas.microsoft.com/office/drawing/2014/main" id="{C532DCCE-F8A3-5991-2361-FFC15641588A}"/>
              </a:ext>
            </a:extLst>
          </p:cNvPr>
          <p:cNvSpPr/>
          <p:nvPr/>
        </p:nvSpPr>
        <p:spPr>
          <a:xfrm>
            <a:off x="4391601" y="4808933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12">
            <a:extLst>
              <a:ext uri="{FF2B5EF4-FFF2-40B4-BE49-F238E27FC236}">
                <a16:creationId xmlns:a16="http://schemas.microsoft.com/office/drawing/2014/main" id="{402F176F-21B3-565E-121A-0BDD64D717EE}"/>
              </a:ext>
            </a:extLst>
          </p:cNvPr>
          <p:cNvSpPr/>
          <p:nvPr/>
        </p:nvSpPr>
        <p:spPr>
          <a:xfrm>
            <a:off x="4391601" y="4808933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3">
            <a:extLst>
              <a:ext uri="{FF2B5EF4-FFF2-40B4-BE49-F238E27FC236}">
                <a16:creationId xmlns:a16="http://schemas.microsoft.com/office/drawing/2014/main" id="{99ED1060-F355-0922-E875-51195021B9AF}"/>
              </a:ext>
            </a:extLst>
          </p:cNvPr>
          <p:cNvSpPr/>
          <p:nvPr/>
        </p:nvSpPr>
        <p:spPr>
          <a:xfrm>
            <a:off x="4643842" y="4887692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4">
            <a:extLst>
              <a:ext uri="{FF2B5EF4-FFF2-40B4-BE49-F238E27FC236}">
                <a16:creationId xmlns:a16="http://schemas.microsoft.com/office/drawing/2014/main" id="{4FDA7FAA-F755-3483-FA36-F714C15448F6}"/>
              </a:ext>
            </a:extLst>
          </p:cNvPr>
          <p:cNvSpPr/>
          <p:nvPr/>
        </p:nvSpPr>
        <p:spPr>
          <a:xfrm>
            <a:off x="1775686" y="4785661"/>
            <a:ext cx="423671" cy="4084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5">
            <a:extLst>
              <a:ext uri="{FF2B5EF4-FFF2-40B4-BE49-F238E27FC236}">
                <a16:creationId xmlns:a16="http://schemas.microsoft.com/office/drawing/2014/main" id="{71811511-AB42-9B76-4B93-2A8D80165FD5}"/>
              </a:ext>
            </a:extLst>
          </p:cNvPr>
          <p:cNvSpPr/>
          <p:nvPr/>
        </p:nvSpPr>
        <p:spPr>
          <a:xfrm>
            <a:off x="1821445" y="4808932"/>
            <a:ext cx="331000" cy="31503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6">
            <a:extLst>
              <a:ext uri="{FF2B5EF4-FFF2-40B4-BE49-F238E27FC236}">
                <a16:creationId xmlns:a16="http://schemas.microsoft.com/office/drawing/2014/main" id="{BE30ED81-B58B-785D-F1F7-9B7EEE86A852}"/>
              </a:ext>
            </a:extLst>
          </p:cNvPr>
          <p:cNvSpPr/>
          <p:nvPr/>
        </p:nvSpPr>
        <p:spPr>
          <a:xfrm>
            <a:off x="1821445" y="4808932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69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7">
            <a:extLst>
              <a:ext uri="{FF2B5EF4-FFF2-40B4-BE49-F238E27FC236}">
                <a16:creationId xmlns:a16="http://schemas.microsoft.com/office/drawing/2014/main" id="{B4D0DDFF-9855-4E15-80E5-1E6514C15D73}"/>
              </a:ext>
            </a:extLst>
          </p:cNvPr>
          <p:cNvSpPr/>
          <p:nvPr/>
        </p:nvSpPr>
        <p:spPr>
          <a:xfrm>
            <a:off x="1821445" y="4808932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69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8">
            <a:extLst>
              <a:ext uri="{FF2B5EF4-FFF2-40B4-BE49-F238E27FC236}">
                <a16:creationId xmlns:a16="http://schemas.microsoft.com/office/drawing/2014/main" id="{141B1DDA-A453-8273-0F66-FDA3E5AAF1BE}"/>
              </a:ext>
            </a:extLst>
          </p:cNvPr>
          <p:cNvSpPr/>
          <p:nvPr/>
        </p:nvSpPr>
        <p:spPr>
          <a:xfrm>
            <a:off x="2073685" y="4887691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9">
            <a:extLst>
              <a:ext uri="{FF2B5EF4-FFF2-40B4-BE49-F238E27FC236}">
                <a16:creationId xmlns:a16="http://schemas.microsoft.com/office/drawing/2014/main" id="{A3F6B4B6-B70E-8A17-3AA0-886BD0BABA8E}"/>
              </a:ext>
            </a:extLst>
          </p:cNvPr>
          <p:cNvSpPr/>
          <p:nvPr/>
        </p:nvSpPr>
        <p:spPr>
          <a:xfrm>
            <a:off x="2141445" y="4785661"/>
            <a:ext cx="423671" cy="4084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20">
            <a:extLst>
              <a:ext uri="{FF2B5EF4-FFF2-40B4-BE49-F238E27FC236}">
                <a16:creationId xmlns:a16="http://schemas.microsoft.com/office/drawing/2014/main" id="{3E14669D-D9C9-F4BB-30BE-52F4A24C8EDD}"/>
              </a:ext>
            </a:extLst>
          </p:cNvPr>
          <p:cNvSpPr/>
          <p:nvPr/>
        </p:nvSpPr>
        <p:spPr>
          <a:xfrm>
            <a:off x="2188611" y="4808933"/>
            <a:ext cx="330998" cy="31503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21">
            <a:extLst>
              <a:ext uri="{FF2B5EF4-FFF2-40B4-BE49-F238E27FC236}">
                <a16:creationId xmlns:a16="http://schemas.microsoft.com/office/drawing/2014/main" id="{C7CEC42B-9EC1-7CAE-A5E0-D6A1BE8BCA0B}"/>
              </a:ext>
            </a:extLst>
          </p:cNvPr>
          <p:cNvSpPr/>
          <p:nvPr/>
        </p:nvSpPr>
        <p:spPr>
          <a:xfrm>
            <a:off x="2188611" y="4808933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22">
            <a:extLst>
              <a:ext uri="{FF2B5EF4-FFF2-40B4-BE49-F238E27FC236}">
                <a16:creationId xmlns:a16="http://schemas.microsoft.com/office/drawing/2014/main" id="{F8897A65-9A34-45A5-AF87-D85F89612E38}"/>
              </a:ext>
            </a:extLst>
          </p:cNvPr>
          <p:cNvSpPr/>
          <p:nvPr/>
        </p:nvSpPr>
        <p:spPr>
          <a:xfrm>
            <a:off x="2188611" y="4808933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23">
            <a:extLst>
              <a:ext uri="{FF2B5EF4-FFF2-40B4-BE49-F238E27FC236}">
                <a16:creationId xmlns:a16="http://schemas.microsoft.com/office/drawing/2014/main" id="{F263D8DC-49C3-8A42-35DE-5A836432FC33}"/>
              </a:ext>
            </a:extLst>
          </p:cNvPr>
          <p:cNvSpPr/>
          <p:nvPr/>
        </p:nvSpPr>
        <p:spPr>
          <a:xfrm>
            <a:off x="2440851" y="4887692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24">
            <a:extLst>
              <a:ext uri="{FF2B5EF4-FFF2-40B4-BE49-F238E27FC236}">
                <a16:creationId xmlns:a16="http://schemas.microsoft.com/office/drawing/2014/main" id="{7897A320-68C4-B07A-1422-286F978E4BA7}"/>
              </a:ext>
            </a:extLst>
          </p:cNvPr>
          <p:cNvSpPr/>
          <p:nvPr/>
        </p:nvSpPr>
        <p:spPr>
          <a:xfrm>
            <a:off x="2510254" y="4785661"/>
            <a:ext cx="423672" cy="40843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5">
            <a:extLst>
              <a:ext uri="{FF2B5EF4-FFF2-40B4-BE49-F238E27FC236}">
                <a16:creationId xmlns:a16="http://schemas.microsoft.com/office/drawing/2014/main" id="{A36FF215-9C02-5F37-9FCD-0A33BDB24401}"/>
              </a:ext>
            </a:extLst>
          </p:cNvPr>
          <p:cNvSpPr/>
          <p:nvPr/>
        </p:nvSpPr>
        <p:spPr>
          <a:xfrm>
            <a:off x="2555775" y="4808934"/>
            <a:ext cx="330998" cy="31503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6">
            <a:extLst>
              <a:ext uri="{FF2B5EF4-FFF2-40B4-BE49-F238E27FC236}">
                <a16:creationId xmlns:a16="http://schemas.microsoft.com/office/drawing/2014/main" id="{4EF30149-7C0F-1DC7-F7B7-23BB87E299E5}"/>
              </a:ext>
            </a:extLst>
          </p:cNvPr>
          <p:cNvSpPr/>
          <p:nvPr/>
        </p:nvSpPr>
        <p:spPr>
          <a:xfrm>
            <a:off x="2555776" y="4808934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7">
            <a:extLst>
              <a:ext uri="{FF2B5EF4-FFF2-40B4-BE49-F238E27FC236}">
                <a16:creationId xmlns:a16="http://schemas.microsoft.com/office/drawing/2014/main" id="{AB44BB4E-9CC7-3896-D32C-D3E34D852356}"/>
              </a:ext>
            </a:extLst>
          </p:cNvPr>
          <p:cNvSpPr/>
          <p:nvPr/>
        </p:nvSpPr>
        <p:spPr>
          <a:xfrm>
            <a:off x="2555776" y="4808934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8">
            <a:extLst>
              <a:ext uri="{FF2B5EF4-FFF2-40B4-BE49-F238E27FC236}">
                <a16:creationId xmlns:a16="http://schemas.microsoft.com/office/drawing/2014/main" id="{FE0DC54D-C895-637A-3F79-23CEE0F07F6E}"/>
              </a:ext>
            </a:extLst>
          </p:cNvPr>
          <p:cNvSpPr/>
          <p:nvPr/>
        </p:nvSpPr>
        <p:spPr>
          <a:xfrm>
            <a:off x="2808016" y="4887694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9">
            <a:extLst>
              <a:ext uri="{FF2B5EF4-FFF2-40B4-BE49-F238E27FC236}">
                <a16:creationId xmlns:a16="http://schemas.microsoft.com/office/drawing/2014/main" id="{450C9976-40DF-F7CE-B209-B6303E004276}"/>
              </a:ext>
            </a:extLst>
          </p:cNvPr>
          <p:cNvSpPr/>
          <p:nvPr/>
        </p:nvSpPr>
        <p:spPr>
          <a:xfrm>
            <a:off x="2876013" y="4785661"/>
            <a:ext cx="423672" cy="40843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30">
            <a:extLst>
              <a:ext uri="{FF2B5EF4-FFF2-40B4-BE49-F238E27FC236}">
                <a16:creationId xmlns:a16="http://schemas.microsoft.com/office/drawing/2014/main" id="{B8C61D38-3EC4-BE0A-721B-EB1546C7ADE6}"/>
              </a:ext>
            </a:extLst>
          </p:cNvPr>
          <p:cNvSpPr/>
          <p:nvPr/>
        </p:nvSpPr>
        <p:spPr>
          <a:xfrm>
            <a:off x="2922940" y="4808932"/>
            <a:ext cx="330998" cy="31503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31">
            <a:extLst>
              <a:ext uri="{FF2B5EF4-FFF2-40B4-BE49-F238E27FC236}">
                <a16:creationId xmlns:a16="http://schemas.microsoft.com/office/drawing/2014/main" id="{367BF018-D79B-CC26-74E9-7120826A5C0C}"/>
              </a:ext>
            </a:extLst>
          </p:cNvPr>
          <p:cNvSpPr/>
          <p:nvPr/>
        </p:nvSpPr>
        <p:spPr>
          <a:xfrm>
            <a:off x="2922940" y="4808932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32">
            <a:extLst>
              <a:ext uri="{FF2B5EF4-FFF2-40B4-BE49-F238E27FC236}">
                <a16:creationId xmlns:a16="http://schemas.microsoft.com/office/drawing/2014/main" id="{BD492093-CFDB-0A8B-E049-86F4374A396E}"/>
              </a:ext>
            </a:extLst>
          </p:cNvPr>
          <p:cNvSpPr/>
          <p:nvPr/>
        </p:nvSpPr>
        <p:spPr>
          <a:xfrm>
            <a:off x="2922940" y="4808932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33">
            <a:extLst>
              <a:ext uri="{FF2B5EF4-FFF2-40B4-BE49-F238E27FC236}">
                <a16:creationId xmlns:a16="http://schemas.microsoft.com/office/drawing/2014/main" id="{43EAF5D2-4B67-3905-4BAF-164FA2A6E21F}"/>
              </a:ext>
            </a:extLst>
          </p:cNvPr>
          <p:cNvSpPr/>
          <p:nvPr/>
        </p:nvSpPr>
        <p:spPr>
          <a:xfrm>
            <a:off x="3175180" y="4887691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34">
            <a:extLst>
              <a:ext uri="{FF2B5EF4-FFF2-40B4-BE49-F238E27FC236}">
                <a16:creationId xmlns:a16="http://schemas.microsoft.com/office/drawing/2014/main" id="{E8F04B74-6332-D7A8-AFA3-156596A0DDE9}"/>
              </a:ext>
            </a:extLst>
          </p:cNvPr>
          <p:cNvSpPr/>
          <p:nvPr/>
        </p:nvSpPr>
        <p:spPr>
          <a:xfrm>
            <a:off x="3244821" y="4785661"/>
            <a:ext cx="423672" cy="40843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5">
            <a:extLst>
              <a:ext uri="{FF2B5EF4-FFF2-40B4-BE49-F238E27FC236}">
                <a16:creationId xmlns:a16="http://schemas.microsoft.com/office/drawing/2014/main" id="{713D77AB-8D11-D2EE-1208-63653A57E658}"/>
              </a:ext>
            </a:extLst>
          </p:cNvPr>
          <p:cNvSpPr/>
          <p:nvPr/>
        </p:nvSpPr>
        <p:spPr>
          <a:xfrm>
            <a:off x="3290106" y="4808933"/>
            <a:ext cx="330998" cy="31503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6">
            <a:extLst>
              <a:ext uri="{FF2B5EF4-FFF2-40B4-BE49-F238E27FC236}">
                <a16:creationId xmlns:a16="http://schemas.microsoft.com/office/drawing/2014/main" id="{A1C598BD-85ED-F7C0-E689-2F134E327BD1}"/>
              </a:ext>
            </a:extLst>
          </p:cNvPr>
          <p:cNvSpPr/>
          <p:nvPr/>
        </p:nvSpPr>
        <p:spPr>
          <a:xfrm>
            <a:off x="3290106" y="4808933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7">
            <a:extLst>
              <a:ext uri="{FF2B5EF4-FFF2-40B4-BE49-F238E27FC236}">
                <a16:creationId xmlns:a16="http://schemas.microsoft.com/office/drawing/2014/main" id="{E05208B4-516D-8134-341A-7EB7385744C8}"/>
              </a:ext>
            </a:extLst>
          </p:cNvPr>
          <p:cNvSpPr/>
          <p:nvPr/>
        </p:nvSpPr>
        <p:spPr>
          <a:xfrm>
            <a:off x="3290106" y="4808933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8">
            <a:extLst>
              <a:ext uri="{FF2B5EF4-FFF2-40B4-BE49-F238E27FC236}">
                <a16:creationId xmlns:a16="http://schemas.microsoft.com/office/drawing/2014/main" id="{06C31300-1B2F-D101-4DE8-C2ADD04F0496}"/>
              </a:ext>
            </a:extLst>
          </p:cNvPr>
          <p:cNvSpPr/>
          <p:nvPr/>
        </p:nvSpPr>
        <p:spPr>
          <a:xfrm>
            <a:off x="3542346" y="4887692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9">
            <a:extLst>
              <a:ext uri="{FF2B5EF4-FFF2-40B4-BE49-F238E27FC236}">
                <a16:creationId xmlns:a16="http://schemas.microsoft.com/office/drawing/2014/main" id="{0306FC51-BA38-9B00-16B8-56F140C9D170}"/>
              </a:ext>
            </a:extLst>
          </p:cNvPr>
          <p:cNvSpPr/>
          <p:nvPr/>
        </p:nvSpPr>
        <p:spPr>
          <a:xfrm>
            <a:off x="3610581" y="4785661"/>
            <a:ext cx="423672" cy="4084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40">
            <a:extLst>
              <a:ext uri="{FF2B5EF4-FFF2-40B4-BE49-F238E27FC236}">
                <a16:creationId xmlns:a16="http://schemas.microsoft.com/office/drawing/2014/main" id="{41E041C0-9EEF-0B0F-4E51-8A78A16D35C5}"/>
              </a:ext>
            </a:extLst>
          </p:cNvPr>
          <p:cNvSpPr/>
          <p:nvPr/>
        </p:nvSpPr>
        <p:spPr>
          <a:xfrm>
            <a:off x="3657271" y="4808932"/>
            <a:ext cx="330998" cy="31503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41">
            <a:extLst>
              <a:ext uri="{FF2B5EF4-FFF2-40B4-BE49-F238E27FC236}">
                <a16:creationId xmlns:a16="http://schemas.microsoft.com/office/drawing/2014/main" id="{325DD2B8-937E-D929-1CF6-F24B70BF2656}"/>
              </a:ext>
            </a:extLst>
          </p:cNvPr>
          <p:cNvSpPr/>
          <p:nvPr/>
        </p:nvSpPr>
        <p:spPr>
          <a:xfrm>
            <a:off x="3657270" y="4808932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42">
            <a:extLst>
              <a:ext uri="{FF2B5EF4-FFF2-40B4-BE49-F238E27FC236}">
                <a16:creationId xmlns:a16="http://schemas.microsoft.com/office/drawing/2014/main" id="{8823352C-69A3-6DF4-FA06-64B5D1FFD3F2}"/>
              </a:ext>
            </a:extLst>
          </p:cNvPr>
          <p:cNvSpPr/>
          <p:nvPr/>
        </p:nvSpPr>
        <p:spPr>
          <a:xfrm>
            <a:off x="3657270" y="4808932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43">
            <a:extLst>
              <a:ext uri="{FF2B5EF4-FFF2-40B4-BE49-F238E27FC236}">
                <a16:creationId xmlns:a16="http://schemas.microsoft.com/office/drawing/2014/main" id="{83C89006-304F-AFC4-90A7-8F242C4DD78E}"/>
              </a:ext>
            </a:extLst>
          </p:cNvPr>
          <p:cNvSpPr/>
          <p:nvPr/>
        </p:nvSpPr>
        <p:spPr>
          <a:xfrm>
            <a:off x="3909511" y="4887691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44">
            <a:extLst>
              <a:ext uri="{FF2B5EF4-FFF2-40B4-BE49-F238E27FC236}">
                <a16:creationId xmlns:a16="http://schemas.microsoft.com/office/drawing/2014/main" id="{4B2834DC-8ADF-19E4-60EC-15FECC4A8DD6}"/>
              </a:ext>
            </a:extLst>
          </p:cNvPr>
          <p:cNvSpPr/>
          <p:nvPr/>
        </p:nvSpPr>
        <p:spPr>
          <a:xfrm>
            <a:off x="3979389" y="4785661"/>
            <a:ext cx="423672" cy="40843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5">
            <a:extLst>
              <a:ext uri="{FF2B5EF4-FFF2-40B4-BE49-F238E27FC236}">
                <a16:creationId xmlns:a16="http://schemas.microsoft.com/office/drawing/2014/main" id="{A9D52A65-613A-BB26-FC53-7A2D3F046A1C}"/>
              </a:ext>
            </a:extLst>
          </p:cNvPr>
          <p:cNvSpPr/>
          <p:nvPr/>
        </p:nvSpPr>
        <p:spPr>
          <a:xfrm>
            <a:off x="4024435" y="4808933"/>
            <a:ext cx="330998" cy="31503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6">
            <a:extLst>
              <a:ext uri="{FF2B5EF4-FFF2-40B4-BE49-F238E27FC236}">
                <a16:creationId xmlns:a16="http://schemas.microsoft.com/office/drawing/2014/main" id="{41D1A0B6-97FE-58EF-457F-FBAD97556D78}"/>
              </a:ext>
            </a:extLst>
          </p:cNvPr>
          <p:cNvSpPr/>
          <p:nvPr/>
        </p:nvSpPr>
        <p:spPr>
          <a:xfrm>
            <a:off x="4024435" y="4808933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7">
            <a:extLst>
              <a:ext uri="{FF2B5EF4-FFF2-40B4-BE49-F238E27FC236}">
                <a16:creationId xmlns:a16="http://schemas.microsoft.com/office/drawing/2014/main" id="{7FE8DBC4-18A5-0A18-30E1-7077DA92D1F3}"/>
              </a:ext>
            </a:extLst>
          </p:cNvPr>
          <p:cNvSpPr/>
          <p:nvPr/>
        </p:nvSpPr>
        <p:spPr>
          <a:xfrm>
            <a:off x="4024435" y="4808933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8">
            <a:extLst>
              <a:ext uri="{FF2B5EF4-FFF2-40B4-BE49-F238E27FC236}">
                <a16:creationId xmlns:a16="http://schemas.microsoft.com/office/drawing/2014/main" id="{01A0DE87-7A46-2D6C-41D3-389A6A3F25D5}"/>
              </a:ext>
            </a:extLst>
          </p:cNvPr>
          <p:cNvSpPr/>
          <p:nvPr/>
        </p:nvSpPr>
        <p:spPr>
          <a:xfrm>
            <a:off x="4276676" y="4887692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9">
            <a:extLst>
              <a:ext uri="{FF2B5EF4-FFF2-40B4-BE49-F238E27FC236}">
                <a16:creationId xmlns:a16="http://schemas.microsoft.com/office/drawing/2014/main" id="{4982C012-9546-F233-CBA0-817082FD45A2}"/>
              </a:ext>
            </a:extLst>
          </p:cNvPr>
          <p:cNvSpPr/>
          <p:nvPr/>
        </p:nvSpPr>
        <p:spPr>
          <a:xfrm>
            <a:off x="4713957" y="4785661"/>
            <a:ext cx="420624" cy="40843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50">
            <a:extLst>
              <a:ext uri="{FF2B5EF4-FFF2-40B4-BE49-F238E27FC236}">
                <a16:creationId xmlns:a16="http://schemas.microsoft.com/office/drawing/2014/main" id="{CA9B6424-B295-9A45-650A-45739C907758}"/>
              </a:ext>
            </a:extLst>
          </p:cNvPr>
          <p:cNvSpPr/>
          <p:nvPr/>
        </p:nvSpPr>
        <p:spPr>
          <a:xfrm>
            <a:off x="4758766" y="4808932"/>
            <a:ext cx="330998" cy="31503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51">
            <a:extLst>
              <a:ext uri="{FF2B5EF4-FFF2-40B4-BE49-F238E27FC236}">
                <a16:creationId xmlns:a16="http://schemas.microsoft.com/office/drawing/2014/main" id="{6D9A8988-018D-4CC9-7824-B42634581699}"/>
              </a:ext>
            </a:extLst>
          </p:cNvPr>
          <p:cNvSpPr/>
          <p:nvPr/>
        </p:nvSpPr>
        <p:spPr>
          <a:xfrm>
            <a:off x="4758766" y="4808932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52">
            <a:extLst>
              <a:ext uri="{FF2B5EF4-FFF2-40B4-BE49-F238E27FC236}">
                <a16:creationId xmlns:a16="http://schemas.microsoft.com/office/drawing/2014/main" id="{446B2CCB-DDBF-8778-F2CD-BDDD90506F78}"/>
              </a:ext>
            </a:extLst>
          </p:cNvPr>
          <p:cNvSpPr/>
          <p:nvPr/>
        </p:nvSpPr>
        <p:spPr>
          <a:xfrm>
            <a:off x="4758766" y="4808932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53">
            <a:extLst>
              <a:ext uri="{FF2B5EF4-FFF2-40B4-BE49-F238E27FC236}">
                <a16:creationId xmlns:a16="http://schemas.microsoft.com/office/drawing/2014/main" id="{946D291A-7C33-F339-4A32-8E50DFCBBF84}"/>
              </a:ext>
            </a:extLst>
          </p:cNvPr>
          <p:cNvSpPr/>
          <p:nvPr/>
        </p:nvSpPr>
        <p:spPr>
          <a:xfrm>
            <a:off x="5011006" y="4887691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54">
            <a:extLst>
              <a:ext uri="{FF2B5EF4-FFF2-40B4-BE49-F238E27FC236}">
                <a16:creationId xmlns:a16="http://schemas.microsoft.com/office/drawing/2014/main" id="{A775C5E2-6470-AF95-C074-1A940A4BC0D8}"/>
              </a:ext>
            </a:extLst>
          </p:cNvPr>
          <p:cNvSpPr/>
          <p:nvPr/>
        </p:nvSpPr>
        <p:spPr>
          <a:xfrm>
            <a:off x="5079718" y="4785661"/>
            <a:ext cx="423672" cy="40843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5">
            <a:extLst>
              <a:ext uri="{FF2B5EF4-FFF2-40B4-BE49-F238E27FC236}">
                <a16:creationId xmlns:a16="http://schemas.microsoft.com/office/drawing/2014/main" id="{2222788A-8B27-FC0F-FDCA-712869A9DA7E}"/>
              </a:ext>
            </a:extLst>
          </p:cNvPr>
          <p:cNvSpPr/>
          <p:nvPr/>
        </p:nvSpPr>
        <p:spPr>
          <a:xfrm>
            <a:off x="5125930" y="4808933"/>
            <a:ext cx="330998" cy="31503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6">
            <a:extLst>
              <a:ext uri="{FF2B5EF4-FFF2-40B4-BE49-F238E27FC236}">
                <a16:creationId xmlns:a16="http://schemas.microsoft.com/office/drawing/2014/main" id="{DC1C6407-5A0B-96F6-D458-84B388552BD4}"/>
              </a:ext>
            </a:extLst>
          </p:cNvPr>
          <p:cNvSpPr/>
          <p:nvPr/>
        </p:nvSpPr>
        <p:spPr>
          <a:xfrm>
            <a:off x="5125930" y="4808933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7">
            <a:extLst>
              <a:ext uri="{FF2B5EF4-FFF2-40B4-BE49-F238E27FC236}">
                <a16:creationId xmlns:a16="http://schemas.microsoft.com/office/drawing/2014/main" id="{903FA0BA-D5BE-D836-8753-C678FF4E2648}"/>
              </a:ext>
            </a:extLst>
          </p:cNvPr>
          <p:cNvSpPr/>
          <p:nvPr/>
        </p:nvSpPr>
        <p:spPr>
          <a:xfrm>
            <a:off x="5125930" y="4808933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8">
            <a:extLst>
              <a:ext uri="{FF2B5EF4-FFF2-40B4-BE49-F238E27FC236}">
                <a16:creationId xmlns:a16="http://schemas.microsoft.com/office/drawing/2014/main" id="{C8B4024C-E2BB-8DAA-92C2-AA6836CA94CA}"/>
              </a:ext>
            </a:extLst>
          </p:cNvPr>
          <p:cNvSpPr/>
          <p:nvPr/>
        </p:nvSpPr>
        <p:spPr>
          <a:xfrm>
            <a:off x="5378171" y="4887692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9">
            <a:extLst>
              <a:ext uri="{FF2B5EF4-FFF2-40B4-BE49-F238E27FC236}">
                <a16:creationId xmlns:a16="http://schemas.microsoft.com/office/drawing/2014/main" id="{73C8E994-1B93-9A0D-65EB-9E73F4A1C6C2}"/>
              </a:ext>
            </a:extLst>
          </p:cNvPr>
          <p:cNvSpPr/>
          <p:nvPr/>
        </p:nvSpPr>
        <p:spPr>
          <a:xfrm>
            <a:off x="5445477" y="4785661"/>
            <a:ext cx="423671" cy="40843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60">
            <a:extLst>
              <a:ext uri="{FF2B5EF4-FFF2-40B4-BE49-F238E27FC236}">
                <a16:creationId xmlns:a16="http://schemas.microsoft.com/office/drawing/2014/main" id="{2886A436-AAED-0989-4881-5F92995DAA8A}"/>
              </a:ext>
            </a:extLst>
          </p:cNvPr>
          <p:cNvSpPr/>
          <p:nvPr/>
        </p:nvSpPr>
        <p:spPr>
          <a:xfrm>
            <a:off x="5493096" y="4808933"/>
            <a:ext cx="330998" cy="31503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61">
            <a:extLst>
              <a:ext uri="{FF2B5EF4-FFF2-40B4-BE49-F238E27FC236}">
                <a16:creationId xmlns:a16="http://schemas.microsoft.com/office/drawing/2014/main" id="{CD65FC6F-0DAC-1191-D662-8D877B2B44D3}"/>
              </a:ext>
            </a:extLst>
          </p:cNvPr>
          <p:cNvSpPr/>
          <p:nvPr/>
        </p:nvSpPr>
        <p:spPr>
          <a:xfrm>
            <a:off x="5493096" y="4808933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62">
            <a:extLst>
              <a:ext uri="{FF2B5EF4-FFF2-40B4-BE49-F238E27FC236}">
                <a16:creationId xmlns:a16="http://schemas.microsoft.com/office/drawing/2014/main" id="{959CD199-4D18-F120-7223-78E00D1D26F0}"/>
              </a:ext>
            </a:extLst>
          </p:cNvPr>
          <p:cNvSpPr/>
          <p:nvPr/>
        </p:nvSpPr>
        <p:spPr>
          <a:xfrm>
            <a:off x="5493096" y="4808933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63">
            <a:extLst>
              <a:ext uri="{FF2B5EF4-FFF2-40B4-BE49-F238E27FC236}">
                <a16:creationId xmlns:a16="http://schemas.microsoft.com/office/drawing/2014/main" id="{6AEDA122-CDCD-638F-3CC9-5B43EC011F82}"/>
              </a:ext>
            </a:extLst>
          </p:cNvPr>
          <p:cNvSpPr/>
          <p:nvPr/>
        </p:nvSpPr>
        <p:spPr>
          <a:xfrm>
            <a:off x="5745337" y="4887692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64">
            <a:extLst>
              <a:ext uri="{FF2B5EF4-FFF2-40B4-BE49-F238E27FC236}">
                <a16:creationId xmlns:a16="http://schemas.microsoft.com/office/drawing/2014/main" id="{9450868E-8B1B-CA89-3FCB-51C8A14827BD}"/>
              </a:ext>
            </a:extLst>
          </p:cNvPr>
          <p:cNvSpPr/>
          <p:nvPr/>
        </p:nvSpPr>
        <p:spPr>
          <a:xfrm>
            <a:off x="5814285" y="4785661"/>
            <a:ext cx="423672" cy="40843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5">
            <a:extLst>
              <a:ext uri="{FF2B5EF4-FFF2-40B4-BE49-F238E27FC236}">
                <a16:creationId xmlns:a16="http://schemas.microsoft.com/office/drawing/2014/main" id="{D96FDB02-9DC1-5691-B95E-ED1AB7B9CDB5}"/>
              </a:ext>
            </a:extLst>
          </p:cNvPr>
          <p:cNvSpPr/>
          <p:nvPr/>
        </p:nvSpPr>
        <p:spPr>
          <a:xfrm>
            <a:off x="5860261" y="4808932"/>
            <a:ext cx="330998" cy="31503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6">
            <a:extLst>
              <a:ext uri="{FF2B5EF4-FFF2-40B4-BE49-F238E27FC236}">
                <a16:creationId xmlns:a16="http://schemas.microsoft.com/office/drawing/2014/main" id="{6FBDBC34-56D0-76CC-2C61-A7D9AE31E01B}"/>
              </a:ext>
            </a:extLst>
          </p:cNvPr>
          <p:cNvSpPr/>
          <p:nvPr/>
        </p:nvSpPr>
        <p:spPr>
          <a:xfrm>
            <a:off x="5860261" y="4808932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7">
            <a:extLst>
              <a:ext uri="{FF2B5EF4-FFF2-40B4-BE49-F238E27FC236}">
                <a16:creationId xmlns:a16="http://schemas.microsoft.com/office/drawing/2014/main" id="{70FA7DF6-4C19-F378-9E9A-DAD3F328F85F}"/>
              </a:ext>
            </a:extLst>
          </p:cNvPr>
          <p:cNvSpPr/>
          <p:nvPr/>
        </p:nvSpPr>
        <p:spPr>
          <a:xfrm>
            <a:off x="5860261" y="4808932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8">
            <a:extLst>
              <a:ext uri="{FF2B5EF4-FFF2-40B4-BE49-F238E27FC236}">
                <a16:creationId xmlns:a16="http://schemas.microsoft.com/office/drawing/2014/main" id="{F9FEF5B7-B7BB-A13B-F3B4-7BDD54FFD0E2}"/>
              </a:ext>
            </a:extLst>
          </p:cNvPr>
          <p:cNvSpPr/>
          <p:nvPr/>
        </p:nvSpPr>
        <p:spPr>
          <a:xfrm>
            <a:off x="6112501" y="4887691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9">
            <a:extLst>
              <a:ext uri="{FF2B5EF4-FFF2-40B4-BE49-F238E27FC236}">
                <a16:creationId xmlns:a16="http://schemas.microsoft.com/office/drawing/2014/main" id="{60F29AB0-AA7F-F2B0-2003-C46203F584A0}"/>
              </a:ext>
            </a:extLst>
          </p:cNvPr>
          <p:cNvSpPr/>
          <p:nvPr/>
        </p:nvSpPr>
        <p:spPr>
          <a:xfrm>
            <a:off x="6180046" y="4785661"/>
            <a:ext cx="423672" cy="408432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70">
            <a:extLst>
              <a:ext uri="{FF2B5EF4-FFF2-40B4-BE49-F238E27FC236}">
                <a16:creationId xmlns:a16="http://schemas.microsoft.com/office/drawing/2014/main" id="{18CCFBD0-5C37-DA0B-873A-A8263B132F91}"/>
              </a:ext>
            </a:extLst>
          </p:cNvPr>
          <p:cNvSpPr/>
          <p:nvPr/>
        </p:nvSpPr>
        <p:spPr>
          <a:xfrm>
            <a:off x="6227426" y="4808933"/>
            <a:ext cx="330998" cy="31503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71">
            <a:extLst>
              <a:ext uri="{FF2B5EF4-FFF2-40B4-BE49-F238E27FC236}">
                <a16:creationId xmlns:a16="http://schemas.microsoft.com/office/drawing/2014/main" id="{9C2E8C1F-233D-5B35-6F12-5FEFC9447415}"/>
              </a:ext>
            </a:extLst>
          </p:cNvPr>
          <p:cNvSpPr/>
          <p:nvPr/>
        </p:nvSpPr>
        <p:spPr>
          <a:xfrm>
            <a:off x="6227425" y="4808933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72">
            <a:extLst>
              <a:ext uri="{FF2B5EF4-FFF2-40B4-BE49-F238E27FC236}">
                <a16:creationId xmlns:a16="http://schemas.microsoft.com/office/drawing/2014/main" id="{BBF5F740-F779-E66E-545A-7D4F852B12C0}"/>
              </a:ext>
            </a:extLst>
          </p:cNvPr>
          <p:cNvSpPr/>
          <p:nvPr/>
        </p:nvSpPr>
        <p:spPr>
          <a:xfrm>
            <a:off x="6227425" y="4808933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73">
            <a:extLst>
              <a:ext uri="{FF2B5EF4-FFF2-40B4-BE49-F238E27FC236}">
                <a16:creationId xmlns:a16="http://schemas.microsoft.com/office/drawing/2014/main" id="{AE71E7E1-0F42-F167-0920-4C6611F0038D}"/>
              </a:ext>
            </a:extLst>
          </p:cNvPr>
          <p:cNvSpPr/>
          <p:nvPr/>
        </p:nvSpPr>
        <p:spPr>
          <a:xfrm>
            <a:off x="6479666" y="4887692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74">
            <a:extLst>
              <a:ext uri="{FF2B5EF4-FFF2-40B4-BE49-F238E27FC236}">
                <a16:creationId xmlns:a16="http://schemas.microsoft.com/office/drawing/2014/main" id="{9967215F-1B71-C831-8F42-A7C61686BD76}"/>
              </a:ext>
            </a:extLst>
          </p:cNvPr>
          <p:cNvSpPr/>
          <p:nvPr/>
        </p:nvSpPr>
        <p:spPr>
          <a:xfrm>
            <a:off x="6548854" y="4785661"/>
            <a:ext cx="423672" cy="40843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5">
            <a:extLst>
              <a:ext uri="{FF2B5EF4-FFF2-40B4-BE49-F238E27FC236}">
                <a16:creationId xmlns:a16="http://schemas.microsoft.com/office/drawing/2014/main" id="{3687F178-2683-9CB2-C74B-FDC241884759}"/>
              </a:ext>
            </a:extLst>
          </p:cNvPr>
          <p:cNvSpPr/>
          <p:nvPr/>
        </p:nvSpPr>
        <p:spPr>
          <a:xfrm>
            <a:off x="6594590" y="4808933"/>
            <a:ext cx="330998" cy="31503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6">
            <a:extLst>
              <a:ext uri="{FF2B5EF4-FFF2-40B4-BE49-F238E27FC236}">
                <a16:creationId xmlns:a16="http://schemas.microsoft.com/office/drawing/2014/main" id="{FD97F982-F42E-ED47-EF53-AD2A5920B645}"/>
              </a:ext>
            </a:extLst>
          </p:cNvPr>
          <p:cNvSpPr/>
          <p:nvPr/>
        </p:nvSpPr>
        <p:spPr>
          <a:xfrm>
            <a:off x="6594590" y="4808933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7">
            <a:extLst>
              <a:ext uri="{FF2B5EF4-FFF2-40B4-BE49-F238E27FC236}">
                <a16:creationId xmlns:a16="http://schemas.microsoft.com/office/drawing/2014/main" id="{90A1F6CC-A4D0-2E24-1F18-861B14F29B15}"/>
              </a:ext>
            </a:extLst>
          </p:cNvPr>
          <p:cNvSpPr/>
          <p:nvPr/>
        </p:nvSpPr>
        <p:spPr>
          <a:xfrm>
            <a:off x="6594590" y="4808933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8">
            <a:extLst>
              <a:ext uri="{FF2B5EF4-FFF2-40B4-BE49-F238E27FC236}">
                <a16:creationId xmlns:a16="http://schemas.microsoft.com/office/drawing/2014/main" id="{D191A559-1C96-4926-72C8-D2094A3BEBA6}"/>
              </a:ext>
            </a:extLst>
          </p:cNvPr>
          <p:cNvSpPr/>
          <p:nvPr/>
        </p:nvSpPr>
        <p:spPr>
          <a:xfrm>
            <a:off x="6846831" y="4887692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9">
            <a:extLst>
              <a:ext uri="{FF2B5EF4-FFF2-40B4-BE49-F238E27FC236}">
                <a16:creationId xmlns:a16="http://schemas.microsoft.com/office/drawing/2014/main" id="{E5D6ADF3-5C04-62B9-F987-5DB1ACB6F901}"/>
              </a:ext>
            </a:extLst>
          </p:cNvPr>
          <p:cNvSpPr/>
          <p:nvPr/>
        </p:nvSpPr>
        <p:spPr>
          <a:xfrm>
            <a:off x="6914613" y="4785661"/>
            <a:ext cx="423672" cy="408432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80">
            <a:extLst>
              <a:ext uri="{FF2B5EF4-FFF2-40B4-BE49-F238E27FC236}">
                <a16:creationId xmlns:a16="http://schemas.microsoft.com/office/drawing/2014/main" id="{53C35C31-E26E-E054-57E7-E8EB6C662778}"/>
              </a:ext>
            </a:extLst>
          </p:cNvPr>
          <p:cNvSpPr/>
          <p:nvPr/>
        </p:nvSpPr>
        <p:spPr>
          <a:xfrm>
            <a:off x="6961755" y="4808932"/>
            <a:ext cx="330998" cy="31503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81">
            <a:extLst>
              <a:ext uri="{FF2B5EF4-FFF2-40B4-BE49-F238E27FC236}">
                <a16:creationId xmlns:a16="http://schemas.microsoft.com/office/drawing/2014/main" id="{87610145-67B4-FCE4-B706-1107D1C2DAC4}"/>
              </a:ext>
            </a:extLst>
          </p:cNvPr>
          <p:cNvSpPr/>
          <p:nvPr/>
        </p:nvSpPr>
        <p:spPr>
          <a:xfrm>
            <a:off x="6961756" y="4808932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82">
            <a:extLst>
              <a:ext uri="{FF2B5EF4-FFF2-40B4-BE49-F238E27FC236}">
                <a16:creationId xmlns:a16="http://schemas.microsoft.com/office/drawing/2014/main" id="{571ACBFF-B3F9-0599-958C-964A7AC20517}"/>
              </a:ext>
            </a:extLst>
          </p:cNvPr>
          <p:cNvSpPr/>
          <p:nvPr/>
        </p:nvSpPr>
        <p:spPr>
          <a:xfrm>
            <a:off x="6961756" y="4808932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83">
            <a:extLst>
              <a:ext uri="{FF2B5EF4-FFF2-40B4-BE49-F238E27FC236}">
                <a16:creationId xmlns:a16="http://schemas.microsoft.com/office/drawing/2014/main" id="{12BF17CA-3FE8-1E9B-CDA8-C111FABA0790}"/>
              </a:ext>
            </a:extLst>
          </p:cNvPr>
          <p:cNvSpPr/>
          <p:nvPr/>
        </p:nvSpPr>
        <p:spPr>
          <a:xfrm>
            <a:off x="7213997" y="4887691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84">
            <a:extLst>
              <a:ext uri="{FF2B5EF4-FFF2-40B4-BE49-F238E27FC236}">
                <a16:creationId xmlns:a16="http://schemas.microsoft.com/office/drawing/2014/main" id="{621E6815-BDEC-B1F2-E632-EA434B9FFDBD}"/>
              </a:ext>
            </a:extLst>
          </p:cNvPr>
          <p:cNvSpPr/>
          <p:nvPr/>
        </p:nvSpPr>
        <p:spPr>
          <a:xfrm>
            <a:off x="7283422" y="4785661"/>
            <a:ext cx="423672" cy="40843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5">
            <a:extLst>
              <a:ext uri="{FF2B5EF4-FFF2-40B4-BE49-F238E27FC236}">
                <a16:creationId xmlns:a16="http://schemas.microsoft.com/office/drawing/2014/main" id="{05725105-C181-A33B-BE95-EC5B1FC42C13}"/>
              </a:ext>
            </a:extLst>
          </p:cNvPr>
          <p:cNvSpPr/>
          <p:nvPr/>
        </p:nvSpPr>
        <p:spPr>
          <a:xfrm>
            <a:off x="7328920" y="4808929"/>
            <a:ext cx="330998" cy="31503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6">
            <a:extLst>
              <a:ext uri="{FF2B5EF4-FFF2-40B4-BE49-F238E27FC236}">
                <a16:creationId xmlns:a16="http://schemas.microsoft.com/office/drawing/2014/main" id="{6566B5FD-1AC3-9DAA-56B4-6925CB43CDC5}"/>
              </a:ext>
            </a:extLst>
          </p:cNvPr>
          <p:cNvSpPr/>
          <p:nvPr/>
        </p:nvSpPr>
        <p:spPr>
          <a:xfrm>
            <a:off x="7328921" y="4808929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7">
            <a:extLst>
              <a:ext uri="{FF2B5EF4-FFF2-40B4-BE49-F238E27FC236}">
                <a16:creationId xmlns:a16="http://schemas.microsoft.com/office/drawing/2014/main" id="{9841A139-7129-F89C-2EB1-AFF1F36FC312}"/>
              </a:ext>
            </a:extLst>
          </p:cNvPr>
          <p:cNvSpPr/>
          <p:nvPr/>
        </p:nvSpPr>
        <p:spPr>
          <a:xfrm>
            <a:off x="7328921" y="4808929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8">
            <a:extLst>
              <a:ext uri="{FF2B5EF4-FFF2-40B4-BE49-F238E27FC236}">
                <a16:creationId xmlns:a16="http://schemas.microsoft.com/office/drawing/2014/main" id="{39C32A8F-0B56-0AC0-A7E7-BDA4BA82E3E3}"/>
              </a:ext>
            </a:extLst>
          </p:cNvPr>
          <p:cNvSpPr/>
          <p:nvPr/>
        </p:nvSpPr>
        <p:spPr>
          <a:xfrm>
            <a:off x="7581161" y="4887689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90">
            <a:extLst>
              <a:ext uri="{FF2B5EF4-FFF2-40B4-BE49-F238E27FC236}">
                <a16:creationId xmlns:a16="http://schemas.microsoft.com/office/drawing/2014/main" id="{A0F62F69-9614-6E8A-DB88-701012B2512E}"/>
              </a:ext>
            </a:extLst>
          </p:cNvPr>
          <p:cNvSpPr/>
          <p:nvPr/>
        </p:nvSpPr>
        <p:spPr>
          <a:xfrm>
            <a:off x="7704028" y="5529008"/>
            <a:ext cx="331000" cy="31503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91">
            <a:extLst>
              <a:ext uri="{FF2B5EF4-FFF2-40B4-BE49-F238E27FC236}">
                <a16:creationId xmlns:a16="http://schemas.microsoft.com/office/drawing/2014/main" id="{B8677D0F-A936-5177-B377-5D4FDFC4AAFB}"/>
              </a:ext>
            </a:extLst>
          </p:cNvPr>
          <p:cNvSpPr/>
          <p:nvPr/>
        </p:nvSpPr>
        <p:spPr>
          <a:xfrm>
            <a:off x="7704028" y="5529008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69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92">
            <a:extLst>
              <a:ext uri="{FF2B5EF4-FFF2-40B4-BE49-F238E27FC236}">
                <a16:creationId xmlns:a16="http://schemas.microsoft.com/office/drawing/2014/main" id="{F77B3E7B-8552-D9C7-5F3E-DC1B5F4A5891}"/>
              </a:ext>
            </a:extLst>
          </p:cNvPr>
          <p:cNvSpPr/>
          <p:nvPr/>
        </p:nvSpPr>
        <p:spPr>
          <a:xfrm>
            <a:off x="7704028" y="5529008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69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93">
            <a:extLst>
              <a:ext uri="{FF2B5EF4-FFF2-40B4-BE49-F238E27FC236}">
                <a16:creationId xmlns:a16="http://schemas.microsoft.com/office/drawing/2014/main" id="{D3C05E17-90A6-8ED5-365E-2EF5DBF9DAB6}"/>
              </a:ext>
            </a:extLst>
          </p:cNvPr>
          <p:cNvSpPr/>
          <p:nvPr/>
        </p:nvSpPr>
        <p:spPr>
          <a:xfrm>
            <a:off x="7956268" y="5607766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95">
            <a:extLst>
              <a:ext uri="{FF2B5EF4-FFF2-40B4-BE49-F238E27FC236}">
                <a16:creationId xmlns:a16="http://schemas.microsoft.com/office/drawing/2014/main" id="{8A5DB794-C5C3-DC72-151D-2D2474EF0B51}"/>
              </a:ext>
            </a:extLst>
          </p:cNvPr>
          <p:cNvSpPr/>
          <p:nvPr/>
        </p:nvSpPr>
        <p:spPr>
          <a:xfrm>
            <a:off x="8071194" y="5529010"/>
            <a:ext cx="330998" cy="31503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96">
            <a:extLst>
              <a:ext uri="{FF2B5EF4-FFF2-40B4-BE49-F238E27FC236}">
                <a16:creationId xmlns:a16="http://schemas.microsoft.com/office/drawing/2014/main" id="{0CEE75D5-CE21-39AF-1A52-56CAC6A06DC3}"/>
              </a:ext>
            </a:extLst>
          </p:cNvPr>
          <p:cNvSpPr/>
          <p:nvPr/>
        </p:nvSpPr>
        <p:spPr>
          <a:xfrm>
            <a:off x="8071194" y="5529010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7">
            <a:extLst>
              <a:ext uri="{FF2B5EF4-FFF2-40B4-BE49-F238E27FC236}">
                <a16:creationId xmlns:a16="http://schemas.microsoft.com/office/drawing/2014/main" id="{61B69D43-8497-DF4B-6AE6-3842CD2501D8}"/>
              </a:ext>
            </a:extLst>
          </p:cNvPr>
          <p:cNvSpPr/>
          <p:nvPr/>
        </p:nvSpPr>
        <p:spPr>
          <a:xfrm>
            <a:off x="8071194" y="5529010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8">
            <a:extLst>
              <a:ext uri="{FF2B5EF4-FFF2-40B4-BE49-F238E27FC236}">
                <a16:creationId xmlns:a16="http://schemas.microsoft.com/office/drawing/2014/main" id="{DA674181-17B1-B7D6-4389-CC834632CAFB}"/>
              </a:ext>
            </a:extLst>
          </p:cNvPr>
          <p:cNvSpPr/>
          <p:nvPr/>
        </p:nvSpPr>
        <p:spPr>
          <a:xfrm>
            <a:off x="8323434" y="5607768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100">
            <a:extLst>
              <a:ext uri="{FF2B5EF4-FFF2-40B4-BE49-F238E27FC236}">
                <a16:creationId xmlns:a16="http://schemas.microsoft.com/office/drawing/2014/main" id="{F36B9711-24BE-2BAE-D8F9-2F2F62EE6131}"/>
              </a:ext>
            </a:extLst>
          </p:cNvPr>
          <p:cNvSpPr/>
          <p:nvPr/>
        </p:nvSpPr>
        <p:spPr>
          <a:xfrm>
            <a:off x="8438358" y="5529011"/>
            <a:ext cx="330998" cy="31503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101">
            <a:extLst>
              <a:ext uri="{FF2B5EF4-FFF2-40B4-BE49-F238E27FC236}">
                <a16:creationId xmlns:a16="http://schemas.microsoft.com/office/drawing/2014/main" id="{F3BFB64E-F64F-7445-81AA-91E039F30F6A}"/>
              </a:ext>
            </a:extLst>
          </p:cNvPr>
          <p:cNvSpPr/>
          <p:nvPr/>
        </p:nvSpPr>
        <p:spPr>
          <a:xfrm>
            <a:off x="8438359" y="5529011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102">
            <a:extLst>
              <a:ext uri="{FF2B5EF4-FFF2-40B4-BE49-F238E27FC236}">
                <a16:creationId xmlns:a16="http://schemas.microsoft.com/office/drawing/2014/main" id="{575019F9-2153-7CEB-6AEA-18FFE1A46FFB}"/>
              </a:ext>
            </a:extLst>
          </p:cNvPr>
          <p:cNvSpPr/>
          <p:nvPr/>
        </p:nvSpPr>
        <p:spPr>
          <a:xfrm>
            <a:off x="8438359" y="5529011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103">
            <a:extLst>
              <a:ext uri="{FF2B5EF4-FFF2-40B4-BE49-F238E27FC236}">
                <a16:creationId xmlns:a16="http://schemas.microsoft.com/office/drawing/2014/main" id="{C890C0DF-56F4-DD15-8353-AED21E5B5A03}"/>
              </a:ext>
            </a:extLst>
          </p:cNvPr>
          <p:cNvSpPr/>
          <p:nvPr/>
        </p:nvSpPr>
        <p:spPr>
          <a:xfrm>
            <a:off x="8690599" y="5607769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104">
            <a:extLst>
              <a:ext uri="{FF2B5EF4-FFF2-40B4-BE49-F238E27FC236}">
                <a16:creationId xmlns:a16="http://schemas.microsoft.com/office/drawing/2014/main" id="{71CFD718-343D-1E19-255E-AB28E096B63E}"/>
              </a:ext>
            </a:extLst>
          </p:cNvPr>
          <p:cNvSpPr/>
          <p:nvPr/>
        </p:nvSpPr>
        <p:spPr>
          <a:xfrm>
            <a:off x="2876013" y="5504988"/>
            <a:ext cx="423672" cy="408431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105">
            <a:extLst>
              <a:ext uri="{FF2B5EF4-FFF2-40B4-BE49-F238E27FC236}">
                <a16:creationId xmlns:a16="http://schemas.microsoft.com/office/drawing/2014/main" id="{701566E0-89A6-1029-00C2-5A5812A81686}"/>
              </a:ext>
            </a:extLst>
          </p:cNvPr>
          <p:cNvSpPr/>
          <p:nvPr/>
        </p:nvSpPr>
        <p:spPr>
          <a:xfrm>
            <a:off x="2922940" y="5529016"/>
            <a:ext cx="330998" cy="31503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106">
            <a:extLst>
              <a:ext uri="{FF2B5EF4-FFF2-40B4-BE49-F238E27FC236}">
                <a16:creationId xmlns:a16="http://schemas.microsoft.com/office/drawing/2014/main" id="{6246EC52-3780-7B1D-E94A-883999F30331}"/>
              </a:ext>
            </a:extLst>
          </p:cNvPr>
          <p:cNvSpPr/>
          <p:nvPr/>
        </p:nvSpPr>
        <p:spPr>
          <a:xfrm>
            <a:off x="2922940" y="5529016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107">
            <a:extLst>
              <a:ext uri="{FF2B5EF4-FFF2-40B4-BE49-F238E27FC236}">
                <a16:creationId xmlns:a16="http://schemas.microsoft.com/office/drawing/2014/main" id="{F9E636FB-E9EA-543A-87C4-FE78030ACB45}"/>
              </a:ext>
            </a:extLst>
          </p:cNvPr>
          <p:cNvSpPr/>
          <p:nvPr/>
        </p:nvSpPr>
        <p:spPr>
          <a:xfrm>
            <a:off x="2922940" y="5529016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8">
            <a:extLst>
              <a:ext uri="{FF2B5EF4-FFF2-40B4-BE49-F238E27FC236}">
                <a16:creationId xmlns:a16="http://schemas.microsoft.com/office/drawing/2014/main" id="{E5AA4454-A428-1DAB-D869-F0E96F03C8AB}"/>
              </a:ext>
            </a:extLst>
          </p:cNvPr>
          <p:cNvSpPr/>
          <p:nvPr/>
        </p:nvSpPr>
        <p:spPr>
          <a:xfrm>
            <a:off x="3175180" y="5607775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9">
            <a:extLst>
              <a:ext uri="{FF2B5EF4-FFF2-40B4-BE49-F238E27FC236}">
                <a16:creationId xmlns:a16="http://schemas.microsoft.com/office/drawing/2014/main" id="{DCD5BB96-2A06-BA83-AFCE-03F08FDDDAA6}"/>
              </a:ext>
            </a:extLst>
          </p:cNvPr>
          <p:cNvSpPr/>
          <p:nvPr/>
        </p:nvSpPr>
        <p:spPr>
          <a:xfrm>
            <a:off x="3244821" y="5504988"/>
            <a:ext cx="423672" cy="408431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10">
            <a:extLst>
              <a:ext uri="{FF2B5EF4-FFF2-40B4-BE49-F238E27FC236}">
                <a16:creationId xmlns:a16="http://schemas.microsoft.com/office/drawing/2014/main" id="{22AE946A-EDE9-3674-A7D7-E7FCDDACB9E6}"/>
              </a:ext>
            </a:extLst>
          </p:cNvPr>
          <p:cNvSpPr/>
          <p:nvPr/>
        </p:nvSpPr>
        <p:spPr>
          <a:xfrm>
            <a:off x="3290106" y="5529018"/>
            <a:ext cx="330998" cy="31503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11">
            <a:extLst>
              <a:ext uri="{FF2B5EF4-FFF2-40B4-BE49-F238E27FC236}">
                <a16:creationId xmlns:a16="http://schemas.microsoft.com/office/drawing/2014/main" id="{91EFB135-091C-AD9B-38BF-B5EC55322DD3}"/>
              </a:ext>
            </a:extLst>
          </p:cNvPr>
          <p:cNvSpPr/>
          <p:nvPr/>
        </p:nvSpPr>
        <p:spPr>
          <a:xfrm>
            <a:off x="3290106" y="5529018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12">
            <a:extLst>
              <a:ext uri="{FF2B5EF4-FFF2-40B4-BE49-F238E27FC236}">
                <a16:creationId xmlns:a16="http://schemas.microsoft.com/office/drawing/2014/main" id="{E31E37F2-E98B-3CC1-DAF2-92D8872431FC}"/>
              </a:ext>
            </a:extLst>
          </p:cNvPr>
          <p:cNvSpPr/>
          <p:nvPr/>
        </p:nvSpPr>
        <p:spPr>
          <a:xfrm>
            <a:off x="3290106" y="5529018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13">
            <a:extLst>
              <a:ext uri="{FF2B5EF4-FFF2-40B4-BE49-F238E27FC236}">
                <a16:creationId xmlns:a16="http://schemas.microsoft.com/office/drawing/2014/main" id="{444FD7DB-EA55-C713-0D15-519BC6DAD4C6}"/>
              </a:ext>
            </a:extLst>
          </p:cNvPr>
          <p:cNvSpPr/>
          <p:nvPr/>
        </p:nvSpPr>
        <p:spPr>
          <a:xfrm>
            <a:off x="3542346" y="5607776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14">
            <a:extLst>
              <a:ext uri="{FF2B5EF4-FFF2-40B4-BE49-F238E27FC236}">
                <a16:creationId xmlns:a16="http://schemas.microsoft.com/office/drawing/2014/main" id="{E0F3631E-19DE-F6E1-578A-C2C2144F2537}"/>
              </a:ext>
            </a:extLst>
          </p:cNvPr>
          <p:cNvSpPr/>
          <p:nvPr/>
        </p:nvSpPr>
        <p:spPr>
          <a:xfrm>
            <a:off x="3610581" y="5504988"/>
            <a:ext cx="423672" cy="408431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15">
            <a:extLst>
              <a:ext uri="{FF2B5EF4-FFF2-40B4-BE49-F238E27FC236}">
                <a16:creationId xmlns:a16="http://schemas.microsoft.com/office/drawing/2014/main" id="{6F2DF914-40A9-95C8-EF35-AD20CD17CC11}"/>
              </a:ext>
            </a:extLst>
          </p:cNvPr>
          <p:cNvSpPr/>
          <p:nvPr/>
        </p:nvSpPr>
        <p:spPr>
          <a:xfrm>
            <a:off x="3657271" y="5529016"/>
            <a:ext cx="330998" cy="31503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16">
            <a:extLst>
              <a:ext uri="{FF2B5EF4-FFF2-40B4-BE49-F238E27FC236}">
                <a16:creationId xmlns:a16="http://schemas.microsoft.com/office/drawing/2014/main" id="{87DA1651-A6AE-BD1F-9320-1E30000778F4}"/>
              </a:ext>
            </a:extLst>
          </p:cNvPr>
          <p:cNvSpPr/>
          <p:nvPr/>
        </p:nvSpPr>
        <p:spPr>
          <a:xfrm>
            <a:off x="3657270" y="5529016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17">
            <a:extLst>
              <a:ext uri="{FF2B5EF4-FFF2-40B4-BE49-F238E27FC236}">
                <a16:creationId xmlns:a16="http://schemas.microsoft.com/office/drawing/2014/main" id="{0CA0FF8C-1239-16A6-3DD3-F8BA74823AA5}"/>
              </a:ext>
            </a:extLst>
          </p:cNvPr>
          <p:cNvSpPr/>
          <p:nvPr/>
        </p:nvSpPr>
        <p:spPr>
          <a:xfrm>
            <a:off x="3657270" y="5529016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8">
            <a:extLst>
              <a:ext uri="{FF2B5EF4-FFF2-40B4-BE49-F238E27FC236}">
                <a16:creationId xmlns:a16="http://schemas.microsoft.com/office/drawing/2014/main" id="{B1A7CA57-BCDC-C9F0-D46C-394D1416244C}"/>
              </a:ext>
            </a:extLst>
          </p:cNvPr>
          <p:cNvSpPr/>
          <p:nvPr/>
        </p:nvSpPr>
        <p:spPr>
          <a:xfrm>
            <a:off x="3909511" y="5607775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9">
            <a:extLst>
              <a:ext uri="{FF2B5EF4-FFF2-40B4-BE49-F238E27FC236}">
                <a16:creationId xmlns:a16="http://schemas.microsoft.com/office/drawing/2014/main" id="{6F606F90-37B1-B782-FEAE-741CA893ECB6}"/>
              </a:ext>
            </a:extLst>
          </p:cNvPr>
          <p:cNvSpPr/>
          <p:nvPr/>
        </p:nvSpPr>
        <p:spPr>
          <a:xfrm>
            <a:off x="3979389" y="5504988"/>
            <a:ext cx="423672" cy="408431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20">
            <a:extLst>
              <a:ext uri="{FF2B5EF4-FFF2-40B4-BE49-F238E27FC236}">
                <a16:creationId xmlns:a16="http://schemas.microsoft.com/office/drawing/2014/main" id="{17C96B11-EC08-4003-8E57-BEE174A35DD1}"/>
              </a:ext>
            </a:extLst>
          </p:cNvPr>
          <p:cNvSpPr/>
          <p:nvPr/>
        </p:nvSpPr>
        <p:spPr>
          <a:xfrm>
            <a:off x="4024435" y="5529018"/>
            <a:ext cx="330998" cy="31503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21">
            <a:extLst>
              <a:ext uri="{FF2B5EF4-FFF2-40B4-BE49-F238E27FC236}">
                <a16:creationId xmlns:a16="http://schemas.microsoft.com/office/drawing/2014/main" id="{8C79FF60-2884-3B66-9D0E-8A0AC75DFDA8}"/>
              </a:ext>
            </a:extLst>
          </p:cNvPr>
          <p:cNvSpPr/>
          <p:nvPr/>
        </p:nvSpPr>
        <p:spPr>
          <a:xfrm>
            <a:off x="4024435" y="5529018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22">
            <a:extLst>
              <a:ext uri="{FF2B5EF4-FFF2-40B4-BE49-F238E27FC236}">
                <a16:creationId xmlns:a16="http://schemas.microsoft.com/office/drawing/2014/main" id="{CABBF071-F175-71B7-BA78-E786511F726F}"/>
              </a:ext>
            </a:extLst>
          </p:cNvPr>
          <p:cNvSpPr/>
          <p:nvPr/>
        </p:nvSpPr>
        <p:spPr>
          <a:xfrm>
            <a:off x="4024435" y="5529018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23">
            <a:extLst>
              <a:ext uri="{FF2B5EF4-FFF2-40B4-BE49-F238E27FC236}">
                <a16:creationId xmlns:a16="http://schemas.microsoft.com/office/drawing/2014/main" id="{41C9E749-461D-98C3-0CFF-AAE65A18FE8A}"/>
              </a:ext>
            </a:extLst>
          </p:cNvPr>
          <p:cNvSpPr/>
          <p:nvPr/>
        </p:nvSpPr>
        <p:spPr>
          <a:xfrm>
            <a:off x="4276676" y="5607776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24">
            <a:extLst>
              <a:ext uri="{FF2B5EF4-FFF2-40B4-BE49-F238E27FC236}">
                <a16:creationId xmlns:a16="http://schemas.microsoft.com/office/drawing/2014/main" id="{8AABC959-2739-3BD6-139E-592305D28C7F}"/>
              </a:ext>
            </a:extLst>
          </p:cNvPr>
          <p:cNvSpPr/>
          <p:nvPr/>
        </p:nvSpPr>
        <p:spPr>
          <a:xfrm>
            <a:off x="4345150" y="5504988"/>
            <a:ext cx="423672" cy="408431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25">
            <a:extLst>
              <a:ext uri="{FF2B5EF4-FFF2-40B4-BE49-F238E27FC236}">
                <a16:creationId xmlns:a16="http://schemas.microsoft.com/office/drawing/2014/main" id="{C9802899-F27D-F5AF-1D17-FFE7E4820A52}"/>
              </a:ext>
            </a:extLst>
          </p:cNvPr>
          <p:cNvSpPr/>
          <p:nvPr/>
        </p:nvSpPr>
        <p:spPr>
          <a:xfrm>
            <a:off x="4391601" y="5529018"/>
            <a:ext cx="330998" cy="31503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26">
            <a:extLst>
              <a:ext uri="{FF2B5EF4-FFF2-40B4-BE49-F238E27FC236}">
                <a16:creationId xmlns:a16="http://schemas.microsoft.com/office/drawing/2014/main" id="{157E2226-8D35-7F54-C0CF-00C25C0692D4}"/>
              </a:ext>
            </a:extLst>
          </p:cNvPr>
          <p:cNvSpPr/>
          <p:nvPr/>
        </p:nvSpPr>
        <p:spPr>
          <a:xfrm>
            <a:off x="4391601" y="5529018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27">
            <a:extLst>
              <a:ext uri="{FF2B5EF4-FFF2-40B4-BE49-F238E27FC236}">
                <a16:creationId xmlns:a16="http://schemas.microsoft.com/office/drawing/2014/main" id="{DEB9B6D8-942D-F608-212C-E794FEF22DFF}"/>
              </a:ext>
            </a:extLst>
          </p:cNvPr>
          <p:cNvSpPr/>
          <p:nvPr/>
        </p:nvSpPr>
        <p:spPr>
          <a:xfrm>
            <a:off x="4391601" y="5529018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8">
            <a:extLst>
              <a:ext uri="{FF2B5EF4-FFF2-40B4-BE49-F238E27FC236}">
                <a16:creationId xmlns:a16="http://schemas.microsoft.com/office/drawing/2014/main" id="{61CE435D-132E-63D0-1769-89B9F9CB0D9F}"/>
              </a:ext>
            </a:extLst>
          </p:cNvPr>
          <p:cNvSpPr/>
          <p:nvPr/>
        </p:nvSpPr>
        <p:spPr>
          <a:xfrm>
            <a:off x="4643842" y="5607776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9">
            <a:extLst>
              <a:ext uri="{FF2B5EF4-FFF2-40B4-BE49-F238E27FC236}">
                <a16:creationId xmlns:a16="http://schemas.microsoft.com/office/drawing/2014/main" id="{297DA8C8-FE3F-A150-A3A7-503B2594F520}"/>
              </a:ext>
            </a:extLst>
          </p:cNvPr>
          <p:cNvSpPr/>
          <p:nvPr/>
        </p:nvSpPr>
        <p:spPr>
          <a:xfrm>
            <a:off x="4713957" y="5504988"/>
            <a:ext cx="420624" cy="408431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30">
            <a:extLst>
              <a:ext uri="{FF2B5EF4-FFF2-40B4-BE49-F238E27FC236}">
                <a16:creationId xmlns:a16="http://schemas.microsoft.com/office/drawing/2014/main" id="{4B2E54CD-235C-B133-D04A-2FC6DEB55F88}"/>
              </a:ext>
            </a:extLst>
          </p:cNvPr>
          <p:cNvSpPr/>
          <p:nvPr/>
        </p:nvSpPr>
        <p:spPr>
          <a:xfrm>
            <a:off x="4758766" y="5529016"/>
            <a:ext cx="330998" cy="31503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31">
            <a:extLst>
              <a:ext uri="{FF2B5EF4-FFF2-40B4-BE49-F238E27FC236}">
                <a16:creationId xmlns:a16="http://schemas.microsoft.com/office/drawing/2014/main" id="{A197AAE4-F6C4-D2E5-86EB-D713A0228AF9}"/>
              </a:ext>
            </a:extLst>
          </p:cNvPr>
          <p:cNvSpPr/>
          <p:nvPr/>
        </p:nvSpPr>
        <p:spPr>
          <a:xfrm>
            <a:off x="4758766" y="5529016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32">
            <a:extLst>
              <a:ext uri="{FF2B5EF4-FFF2-40B4-BE49-F238E27FC236}">
                <a16:creationId xmlns:a16="http://schemas.microsoft.com/office/drawing/2014/main" id="{B4BE1E5F-B5DE-C704-0BDA-AB34278DAED7}"/>
              </a:ext>
            </a:extLst>
          </p:cNvPr>
          <p:cNvSpPr/>
          <p:nvPr/>
        </p:nvSpPr>
        <p:spPr>
          <a:xfrm>
            <a:off x="4758766" y="5529016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33">
            <a:extLst>
              <a:ext uri="{FF2B5EF4-FFF2-40B4-BE49-F238E27FC236}">
                <a16:creationId xmlns:a16="http://schemas.microsoft.com/office/drawing/2014/main" id="{B4A55F7E-D1D4-4CD2-06FF-9EE899ED1563}"/>
              </a:ext>
            </a:extLst>
          </p:cNvPr>
          <p:cNvSpPr/>
          <p:nvPr/>
        </p:nvSpPr>
        <p:spPr>
          <a:xfrm>
            <a:off x="5011006" y="5607775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34">
            <a:extLst>
              <a:ext uri="{FF2B5EF4-FFF2-40B4-BE49-F238E27FC236}">
                <a16:creationId xmlns:a16="http://schemas.microsoft.com/office/drawing/2014/main" id="{E78945B3-2A3C-95A7-143A-B9A52498AC64}"/>
              </a:ext>
            </a:extLst>
          </p:cNvPr>
          <p:cNvSpPr/>
          <p:nvPr/>
        </p:nvSpPr>
        <p:spPr>
          <a:xfrm>
            <a:off x="5079718" y="5504988"/>
            <a:ext cx="423672" cy="408431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35">
            <a:extLst>
              <a:ext uri="{FF2B5EF4-FFF2-40B4-BE49-F238E27FC236}">
                <a16:creationId xmlns:a16="http://schemas.microsoft.com/office/drawing/2014/main" id="{3FD67016-96F5-AC24-672D-A6BCA7800CDA}"/>
              </a:ext>
            </a:extLst>
          </p:cNvPr>
          <p:cNvSpPr/>
          <p:nvPr/>
        </p:nvSpPr>
        <p:spPr>
          <a:xfrm>
            <a:off x="5125930" y="5529018"/>
            <a:ext cx="330998" cy="31503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36">
            <a:extLst>
              <a:ext uri="{FF2B5EF4-FFF2-40B4-BE49-F238E27FC236}">
                <a16:creationId xmlns:a16="http://schemas.microsoft.com/office/drawing/2014/main" id="{AAAC4E92-367E-CE1B-D302-4472987F683B}"/>
              </a:ext>
            </a:extLst>
          </p:cNvPr>
          <p:cNvSpPr/>
          <p:nvPr/>
        </p:nvSpPr>
        <p:spPr>
          <a:xfrm>
            <a:off x="5125930" y="5529018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37">
            <a:extLst>
              <a:ext uri="{FF2B5EF4-FFF2-40B4-BE49-F238E27FC236}">
                <a16:creationId xmlns:a16="http://schemas.microsoft.com/office/drawing/2014/main" id="{06177141-A983-EC93-44DE-6C6C93B8722B}"/>
              </a:ext>
            </a:extLst>
          </p:cNvPr>
          <p:cNvSpPr/>
          <p:nvPr/>
        </p:nvSpPr>
        <p:spPr>
          <a:xfrm>
            <a:off x="5125930" y="5529018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8">
            <a:extLst>
              <a:ext uri="{FF2B5EF4-FFF2-40B4-BE49-F238E27FC236}">
                <a16:creationId xmlns:a16="http://schemas.microsoft.com/office/drawing/2014/main" id="{DA327567-D055-ED0B-C45A-51FA1B908A2D}"/>
              </a:ext>
            </a:extLst>
          </p:cNvPr>
          <p:cNvSpPr/>
          <p:nvPr/>
        </p:nvSpPr>
        <p:spPr>
          <a:xfrm>
            <a:off x="5378171" y="5607776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9">
            <a:extLst>
              <a:ext uri="{FF2B5EF4-FFF2-40B4-BE49-F238E27FC236}">
                <a16:creationId xmlns:a16="http://schemas.microsoft.com/office/drawing/2014/main" id="{BC05F472-4672-E802-ED77-8608C107727E}"/>
              </a:ext>
            </a:extLst>
          </p:cNvPr>
          <p:cNvSpPr/>
          <p:nvPr/>
        </p:nvSpPr>
        <p:spPr>
          <a:xfrm>
            <a:off x="5445477" y="5504988"/>
            <a:ext cx="423671" cy="408431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40">
            <a:extLst>
              <a:ext uri="{FF2B5EF4-FFF2-40B4-BE49-F238E27FC236}">
                <a16:creationId xmlns:a16="http://schemas.microsoft.com/office/drawing/2014/main" id="{59C6E573-62FE-0B04-9A7F-DC20BD3D48FD}"/>
              </a:ext>
            </a:extLst>
          </p:cNvPr>
          <p:cNvSpPr/>
          <p:nvPr/>
        </p:nvSpPr>
        <p:spPr>
          <a:xfrm>
            <a:off x="5493096" y="5529018"/>
            <a:ext cx="330998" cy="31503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41">
            <a:extLst>
              <a:ext uri="{FF2B5EF4-FFF2-40B4-BE49-F238E27FC236}">
                <a16:creationId xmlns:a16="http://schemas.microsoft.com/office/drawing/2014/main" id="{8A2B756B-E998-3292-CA5F-E1F3BBA04875}"/>
              </a:ext>
            </a:extLst>
          </p:cNvPr>
          <p:cNvSpPr/>
          <p:nvPr/>
        </p:nvSpPr>
        <p:spPr>
          <a:xfrm>
            <a:off x="5493096" y="5529018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42">
            <a:extLst>
              <a:ext uri="{FF2B5EF4-FFF2-40B4-BE49-F238E27FC236}">
                <a16:creationId xmlns:a16="http://schemas.microsoft.com/office/drawing/2014/main" id="{0FBC742D-A302-AF22-F3DB-6ABA6B49D1F9}"/>
              </a:ext>
            </a:extLst>
          </p:cNvPr>
          <p:cNvSpPr/>
          <p:nvPr/>
        </p:nvSpPr>
        <p:spPr>
          <a:xfrm>
            <a:off x="5493096" y="5529018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43">
            <a:extLst>
              <a:ext uri="{FF2B5EF4-FFF2-40B4-BE49-F238E27FC236}">
                <a16:creationId xmlns:a16="http://schemas.microsoft.com/office/drawing/2014/main" id="{4ADC5EF9-4C3B-B285-9FD3-15B625FF67BC}"/>
              </a:ext>
            </a:extLst>
          </p:cNvPr>
          <p:cNvSpPr/>
          <p:nvPr/>
        </p:nvSpPr>
        <p:spPr>
          <a:xfrm>
            <a:off x="5745337" y="5607776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44">
            <a:extLst>
              <a:ext uri="{FF2B5EF4-FFF2-40B4-BE49-F238E27FC236}">
                <a16:creationId xmlns:a16="http://schemas.microsoft.com/office/drawing/2014/main" id="{8DB26C39-E486-5060-8844-4DC44470E4D8}"/>
              </a:ext>
            </a:extLst>
          </p:cNvPr>
          <p:cNvSpPr/>
          <p:nvPr/>
        </p:nvSpPr>
        <p:spPr>
          <a:xfrm>
            <a:off x="5814285" y="5504988"/>
            <a:ext cx="423672" cy="408431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45">
            <a:extLst>
              <a:ext uri="{FF2B5EF4-FFF2-40B4-BE49-F238E27FC236}">
                <a16:creationId xmlns:a16="http://schemas.microsoft.com/office/drawing/2014/main" id="{E37A3EC3-AEB7-42F2-A100-89D9DE36BB10}"/>
              </a:ext>
            </a:extLst>
          </p:cNvPr>
          <p:cNvSpPr/>
          <p:nvPr/>
        </p:nvSpPr>
        <p:spPr>
          <a:xfrm>
            <a:off x="5860261" y="5529016"/>
            <a:ext cx="330998" cy="31503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46">
            <a:extLst>
              <a:ext uri="{FF2B5EF4-FFF2-40B4-BE49-F238E27FC236}">
                <a16:creationId xmlns:a16="http://schemas.microsoft.com/office/drawing/2014/main" id="{CE2514B8-A480-62EF-441C-2C6683498615}"/>
              </a:ext>
            </a:extLst>
          </p:cNvPr>
          <p:cNvSpPr/>
          <p:nvPr/>
        </p:nvSpPr>
        <p:spPr>
          <a:xfrm>
            <a:off x="5860261" y="5529016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47">
            <a:extLst>
              <a:ext uri="{FF2B5EF4-FFF2-40B4-BE49-F238E27FC236}">
                <a16:creationId xmlns:a16="http://schemas.microsoft.com/office/drawing/2014/main" id="{8B967C6B-68CD-1E87-9931-1A236D92DD4E}"/>
              </a:ext>
            </a:extLst>
          </p:cNvPr>
          <p:cNvSpPr/>
          <p:nvPr/>
        </p:nvSpPr>
        <p:spPr>
          <a:xfrm>
            <a:off x="5860261" y="5529016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8">
            <a:extLst>
              <a:ext uri="{FF2B5EF4-FFF2-40B4-BE49-F238E27FC236}">
                <a16:creationId xmlns:a16="http://schemas.microsoft.com/office/drawing/2014/main" id="{295B9B65-E170-8076-F589-D5020A58BA61}"/>
              </a:ext>
            </a:extLst>
          </p:cNvPr>
          <p:cNvSpPr/>
          <p:nvPr/>
        </p:nvSpPr>
        <p:spPr>
          <a:xfrm>
            <a:off x="6112501" y="5607775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9">
            <a:extLst>
              <a:ext uri="{FF2B5EF4-FFF2-40B4-BE49-F238E27FC236}">
                <a16:creationId xmlns:a16="http://schemas.microsoft.com/office/drawing/2014/main" id="{6DA46D8C-D39C-DAE3-D8FD-3B7EE28E2A1F}"/>
              </a:ext>
            </a:extLst>
          </p:cNvPr>
          <p:cNvSpPr/>
          <p:nvPr/>
        </p:nvSpPr>
        <p:spPr>
          <a:xfrm>
            <a:off x="6180046" y="5504988"/>
            <a:ext cx="423672" cy="408431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50">
            <a:extLst>
              <a:ext uri="{FF2B5EF4-FFF2-40B4-BE49-F238E27FC236}">
                <a16:creationId xmlns:a16="http://schemas.microsoft.com/office/drawing/2014/main" id="{4FA6224F-35DC-914C-632D-87ADFC2BBDDF}"/>
              </a:ext>
            </a:extLst>
          </p:cNvPr>
          <p:cNvSpPr/>
          <p:nvPr/>
        </p:nvSpPr>
        <p:spPr>
          <a:xfrm>
            <a:off x="6227426" y="5529018"/>
            <a:ext cx="330998" cy="31503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51">
            <a:extLst>
              <a:ext uri="{FF2B5EF4-FFF2-40B4-BE49-F238E27FC236}">
                <a16:creationId xmlns:a16="http://schemas.microsoft.com/office/drawing/2014/main" id="{53DD8DD5-3ECB-5533-5DA9-8A56D6695D3E}"/>
              </a:ext>
            </a:extLst>
          </p:cNvPr>
          <p:cNvSpPr/>
          <p:nvPr/>
        </p:nvSpPr>
        <p:spPr>
          <a:xfrm>
            <a:off x="6227425" y="5529018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52">
            <a:extLst>
              <a:ext uri="{FF2B5EF4-FFF2-40B4-BE49-F238E27FC236}">
                <a16:creationId xmlns:a16="http://schemas.microsoft.com/office/drawing/2014/main" id="{BE9497C1-919D-B38C-4628-1A64D75F9AB0}"/>
              </a:ext>
            </a:extLst>
          </p:cNvPr>
          <p:cNvSpPr/>
          <p:nvPr/>
        </p:nvSpPr>
        <p:spPr>
          <a:xfrm>
            <a:off x="6227425" y="5529018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53">
            <a:extLst>
              <a:ext uri="{FF2B5EF4-FFF2-40B4-BE49-F238E27FC236}">
                <a16:creationId xmlns:a16="http://schemas.microsoft.com/office/drawing/2014/main" id="{A2035A70-F173-0F65-7B13-5E713FDA1A51}"/>
              </a:ext>
            </a:extLst>
          </p:cNvPr>
          <p:cNvSpPr/>
          <p:nvPr/>
        </p:nvSpPr>
        <p:spPr>
          <a:xfrm>
            <a:off x="6479666" y="5607776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55">
            <a:extLst>
              <a:ext uri="{FF2B5EF4-FFF2-40B4-BE49-F238E27FC236}">
                <a16:creationId xmlns:a16="http://schemas.microsoft.com/office/drawing/2014/main" id="{544835A9-CE89-68BD-83CD-698D31DAB47C}"/>
              </a:ext>
            </a:extLst>
          </p:cNvPr>
          <p:cNvSpPr/>
          <p:nvPr/>
        </p:nvSpPr>
        <p:spPr>
          <a:xfrm>
            <a:off x="6594590" y="5529018"/>
            <a:ext cx="330998" cy="31503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56">
            <a:extLst>
              <a:ext uri="{FF2B5EF4-FFF2-40B4-BE49-F238E27FC236}">
                <a16:creationId xmlns:a16="http://schemas.microsoft.com/office/drawing/2014/main" id="{167D860B-8547-5DF7-690D-0C943991478E}"/>
              </a:ext>
            </a:extLst>
          </p:cNvPr>
          <p:cNvSpPr/>
          <p:nvPr/>
        </p:nvSpPr>
        <p:spPr>
          <a:xfrm>
            <a:off x="6594590" y="5529018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57">
            <a:extLst>
              <a:ext uri="{FF2B5EF4-FFF2-40B4-BE49-F238E27FC236}">
                <a16:creationId xmlns:a16="http://schemas.microsoft.com/office/drawing/2014/main" id="{55659112-601C-1587-DEBA-4F28BAD1F4D8}"/>
              </a:ext>
            </a:extLst>
          </p:cNvPr>
          <p:cNvSpPr/>
          <p:nvPr/>
        </p:nvSpPr>
        <p:spPr>
          <a:xfrm>
            <a:off x="6594590" y="5529018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58">
            <a:extLst>
              <a:ext uri="{FF2B5EF4-FFF2-40B4-BE49-F238E27FC236}">
                <a16:creationId xmlns:a16="http://schemas.microsoft.com/office/drawing/2014/main" id="{E09A7790-F74C-14AC-A393-770F91D67D58}"/>
              </a:ext>
            </a:extLst>
          </p:cNvPr>
          <p:cNvSpPr/>
          <p:nvPr/>
        </p:nvSpPr>
        <p:spPr>
          <a:xfrm>
            <a:off x="6846831" y="5607776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60">
            <a:extLst>
              <a:ext uri="{FF2B5EF4-FFF2-40B4-BE49-F238E27FC236}">
                <a16:creationId xmlns:a16="http://schemas.microsoft.com/office/drawing/2014/main" id="{32057247-57C0-53C1-23A9-27A57B4FF220}"/>
              </a:ext>
            </a:extLst>
          </p:cNvPr>
          <p:cNvSpPr/>
          <p:nvPr/>
        </p:nvSpPr>
        <p:spPr>
          <a:xfrm>
            <a:off x="6961755" y="5529016"/>
            <a:ext cx="330998" cy="31503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61">
            <a:extLst>
              <a:ext uri="{FF2B5EF4-FFF2-40B4-BE49-F238E27FC236}">
                <a16:creationId xmlns:a16="http://schemas.microsoft.com/office/drawing/2014/main" id="{45ED3E7C-3462-1F0D-4CFD-6A30C258F249}"/>
              </a:ext>
            </a:extLst>
          </p:cNvPr>
          <p:cNvSpPr/>
          <p:nvPr/>
        </p:nvSpPr>
        <p:spPr>
          <a:xfrm>
            <a:off x="6961756" y="5529016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62">
            <a:extLst>
              <a:ext uri="{FF2B5EF4-FFF2-40B4-BE49-F238E27FC236}">
                <a16:creationId xmlns:a16="http://schemas.microsoft.com/office/drawing/2014/main" id="{13439164-25E1-B355-F768-AFE8BA20060B}"/>
              </a:ext>
            </a:extLst>
          </p:cNvPr>
          <p:cNvSpPr/>
          <p:nvPr/>
        </p:nvSpPr>
        <p:spPr>
          <a:xfrm>
            <a:off x="6961756" y="5529016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63">
            <a:extLst>
              <a:ext uri="{FF2B5EF4-FFF2-40B4-BE49-F238E27FC236}">
                <a16:creationId xmlns:a16="http://schemas.microsoft.com/office/drawing/2014/main" id="{C7A45755-0711-3D77-174A-8337BBD89A36}"/>
              </a:ext>
            </a:extLst>
          </p:cNvPr>
          <p:cNvSpPr/>
          <p:nvPr/>
        </p:nvSpPr>
        <p:spPr>
          <a:xfrm>
            <a:off x="7213997" y="5607775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64">
            <a:extLst>
              <a:ext uri="{FF2B5EF4-FFF2-40B4-BE49-F238E27FC236}">
                <a16:creationId xmlns:a16="http://schemas.microsoft.com/office/drawing/2014/main" id="{CFF958BD-0F87-75FD-B97B-60D9BDEB3E4B}"/>
              </a:ext>
            </a:extLst>
          </p:cNvPr>
          <p:cNvSpPr/>
          <p:nvPr/>
        </p:nvSpPr>
        <p:spPr>
          <a:xfrm>
            <a:off x="7283422" y="5504988"/>
            <a:ext cx="423672" cy="408431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65">
            <a:extLst>
              <a:ext uri="{FF2B5EF4-FFF2-40B4-BE49-F238E27FC236}">
                <a16:creationId xmlns:a16="http://schemas.microsoft.com/office/drawing/2014/main" id="{1B6F4DAA-BB76-08C5-D6F2-D54423EF7D0C}"/>
              </a:ext>
            </a:extLst>
          </p:cNvPr>
          <p:cNvSpPr/>
          <p:nvPr/>
        </p:nvSpPr>
        <p:spPr>
          <a:xfrm>
            <a:off x="7328920" y="5529013"/>
            <a:ext cx="330998" cy="315034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  <a:ln>
            <a:solidFill>
              <a:schemeClr val="accent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66">
            <a:extLst>
              <a:ext uri="{FF2B5EF4-FFF2-40B4-BE49-F238E27FC236}">
                <a16:creationId xmlns:a16="http://schemas.microsoft.com/office/drawing/2014/main" id="{7302F41F-5C3D-EA67-8CDC-208295916BFD}"/>
              </a:ext>
            </a:extLst>
          </p:cNvPr>
          <p:cNvSpPr/>
          <p:nvPr/>
        </p:nvSpPr>
        <p:spPr>
          <a:xfrm>
            <a:off x="7328921" y="5529013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  <a:ln w="9525">
            <a:solidFill>
              <a:schemeClr val="accent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67">
            <a:extLst>
              <a:ext uri="{FF2B5EF4-FFF2-40B4-BE49-F238E27FC236}">
                <a16:creationId xmlns:a16="http://schemas.microsoft.com/office/drawing/2014/main" id="{E36C0899-AA01-B7C3-6703-CF43830FFD14}"/>
              </a:ext>
            </a:extLst>
          </p:cNvPr>
          <p:cNvSpPr/>
          <p:nvPr/>
        </p:nvSpPr>
        <p:spPr>
          <a:xfrm>
            <a:off x="7328921" y="5529013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  <a:ln w="9525">
            <a:solidFill>
              <a:schemeClr val="accent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68">
            <a:extLst>
              <a:ext uri="{FF2B5EF4-FFF2-40B4-BE49-F238E27FC236}">
                <a16:creationId xmlns:a16="http://schemas.microsoft.com/office/drawing/2014/main" id="{5DF223EF-A511-178A-D7EC-61824BFD0019}"/>
              </a:ext>
            </a:extLst>
          </p:cNvPr>
          <p:cNvSpPr/>
          <p:nvPr/>
        </p:nvSpPr>
        <p:spPr>
          <a:xfrm>
            <a:off x="7581161" y="5607772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  <a:ln>
            <a:solidFill>
              <a:schemeClr val="accent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71">
            <a:extLst>
              <a:ext uri="{FF2B5EF4-FFF2-40B4-BE49-F238E27FC236}">
                <a16:creationId xmlns:a16="http://schemas.microsoft.com/office/drawing/2014/main" id="{5A434FE4-5A96-85F7-C661-98BD7856F5DC}"/>
              </a:ext>
            </a:extLst>
          </p:cNvPr>
          <p:cNvSpPr/>
          <p:nvPr/>
        </p:nvSpPr>
        <p:spPr>
          <a:xfrm>
            <a:off x="2922940" y="5529011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72">
            <a:extLst>
              <a:ext uri="{FF2B5EF4-FFF2-40B4-BE49-F238E27FC236}">
                <a16:creationId xmlns:a16="http://schemas.microsoft.com/office/drawing/2014/main" id="{5E1CC0A3-5F13-2A4C-EEFC-A52C964015B8}"/>
              </a:ext>
            </a:extLst>
          </p:cNvPr>
          <p:cNvSpPr/>
          <p:nvPr/>
        </p:nvSpPr>
        <p:spPr>
          <a:xfrm>
            <a:off x="2922940" y="5529011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73">
            <a:extLst>
              <a:ext uri="{FF2B5EF4-FFF2-40B4-BE49-F238E27FC236}">
                <a16:creationId xmlns:a16="http://schemas.microsoft.com/office/drawing/2014/main" id="{01610A3C-1871-8AF0-778A-C849862C6FF3}"/>
              </a:ext>
            </a:extLst>
          </p:cNvPr>
          <p:cNvSpPr/>
          <p:nvPr/>
        </p:nvSpPr>
        <p:spPr>
          <a:xfrm>
            <a:off x="3175180" y="5607771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74">
            <a:extLst>
              <a:ext uri="{FF2B5EF4-FFF2-40B4-BE49-F238E27FC236}">
                <a16:creationId xmlns:a16="http://schemas.microsoft.com/office/drawing/2014/main" id="{5D1499CA-AC3B-5CFE-2787-E5B41F52407B}"/>
              </a:ext>
            </a:extLst>
          </p:cNvPr>
          <p:cNvSpPr/>
          <p:nvPr/>
        </p:nvSpPr>
        <p:spPr>
          <a:xfrm>
            <a:off x="3244821" y="5504988"/>
            <a:ext cx="423672" cy="408431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75">
            <a:extLst>
              <a:ext uri="{FF2B5EF4-FFF2-40B4-BE49-F238E27FC236}">
                <a16:creationId xmlns:a16="http://schemas.microsoft.com/office/drawing/2014/main" id="{757685FA-CBFB-8934-0868-6918ADD02715}"/>
              </a:ext>
            </a:extLst>
          </p:cNvPr>
          <p:cNvSpPr/>
          <p:nvPr/>
        </p:nvSpPr>
        <p:spPr>
          <a:xfrm>
            <a:off x="3290106" y="5529012"/>
            <a:ext cx="330998" cy="31503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76">
            <a:extLst>
              <a:ext uri="{FF2B5EF4-FFF2-40B4-BE49-F238E27FC236}">
                <a16:creationId xmlns:a16="http://schemas.microsoft.com/office/drawing/2014/main" id="{46F50718-7121-B5E5-D198-6EB6E7E21171}"/>
              </a:ext>
            </a:extLst>
          </p:cNvPr>
          <p:cNvSpPr/>
          <p:nvPr/>
        </p:nvSpPr>
        <p:spPr>
          <a:xfrm>
            <a:off x="3290106" y="5529012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77">
            <a:extLst>
              <a:ext uri="{FF2B5EF4-FFF2-40B4-BE49-F238E27FC236}">
                <a16:creationId xmlns:a16="http://schemas.microsoft.com/office/drawing/2014/main" id="{5A67876B-7627-E02F-33BE-693F6FDF25FA}"/>
              </a:ext>
            </a:extLst>
          </p:cNvPr>
          <p:cNvSpPr/>
          <p:nvPr/>
        </p:nvSpPr>
        <p:spPr>
          <a:xfrm>
            <a:off x="3290106" y="5529012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78">
            <a:extLst>
              <a:ext uri="{FF2B5EF4-FFF2-40B4-BE49-F238E27FC236}">
                <a16:creationId xmlns:a16="http://schemas.microsoft.com/office/drawing/2014/main" id="{91AC3AE2-9767-D86F-8FD5-461F3DF890DF}"/>
              </a:ext>
            </a:extLst>
          </p:cNvPr>
          <p:cNvSpPr/>
          <p:nvPr/>
        </p:nvSpPr>
        <p:spPr>
          <a:xfrm>
            <a:off x="3542346" y="5607771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79">
            <a:extLst>
              <a:ext uri="{FF2B5EF4-FFF2-40B4-BE49-F238E27FC236}">
                <a16:creationId xmlns:a16="http://schemas.microsoft.com/office/drawing/2014/main" id="{D74A1800-E678-4DC3-480B-B640CDDFE63C}"/>
              </a:ext>
            </a:extLst>
          </p:cNvPr>
          <p:cNvSpPr/>
          <p:nvPr/>
        </p:nvSpPr>
        <p:spPr>
          <a:xfrm>
            <a:off x="3610581" y="5504988"/>
            <a:ext cx="423672" cy="408431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80">
            <a:extLst>
              <a:ext uri="{FF2B5EF4-FFF2-40B4-BE49-F238E27FC236}">
                <a16:creationId xmlns:a16="http://schemas.microsoft.com/office/drawing/2014/main" id="{B119EBA5-E334-E8C8-8FEC-1663B5BD0756}"/>
              </a:ext>
            </a:extLst>
          </p:cNvPr>
          <p:cNvSpPr/>
          <p:nvPr/>
        </p:nvSpPr>
        <p:spPr>
          <a:xfrm>
            <a:off x="3657271" y="5529011"/>
            <a:ext cx="330998" cy="31503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81">
            <a:extLst>
              <a:ext uri="{FF2B5EF4-FFF2-40B4-BE49-F238E27FC236}">
                <a16:creationId xmlns:a16="http://schemas.microsoft.com/office/drawing/2014/main" id="{DA1AB9B8-6B84-6DDD-7B8F-A32552BEF922}"/>
              </a:ext>
            </a:extLst>
          </p:cNvPr>
          <p:cNvSpPr/>
          <p:nvPr/>
        </p:nvSpPr>
        <p:spPr>
          <a:xfrm>
            <a:off x="3657270" y="5529011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82">
            <a:extLst>
              <a:ext uri="{FF2B5EF4-FFF2-40B4-BE49-F238E27FC236}">
                <a16:creationId xmlns:a16="http://schemas.microsoft.com/office/drawing/2014/main" id="{9C678AD2-5675-A6E6-A47D-B9FA80065A3D}"/>
              </a:ext>
            </a:extLst>
          </p:cNvPr>
          <p:cNvSpPr/>
          <p:nvPr/>
        </p:nvSpPr>
        <p:spPr>
          <a:xfrm>
            <a:off x="3657270" y="5529011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83">
            <a:extLst>
              <a:ext uri="{FF2B5EF4-FFF2-40B4-BE49-F238E27FC236}">
                <a16:creationId xmlns:a16="http://schemas.microsoft.com/office/drawing/2014/main" id="{9267E681-3846-D50A-AD02-01D764510B66}"/>
              </a:ext>
            </a:extLst>
          </p:cNvPr>
          <p:cNvSpPr/>
          <p:nvPr/>
        </p:nvSpPr>
        <p:spPr>
          <a:xfrm>
            <a:off x="3909511" y="5607771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84">
            <a:extLst>
              <a:ext uri="{FF2B5EF4-FFF2-40B4-BE49-F238E27FC236}">
                <a16:creationId xmlns:a16="http://schemas.microsoft.com/office/drawing/2014/main" id="{14B7EC70-C3FC-65CE-CF36-F685EC5A3F6A}"/>
              </a:ext>
            </a:extLst>
          </p:cNvPr>
          <p:cNvSpPr/>
          <p:nvPr/>
        </p:nvSpPr>
        <p:spPr>
          <a:xfrm>
            <a:off x="3979389" y="5504988"/>
            <a:ext cx="423672" cy="408431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85">
            <a:extLst>
              <a:ext uri="{FF2B5EF4-FFF2-40B4-BE49-F238E27FC236}">
                <a16:creationId xmlns:a16="http://schemas.microsoft.com/office/drawing/2014/main" id="{3B96E55F-19FD-44FF-ADC9-581453E7D622}"/>
              </a:ext>
            </a:extLst>
          </p:cNvPr>
          <p:cNvSpPr/>
          <p:nvPr/>
        </p:nvSpPr>
        <p:spPr>
          <a:xfrm>
            <a:off x="4024435" y="5529012"/>
            <a:ext cx="330998" cy="31503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86">
            <a:extLst>
              <a:ext uri="{FF2B5EF4-FFF2-40B4-BE49-F238E27FC236}">
                <a16:creationId xmlns:a16="http://schemas.microsoft.com/office/drawing/2014/main" id="{B0337A99-BFB5-AE00-A9A1-36BE45DA5706}"/>
              </a:ext>
            </a:extLst>
          </p:cNvPr>
          <p:cNvSpPr/>
          <p:nvPr/>
        </p:nvSpPr>
        <p:spPr>
          <a:xfrm>
            <a:off x="4024435" y="5529012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87">
            <a:extLst>
              <a:ext uri="{FF2B5EF4-FFF2-40B4-BE49-F238E27FC236}">
                <a16:creationId xmlns:a16="http://schemas.microsoft.com/office/drawing/2014/main" id="{944048DB-F6F9-0BD1-8C91-6544201FE152}"/>
              </a:ext>
            </a:extLst>
          </p:cNvPr>
          <p:cNvSpPr/>
          <p:nvPr/>
        </p:nvSpPr>
        <p:spPr>
          <a:xfrm>
            <a:off x="4024435" y="5529012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88">
            <a:extLst>
              <a:ext uri="{FF2B5EF4-FFF2-40B4-BE49-F238E27FC236}">
                <a16:creationId xmlns:a16="http://schemas.microsoft.com/office/drawing/2014/main" id="{0F4D1C39-7CCF-F9B4-5F2B-EBCDB1183ECA}"/>
              </a:ext>
            </a:extLst>
          </p:cNvPr>
          <p:cNvSpPr/>
          <p:nvPr/>
        </p:nvSpPr>
        <p:spPr>
          <a:xfrm>
            <a:off x="4276676" y="5607771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89">
            <a:extLst>
              <a:ext uri="{FF2B5EF4-FFF2-40B4-BE49-F238E27FC236}">
                <a16:creationId xmlns:a16="http://schemas.microsoft.com/office/drawing/2014/main" id="{099A38DF-F7FB-ED97-4319-F47AF3D11D56}"/>
              </a:ext>
            </a:extLst>
          </p:cNvPr>
          <p:cNvSpPr/>
          <p:nvPr/>
        </p:nvSpPr>
        <p:spPr>
          <a:xfrm>
            <a:off x="4345150" y="5504988"/>
            <a:ext cx="423672" cy="408431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90">
            <a:extLst>
              <a:ext uri="{FF2B5EF4-FFF2-40B4-BE49-F238E27FC236}">
                <a16:creationId xmlns:a16="http://schemas.microsoft.com/office/drawing/2014/main" id="{6222199A-E2D6-BF90-529A-D5B67236F5C6}"/>
              </a:ext>
            </a:extLst>
          </p:cNvPr>
          <p:cNvSpPr/>
          <p:nvPr/>
        </p:nvSpPr>
        <p:spPr>
          <a:xfrm>
            <a:off x="4391601" y="5529012"/>
            <a:ext cx="330998" cy="31503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91">
            <a:extLst>
              <a:ext uri="{FF2B5EF4-FFF2-40B4-BE49-F238E27FC236}">
                <a16:creationId xmlns:a16="http://schemas.microsoft.com/office/drawing/2014/main" id="{4A6CEFD2-8B8B-1F1F-5F93-3559A8678B5B}"/>
              </a:ext>
            </a:extLst>
          </p:cNvPr>
          <p:cNvSpPr/>
          <p:nvPr/>
        </p:nvSpPr>
        <p:spPr>
          <a:xfrm>
            <a:off x="4391601" y="5529012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92">
            <a:extLst>
              <a:ext uri="{FF2B5EF4-FFF2-40B4-BE49-F238E27FC236}">
                <a16:creationId xmlns:a16="http://schemas.microsoft.com/office/drawing/2014/main" id="{138F6CF6-CABA-F94E-BAF8-28DB1AD3ACA2}"/>
              </a:ext>
            </a:extLst>
          </p:cNvPr>
          <p:cNvSpPr/>
          <p:nvPr/>
        </p:nvSpPr>
        <p:spPr>
          <a:xfrm>
            <a:off x="4391601" y="5529012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93">
            <a:extLst>
              <a:ext uri="{FF2B5EF4-FFF2-40B4-BE49-F238E27FC236}">
                <a16:creationId xmlns:a16="http://schemas.microsoft.com/office/drawing/2014/main" id="{CE98F7D9-2921-5EF9-E5AF-EBA98E6FC32C}"/>
              </a:ext>
            </a:extLst>
          </p:cNvPr>
          <p:cNvSpPr/>
          <p:nvPr/>
        </p:nvSpPr>
        <p:spPr>
          <a:xfrm>
            <a:off x="4643842" y="5607771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94">
            <a:extLst>
              <a:ext uri="{FF2B5EF4-FFF2-40B4-BE49-F238E27FC236}">
                <a16:creationId xmlns:a16="http://schemas.microsoft.com/office/drawing/2014/main" id="{D05D6887-6B0B-4B65-6ABB-003479D1584D}"/>
              </a:ext>
            </a:extLst>
          </p:cNvPr>
          <p:cNvSpPr/>
          <p:nvPr/>
        </p:nvSpPr>
        <p:spPr>
          <a:xfrm>
            <a:off x="4713957" y="5504988"/>
            <a:ext cx="420624" cy="408431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95">
            <a:extLst>
              <a:ext uri="{FF2B5EF4-FFF2-40B4-BE49-F238E27FC236}">
                <a16:creationId xmlns:a16="http://schemas.microsoft.com/office/drawing/2014/main" id="{EC2A64F0-407F-409E-34E9-46E1DCC7C68A}"/>
              </a:ext>
            </a:extLst>
          </p:cNvPr>
          <p:cNvSpPr/>
          <p:nvPr/>
        </p:nvSpPr>
        <p:spPr>
          <a:xfrm>
            <a:off x="4758766" y="5529011"/>
            <a:ext cx="330998" cy="31503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96">
            <a:extLst>
              <a:ext uri="{FF2B5EF4-FFF2-40B4-BE49-F238E27FC236}">
                <a16:creationId xmlns:a16="http://schemas.microsoft.com/office/drawing/2014/main" id="{AB6263AE-E01F-0104-1AA0-BE7B9E43B0FD}"/>
              </a:ext>
            </a:extLst>
          </p:cNvPr>
          <p:cNvSpPr/>
          <p:nvPr/>
        </p:nvSpPr>
        <p:spPr>
          <a:xfrm>
            <a:off x="4758766" y="5529011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97">
            <a:extLst>
              <a:ext uri="{FF2B5EF4-FFF2-40B4-BE49-F238E27FC236}">
                <a16:creationId xmlns:a16="http://schemas.microsoft.com/office/drawing/2014/main" id="{01B75520-2150-6910-2655-E10AAEB64B3E}"/>
              </a:ext>
            </a:extLst>
          </p:cNvPr>
          <p:cNvSpPr/>
          <p:nvPr/>
        </p:nvSpPr>
        <p:spPr>
          <a:xfrm>
            <a:off x="4758766" y="5529011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98">
            <a:extLst>
              <a:ext uri="{FF2B5EF4-FFF2-40B4-BE49-F238E27FC236}">
                <a16:creationId xmlns:a16="http://schemas.microsoft.com/office/drawing/2014/main" id="{7606A86D-E90A-F222-BD9D-6CF076C662F4}"/>
              </a:ext>
            </a:extLst>
          </p:cNvPr>
          <p:cNvSpPr/>
          <p:nvPr/>
        </p:nvSpPr>
        <p:spPr>
          <a:xfrm>
            <a:off x="5011006" y="5607771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99">
            <a:extLst>
              <a:ext uri="{FF2B5EF4-FFF2-40B4-BE49-F238E27FC236}">
                <a16:creationId xmlns:a16="http://schemas.microsoft.com/office/drawing/2014/main" id="{C5AEAA12-98B6-B37E-999E-473EAB7F7399}"/>
              </a:ext>
            </a:extLst>
          </p:cNvPr>
          <p:cNvSpPr/>
          <p:nvPr/>
        </p:nvSpPr>
        <p:spPr>
          <a:xfrm>
            <a:off x="5079718" y="5504988"/>
            <a:ext cx="423672" cy="408431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200">
            <a:extLst>
              <a:ext uri="{FF2B5EF4-FFF2-40B4-BE49-F238E27FC236}">
                <a16:creationId xmlns:a16="http://schemas.microsoft.com/office/drawing/2014/main" id="{035C76EE-E500-F2BE-7E0F-17A436E7D084}"/>
              </a:ext>
            </a:extLst>
          </p:cNvPr>
          <p:cNvSpPr/>
          <p:nvPr/>
        </p:nvSpPr>
        <p:spPr>
          <a:xfrm>
            <a:off x="5125930" y="5529012"/>
            <a:ext cx="330998" cy="31503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201">
            <a:extLst>
              <a:ext uri="{FF2B5EF4-FFF2-40B4-BE49-F238E27FC236}">
                <a16:creationId xmlns:a16="http://schemas.microsoft.com/office/drawing/2014/main" id="{6B896E46-3B16-2779-2D26-BBBDE5B64CEF}"/>
              </a:ext>
            </a:extLst>
          </p:cNvPr>
          <p:cNvSpPr/>
          <p:nvPr/>
        </p:nvSpPr>
        <p:spPr>
          <a:xfrm>
            <a:off x="5125930" y="5529012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202">
            <a:extLst>
              <a:ext uri="{FF2B5EF4-FFF2-40B4-BE49-F238E27FC236}">
                <a16:creationId xmlns:a16="http://schemas.microsoft.com/office/drawing/2014/main" id="{7C80F1AC-B37A-3E9B-0352-0D9D3324E458}"/>
              </a:ext>
            </a:extLst>
          </p:cNvPr>
          <p:cNvSpPr/>
          <p:nvPr/>
        </p:nvSpPr>
        <p:spPr>
          <a:xfrm>
            <a:off x="5125930" y="5529012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203">
            <a:extLst>
              <a:ext uri="{FF2B5EF4-FFF2-40B4-BE49-F238E27FC236}">
                <a16:creationId xmlns:a16="http://schemas.microsoft.com/office/drawing/2014/main" id="{ACF8841D-28ED-36B5-9F6E-AC6B83AC9241}"/>
              </a:ext>
            </a:extLst>
          </p:cNvPr>
          <p:cNvSpPr/>
          <p:nvPr/>
        </p:nvSpPr>
        <p:spPr>
          <a:xfrm>
            <a:off x="5378171" y="5607771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204">
            <a:extLst>
              <a:ext uri="{FF2B5EF4-FFF2-40B4-BE49-F238E27FC236}">
                <a16:creationId xmlns:a16="http://schemas.microsoft.com/office/drawing/2014/main" id="{9DD3B34E-1C8D-34C6-A8BE-B950C02E946F}"/>
              </a:ext>
            </a:extLst>
          </p:cNvPr>
          <p:cNvSpPr/>
          <p:nvPr/>
        </p:nvSpPr>
        <p:spPr>
          <a:xfrm>
            <a:off x="5445477" y="5504988"/>
            <a:ext cx="423671" cy="408431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205">
            <a:extLst>
              <a:ext uri="{FF2B5EF4-FFF2-40B4-BE49-F238E27FC236}">
                <a16:creationId xmlns:a16="http://schemas.microsoft.com/office/drawing/2014/main" id="{D1AA6873-FF28-853F-34C7-A1F180B71748}"/>
              </a:ext>
            </a:extLst>
          </p:cNvPr>
          <p:cNvSpPr/>
          <p:nvPr/>
        </p:nvSpPr>
        <p:spPr>
          <a:xfrm>
            <a:off x="5493096" y="5529012"/>
            <a:ext cx="330998" cy="31503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206">
            <a:extLst>
              <a:ext uri="{FF2B5EF4-FFF2-40B4-BE49-F238E27FC236}">
                <a16:creationId xmlns:a16="http://schemas.microsoft.com/office/drawing/2014/main" id="{FE4A370A-6B06-35F2-FF60-1A02DA8F69BB}"/>
              </a:ext>
            </a:extLst>
          </p:cNvPr>
          <p:cNvSpPr/>
          <p:nvPr/>
        </p:nvSpPr>
        <p:spPr>
          <a:xfrm>
            <a:off x="5493096" y="5529012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207">
            <a:extLst>
              <a:ext uri="{FF2B5EF4-FFF2-40B4-BE49-F238E27FC236}">
                <a16:creationId xmlns:a16="http://schemas.microsoft.com/office/drawing/2014/main" id="{77FD758C-30DB-9AFB-943D-B593ED102205}"/>
              </a:ext>
            </a:extLst>
          </p:cNvPr>
          <p:cNvSpPr/>
          <p:nvPr/>
        </p:nvSpPr>
        <p:spPr>
          <a:xfrm>
            <a:off x="5493096" y="5529012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208">
            <a:extLst>
              <a:ext uri="{FF2B5EF4-FFF2-40B4-BE49-F238E27FC236}">
                <a16:creationId xmlns:a16="http://schemas.microsoft.com/office/drawing/2014/main" id="{03B51D72-1590-9B72-AEEB-CBCCA10FA6D4}"/>
              </a:ext>
            </a:extLst>
          </p:cNvPr>
          <p:cNvSpPr/>
          <p:nvPr/>
        </p:nvSpPr>
        <p:spPr>
          <a:xfrm>
            <a:off x="5745337" y="5607771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209">
            <a:extLst>
              <a:ext uri="{FF2B5EF4-FFF2-40B4-BE49-F238E27FC236}">
                <a16:creationId xmlns:a16="http://schemas.microsoft.com/office/drawing/2014/main" id="{1853C716-B9FE-28BC-F8E5-6E331F111AF5}"/>
              </a:ext>
            </a:extLst>
          </p:cNvPr>
          <p:cNvSpPr/>
          <p:nvPr/>
        </p:nvSpPr>
        <p:spPr>
          <a:xfrm>
            <a:off x="5814285" y="5504988"/>
            <a:ext cx="423672" cy="408431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210">
            <a:extLst>
              <a:ext uri="{FF2B5EF4-FFF2-40B4-BE49-F238E27FC236}">
                <a16:creationId xmlns:a16="http://schemas.microsoft.com/office/drawing/2014/main" id="{83763A1A-9E57-5CC8-0126-CDF96CA1E394}"/>
              </a:ext>
            </a:extLst>
          </p:cNvPr>
          <p:cNvSpPr/>
          <p:nvPr/>
        </p:nvSpPr>
        <p:spPr>
          <a:xfrm>
            <a:off x="5860261" y="5529011"/>
            <a:ext cx="330998" cy="31503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211">
            <a:extLst>
              <a:ext uri="{FF2B5EF4-FFF2-40B4-BE49-F238E27FC236}">
                <a16:creationId xmlns:a16="http://schemas.microsoft.com/office/drawing/2014/main" id="{811FBDF3-B394-9409-C3C0-EB15D1D2828B}"/>
              </a:ext>
            </a:extLst>
          </p:cNvPr>
          <p:cNvSpPr/>
          <p:nvPr/>
        </p:nvSpPr>
        <p:spPr>
          <a:xfrm>
            <a:off x="5860261" y="5529011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12">
            <a:extLst>
              <a:ext uri="{FF2B5EF4-FFF2-40B4-BE49-F238E27FC236}">
                <a16:creationId xmlns:a16="http://schemas.microsoft.com/office/drawing/2014/main" id="{7A233ADB-F06D-DE3E-AB15-47FD3B8C344A}"/>
              </a:ext>
            </a:extLst>
          </p:cNvPr>
          <p:cNvSpPr/>
          <p:nvPr/>
        </p:nvSpPr>
        <p:spPr>
          <a:xfrm>
            <a:off x="5860261" y="5529011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13">
            <a:extLst>
              <a:ext uri="{FF2B5EF4-FFF2-40B4-BE49-F238E27FC236}">
                <a16:creationId xmlns:a16="http://schemas.microsoft.com/office/drawing/2014/main" id="{D6073D39-7C2B-5FCA-4DB8-EB1E5C94F036}"/>
              </a:ext>
            </a:extLst>
          </p:cNvPr>
          <p:cNvSpPr/>
          <p:nvPr/>
        </p:nvSpPr>
        <p:spPr>
          <a:xfrm>
            <a:off x="6112501" y="5607771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14">
            <a:extLst>
              <a:ext uri="{FF2B5EF4-FFF2-40B4-BE49-F238E27FC236}">
                <a16:creationId xmlns:a16="http://schemas.microsoft.com/office/drawing/2014/main" id="{30D612A5-4285-6671-959F-3BA7077EF932}"/>
              </a:ext>
            </a:extLst>
          </p:cNvPr>
          <p:cNvSpPr/>
          <p:nvPr/>
        </p:nvSpPr>
        <p:spPr>
          <a:xfrm>
            <a:off x="1775686" y="4785661"/>
            <a:ext cx="423671" cy="408432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215">
            <a:extLst>
              <a:ext uri="{FF2B5EF4-FFF2-40B4-BE49-F238E27FC236}">
                <a16:creationId xmlns:a16="http://schemas.microsoft.com/office/drawing/2014/main" id="{54CBEAC4-592F-9246-C01E-960D0C80C9BB}"/>
              </a:ext>
            </a:extLst>
          </p:cNvPr>
          <p:cNvSpPr/>
          <p:nvPr/>
        </p:nvSpPr>
        <p:spPr>
          <a:xfrm>
            <a:off x="1821445" y="4808927"/>
            <a:ext cx="331000" cy="31503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16">
            <a:extLst>
              <a:ext uri="{FF2B5EF4-FFF2-40B4-BE49-F238E27FC236}">
                <a16:creationId xmlns:a16="http://schemas.microsoft.com/office/drawing/2014/main" id="{0E0C2CE0-8CC8-DBDC-6F6E-F3390636A8D6}"/>
              </a:ext>
            </a:extLst>
          </p:cNvPr>
          <p:cNvSpPr/>
          <p:nvPr/>
        </p:nvSpPr>
        <p:spPr>
          <a:xfrm>
            <a:off x="1821445" y="4808927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69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17">
            <a:extLst>
              <a:ext uri="{FF2B5EF4-FFF2-40B4-BE49-F238E27FC236}">
                <a16:creationId xmlns:a16="http://schemas.microsoft.com/office/drawing/2014/main" id="{49491A3F-4772-BD7A-6066-57C99537CF7C}"/>
              </a:ext>
            </a:extLst>
          </p:cNvPr>
          <p:cNvSpPr/>
          <p:nvPr/>
        </p:nvSpPr>
        <p:spPr>
          <a:xfrm>
            <a:off x="1821445" y="4808927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69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18">
            <a:extLst>
              <a:ext uri="{FF2B5EF4-FFF2-40B4-BE49-F238E27FC236}">
                <a16:creationId xmlns:a16="http://schemas.microsoft.com/office/drawing/2014/main" id="{4383640D-111D-6CE1-77FD-E62AA70A74B6}"/>
              </a:ext>
            </a:extLst>
          </p:cNvPr>
          <p:cNvSpPr/>
          <p:nvPr/>
        </p:nvSpPr>
        <p:spPr>
          <a:xfrm>
            <a:off x="2073685" y="4887686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object 219">
            <a:extLst>
              <a:ext uri="{FF2B5EF4-FFF2-40B4-BE49-F238E27FC236}">
                <a16:creationId xmlns:a16="http://schemas.microsoft.com/office/drawing/2014/main" id="{3BE51DC6-174B-B21C-883A-1281F0E44A37}"/>
              </a:ext>
            </a:extLst>
          </p:cNvPr>
          <p:cNvSpPr/>
          <p:nvPr/>
        </p:nvSpPr>
        <p:spPr>
          <a:xfrm>
            <a:off x="2141445" y="4785661"/>
            <a:ext cx="423671" cy="408432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20">
            <a:extLst>
              <a:ext uri="{FF2B5EF4-FFF2-40B4-BE49-F238E27FC236}">
                <a16:creationId xmlns:a16="http://schemas.microsoft.com/office/drawing/2014/main" id="{37DB578A-0343-D8E1-709C-017345083BFC}"/>
              </a:ext>
            </a:extLst>
          </p:cNvPr>
          <p:cNvSpPr/>
          <p:nvPr/>
        </p:nvSpPr>
        <p:spPr>
          <a:xfrm>
            <a:off x="2188611" y="4808928"/>
            <a:ext cx="330998" cy="31503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221">
            <a:extLst>
              <a:ext uri="{FF2B5EF4-FFF2-40B4-BE49-F238E27FC236}">
                <a16:creationId xmlns:a16="http://schemas.microsoft.com/office/drawing/2014/main" id="{5C85EE55-2047-F331-EC4E-C2A67E6B4247}"/>
              </a:ext>
            </a:extLst>
          </p:cNvPr>
          <p:cNvSpPr/>
          <p:nvPr/>
        </p:nvSpPr>
        <p:spPr>
          <a:xfrm>
            <a:off x="2188611" y="4808928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222">
            <a:extLst>
              <a:ext uri="{FF2B5EF4-FFF2-40B4-BE49-F238E27FC236}">
                <a16:creationId xmlns:a16="http://schemas.microsoft.com/office/drawing/2014/main" id="{2DCF6359-3AD8-6617-4A61-D3FFFCB44656}"/>
              </a:ext>
            </a:extLst>
          </p:cNvPr>
          <p:cNvSpPr/>
          <p:nvPr/>
        </p:nvSpPr>
        <p:spPr>
          <a:xfrm>
            <a:off x="2188611" y="4808928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223">
            <a:extLst>
              <a:ext uri="{FF2B5EF4-FFF2-40B4-BE49-F238E27FC236}">
                <a16:creationId xmlns:a16="http://schemas.microsoft.com/office/drawing/2014/main" id="{7F83E3B8-BD86-1303-7120-BF256B454FD6}"/>
              </a:ext>
            </a:extLst>
          </p:cNvPr>
          <p:cNvSpPr/>
          <p:nvPr/>
        </p:nvSpPr>
        <p:spPr>
          <a:xfrm>
            <a:off x="2440851" y="4887687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object 224">
            <a:extLst>
              <a:ext uri="{FF2B5EF4-FFF2-40B4-BE49-F238E27FC236}">
                <a16:creationId xmlns:a16="http://schemas.microsoft.com/office/drawing/2014/main" id="{9B357B3B-1374-BD71-13AB-B24BA4DD0ABA}"/>
              </a:ext>
            </a:extLst>
          </p:cNvPr>
          <p:cNvSpPr/>
          <p:nvPr/>
        </p:nvSpPr>
        <p:spPr>
          <a:xfrm>
            <a:off x="2510254" y="4785661"/>
            <a:ext cx="423672" cy="408432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object 225">
            <a:extLst>
              <a:ext uri="{FF2B5EF4-FFF2-40B4-BE49-F238E27FC236}">
                <a16:creationId xmlns:a16="http://schemas.microsoft.com/office/drawing/2014/main" id="{E6C8FC30-CAEE-77E2-E6E7-C27EFB0B6354}"/>
              </a:ext>
            </a:extLst>
          </p:cNvPr>
          <p:cNvSpPr/>
          <p:nvPr/>
        </p:nvSpPr>
        <p:spPr>
          <a:xfrm>
            <a:off x="2555775" y="4808929"/>
            <a:ext cx="330998" cy="31503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object 226">
            <a:extLst>
              <a:ext uri="{FF2B5EF4-FFF2-40B4-BE49-F238E27FC236}">
                <a16:creationId xmlns:a16="http://schemas.microsoft.com/office/drawing/2014/main" id="{C4925E42-1C63-F126-EB52-290FDCA299D0}"/>
              </a:ext>
            </a:extLst>
          </p:cNvPr>
          <p:cNvSpPr/>
          <p:nvPr/>
        </p:nvSpPr>
        <p:spPr>
          <a:xfrm>
            <a:off x="2555776" y="4808929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object 227">
            <a:extLst>
              <a:ext uri="{FF2B5EF4-FFF2-40B4-BE49-F238E27FC236}">
                <a16:creationId xmlns:a16="http://schemas.microsoft.com/office/drawing/2014/main" id="{CBA825BC-A425-6994-7731-E095617A85F8}"/>
              </a:ext>
            </a:extLst>
          </p:cNvPr>
          <p:cNvSpPr/>
          <p:nvPr/>
        </p:nvSpPr>
        <p:spPr>
          <a:xfrm>
            <a:off x="2555776" y="4808929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object 228">
            <a:extLst>
              <a:ext uri="{FF2B5EF4-FFF2-40B4-BE49-F238E27FC236}">
                <a16:creationId xmlns:a16="http://schemas.microsoft.com/office/drawing/2014/main" id="{7FB55590-7A4F-7D5A-54E4-3E04AB77914E}"/>
              </a:ext>
            </a:extLst>
          </p:cNvPr>
          <p:cNvSpPr/>
          <p:nvPr/>
        </p:nvSpPr>
        <p:spPr>
          <a:xfrm>
            <a:off x="2808016" y="4887689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object 229">
            <a:extLst>
              <a:ext uri="{FF2B5EF4-FFF2-40B4-BE49-F238E27FC236}">
                <a16:creationId xmlns:a16="http://schemas.microsoft.com/office/drawing/2014/main" id="{C8D5AD4F-8CCC-386D-D907-DA16F2FC9CB5}"/>
              </a:ext>
            </a:extLst>
          </p:cNvPr>
          <p:cNvSpPr/>
          <p:nvPr/>
        </p:nvSpPr>
        <p:spPr>
          <a:xfrm>
            <a:off x="2876013" y="4785661"/>
            <a:ext cx="423672" cy="408432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object 230">
            <a:extLst>
              <a:ext uri="{FF2B5EF4-FFF2-40B4-BE49-F238E27FC236}">
                <a16:creationId xmlns:a16="http://schemas.microsoft.com/office/drawing/2014/main" id="{D1309D13-A302-3DEF-2D48-FF3B687EDF02}"/>
              </a:ext>
            </a:extLst>
          </p:cNvPr>
          <p:cNvSpPr/>
          <p:nvPr/>
        </p:nvSpPr>
        <p:spPr>
          <a:xfrm>
            <a:off x="2922940" y="4808927"/>
            <a:ext cx="330998" cy="31503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object 231">
            <a:extLst>
              <a:ext uri="{FF2B5EF4-FFF2-40B4-BE49-F238E27FC236}">
                <a16:creationId xmlns:a16="http://schemas.microsoft.com/office/drawing/2014/main" id="{3AEDE5E4-FAA7-314C-2908-85142B3F6915}"/>
              </a:ext>
            </a:extLst>
          </p:cNvPr>
          <p:cNvSpPr/>
          <p:nvPr/>
        </p:nvSpPr>
        <p:spPr>
          <a:xfrm>
            <a:off x="2922940" y="4808927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object 232">
            <a:extLst>
              <a:ext uri="{FF2B5EF4-FFF2-40B4-BE49-F238E27FC236}">
                <a16:creationId xmlns:a16="http://schemas.microsoft.com/office/drawing/2014/main" id="{40C5C3F5-E446-042F-86B9-9D80126E8308}"/>
              </a:ext>
            </a:extLst>
          </p:cNvPr>
          <p:cNvSpPr/>
          <p:nvPr/>
        </p:nvSpPr>
        <p:spPr>
          <a:xfrm>
            <a:off x="2922940" y="4808927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object 233">
            <a:extLst>
              <a:ext uri="{FF2B5EF4-FFF2-40B4-BE49-F238E27FC236}">
                <a16:creationId xmlns:a16="http://schemas.microsoft.com/office/drawing/2014/main" id="{D8D08866-AFB0-AB7C-FACA-C82FA1E4DEBD}"/>
              </a:ext>
            </a:extLst>
          </p:cNvPr>
          <p:cNvSpPr/>
          <p:nvPr/>
        </p:nvSpPr>
        <p:spPr>
          <a:xfrm>
            <a:off x="3175180" y="4887686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object 234">
            <a:extLst>
              <a:ext uri="{FF2B5EF4-FFF2-40B4-BE49-F238E27FC236}">
                <a16:creationId xmlns:a16="http://schemas.microsoft.com/office/drawing/2014/main" id="{523C2B1D-C32C-7086-DFF3-E203BD26D0B6}"/>
              </a:ext>
            </a:extLst>
          </p:cNvPr>
          <p:cNvSpPr/>
          <p:nvPr/>
        </p:nvSpPr>
        <p:spPr>
          <a:xfrm>
            <a:off x="3244821" y="4785661"/>
            <a:ext cx="423672" cy="408432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object 235">
            <a:extLst>
              <a:ext uri="{FF2B5EF4-FFF2-40B4-BE49-F238E27FC236}">
                <a16:creationId xmlns:a16="http://schemas.microsoft.com/office/drawing/2014/main" id="{177C73DF-08C0-4B5B-9C16-CE43D763FE01}"/>
              </a:ext>
            </a:extLst>
          </p:cNvPr>
          <p:cNvSpPr/>
          <p:nvPr/>
        </p:nvSpPr>
        <p:spPr>
          <a:xfrm>
            <a:off x="3290106" y="4808928"/>
            <a:ext cx="330998" cy="31503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object 236">
            <a:extLst>
              <a:ext uri="{FF2B5EF4-FFF2-40B4-BE49-F238E27FC236}">
                <a16:creationId xmlns:a16="http://schemas.microsoft.com/office/drawing/2014/main" id="{2941A9BE-8FA1-6960-88AE-AC88F89DB8E6}"/>
              </a:ext>
            </a:extLst>
          </p:cNvPr>
          <p:cNvSpPr/>
          <p:nvPr/>
        </p:nvSpPr>
        <p:spPr>
          <a:xfrm>
            <a:off x="3290106" y="4808928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object 237">
            <a:extLst>
              <a:ext uri="{FF2B5EF4-FFF2-40B4-BE49-F238E27FC236}">
                <a16:creationId xmlns:a16="http://schemas.microsoft.com/office/drawing/2014/main" id="{3E6EFFE7-3EF0-A8C2-D334-C483DC83DDD2}"/>
              </a:ext>
            </a:extLst>
          </p:cNvPr>
          <p:cNvSpPr/>
          <p:nvPr/>
        </p:nvSpPr>
        <p:spPr>
          <a:xfrm>
            <a:off x="3290106" y="4808928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object 238">
            <a:extLst>
              <a:ext uri="{FF2B5EF4-FFF2-40B4-BE49-F238E27FC236}">
                <a16:creationId xmlns:a16="http://schemas.microsoft.com/office/drawing/2014/main" id="{641636C1-E5DA-CF0C-CB64-675860E0D579}"/>
              </a:ext>
            </a:extLst>
          </p:cNvPr>
          <p:cNvSpPr/>
          <p:nvPr/>
        </p:nvSpPr>
        <p:spPr>
          <a:xfrm>
            <a:off x="3542346" y="4887687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object 239">
            <a:extLst>
              <a:ext uri="{FF2B5EF4-FFF2-40B4-BE49-F238E27FC236}">
                <a16:creationId xmlns:a16="http://schemas.microsoft.com/office/drawing/2014/main" id="{EAFD341D-10EF-088C-AF26-D186FA11A86F}"/>
              </a:ext>
            </a:extLst>
          </p:cNvPr>
          <p:cNvSpPr/>
          <p:nvPr/>
        </p:nvSpPr>
        <p:spPr>
          <a:xfrm>
            <a:off x="3610581" y="4785661"/>
            <a:ext cx="423672" cy="408432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object 240">
            <a:extLst>
              <a:ext uri="{FF2B5EF4-FFF2-40B4-BE49-F238E27FC236}">
                <a16:creationId xmlns:a16="http://schemas.microsoft.com/office/drawing/2014/main" id="{8E64FC81-F945-8363-ACBB-CECF3403C319}"/>
              </a:ext>
            </a:extLst>
          </p:cNvPr>
          <p:cNvSpPr/>
          <p:nvPr/>
        </p:nvSpPr>
        <p:spPr>
          <a:xfrm>
            <a:off x="3657271" y="4808927"/>
            <a:ext cx="330998" cy="31503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object 241">
            <a:extLst>
              <a:ext uri="{FF2B5EF4-FFF2-40B4-BE49-F238E27FC236}">
                <a16:creationId xmlns:a16="http://schemas.microsoft.com/office/drawing/2014/main" id="{D8DA92B9-34EC-1A09-23AF-F80F4023DFDA}"/>
              </a:ext>
            </a:extLst>
          </p:cNvPr>
          <p:cNvSpPr/>
          <p:nvPr/>
        </p:nvSpPr>
        <p:spPr>
          <a:xfrm>
            <a:off x="3657270" y="4808927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object 242">
            <a:extLst>
              <a:ext uri="{FF2B5EF4-FFF2-40B4-BE49-F238E27FC236}">
                <a16:creationId xmlns:a16="http://schemas.microsoft.com/office/drawing/2014/main" id="{3183417B-A588-5234-50B2-034F83CC0D39}"/>
              </a:ext>
            </a:extLst>
          </p:cNvPr>
          <p:cNvSpPr/>
          <p:nvPr/>
        </p:nvSpPr>
        <p:spPr>
          <a:xfrm>
            <a:off x="3657270" y="4808927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object 243">
            <a:extLst>
              <a:ext uri="{FF2B5EF4-FFF2-40B4-BE49-F238E27FC236}">
                <a16:creationId xmlns:a16="http://schemas.microsoft.com/office/drawing/2014/main" id="{997020CC-D47B-01D4-0E27-CCBB02DE1C19}"/>
              </a:ext>
            </a:extLst>
          </p:cNvPr>
          <p:cNvSpPr/>
          <p:nvPr/>
        </p:nvSpPr>
        <p:spPr>
          <a:xfrm>
            <a:off x="3909511" y="4887686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object 244">
            <a:extLst>
              <a:ext uri="{FF2B5EF4-FFF2-40B4-BE49-F238E27FC236}">
                <a16:creationId xmlns:a16="http://schemas.microsoft.com/office/drawing/2014/main" id="{6D4E8426-60E7-40B3-7DF5-47E3958A890A}"/>
              </a:ext>
            </a:extLst>
          </p:cNvPr>
          <p:cNvSpPr/>
          <p:nvPr/>
        </p:nvSpPr>
        <p:spPr>
          <a:xfrm>
            <a:off x="3979389" y="4785661"/>
            <a:ext cx="423672" cy="408432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object 245">
            <a:extLst>
              <a:ext uri="{FF2B5EF4-FFF2-40B4-BE49-F238E27FC236}">
                <a16:creationId xmlns:a16="http://schemas.microsoft.com/office/drawing/2014/main" id="{7197B619-7C59-9F6C-9A00-5C58D357AE50}"/>
              </a:ext>
            </a:extLst>
          </p:cNvPr>
          <p:cNvSpPr/>
          <p:nvPr/>
        </p:nvSpPr>
        <p:spPr>
          <a:xfrm>
            <a:off x="4024435" y="4808928"/>
            <a:ext cx="330998" cy="31503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object 246">
            <a:extLst>
              <a:ext uri="{FF2B5EF4-FFF2-40B4-BE49-F238E27FC236}">
                <a16:creationId xmlns:a16="http://schemas.microsoft.com/office/drawing/2014/main" id="{28D9B767-23A2-B3A6-AA7F-38078C2D840A}"/>
              </a:ext>
            </a:extLst>
          </p:cNvPr>
          <p:cNvSpPr/>
          <p:nvPr/>
        </p:nvSpPr>
        <p:spPr>
          <a:xfrm>
            <a:off x="4024435" y="4808928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object 247">
            <a:extLst>
              <a:ext uri="{FF2B5EF4-FFF2-40B4-BE49-F238E27FC236}">
                <a16:creationId xmlns:a16="http://schemas.microsoft.com/office/drawing/2014/main" id="{1A9C7CE1-42F0-84EA-1E30-2C26ED1F2929}"/>
              </a:ext>
            </a:extLst>
          </p:cNvPr>
          <p:cNvSpPr/>
          <p:nvPr/>
        </p:nvSpPr>
        <p:spPr>
          <a:xfrm>
            <a:off x="4024435" y="4808928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object 248">
            <a:extLst>
              <a:ext uri="{FF2B5EF4-FFF2-40B4-BE49-F238E27FC236}">
                <a16:creationId xmlns:a16="http://schemas.microsoft.com/office/drawing/2014/main" id="{80F0D717-04A5-03DE-A762-D8892629A5C6}"/>
              </a:ext>
            </a:extLst>
          </p:cNvPr>
          <p:cNvSpPr/>
          <p:nvPr/>
        </p:nvSpPr>
        <p:spPr>
          <a:xfrm>
            <a:off x="4276676" y="4887687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object 249">
            <a:extLst>
              <a:ext uri="{FF2B5EF4-FFF2-40B4-BE49-F238E27FC236}">
                <a16:creationId xmlns:a16="http://schemas.microsoft.com/office/drawing/2014/main" id="{1B0AA1F2-48F2-DD2B-0E89-36FE59B23C5C}"/>
              </a:ext>
            </a:extLst>
          </p:cNvPr>
          <p:cNvSpPr/>
          <p:nvPr/>
        </p:nvSpPr>
        <p:spPr>
          <a:xfrm>
            <a:off x="4345150" y="4785661"/>
            <a:ext cx="423672" cy="408432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object 250">
            <a:extLst>
              <a:ext uri="{FF2B5EF4-FFF2-40B4-BE49-F238E27FC236}">
                <a16:creationId xmlns:a16="http://schemas.microsoft.com/office/drawing/2014/main" id="{4228B33A-D4A2-1876-E1EE-FF6D386D8A11}"/>
              </a:ext>
            </a:extLst>
          </p:cNvPr>
          <p:cNvSpPr/>
          <p:nvPr/>
        </p:nvSpPr>
        <p:spPr>
          <a:xfrm>
            <a:off x="4391601" y="4808928"/>
            <a:ext cx="330998" cy="31503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object 251">
            <a:extLst>
              <a:ext uri="{FF2B5EF4-FFF2-40B4-BE49-F238E27FC236}">
                <a16:creationId xmlns:a16="http://schemas.microsoft.com/office/drawing/2014/main" id="{8869DB55-FC08-29A2-A7E7-33D9749C1960}"/>
              </a:ext>
            </a:extLst>
          </p:cNvPr>
          <p:cNvSpPr/>
          <p:nvPr/>
        </p:nvSpPr>
        <p:spPr>
          <a:xfrm>
            <a:off x="4391601" y="4808928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object 252">
            <a:extLst>
              <a:ext uri="{FF2B5EF4-FFF2-40B4-BE49-F238E27FC236}">
                <a16:creationId xmlns:a16="http://schemas.microsoft.com/office/drawing/2014/main" id="{4A57065F-F6B4-0757-F478-83AC25E52DCB}"/>
              </a:ext>
            </a:extLst>
          </p:cNvPr>
          <p:cNvSpPr/>
          <p:nvPr/>
        </p:nvSpPr>
        <p:spPr>
          <a:xfrm>
            <a:off x="4391601" y="4808928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object 253">
            <a:extLst>
              <a:ext uri="{FF2B5EF4-FFF2-40B4-BE49-F238E27FC236}">
                <a16:creationId xmlns:a16="http://schemas.microsoft.com/office/drawing/2014/main" id="{EE744387-6FFE-9332-DE09-E74DE351149F}"/>
              </a:ext>
            </a:extLst>
          </p:cNvPr>
          <p:cNvSpPr/>
          <p:nvPr/>
        </p:nvSpPr>
        <p:spPr>
          <a:xfrm>
            <a:off x="4643842" y="4887687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" name="object 254">
            <a:extLst>
              <a:ext uri="{FF2B5EF4-FFF2-40B4-BE49-F238E27FC236}">
                <a16:creationId xmlns:a16="http://schemas.microsoft.com/office/drawing/2014/main" id="{3BD2EF64-9E07-B406-65E7-E0E6AF4BEF71}"/>
              </a:ext>
            </a:extLst>
          </p:cNvPr>
          <p:cNvSpPr/>
          <p:nvPr/>
        </p:nvSpPr>
        <p:spPr>
          <a:xfrm>
            <a:off x="4713957" y="4785661"/>
            <a:ext cx="420624" cy="408432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" name="object 255">
            <a:extLst>
              <a:ext uri="{FF2B5EF4-FFF2-40B4-BE49-F238E27FC236}">
                <a16:creationId xmlns:a16="http://schemas.microsoft.com/office/drawing/2014/main" id="{A1E15552-FB42-2A33-3F67-4ED33435CA82}"/>
              </a:ext>
            </a:extLst>
          </p:cNvPr>
          <p:cNvSpPr/>
          <p:nvPr/>
        </p:nvSpPr>
        <p:spPr>
          <a:xfrm>
            <a:off x="4758766" y="4808927"/>
            <a:ext cx="330998" cy="31503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object 256">
            <a:extLst>
              <a:ext uri="{FF2B5EF4-FFF2-40B4-BE49-F238E27FC236}">
                <a16:creationId xmlns:a16="http://schemas.microsoft.com/office/drawing/2014/main" id="{1D9EB47A-2B84-4428-35E8-DDD63AAEE868}"/>
              </a:ext>
            </a:extLst>
          </p:cNvPr>
          <p:cNvSpPr/>
          <p:nvPr/>
        </p:nvSpPr>
        <p:spPr>
          <a:xfrm>
            <a:off x="4758766" y="4808927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" name="object 257">
            <a:extLst>
              <a:ext uri="{FF2B5EF4-FFF2-40B4-BE49-F238E27FC236}">
                <a16:creationId xmlns:a16="http://schemas.microsoft.com/office/drawing/2014/main" id="{097EE48B-7FFD-E8AF-D4C2-AF076121B7FD}"/>
              </a:ext>
            </a:extLst>
          </p:cNvPr>
          <p:cNvSpPr/>
          <p:nvPr/>
        </p:nvSpPr>
        <p:spPr>
          <a:xfrm>
            <a:off x="4758766" y="4808927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object 258">
            <a:extLst>
              <a:ext uri="{FF2B5EF4-FFF2-40B4-BE49-F238E27FC236}">
                <a16:creationId xmlns:a16="http://schemas.microsoft.com/office/drawing/2014/main" id="{A40FF607-0B8F-08BA-C459-73AE575755E2}"/>
              </a:ext>
            </a:extLst>
          </p:cNvPr>
          <p:cNvSpPr/>
          <p:nvPr/>
        </p:nvSpPr>
        <p:spPr>
          <a:xfrm>
            <a:off x="5011006" y="4887686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" name="object 259">
            <a:extLst>
              <a:ext uri="{FF2B5EF4-FFF2-40B4-BE49-F238E27FC236}">
                <a16:creationId xmlns:a16="http://schemas.microsoft.com/office/drawing/2014/main" id="{38D0372C-3468-41E4-A623-B951482E3BF1}"/>
              </a:ext>
            </a:extLst>
          </p:cNvPr>
          <p:cNvSpPr/>
          <p:nvPr/>
        </p:nvSpPr>
        <p:spPr>
          <a:xfrm>
            <a:off x="5079718" y="4785661"/>
            <a:ext cx="423672" cy="408432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object 260">
            <a:extLst>
              <a:ext uri="{FF2B5EF4-FFF2-40B4-BE49-F238E27FC236}">
                <a16:creationId xmlns:a16="http://schemas.microsoft.com/office/drawing/2014/main" id="{CC23A935-7665-FBB6-4330-B6E1FE55803D}"/>
              </a:ext>
            </a:extLst>
          </p:cNvPr>
          <p:cNvSpPr/>
          <p:nvPr/>
        </p:nvSpPr>
        <p:spPr>
          <a:xfrm>
            <a:off x="5125930" y="4808928"/>
            <a:ext cx="330998" cy="31503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" name="object 261">
            <a:extLst>
              <a:ext uri="{FF2B5EF4-FFF2-40B4-BE49-F238E27FC236}">
                <a16:creationId xmlns:a16="http://schemas.microsoft.com/office/drawing/2014/main" id="{6D6BCFB7-DF41-988A-A697-2E478ACBF7B5}"/>
              </a:ext>
            </a:extLst>
          </p:cNvPr>
          <p:cNvSpPr/>
          <p:nvPr/>
        </p:nvSpPr>
        <p:spPr>
          <a:xfrm>
            <a:off x="5125930" y="4808928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object 262">
            <a:extLst>
              <a:ext uri="{FF2B5EF4-FFF2-40B4-BE49-F238E27FC236}">
                <a16:creationId xmlns:a16="http://schemas.microsoft.com/office/drawing/2014/main" id="{0ADA1E4D-A9B2-C7C7-0629-2AD3794E566D}"/>
              </a:ext>
            </a:extLst>
          </p:cNvPr>
          <p:cNvSpPr/>
          <p:nvPr/>
        </p:nvSpPr>
        <p:spPr>
          <a:xfrm>
            <a:off x="5125930" y="4808928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" name="object 263">
            <a:extLst>
              <a:ext uri="{FF2B5EF4-FFF2-40B4-BE49-F238E27FC236}">
                <a16:creationId xmlns:a16="http://schemas.microsoft.com/office/drawing/2014/main" id="{576E10C0-E2B8-EE80-8D44-3B1E5B0F170D}"/>
              </a:ext>
            </a:extLst>
          </p:cNvPr>
          <p:cNvSpPr/>
          <p:nvPr/>
        </p:nvSpPr>
        <p:spPr>
          <a:xfrm>
            <a:off x="5378171" y="4887687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" name="object 264">
            <a:extLst>
              <a:ext uri="{FF2B5EF4-FFF2-40B4-BE49-F238E27FC236}">
                <a16:creationId xmlns:a16="http://schemas.microsoft.com/office/drawing/2014/main" id="{47B82684-D0DB-8FF2-BE9D-74C9453EF156}"/>
              </a:ext>
            </a:extLst>
          </p:cNvPr>
          <p:cNvSpPr/>
          <p:nvPr/>
        </p:nvSpPr>
        <p:spPr>
          <a:xfrm>
            <a:off x="5445477" y="4785661"/>
            <a:ext cx="423671" cy="408432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" name="object 265">
            <a:extLst>
              <a:ext uri="{FF2B5EF4-FFF2-40B4-BE49-F238E27FC236}">
                <a16:creationId xmlns:a16="http://schemas.microsoft.com/office/drawing/2014/main" id="{61ADC3FF-2356-0484-34B1-C6AC7A1FBC80}"/>
              </a:ext>
            </a:extLst>
          </p:cNvPr>
          <p:cNvSpPr/>
          <p:nvPr/>
        </p:nvSpPr>
        <p:spPr>
          <a:xfrm>
            <a:off x="5493096" y="4808928"/>
            <a:ext cx="330998" cy="31503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" name="object 266">
            <a:extLst>
              <a:ext uri="{FF2B5EF4-FFF2-40B4-BE49-F238E27FC236}">
                <a16:creationId xmlns:a16="http://schemas.microsoft.com/office/drawing/2014/main" id="{BC3EF715-BC99-1FE5-D036-49F185D2CAC7}"/>
              </a:ext>
            </a:extLst>
          </p:cNvPr>
          <p:cNvSpPr/>
          <p:nvPr/>
        </p:nvSpPr>
        <p:spPr>
          <a:xfrm>
            <a:off x="5493096" y="4808928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" name="object 267">
            <a:extLst>
              <a:ext uri="{FF2B5EF4-FFF2-40B4-BE49-F238E27FC236}">
                <a16:creationId xmlns:a16="http://schemas.microsoft.com/office/drawing/2014/main" id="{3AAA6B34-FCDD-7E60-DA2D-4066608D1E93}"/>
              </a:ext>
            </a:extLst>
          </p:cNvPr>
          <p:cNvSpPr/>
          <p:nvPr/>
        </p:nvSpPr>
        <p:spPr>
          <a:xfrm>
            <a:off x="5493096" y="4808928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" name="object 268">
            <a:extLst>
              <a:ext uri="{FF2B5EF4-FFF2-40B4-BE49-F238E27FC236}">
                <a16:creationId xmlns:a16="http://schemas.microsoft.com/office/drawing/2014/main" id="{3C512A91-EDC2-2F28-4ADD-BB522EDEDBB1}"/>
              </a:ext>
            </a:extLst>
          </p:cNvPr>
          <p:cNvSpPr/>
          <p:nvPr/>
        </p:nvSpPr>
        <p:spPr>
          <a:xfrm>
            <a:off x="5745337" y="4887687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" name="object 269">
            <a:extLst>
              <a:ext uri="{FF2B5EF4-FFF2-40B4-BE49-F238E27FC236}">
                <a16:creationId xmlns:a16="http://schemas.microsoft.com/office/drawing/2014/main" id="{9E56903D-378D-03C3-F3E0-D04F2F1D368D}"/>
              </a:ext>
            </a:extLst>
          </p:cNvPr>
          <p:cNvSpPr/>
          <p:nvPr/>
        </p:nvSpPr>
        <p:spPr>
          <a:xfrm>
            <a:off x="5814285" y="4785661"/>
            <a:ext cx="423672" cy="408432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" name="object 270">
            <a:extLst>
              <a:ext uri="{FF2B5EF4-FFF2-40B4-BE49-F238E27FC236}">
                <a16:creationId xmlns:a16="http://schemas.microsoft.com/office/drawing/2014/main" id="{2AE7A7DC-8647-AF0E-A9F3-9AC639915ED5}"/>
              </a:ext>
            </a:extLst>
          </p:cNvPr>
          <p:cNvSpPr/>
          <p:nvPr/>
        </p:nvSpPr>
        <p:spPr>
          <a:xfrm>
            <a:off x="5860261" y="4808927"/>
            <a:ext cx="330998" cy="31503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" name="object 271">
            <a:extLst>
              <a:ext uri="{FF2B5EF4-FFF2-40B4-BE49-F238E27FC236}">
                <a16:creationId xmlns:a16="http://schemas.microsoft.com/office/drawing/2014/main" id="{72CE56E2-8358-AC5D-656B-540E2AD8C204}"/>
              </a:ext>
            </a:extLst>
          </p:cNvPr>
          <p:cNvSpPr/>
          <p:nvPr/>
        </p:nvSpPr>
        <p:spPr>
          <a:xfrm>
            <a:off x="5860261" y="4808927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" name="object 272">
            <a:extLst>
              <a:ext uri="{FF2B5EF4-FFF2-40B4-BE49-F238E27FC236}">
                <a16:creationId xmlns:a16="http://schemas.microsoft.com/office/drawing/2014/main" id="{C40730E6-D6E5-FBFD-F917-53BDD9A164C0}"/>
              </a:ext>
            </a:extLst>
          </p:cNvPr>
          <p:cNvSpPr/>
          <p:nvPr/>
        </p:nvSpPr>
        <p:spPr>
          <a:xfrm>
            <a:off x="5860261" y="4808927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" name="object 273">
            <a:extLst>
              <a:ext uri="{FF2B5EF4-FFF2-40B4-BE49-F238E27FC236}">
                <a16:creationId xmlns:a16="http://schemas.microsoft.com/office/drawing/2014/main" id="{BDC4DF26-3EF1-CBFB-A44A-D346924A5C11}"/>
              </a:ext>
            </a:extLst>
          </p:cNvPr>
          <p:cNvSpPr/>
          <p:nvPr/>
        </p:nvSpPr>
        <p:spPr>
          <a:xfrm>
            <a:off x="6112501" y="4887686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" name="object 274">
            <a:extLst>
              <a:ext uri="{FF2B5EF4-FFF2-40B4-BE49-F238E27FC236}">
                <a16:creationId xmlns:a16="http://schemas.microsoft.com/office/drawing/2014/main" id="{AAC86DD6-1656-572C-D228-311E48578BB6}"/>
              </a:ext>
            </a:extLst>
          </p:cNvPr>
          <p:cNvSpPr/>
          <p:nvPr/>
        </p:nvSpPr>
        <p:spPr>
          <a:xfrm>
            <a:off x="6180046" y="4785661"/>
            <a:ext cx="423672" cy="408432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" name="object 275">
            <a:extLst>
              <a:ext uri="{FF2B5EF4-FFF2-40B4-BE49-F238E27FC236}">
                <a16:creationId xmlns:a16="http://schemas.microsoft.com/office/drawing/2014/main" id="{E56DC1EA-DEDB-FDE7-D48F-E85F4237B521}"/>
              </a:ext>
            </a:extLst>
          </p:cNvPr>
          <p:cNvSpPr/>
          <p:nvPr/>
        </p:nvSpPr>
        <p:spPr>
          <a:xfrm>
            <a:off x="6227426" y="4808928"/>
            <a:ext cx="330998" cy="31503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" name="object 276">
            <a:extLst>
              <a:ext uri="{FF2B5EF4-FFF2-40B4-BE49-F238E27FC236}">
                <a16:creationId xmlns:a16="http://schemas.microsoft.com/office/drawing/2014/main" id="{11E3838F-B979-9264-AC33-A8ACCD2C85EF}"/>
              </a:ext>
            </a:extLst>
          </p:cNvPr>
          <p:cNvSpPr/>
          <p:nvPr/>
        </p:nvSpPr>
        <p:spPr>
          <a:xfrm>
            <a:off x="6227425" y="4808928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" name="object 277">
            <a:extLst>
              <a:ext uri="{FF2B5EF4-FFF2-40B4-BE49-F238E27FC236}">
                <a16:creationId xmlns:a16="http://schemas.microsoft.com/office/drawing/2014/main" id="{5888A6C6-F04D-ED45-0842-95CBF78F2430}"/>
              </a:ext>
            </a:extLst>
          </p:cNvPr>
          <p:cNvSpPr/>
          <p:nvPr/>
        </p:nvSpPr>
        <p:spPr>
          <a:xfrm>
            <a:off x="6227425" y="4808928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" name="object 278">
            <a:extLst>
              <a:ext uri="{FF2B5EF4-FFF2-40B4-BE49-F238E27FC236}">
                <a16:creationId xmlns:a16="http://schemas.microsoft.com/office/drawing/2014/main" id="{19AE4108-288E-8F38-05FD-AB15AA958A97}"/>
              </a:ext>
            </a:extLst>
          </p:cNvPr>
          <p:cNvSpPr/>
          <p:nvPr/>
        </p:nvSpPr>
        <p:spPr>
          <a:xfrm>
            <a:off x="6479666" y="4887687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" name="object 279">
            <a:extLst>
              <a:ext uri="{FF2B5EF4-FFF2-40B4-BE49-F238E27FC236}">
                <a16:creationId xmlns:a16="http://schemas.microsoft.com/office/drawing/2014/main" id="{2E731A44-6238-6A35-B2E6-A0A1102D9E9A}"/>
              </a:ext>
            </a:extLst>
          </p:cNvPr>
          <p:cNvSpPr/>
          <p:nvPr/>
        </p:nvSpPr>
        <p:spPr>
          <a:xfrm>
            <a:off x="6548854" y="4785661"/>
            <a:ext cx="423672" cy="408432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" name="object 280">
            <a:extLst>
              <a:ext uri="{FF2B5EF4-FFF2-40B4-BE49-F238E27FC236}">
                <a16:creationId xmlns:a16="http://schemas.microsoft.com/office/drawing/2014/main" id="{C53C0D31-ACEA-568A-2248-F00E48E8A125}"/>
              </a:ext>
            </a:extLst>
          </p:cNvPr>
          <p:cNvSpPr/>
          <p:nvPr/>
        </p:nvSpPr>
        <p:spPr>
          <a:xfrm>
            <a:off x="6594590" y="4808928"/>
            <a:ext cx="330998" cy="31503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" name="object 281">
            <a:extLst>
              <a:ext uri="{FF2B5EF4-FFF2-40B4-BE49-F238E27FC236}">
                <a16:creationId xmlns:a16="http://schemas.microsoft.com/office/drawing/2014/main" id="{F8EAE37D-C7A0-8490-C586-F281C00FC920}"/>
              </a:ext>
            </a:extLst>
          </p:cNvPr>
          <p:cNvSpPr/>
          <p:nvPr/>
        </p:nvSpPr>
        <p:spPr>
          <a:xfrm>
            <a:off x="6594590" y="4808928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" name="object 282">
            <a:extLst>
              <a:ext uri="{FF2B5EF4-FFF2-40B4-BE49-F238E27FC236}">
                <a16:creationId xmlns:a16="http://schemas.microsoft.com/office/drawing/2014/main" id="{89B2DBB3-05B2-65F8-4027-F92BEB4D11C9}"/>
              </a:ext>
            </a:extLst>
          </p:cNvPr>
          <p:cNvSpPr/>
          <p:nvPr/>
        </p:nvSpPr>
        <p:spPr>
          <a:xfrm>
            <a:off x="6594590" y="4808928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" name="object 283">
            <a:extLst>
              <a:ext uri="{FF2B5EF4-FFF2-40B4-BE49-F238E27FC236}">
                <a16:creationId xmlns:a16="http://schemas.microsoft.com/office/drawing/2014/main" id="{6F349A3C-B493-91E2-303B-27A617691ACE}"/>
              </a:ext>
            </a:extLst>
          </p:cNvPr>
          <p:cNvSpPr/>
          <p:nvPr/>
        </p:nvSpPr>
        <p:spPr>
          <a:xfrm>
            <a:off x="6846831" y="4887687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" name="object 284">
            <a:extLst>
              <a:ext uri="{FF2B5EF4-FFF2-40B4-BE49-F238E27FC236}">
                <a16:creationId xmlns:a16="http://schemas.microsoft.com/office/drawing/2014/main" id="{AA58C412-5686-B364-4C4D-4E510FDFCF64}"/>
              </a:ext>
            </a:extLst>
          </p:cNvPr>
          <p:cNvSpPr/>
          <p:nvPr/>
        </p:nvSpPr>
        <p:spPr>
          <a:xfrm>
            <a:off x="6914613" y="4785661"/>
            <a:ext cx="423672" cy="408432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3" name="object 285">
            <a:extLst>
              <a:ext uri="{FF2B5EF4-FFF2-40B4-BE49-F238E27FC236}">
                <a16:creationId xmlns:a16="http://schemas.microsoft.com/office/drawing/2014/main" id="{75E4B88D-7B6F-F01E-F756-7AE19F1A8E6A}"/>
              </a:ext>
            </a:extLst>
          </p:cNvPr>
          <p:cNvSpPr/>
          <p:nvPr/>
        </p:nvSpPr>
        <p:spPr>
          <a:xfrm>
            <a:off x="6961755" y="4808927"/>
            <a:ext cx="330998" cy="31503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" name="object 286">
            <a:extLst>
              <a:ext uri="{FF2B5EF4-FFF2-40B4-BE49-F238E27FC236}">
                <a16:creationId xmlns:a16="http://schemas.microsoft.com/office/drawing/2014/main" id="{91107480-C848-CA7A-42A6-13A7ABB84916}"/>
              </a:ext>
            </a:extLst>
          </p:cNvPr>
          <p:cNvSpPr/>
          <p:nvPr/>
        </p:nvSpPr>
        <p:spPr>
          <a:xfrm>
            <a:off x="6961756" y="4808927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5" name="object 287">
            <a:extLst>
              <a:ext uri="{FF2B5EF4-FFF2-40B4-BE49-F238E27FC236}">
                <a16:creationId xmlns:a16="http://schemas.microsoft.com/office/drawing/2014/main" id="{8DA25172-0DE9-9422-8C9B-308C55905E06}"/>
              </a:ext>
            </a:extLst>
          </p:cNvPr>
          <p:cNvSpPr/>
          <p:nvPr/>
        </p:nvSpPr>
        <p:spPr>
          <a:xfrm>
            <a:off x="6961756" y="4808927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6" name="object 288">
            <a:extLst>
              <a:ext uri="{FF2B5EF4-FFF2-40B4-BE49-F238E27FC236}">
                <a16:creationId xmlns:a16="http://schemas.microsoft.com/office/drawing/2014/main" id="{96AEF18D-F6F6-EDF8-333E-385FC9091113}"/>
              </a:ext>
            </a:extLst>
          </p:cNvPr>
          <p:cNvSpPr/>
          <p:nvPr/>
        </p:nvSpPr>
        <p:spPr>
          <a:xfrm>
            <a:off x="7213997" y="4887686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7" name="object 15">
            <a:extLst>
              <a:ext uri="{FF2B5EF4-FFF2-40B4-BE49-F238E27FC236}">
                <a16:creationId xmlns:a16="http://schemas.microsoft.com/office/drawing/2014/main" id="{9DA4C1F5-BE5C-D29E-11DA-0A8211EF0FC7}"/>
              </a:ext>
            </a:extLst>
          </p:cNvPr>
          <p:cNvSpPr/>
          <p:nvPr/>
        </p:nvSpPr>
        <p:spPr>
          <a:xfrm>
            <a:off x="1824751" y="5550658"/>
            <a:ext cx="331000" cy="31503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8" name="object 16">
            <a:extLst>
              <a:ext uri="{FF2B5EF4-FFF2-40B4-BE49-F238E27FC236}">
                <a16:creationId xmlns:a16="http://schemas.microsoft.com/office/drawing/2014/main" id="{9F2F5FE6-F871-5BB0-3812-B527811BB7C9}"/>
              </a:ext>
            </a:extLst>
          </p:cNvPr>
          <p:cNvSpPr/>
          <p:nvPr/>
        </p:nvSpPr>
        <p:spPr>
          <a:xfrm>
            <a:off x="1824751" y="5550658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69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9" name="object 17">
            <a:extLst>
              <a:ext uri="{FF2B5EF4-FFF2-40B4-BE49-F238E27FC236}">
                <a16:creationId xmlns:a16="http://schemas.microsoft.com/office/drawing/2014/main" id="{0B56E558-FD28-5C64-CACD-FFE64192196B}"/>
              </a:ext>
            </a:extLst>
          </p:cNvPr>
          <p:cNvSpPr/>
          <p:nvPr/>
        </p:nvSpPr>
        <p:spPr>
          <a:xfrm>
            <a:off x="1824751" y="5550658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69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0" name="object 18">
            <a:extLst>
              <a:ext uri="{FF2B5EF4-FFF2-40B4-BE49-F238E27FC236}">
                <a16:creationId xmlns:a16="http://schemas.microsoft.com/office/drawing/2014/main" id="{51402D55-165A-1742-81FB-DE96A3F60616}"/>
              </a:ext>
            </a:extLst>
          </p:cNvPr>
          <p:cNvSpPr/>
          <p:nvPr/>
        </p:nvSpPr>
        <p:spPr>
          <a:xfrm>
            <a:off x="2076991" y="5629417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1" name="object 20">
            <a:extLst>
              <a:ext uri="{FF2B5EF4-FFF2-40B4-BE49-F238E27FC236}">
                <a16:creationId xmlns:a16="http://schemas.microsoft.com/office/drawing/2014/main" id="{837B8B5A-46A6-FCF3-3C1E-4BB1B453C651}"/>
              </a:ext>
            </a:extLst>
          </p:cNvPr>
          <p:cNvSpPr/>
          <p:nvPr/>
        </p:nvSpPr>
        <p:spPr>
          <a:xfrm>
            <a:off x="2191917" y="5550659"/>
            <a:ext cx="330998" cy="31503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2" name="object 21">
            <a:extLst>
              <a:ext uri="{FF2B5EF4-FFF2-40B4-BE49-F238E27FC236}">
                <a16:creationId xmlns:a16="http://schemas.microsoft.com/office/drawing/2014/main" id="{AC352A2E-36DB-3B35-CA1B-C001FA089F8F}"/>
              </a:ext>
            </a:extLst>
          </p:cNvPr>
          <p:cNvSpPr/>
          <p:nvPr/>
        </p:nvSpPr>
        <p:spPr>
          <a:xfrm>
            <a:off x="2191917" y="5550659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3" name="object 22">
            <a:extLst>
              <a:ext uri="{FF2B5EF4-FFF2-40B4-BE49-F238E27FC236}">
                <a16:creationId xmlns:a16="http://schemas.microsoft.com/office/drawing/2014/main" id="{2D24A7B6-C657-CABB-BAE4-1FC008564F14}"/>
              </a:ext>
            </a:extLst>
          </p:cNvPr>
          <p:cNvSpPr/>
          <p:nvPr/>
        </p:nvSpPr>
        <p:spPr>
          <a:xfrm>
            <a:off x="2191917" y="5550659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4" name="object 23">
            <a:extLst>
              <a:ext uri="{FF2B5EF4-FFF2-40B4-BE49-F238E27FC236}">
                <a16:creationId xmlns:a16="http://schemas.microsoft.com/office/drawing/2014/main" id="{F25DAF24-7856-C35C-CC42-B9D738F80426}"/>
              </a:ext>
            </a:extLst>
          </p:cNvPr>
          <p:cNvSpPr/>
          <p:nvPr/>
        </p:nvSpPr>
        <p:spPr>
          <a:xfrm>
            <a:off x="2444157" y="5629418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5" name="object 25">
            <a:extLst>
              <a:ext uri="{FF2B5EF4-FFF2-40B4-BE49-F238E27FC236}">
                <a16:creationId xmlns:a16="http://schemas.microsoft.com/office/drawing/2014/main" id="{0BE876A2-7419-7593-1EC7-BE8947A52591}"/>
              </a:ext>
            </a:extLst>
          </p:cNvPr>
          <p:cNvSpPr/>
          <p:nvPr/>
        </p:nvSpPr>
        <p:spPr>
          <a:xfrm>
            <a:off x="2559081" y="5550660"/>
            <a:ext cx="330998" cy="31503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6" name="object 26">
            <a:extLst>
              <a:ext uri="{FF2B5EF4-FFF2-40B4-BE49-F238E27FC236}">
                <a16:creationId xmlns:a16="http://schemas.microsoft.com/office/drawing/2014/main" id="{BDE4F518-8E4D-3E73-40DC-1A1EB128A8B9}"/>
              </a:ext>
            </a:extLst>
          </p:cNvPr>
          <p:cNvSpPr/>
          <p:nvPr/>
        </p:nvSpPr>
        <p:spPr>
          <a:xfrm>
            <a:off x="2559082" y="5550660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7" name="object 27">
            <a:extLst>
              <a:ext uri="{FF2B5EF4-FFF2-40B4-BE49-F238E27FC236}">
                <a16:creationId xmlns:a16="http://schemas.microsoft.com/office/drawing/2014/main" id="{87DCA3DB-933D-7E49-4946-637B5CC2FC57}"/>
              </a:ext>
            </a:extLst>
          </p:cNvPr>
          <p:cNvSpPr/>
          <p:nvPr/>
        </p:nvSpPr>
        <p:spPr>
          <a:xfrm>
            <a:off x="2559082" y="5550660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8" name="object 28">
            <a:extLst>
              <a:ext uri="{FF2B5EF4-FFF2-40B4-BE49-F238E27FC236}">
                <a16:creationId xmlns:a16="http://schemas.microsoft.com/office/drawing/2014/main" id="{A9357913-70F9-D0F2-7AC1-CF729A0A8B34}"/>
              </a:ext>
            </a:extLst>
          </p:cNvPr>
          <p:cNvSpPr/>
          <p:nvPr/>
        </p:nvSpPr>
        <p:spPr>
          <a:xfrm>
            <a:off x="2811322" y="5629420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9" name="object 215">
            <a:extLst>
              <a:ext uri="{FF2B5EF4-FFF2-40B4-BE49-F238E27FC236}">
                <a16:creationId xmlns:a16="http://schemas.microsoft.com/office/drawing/2014/main" id="{51303A1D-950E-1045-23C6-787BF163DAFD}"/>
              </a:ext>
            </a:extLst>
          </p:cNvPr>
          <p:cNvSpPr/>
          <p:nvPr/>
        </p:nvSpPr>
        <p:spPr>
          <a:xfrm>
            <a:off x="1824751" y="5550653"/>
            <a:ext cx="331000" cy="31503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0" name="object 216">
            <a:extLst>
              <a:ext uri="{FF2B5EF4-FFF2-40B4-BE49-F238E27FC236}">
                <a16:creationId xmlns:a16="http://schemas.microsoft.com/office/drawing/2014/main" id="{A0F79846-A341-D522-396B-5A40D4504FBC}"/>
              </a:ext>
            </a:extLst>
          </p:cNvPr>
          <p:cNvSpPr/>
          <p:nvPr/>
        </p:nvSpPr>
        <p:spPr>
          <a:xfrm>
            <a:off x="1824751" y="5550653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69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1" name="object 217">
            <a:extLst>
              <a:ext uri="{FF2B5EF4-FFF2-40B4-BE49-F238E27FC236}">
                <a16:creationId xmlns:a16="http://schemas.microsoft.com/office/drawing/2014/main" id="{D01F37F0-5F83-57EA-BFD3-DA5074D31064}"/>
              </a:ext>
            </a:extLst>
          </p:cNvPr>
          <p:cNvSpPr/>
          <p:nvPr/>
        </p:nvSpPr>
        <p:spPr>
          <a:xfrm>
            <a:off x="1824751" y="5550653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69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2" name="object 218">
            <a:extLst>
              <a:ext uri="{FF2B5EF4-FFF2-40B4-BE49-F238E27FC236}">
                <a16:creationId xmlns:a16="http://schemas.microsoft.com/office/drawing/2014/main" id="{741C397B-3694-DA9A-71F3-8338B8C198FA}"/>
              </a:ext>
            </a:extLst>
          </p:cNvPr>
          <p:cNvSpPr/>
          <p:nvPr/>
        </p:nvSpPr>
        <p:spPr>
          <a:xfrm>
            <a:off x="2076991" y="5629412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3" name="object 220">
            <a:extLst>
              <a:ext uri="{FF2B5EF4-FFF2-40B4-BE49-F238E27FC236}">
                <a16:creationId xmlns:a16="http://schemas.microsoft.com/office/drawing/2014/main" id="{9DE2519D-F5F7-EA12-CC7D-C9D14527753A}"/>
              </a:ext>
            </a:extLst>
          </p:cNvPr>
          <p:cNvSpPr/>
          <p:nvPr/>
        </p:nvSpPr>
        <p:spPr>
          <a:xfrm>
            <a:off x="2191917" y="5550654"/>
            <a:ext cx="330998" cy="31503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4" name="object 221">
            <a:extLst>
              <a:ext uri="{FF2B5EF4-FFF2-40B4-BE49-F238E27FC236}">
                <a16:creationId xmlns:a16="http://schemas.microsoft.com/office/drawing/2014/main" id="{38FA5FA7-7075-07CE-59F6-1E910CA43DFB}"/>
              </a:ext>
            </a:extLst>
          </p:cNvPr>
          <p:cNvSpPr/>
          <p:nvPr/>
        </p:nvSpPr>
        <p:spPr>
          <a:xfrm>
            <a:off x="2191917" y="5550654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5" name="object 222">
            <a:extLst>
              <a:ext uri="{FF2B5EF4-FFF2-40B4-BE49-F238E27FC236}">
                <a16:creationId xmlns:a16="http://schemas.microsoft.com/office/drawing/2014/main" id="{E554FD7E-E55A-BDBD-438D-B61A44136E78}"/>
              </a:ext>
            </a:extLst>
          </p:cNvPr>
          <p:cNvSpPr/>
          <p:nvPr/>
        </p:nvSpPr>
        <p:spPr>
          <a:xfrm>
            <a:off x="2191917" y="5550654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6" name="object 223">
            <a:extLst>
              <a:ext uri="{FF2B5EF4-FFF2-40B4-BE49-F238E27FC236}">
                <a16:creationId xmlns:a16="http://schemas.microsoft.com/office/drawing/2014/main" id="{6C99FCB0-EA6C-1C0D-F458-714498A5EEC3}"/>
              </a:ext>
            </a:extLst>
          </p:cNvPr>
          <p:cNvSpPr/>
          <p:nvPr/>
        </p:nvSpPr>
        <p:spPr>
          <a:xfrm>
            <a:off x="2444157" y="5629413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7" name="object 225">
            <a:extLst>
              <a:ext uri="{FF2B5EF4-FFF2-40B4-BE49-F238E27FC236}">
                <a16:creationId xmlns:a16="http://schemas.microsoft.com/office/drawing/2014/main" id="{F572783C-4270-4D80-68A8-245E8B6FC3CE}"/>
              </a:ext>
            </a:extLst>
          </p:cNvPr>
          <p:cNvSpPr/>
          <p:nvPr/>
        </p:nvSpPr>
        <p:spPr>
          <a:xfrm>
            <a:off x="2559081" y="5550655"/>
            <a:ext cx="330998" cy="31503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8" name="object 226">
            <a:extLst>
              <a:ext uri="{FF2B5EF4-FFF2-40B4-BE49-F238E27FC236}">
                <a16:creationId xmlns:a16="http://schemas.microsoft.com/office/drawing/2014/main" id="{92691544-6A07-EBA9-5AF6-0760D2F995A0}"/>
              </a:ext>
            </a:extLst>
          </p:cNvPr>
          <p:cNvSpPr/>
          <p:nvPr/>
        </p:nvSpPr>
        <p:spPr>
          <a:xfrm>
            <a:off x="2559082" y="5550655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9" name="object 227">
            <a:extLst>
              <a:ext uri="{FF2B5EF4-FFF2-40B4-BE49-F238E27FC236}">
                <a16:creationId xmlns:a16="http://schemas.microsoft.com/office/drawing/2014/main" id="{CF9111FB-24D3-3DAB-6143-31F2A1EF2BC4}"/>
              </a:ext>
            </a:extLst>
          </p:cNvPr>
          <p:cNvSpPr/>
          <p:nvPr/>
        </p:nvSpPr>
        <p:spPr>
          <a:xfrm>
            <a:off x="2559082" y="5550655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0" name="object 228">
            <a:extLst>
              <a:ext uri="{FF2B5EF4-FFF2-40B4-BE49-F238E27FC236}">
                <a16:creationId xmlns:a16="http://schemas.microsoft.com/office/drawing/2014/main" id="{58935953-9627-0A77-FE3A-4C1DFDB85426}"/>
              </a:ext>
            </a:extLst>
          </p:cNvPr>
          <p:cNvSpPr/>
          <p:nvPr/>
        </p:nvSpPr>
        <p:spPr>
          <a:xfrm>
            <a:off x="2811322" y="5629415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1" name="object 15">
            <a:extLst>
              <a:ext uri="{FF2B5EF4-FFF2-40B4-BE49-F238E27FC236}">
                <a16:creationId xmlns:a16="http://schemas.microsoft.com/office/drawing/2014/main" id="{59D6924B-D4EF-07F4-7600-E24DDA21A095}"/>
              </a:ext>
            </a:extLst>
          </p:cNvPr>
          <p:cNvSpPr/>
          <p:nvPr/>
        </p:nvSpPr>
        <p:spPr>
          <a:xfrm>
            <a:off x="8813458" y="5504985"/>
            <a:ext cx="331000" cy="31503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2" name="object 16">
            <a:extLst>
              <a:ext uri="{FF2B5EF4-FFF2-40B4-BE49-F238E27FC236}">
                <a16:creationId xmlns:a16="http://schemas.microsoft.com/office/drawing/2014/main" id="{2B39F804-E715-F93E-6EA2-3B0E9B74E3D5}"/>
              </a:ext>
            </a:extLst>
          </p:cNvPr>
          <p:cNvSpPr/>
          <p:nvPr/>
        </p:nvSpPr>
        <p:spPr>
          <a:xfrm>
            <a:off x="8813458" y="5504985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69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3" name="object 17">
            <a:extLst>
              <a:ext uri="{FF2B5EF4-FFF2-40B4-BE49-F238E27FC236}">
                <a16:creationId xmlns:a16="http://schemas.microsoft.com/office/drawing/2014/main" id="{6D18BFC3-C0AD-D89A-28A0-B64C63A7C80E}"/>
              </a:ext>
            </a:extLst>
          </p:cNvPr>
          <p:cNvSpPr/>
          <p:nvPr/>
        </p:nvSpPr>
        <p:spPr>
          <a:xfrm>
            <a:off x="8813458" y="5504985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69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4" name="object 18">
            <a:extLst>
              <a:ext uri="{FF2B5EF4-FFF2-40B4-BE49-F238E27FC236}">
                <a16:creationId xmlns:a16="http://schemas.microsoft.com/office/drawing/2014/main" id="{D9B1F34C-C922-9404-90A1-E22CFA037CB8}"/>
              </a:ext>
            </a:extLst>
          </p:cNvPr>
          <p:cNvSpPr/>
          <p:nvPr/>
        </p:nvSpPr>
        <p:spPr>
          <a:xfrm>
            <a:off x="9065698" y="5583744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5" name="object 20">
            <a:extLst>
              <a:ext uri="{FF2B5EF4-FFF2-40B4-BE49-F238E27FC236}">
                <a16:creationId xmlns:a16="http://schemas.microsoft.com/office/drawing/2014/main" id="{FB5B03DE-E1F2-105D-606A-85A475734E31}"/>
              </a:ext>
            </a:extLst>
          </p:cNvPr>
          <p:cNvSpPr/>
          <p:nvPr/>
        </p:nvSpPr>
        <p:spPr>
          <a:xfrm>
            <a:off x="9180624" y="5504986"/>
            <a:ext cx="330998" cy="31503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6" name="object 21">
            <a:extLst>
              <a:ext uri="{FF2B5EF4-FFF2-40B4-BE49-F238E27FC236}">
                <a16:creationId xmlns:a16="http://schemas.microsoft.com/office/drawing/2014/main" id="{B0259F4E-E9B9-4242-DF8C-37C0B986A737}"/>
              </a:ext>
            </a:extLst>
          </p:cNvPr>
          <p:cNvSpPr/>
          <p:nvPr/>
        </p:nvSpPr>
        <p:spPr>
          <a:xfrm>
            <a:off x="9180624" y="5504986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7" name="object 22">
            <a:extLst>
              <a:ext uri="{FF2B5EF4-FFF2-40B4-BE49-F238E27FC236}">
                <a16:creationId xmlns:a16="http://schemas.microsoft.com/office/drawing/2014/main" id="{90D1E8AE-9AE1-EEDD-91CC-C4CFB195AB39}"/>
              </a:ext>
            </a:extLst>
          </p:cNvPr>
          <p:cNvSpPr/>
          <p:nvPr/>
        </p:nvSpPr>
        <p:spPr>
          <a:xfrm>
            <a:off x="9180624" y="5504986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8" name="object 23">
            <a:extLst>
              <a:ext uri="{FF2B5EF4-FFF2-40B4-BE49-F238E27FC236}">
                <a16:creationId xmlns:a16="http://schemas.microsoft.com/office/drawing/2014/main" id="{46F887A5-D3CE-7113-9A8A-26DB108F2AF0}"/>
              </a:ext>
            </a:extLst>
          </p:cNvPr>
          <p:cNvSpPr/>
          <p:nvPr/>
        </p:nvSpPr>
        <p:spPr>
          <a:xfrm>
            <a:off x="9432864" y="5583745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9" name="object 25">
            <a:extLst>
              <a:ext uri="{FF2B5EF4-FFF2-40B4-BE49-F238E27FC236}">
                <a16:creationId xmlns:a16="http://schemas.microsoft.com/office/drawing/2014/main" id="{FEEB343E-B82F-F2F8-0E28-DCABEFB9AB19}"/>
              </a:ext>
            </a:extLst>
          </p:cNvPr>
          <p:cNvSpPr/>
          <p:nvPr/>
        </p:nvSpPr>
        <p:spPr>
          <a:xfrm>
            <a:off x="9547788" y="5504987"/>
            <a:ext cx="330998" cy="31503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0" name="object 26">
            <a:extLst>
              <a:ext uri="{FF2B5EF4-FFF2-40B4-BE49-F238E27FC236}">
                <a16:creationId xmlns:a16="http://schemas.microsoft.com/office/drawing/2014/main" id="{E9B350FA-9FC9-DC34-80FD-EC7783448CE0}"/>
              </a:ext>
            </a:extLst>
          </p:cNvPr>
          <p:cNvSpPr/>
          <p:nvPr/>
        </p:nvSpPr>
        <p:spPr>
          <a:xfrm>
            <a:off x="9547789" y="5504987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1" name="object 27">
            <a:extLst>
              <a:ext uri="{FF2B5EF4-FFF2-40B4-BE49-F238E27FC236}">
                <a16:creationId xmlns:a16="http://schemas.microsoft.com/office/drawing/2014/main" id="{ACC1AF82-B455-73F6-A6CB-34AAEC578A80}"/>
              </a:ext>
            </a:extLst>
          </p:cNvPr>
          <p:cNvSpPr/>
          <p:nvPr/>
        </p:nvSpPr>
        <p:spPr>
          <a:xfrm>
            <a:off x="9547789" y="5504987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2" name="object 28">
            <a:extLst>
              <a:ext uri="{FF2B5EF4-FFF2-40B4-BE49-F238E27FC236}">
                <a16:creationId xmlns:a16="http://schemas.microsoft.com/office/drawing/2014/main" id="{0490D6E2-9E58-1D49-7575-885CEF57CFC6}"/>
              </a:ext>
            </a:extLst>
          </p:cNvPr>
          <p:cNvSpPr/>
          <p:nvPr/>
        </p:nvSpPr>
        <p:spPr>
          <a:xfrm>
            <a:off x="9800029" y="5583747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3" name="object 30">
            <a:extLst>
              <a:ext uri="{FF2B5EF4-FFF2-40B4-BE49-F238E27FC236}">
                <a16:creationId xmlns:a16="http://schemas.microsoft.com/office/drawing/2014/main" id="{B184597F-E48A-B670-C45A-D46BFC81F92D}"/>
              </a:ext>
            </a:extLst>
          </p:cNvPr>
          <p:cNvSpPr/>
          <p:nvPr/>
        </p:nvSpPr>
        <p:spPr>
          <a:xfrm>
            <a:off x="9914953" y="5504985"/>
            <a:ext cx="330998" cy="31503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4" name="object 31">
            <a:extLst>
              <a:ext uri="{FF2B5EF4-FFF2-40B4-BE49-F238E27FC236}">
                <a16:creationId xmlns:a16="http://schemas.microsoft.com/office/drawing/2014/main" id="{673C0904-512F-C41D-1C35-E3F2907D20BA}"/>
              </a:ext>
            </a:extLst>
          </p:cNvPr>
          <p:cNvSpPr/>
          <p:nvPr/>
        </p:nvSpPr>
        <p:spPr>
          <a:xfrm>
            <a:off x="9914953" y="5504985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5" name="object 32">
            <a:extLst>
              <a:ext uri="{FF2B5EF4-FFF2-40B4-BE49-F238E27FC236}">
                <a16:creationId xmlns:a16="http://schemas.microsoft.com/office/drawing/2014/main" id="{F84695DB-50D1-711F-4D95-2421DD06B633}"/>
              </a:ext>
            </a:extLst>
          </p:cNvPr>
          <p:cNvSpPr/>
          <p:nvPr/>
        </p:nvSpPr>
        <p:spPr>
          <a:xfrm>
            <a:off x="9914953" y="5504985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6" name="object 33">
            <a:extLst>
              <a:ext uri="{FF2B5EF4-FFF2-40B4-BE49-F238E27FC236}">
                <a16:creationId xmlns:a16="http://schemas.microsoft.com/office/drawing/2014/main" id="{79471263-D846-A7BD-425A-1790DA633280}"/>
              </a:ext>
            </a:extLst>
          </p:cNvPr>
          <p:cNvSpPr/>
          <p:nvPr/>
        </p:nvSpPr>
        <p:spPr>
          <a:xfrm>
            <a:off x="10167193" y="5583744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7" name="object 35">
            <a:extLst>
              <a:ext uri="{FF2B5EF4-FFF2-40B4-BE49-F238E27FC236}">
                <a16:creationId xmlns:a16="http://schemas.microsoft.com/office/drawing/2014/main" id="{F48BCD24-D091-FE8D-0BE6-28DA7115F740}"/>
              </a:ext>
            </a:extLst>
          </p:cNvPr>
          <p:cNvSpPr/>
          <p:nvPr/>
        </p:nvSpPr>
        <p:spPr>
          <a:xfrm>
            <a:off x="10282119" y="5504986"/>
            <a:ext cx="330998" cy="31503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8" name="object 36">
            <a:extLst>
              <a:ext uri="{FF2B5EF4-FFF2-40B4-BE49-F238E27FC236}">
                <a16:creationId xmlns:a16="http://schemas.microsoft.com/office/drawing/2014/main" id="{BDB55641-DC3B-BBD7-7C91-D0ED58CFE977}"/>
              </a:ext>
            </a:extLst>
          </p:cNvPr>
          <p:cNvSpPr/>
          <p:nvPr/>
        </p:nvSpPr>
        <p:spPr>
          <a:xfrm>
            <a:off x="10282119" y="5504986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9" name="object 37">
            <a:extLst>
              <a:ext uri="{FF2B5EF4-FFF2-40B4-BE49-F238E27FC236}">
                <a16:creationId xmlns:a16="http://schemas.microsoft.com/office/drawing/2014/main" id="{F073047C-8214-B0BF-9A5E-06B7D1469ECE}"/>
              </a:ext>
            </a:extLst>
          </p:cNvPr>
          <p:cNvSpPr/>
          <p:nvPr/>
        </p:nvSpPr>
        <p:spPr>
          <a:xfrm>
            <a:off x="10282119" y="5504986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0" name="object 215">
            <a:extLst>
              <a:ext uri="{FF2B5EF4-FFF2-40B4-BE49-F238E27FC236}">
                <a16:creationId xmlns:a16="http://schemas.microsoft.com/office/drawing/2014/main" id="{61AB3C0F-D069-AFDC-415E-B314D6721006}"/>
              </a:ext>
            </a:extLst>
          </p:cNvPr>
          <p:cNvSpPr/>
          <p:nvPr/>
        </p:nvSpPr>
        <p:spPr>
          <a:xfrm>
            <a:off x="8813458" y="5504980"/>
            <a:ext cx="331000" cy="31503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1" name="object 216">
            <a:extLst>
              <a:ext uri="{FF2B5EF4-FFF2-40B4-BE49-F238E27FC236}">
                <a16:creationId xmlns:a16="http://schemas.microsoft.com/office/drawing/2014/main" id="{A7E9E1BD-817E-35EC-0AA9-0928CE2D716A}"/>
              </a:ext>
            </a:extLst>
          </p:cNvPr>
          <p:cNvSpPr/>
          <p:nvPr/>
        </p:nvSpPr>
        <p:spPr>
          <a:xfrm>
            <a:off x="8813458" y="5504980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69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2" name="object 217">
            <a:extLst>
              <a:ext uri="{FF2B5EF4-FFF2-40B4-BE49-F238E27FC236}">
                <a16:creationId xmlns:a16="http://schemas.microsoft.com/office/drawing/2014/main" id="{0CBCA1EF-CB30-4C85-7868-EBD41D43BD16}"/>
              </a:ext>
            </a:extLst>
          </p:cNvPr>
          <p:cNvSpPr/>
          <p:nvPr/>
        </p:nvSpPr>
        <p:spPr>
          <a:xfrm>
            <a:off x="8813458" y="5504980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69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3" name="object 218">
            <a:extLst>
              <a:ext uri="{FF2B5EF4-FFF2-40B4-BE49-F238E27FC236}">
                <a16:creationId xmlns:a16="http://schemas.microsoft.com/office/drawing/2014/main" id="{CBE08EDE-DC87-5906-3A2F-578D03F37CBD}"/>
              </a:ext>
            </a:extLst>
          </p:cNvPr>
          <p:cNvSpPr/>
          <p:nvPr/>
        </p:nvSpPr>
        <p:spPr>
          <a:xfrm>
            <a:off x="9065698" y="5583739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4" name="object 220">
            <a:extLst>
              <a:ext uri="{FF2B5EF4-FFF2-40B4-BE49-F238E27FC236}">
                <a16:creationId xmlns:a16="http://schemas.microsoft.com/office/drawing/2014/main" id="{35D451C4-B64F-D666-06EB-6E713FFBB86C}"/>
              </a:ext>
            </a:extLst>
          </p:cNvPr>
          <p:cNvSpPr/>
          <p:nvPr/>
        </p:nvSpPr>
        <p:spPr>
          <a:xfrm>
            <a:off x="9180624" y="5504981"/>
            <a:ext cx="330998" cy="31503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5" name="object 221">
            <a:extLst>
              <a:ext uri="{FF2B5EF4-FFF2-40B4-BE49-F238E27FC236}">
                <a16:creationId xmlns:a16="http://schemas.microsoft.com/office/drawing/2014/main" id="{EEA0096C-57BD-A88D-D1B1-D826C2721F80}"/>
              </a:ext>
            </a:extLst>
          </p:cNvPr>
          <p:cNvSpPr/>
          <p:nvPr/>
        </p:nvSpPr>
        <p:spPr>
          <a:xfrm>
            <a:off x="9180624" y="5504981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6" name="object 222">
            <a:extLst>
              <a:ext uri="{FF2B5EF4-FFF2-40B4-BE49-F238E27FC236}">
                <a16:creationId xmlns:a16="http://schemas.microsoft.com/office/drawing/2014/main" id="{3B840D8F-C0C2-73E6-3001-8AD4A2069F0A}"/>
              </a:ext>
            </a:extLst>
          </p:cNvPr>
          <p:cNvSpPr/>
          <p:nvPr/>
        </p:nvSpPr>
        <p:spPr>
          <a:xfrm>
            <a:off x="9180624" y="5504981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7" name="object 223">
            <a:extLst>
              <a:ext uri="{FF2B5EF4-FFF2-40B4-BE49-F238E27FC236}">
                <a16:creationId xmlns:a16="http://schemas.microsoft.com/office/drawing/2014/main" id="{BA2DBC2A-3833-F526-C433-8AB8162D5D07}"/>
              </a:ext>
            </a:extLst>
          </p:cNvPr>
          <p:cNvSpPr/>
          <p:nvPr/>
        </p:nvSpPr>
        <p:spPr>
          <a:xfrm>
            <a:off x="9432864" y="5583740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8" name="object 225">
            <a:extLst>
              <a:ext uri="{FF2B5EF4-FFF2-40B4-BE49-F238E27FC236}">
                <a16:creationId xmlns:a16="http://schemas.microsoft.com/office/drawing/2014/main" id="{6F9902C4-C40D-B6AC-F116-F47F4F432B04}"/>
              </a:ext>
            </a:extLst>
          </p:cNvPr>
          <p:cNvSpPr/>
          <p:nvPr/>
        </p:nvSpPr>
        <p:spPr>
          <a:xfrm>
            <a:off x="9547788" y="5504982"/>
            <a:ext cx="330998" cy="31503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9" name="object 226">
            <a:extLst>
              <a:ext uri="{FF2B5EF4-FFF2-40B4-BE49-F238E27FC236}">
                <a16:creationId xmlns:a16="http://schemas.microsoft.com/office/drawing/2014/main" id="{B72D229C-C01E-634F-C7C2-6FC918C013C1}"/>
              </a:ext>
            </a:extLst>
          </p:cNvPr>
          <p:cNvSpPr/>
          <p:nvPr/>
        </p:nvSpPr>
        <p:spPr>
          <a:xfrm>
            <a:off x="9547789" y="5504982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0" name="object 227">
            <a:extLst>
              <a:ext uri="{FF2B5EF4-FFF2-40B4-BE49-F238E27FC236}">
                <a16:creationId xmlns:a16="http://schemas.microsoft.com/office/drawing/2014/main" id="{CF93C2E5-780A-9578-2EF2-6D274AB984BE}"/>
              </a:ext>
            </a:extLst>
          </p:cNvPr>
          <p:cNvSpPr/>
          <p:nvPr/>
        </p:nvSpPr>
        <p:spPr>
          <a:xfrm>
            <a:off x="9547789" y="5504982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1" name="object 228">
            <a:extLst>
              <a:ext uri="{FF2B5EF4-FFF2-40B4-BE49-F238E27FC236}">
                <a16:creationId xmlns:a16="http://schemas.microsoft.com/office/drawing/2014/main" id="{E067B8B8-11CB-9CFE-900A-438EB9FCBE7F}"/>
              </a:ext>
            </a:extLst>
          </p:cNvPr>
          <p:cNvSpPr/>
          <p:nvPr/>
        </p:nvSpPr>
        <p:spPr>
          <a:xfrm>
            <a:off x="9800029" y="5583742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2" name="object 230">
            <a:extLst>
              <a:ext uri="{FF2B5EF4-FFF2-40B4-BE49-F238E27FC236}">
                <a16:creationId xmlns:a16="http://schemas.microsoft.com/office/drawing/2014/main" id="{9D07EA37-F856-CE7F-17E6-9481A747C20D}"/>
              </a:ext>
            </a:extLst>
          </p:cNvPr>
          <p:cNvSpPr/>
          <p:nvPr/>
        </p:nvSpPr>
        <p:spPr>
          <a:xfrm>
            <a:off x="9914953" y="5504980"/>
            <a:ext cx="330998" cy="31503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3" name="object 231">
            <a:extLst>
              <a:ext uri="{FF2B5EF4-FFF2-40B4-BE49-F238E27FC236}">
                <a16:creationId xmlns:a16="http://schemas.microsoft.com/office/drawing/2014/main" id="{B0855F2B-227D-3589-24A9-5843856AA72D}"/>
              </a:ext>
            </a:extLst>
          </p:cNvPr>
          <p:cNvSpPr/>
          <p:nvPr/>
        </p:nvSpPr>
        <p:spPr>
          <a:xfrm>
            <a:off x="9914953" y="5504980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4" name="object 232">
            <a:extLst>
              <a:ext uri="{FF2B5EF4-FFF2-40B4-BE49-F238E27FC236}">
                <a16:creationId xmlns:a16="http://schemas.microsoft.com/office/drawing/2014/main" id="{734323C0-CF25-84AF-67C2-1E13F17E39CD}"/>
              </a:ext>
            </a:extLst>
          </p:cNvPr>
          <p:cNvSpPr/>
          <p:nvPr/>
        </p:nvSpPr>
        <p:spPr>
          <a:xfrm>
            <a:off x="9914953" y="5504980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5" name="object 233">
            <a:extLst>
              <a:ext uri="{FF2B5EF4-FFF2-40B4-BE49-F238E27FC236}">
                <a16:creationId xmlns:a16="http://schemas.microsoft.com/office/drawing/2014/main" id="{1606DC0A-B3ED-B2F9-0492-27A571598C10}"/>
              </a:ext>
            </a:extLst>
          </p:cNvPr>
          <p:cNvSpPr/>
          <p:nvPr/>
        </p:nvSpPr>
        <p:spPr>
          <a:xfrm>
            <a:off x="10167193" y="5583739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6" name="object 235">
            <a:extLst>
              <a:ext uri="{FF2B5EF4-FFF2-40B4-BE49-F238E27FC236}">
                <a16:creationId xmlns:a16="http://schemas.microsoft.com/office/drawing/2014/main" id="{3E3F8254-28DB-A719-2BA6-6D091CBBD5E5}"/>
              </a:ext>
            </a:extLst>
          </p:cNvPr>
          <p:cNvSpPr/>
          <p:nvPr/>
        </p:nvSpPr>
        <p:spPr>
          <a:xfrm>
            <a:off x="10282119" y="5504981"/>
            <a:ext cx="330998" cy="31503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7" name="object 236">
            <a:extLst>
              <a:ext uri="{FF2B5EF4-FFF2-40B4-BE49-F238E27FC236}">
                <a16:creationId xmlns:a16="http://schemas.microsoft.com/office/drawing/2014/main" id="{ACFF0FB6-4145-2DA6-5D48-5F887288C08F}"/>
              </a:ext>
            </a:extLst>
          </p:cNvPr>
          <p:cNvSpPr/>
          <p:nvPr/>
        </p:nvSpPr>
        <p:spPr>
          <a:xfrm>
            <a:off x="10282119" y="5504981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8" name="object 237">
            <a:extLst>
              <a:ext uri="{FF2B5EF4-FFF2-40B4-BE49-F238E27FC236}">
                <a16:creationId xmlns:a16="http://schemas.microsoft.com/office/drawing/2014/main" id="{37A7C1DA-B6E9-3ED6-EB4E-526C413DFAA2}"/>
              </a:ext>
            </a:extLst>
          </p:cNvPr>
          <p:cNvSpPr/>
          <p:nvPr/>
        </p:nvSpPr>
        <p:spPr>
          <a:xfrm>
            <a:off x="10282119" y="5504981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9" name="文本框 338">
            <a:extLst>
              <a:ext uri="{FF2B5EF4-FFF2-40B4-BE49-F238E27FC236}">
                <a16:creationId xmlns:a16="http://schemas.microsoft.com/office/drawing/2014/main" id="{660FA3B6-52B0-35A4-6CCD-54550DB9A8AE}"/>
              </a:ext>
            </a:extLst>
          </p:cNvPr>
          <p:cNvSpPr txBox="1"/>
          <p:nvPr/>
        </p:nvSpPr>
        <p:spPr>
          <a:xfrm>
            <a:off x="10639332" y="5305371"/>
            <a:ext cx="7521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……</a:t>
            </a:r>
          </a:p>
        </p:txBody>
      </p:sp>
      <p:cxnSp>
        <p:nvCxnSpPr>
          <p:cNvPr id="340" name="直接连接符 339">
            <a:extLst>
              <a:ext uri="{FF2B5EF4-FFF2-40B4-BE49-F238E27FC236}">
                <a16:creationId xmlns:a16="http://schemas.microsoft.com/office/drawing/2014/main" id="{8B740C9A-C496-A1A9-B125-0664A25A2741}"/>
              </a:ext>
            </a:extLst>
          </p:cNvPr>
          <p:cNvCxnSpPr/>
          <p:nvPr/>
        </p:nvCxnSpPr>
        <p:spPr>
          <a:xfrm flipH="1">
            <a:off x="7658269" y="4553923"/>
            <a:ext cx="45759" cy="193011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1" name="文本框 340">
            <a:extLst>
              <a:ext uri="{FF2B5EF4-FFF2-40B4-BE49-F238E27FC236}">
                <a16:creationId xmlns:a16="http://schemas.microsoft.com/office/drawing/2014/main" id="{268FE4FA-F298-8E8B-B227-987B5B42FDB1}"/>
              </a:ext>
            </a:extLst>
          </p:cNvPr>
          <p:cNvSpPr txBox="1"/>
          <p:nvPr/>
        </p:nvSpPr>
        <p:spPr>
          <a:xfrm>
            <a:off x="5094095" y="6024259"/>
            <a:ext cx="9316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Block 1</a:t>
            </a:r>
          </a:p>
        </p:txBody>
      </p:sp>
      <p:sp>
        <p:nvSpPr>
          <p:cNvPr id="342" name="文本框 341">
            <a:extLst>
              <a:ext uri="{FF2B5EF4-FFF2-40B4-BE49-F238E27FC236}">
                <a16:creationId xmlns:a16="http://schemas.microsoft.com/office/drawing/2014/main" id="{DA99C6D0-BD89-15F5-7E2A-75192D7B79F2}"/>
              </a:ext>
            </a:extLst>
          </p:cNvPr>
          <p:cNvSpPr txBox="1"/>
          <p:nvPr/>
        </p:nvSpPr>
        <p:spPr>
          <a:xfrm>
            <a:off x="8603857" y="6014317"/>
            <a:ext cx="9316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Block 2</a:t>
            </a:r>
          </a:p>
        </p:txBody>
      </p:sp>
      <p:sp>
        <p:nvSpPr>
          <p:cNvPr id="343" name="灯片编号占位符 342">
            <a:extLst>
              <a:ext uri="{FF2B5EF4-FFF2-40B4-BE49-F238E27FC236}">
                <a16:creationId xmlns:a16="http://schemas.microsoft.com/office/drawing/2014/main" id="{CBEA5A8D-7845-7DD3-4300-09C4F86F3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7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3760682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0C672-998C-0300-19A5-7632A1E83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AA1EC85-103C-D912-4002-453E89979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4256" y="72058"/>
            <a:ext cx="10297144" cy="792088"/>
          </a:xfrm>
        </p:spPr>
        <p:txBody>
          <a:bodyPr/>
          <a:lstStyle/>
          <a:p>
            <a:r>
              <a:rPr lang="en-US" sz="2800" dirty="0"/>
              <a:t>Shared Memory: SHARING DATA BETWEEN THREADS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B60B31-FB2A-E0C2-0500-5204662FE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128" y="1224187"/>
            <a:ext cx="12097344" cy="5400599"/>
          </a:xfrm>
        </p:spPr>
        <p:txBody>
          <a:bodyPr/>
          <a:lstStyle/>
          <a:p>
            <a:pPr lvl="1"/>
            <a:r>
              <a:rPr lang="en-US" dirty="0"/>
              <a:t>Terminology: within a block, threads share data via </a:t>
            </a:r>
            <a:r>
              <a:rPr lang="en-US" dirty="0">
                <a:solidFill>
                  <a:srgbClr val="FFC000"/>
                </a:solidFill>
              </a:rPr>
              <a:t>shared memory</a:t>
            </a:r>
          </a:p>
          <a:p>
            <a:pPr lvl="1"/>
            <a:r>
              <a:rPr lang="en-US" dirty="0"/>
              <a:t>Shared memory is equivalent to a user-managed cache: </a:t>
            </a:r>
          </a:p>
          <a:p>
            <a:pPr lvl="2"/>
            <a:r>
              <a:rPr lang="en-US" dirty="0"/>
              <a:t>The application explicitly allocates and accesses it.</a:t>
            </a:r>
          </a:p>
          <a:p>
            <a:pPr lvl="1"/>
            <a:r>
              <a:rPr lang="en-US" dirty="0"/>
              <a:t>Extremely fast on-chip memory, user-managed</a:t>
            </a:r>
          </a:p>
          <a:p>
            <a:pPr lvl="1"/>
            <a:r>
              <a:rPr lang="en-US" dirty="0"/>
              <a:t>Declare using </a:t>
            </a:r>
            <a:r>
              <a:rPr lang="en-US" dirty="0">
                <a:solidFill>
                  <a:srgbClr val="FFC000"/>
                </a:solidFill>
              </a:rPr>
              <a:t>__shared__, </a:t>
            </a:r>
            <a:r>
              <a:rPr lang="en-US" dirty="0"/>
              <a:t>allocated a variable per block  that:</a:t>
            </a:r>
          </a:p>
          <a:p>
            <a:pPr lvl="2"/>
            <a:r>
              <a:rPr lang="en-US" dirty="0"/>
              <a:t>Resides in the shared memory space of a thread block,</a:t>
            </a:r>
          </a:p>
          <a:p>
            <a:pPr lvl="2"/>
            <a:r>
              <a:rPr lang="en-US" dirty="0"/>
              <a:t>Has the lifetime of the block,</a:t>
            </a:r>
          </a:p>
          <a:p>
            <a:pPr lvl="2"/>
            <a:r>
              <a:rPr lang="en-US" dirty="0"/>
              <a:t>Has a distinct object per block,</a:t>
            </a:r>
          </a:p>
          <a:p>
            <a:pPr lvl="2"/>
            <a:r>
              <a:rPr lang="en-US" dirty="0"/>
              <a:t>Is only accessible from all the CUDA threads within the block,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AF56162-B03C-6ED6-4B7B-BC444B281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8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2927482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C9459-8276-B078-D661-61C7EC43A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AABC0F8-0865-BF7A-9020-816E49D69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4256" y="72058"/>
            <a:ext cx="10297144" cy="792088"/>
          </a:xfrm>
        </p:spPr>
        <p:txBody>
          <a:bodyPr/>
          <a:lstStyle/>
          <a:p>
            <a:r>
              <a:rPr lang="en-US" sz="2800" dirty="0"/>
              <a:t>Shared Memory: SHARING DATA BETWEEN THREADS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7D24453-3D95-0AB0-6EF1-40314EDAA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128" y="1224187"/>
            <a:ext cx="12097344" cy="5400599"/>
          </a:xfrm>
        </p:spPr>
        <p:txBody>
          <a:bodyPr/>
          <a:lstStyle/>
          <a:p>
            <a:r>
              <a:rPr lang="en-US" dirty="0"/>
              <a:t>Typical programming pattern:</a:t>
            </a:r>
          </a:p>
          <a:p>
            <a:pPr lvl="1"/>
            <a:r>
              <a:rPr lang="en-US" dirty="0"/>
              <a:t>Load data from device memory to shared memory</a:t>
            </a:r>
          </a:p>
          <a:p>
            <a:pPr lvl="1"/>
            <a:r>
              <a:rPr lang="en-US" dirty="0"/>
              <a:t>Synchronize with all the other threads of the block so that each thread can safely read shared memory locations that were populated by different threads,</a:t>
            </a:r>
          </a:p>
          <a:p>
            <a:pPr lvl="1"/>
            <a:r>
              <a:rPr lang="en-US" dirty="0"/>
              <a:t>Process the data in shared memory</a:t>
            </a:r>
          </a:p>
          <a:p>
            <a:pPr lvl="1"/>
            <a:r>
              <a:rPr lang="en-US" dirty="0"/>
              <a:t>Synchronize again if necessary to make sure that shared memory has been updated with the results, </a:t>
            </a:r>
            <a:r>
              <a:rPr lang="en-US" altLang="zh-CN" dirty="0">
                <a:solidFill>
                  <a:srgbClr val="FFC000"/>
                </a:solidFill>
              </a:rPr>
              <a:t>__</a:t>
            </a:r>
            <a:r>
              <a:rPr lang="en-US" altLang="zh-CN" dirty="0" err="1">
                <a:solidFill>
                  <a:srgbClr val="FFC000"/>
                </a:solidFill>
              </a:rPr>
              <a:t>syncthreads</a:t>
            </a:r>
            <a:r>
              <a:rPr lang="en-US" altLang="zh-CN" dirty="0">
                <a:solidFill>
                  <a:srgbClr val="FFC000"/>
                </a:solidFill>
              </a:rPr>
              <a:t>();</a:t>
            </a:r>
            <a:endParaRPr lang="en-US" dirty="0"/>
          </a:p>
          <a:p>
            <a:pPr lvl="1"/>
            <a:r>
              <a:rPr lang="en-US" dirty="0"/>
              <a:t>Write the results back to device memory.</a:t>
            </a:r>
          </a:p>
          <a:p>
            <a:pPr lvl="1"/>
            <a:endParaRPr 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D8DF6E6-87B6-635C-9D2C-E4E447087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9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3329800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D525E-781B-DE13-237F-40A7BCF77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8EF26A7-842E-A208-DBAB-F191C7F73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IMPLEMENTING WITH SHARED MEMORY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1D6025-BA35-FBEA-0833-0ACF36605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128" y="1224187"/>
            <a:ext cx="12097344" cy="3816423"/>
          </a:xfrm>
        </p:spPr>
        <p:txBody>
          <a:bodyPr/>
          <a:lstStyle/>
          <a:p>
            <a:r>
              <a:rPr lang="en-US" dirty="0"/>
              <a:t>Cache data in shared memory</a:t>
            </a:r>
          </a:p>
          <a:p>
            <a:pPr lvl="2"/>
            <a:r>
              <a:rPr lang="en-US" dirty="0"/>
              <a:t>Read </a:t>
            </a:r>
            <a:r>
              <a:rPr lang="en-US" b="1" dirty="0"/>
              <a:t>(</a:t>
            </a:r>
            <a:r>
              <a:rPr lang="en-US" b="1" dirty="0" err="1"/>
              <a:t>blockDim.x</a:t>
            </a:r>
            <a:r>
              <a:rPr lang="en-US" b="1" dirty="0"/>
              <a:t> </a:t>
            </a:r>
            <a:r>
              <a:rPr lang="en-US" dirty="0"/>
              <a:t>+ 2 * radius) input elements from global memory to shared memory</a:t>
            </a:r>
          </a:p>
          <a:p>
            <a:pPr lvl="2"/>
            <a:r>
              <a:rPr lang="en-US" dirty="0"/>
              <a:t>Compute </a:t>
            </a:r>
            <a:r>
              <a:rPr lang="en-US" b="1" dirty="0" err="1"/>
              <a:t>blockDim.x</a:t>
            </a:r>
            <a:r>
              <a:rPr lang="en-US" dirty="0"/>
              <a:t> output elements</a:t>
            </a:r>
          </a:p>
          <a:p>
            <a:pPr lvl="2"/>
            <a:r>
              <a:rPr lang="en-US" dirty="0"/>
              <a:t>Write </a:t>
            </a:r>
            <a:r>
              <a:rPr lang="en-US" b="1" dirty="0" err="1"/>
              <a:t>blockDim.x</a:t>
            </a:r>
            <a:r>
              <a:rPr lang="en-US" dirty="0"/>
              <a:t> output elements to global memory</a:t>
            </a:r>
          </a:p>
          <a:p>
            <a:r>
              <a:rPr lang="en-US" dirty="0"/>
              <a:t>Each block needs a halo of radius elements at each boundary</a:t>
            </a:r>
          </a:p>
        </p:txBody>
      </p:sp>
      <p:sp>
        <p:nvSpPr>
          <p:cNvPr id="2" name="object 11">
            <a:extLst>
              <a:ext uri="{FF2B5EF4-FFF2-40B4-BE49-F238E27FC236}">
                <a16:creationId xmlns:a16="http://schemas.microsoft.com/office/drawing/2014/main" id="{9E6603C0-D27B-049D-46A2-15ED6CA6D369}"/>
              </a:ext>
            </a:extLst>
          </p:cNvPr>
          <p:cNvSpPr/>
          <p:nvPr/>
        </p:nvSpPr>
        <p:spPr>
          <a:xfrm>
            <a:off x="3475478" y="5924214"/>
            <a:ext cx="423671" cy="4084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12">
            <a:extLst>
              <a:ext uri="{FF2B5EF4-FFF2-40B4-BE49-F238E27FC236}">
                <a16:creationId xmlns:a16="http://schemas.microsoft.com/office/drawing/2014/main" id="{6AD99671-2E48-C790-94B6-44059E96761F}"/>
              </a:ext>
            </a:extLst>
          </p:cNvPr>
          <p:cNvSpPr/>
          <p:nvPr/>
        </p:nvSpPr>
        <p:spPr>
          <a:xfrm>
            <a:off x="3521237" y="5948430"/>
            <a:ext cx="331000" cy="3150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3">
            <a:extLst>
              <a:ext uri="{FF2B5EF4-FFF2-40B4-BE49-F238E27FC236}">
                <a16:creationId xmlns:a16="http://schemas.microsoft.com/office/drawing/2014/main" id="{FE7734A6-159A-B91B-333C-2C316FED0692}"/>
              </a:ext>
            </a:extLst>
          </p:cNvPr>
          <p:cNvSpPr/>
          <p:nvPr/>
        </p:nvSpPr>
        <p:spPr>
          <a:xfrm>
            <a:off x="3521237" y="5948429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69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14">
            <a:extLst>
              <a:ext uri="{FF2B5EF4-FFF2-40B4-BE49-F238E27FC236}">
                <a16:creationId xmlns:a16="http://schemas.microsoft.com/office/drawing/2014/main" id="{52A2DE27-8C9D-A845-9E61-AA9D0B2D1F42}"/>
              </a:ext>
            </a:extLst>
          </p:cNvPr>
          <p:cNvSpPr/>
          <p:nvPr/>
        </p:nvSpPr>
        <p:spPr>
          <a:xfrm>
            <a:off x="3521237" y="5948429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69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5">
            <a:extLst>
              <a:ext uri="{FF2B5EF4-FFF2-40B4-BE49-F238E27FC236}">
                <a16:creationId xmlns:a16="http://schemas.microsoft.com/office/drawing/2014/main" id="{346A6AD2-4EC9-0EF3-25CE-CA80CA6B94D6}"/>
              </a:ext>
            </a:extLst>
          </p:cNvPr>
          <p:cNvSpPr/>
          <p:nvPr/>
        </p:nvSpPr>
        <p:spPr>
          <a:xfrm>
            <a:off x="3773477" y="6027188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6">
            <a:extLst>
              <a:ext uri="{FF2B5EF4-FFF2-40B4-BE49-F238E27FC236}">
                <a16:creationId xmlns:a16="http://schemas.microsoft.com/office/drawing/2014/main" id="{9357C836-317B-A576-8FD9-47E75E388AF1}"/>
              </a:ext>
            </a:extLst>
          </p:cNvPr>
          <p:cNvSpPr/>
          <p:nvPr/>
        </p:nvSpPr>
        <p:spPr>
          <a:xfrm>
            <a:off x="3841237" y="5924214"/>
            <a:ext cx="423671" cy="4084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7">
            <a:extLst>
              <a:ext uri="{FF2B5EF4-FFF2-40B4-BE49-F238E27FC236}">
                <a16:creationId xmlns:a16="http://schemas.microsoft.com/office/drawing/2014/main" id="{6356EC35-042C-20E7-2ECE-297C694088C9}"/>
              </a:ext>
            </a:extLst>
          </p:cNvPr>
          <p:cNvSpPr/>
          <p:nvPr/>
        </p:nvSpPr>
        <p:spPr>
          <a:xfrm>
            <a:off x="3888403" y="5948431"/>
            <a:ext cx="330998" cy="31503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8">
            <a:extLst>
              <a:ext uri="{FF2B5EF4-FFF2-40B4-BE49-F238E27FC236}">
                <a16:creationId xmlns:a16="http://schemas.microsoft.com/office/drawing/2014/main" id="{9899070B-2EE0-0F51-EA09-C27E0E81B059}"/>
              </a:ext>
            </a:extLst>
          </p:cNvPr>
          <p:cNvSpPr/>
          <p:nvPr/>
        </p:nvSpPr>
        <p:spPr>
          <a:xfrm>
            <a:off x="3888403" y="5948431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9">
            <a:extLst>
              <a:ext uri="{FF2B5EF4-FFF2-40B4-BE49-F238E27FC236}">
                <a16:creationId xmlns:a16="http://schemas.microsoft.com/office/drawing/2014/main" id="{13853FF5-7D42-6AAD-9EDD-259E3FE60238}"/>
              </a:ext>
            </a:extLst>
          </p:cNvPr>
          <p:cNvSpPr/>
          <p:nvPr/>
        </p:nvSpPr>
        <p:spPr>
          <a:xfrm>
            <a:off x="3888403" y="5948431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20">
            <a:extLst>
              <a:ext uri="{FF2B5EF4-FFF2-40B4-BE49-F238E27FC236}">
                <a16:creationId xmlns:a16="http://schemas.microsoft.com/office/drawing/2014/main" id="{05F6D378-2100-0AA1-DB33-1108FC4DBC2C}"/>
              </a:ext>
            </a:extLst>
          </p:cNvPr>
          <p:cNvSpPr/>
          <p:nvPr/>
        </p:nvSpPr>
        <p:spPr>
          <a:xfrm>
            <a:off x="4140643" y="6027190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21">
            <a:extLst>
              <a:ext uri="{FF2B5EF4-FFF2-40B4-BE49-F238E27FC236}">
                <a16:creationId xmlns:a16="http://schemas.microsoft.com/office/drawing/2014/main" id="{6A058954-1786-97C4-D6DD-83B54CE3094A}"/>
              </a:ext>
            </a:extLst>
          </p:cNvPr>
          <p:cNvSpPr/>
          <p:nvPr/>
        </p:nvSpPr>
        <p:spPr>
          <a:xfrm>
            <a:off x="4210046" y="5924214"/>
            <a:ext cx="423672" cy="40843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22">
            <a:extLst>
              <a:ext uri="{FF2B5EF4-FFF2-40B4-BE49-F238E27FC236}">
                <a16:creationId xmlns:a16="http://schemas.microsoft.com/office/drawing/2014/main" id="{1A15AF6D-6E96-1C3F-1AB0-071518FB1077}"/>
              </a:ext>
            </a:extLst>
          </p:cNvPr>
          <p:cNvSpPr/>
          <p:nvPr/>
        </p:nvSpPr>
        <p:spPr>
          <a:xfrm>
            <a:off x="4255567" y="5948432"/>
            <a:ext cx="330998" cy="31503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23">
            <a:extLst>
              <a:ext uri="{FF2B5EF4-FFF2-40B4-BE49-F238E27FC236}">
                <a16:creationId xmlns:a16="http://schemas.microsoft.com/office/drawing/2014/main" id="{F808E215-3A33-12E2-0A6B-1397E1561932}"/>
              </a:ext>
            </a:extLst>
          </p:cNvPr>
          <p:cNvSpPr/>
          <p:nvPr/>
        </p:nvSpPr>
        <p:spPr>
          <a:xfrm>
            <a:off x="4255568" y="5948432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24">
            <a:extLst>
              <a:ext uri="{FF2B5EF4-FFF2-40B4-BE49-F238E27FC236}">
                <a16:creationId xmlns:a16="http://schemas.microsoft.com/office/drawing/2014/main" id="{332C98B8-E991-B361-093F-410B3D3C1BC6}"/>
              </a:ext>
            </a:extLst>
          </p:cNvPr>
          <p:cNvSpPr/>
          <p:nvPr/>
        </p:nvSpPr>
        <p:spPr>
          <a:xfrm>
            <a:off x="4255568" y="5948432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25">
            <a:extLst>
              <a:ext uri="{FF2B5EF4-FFF2-40B4-BE49-F238E27FC236}">
                <a16:creationId xmlns:a16="http://schemas.microsoft.com/office/drawing/2014/main" id="{E97973F6-9FDE-FF75-29F2-4D3187BBAC25}"/>
              </a:ext>
            </a:extLst>
          </p:cNvPr>
          <p:cNvSpPr/>
          <p:nvPr/>
        </p:nvSpPr>
        <p:spPr>
          <a:xfrm>
            <a:off x="4507808" y="6027191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26">
            <a:extLst>
              <a:ext uri="{FF2B5EF4-FFF2-40B4-BE49-F238E27FC236}">
                <a16:creationId xmlns:a16="http://schemas.microsoft.com/office/drawing/2014/main" id="{AF6B4F5C-473A-28BC-0044-0D60AC1B335C}"/>
              </a:ext>
            </a:extLst>
          </p:cNvPr>
          <p:cNvSpPr/>
          <p:nvPr/>
        </p:nvSpPr>
        <p:spPr>
          <a:xfrm>
            <a:off x="4575805" y="5924214"/>
            <a:ext cx="423672" cy="40843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7">
            <a:extLst>
              <a:ext uri="{FF2B5EF4-FFF2-40B4-BE49-F238E27FC236}">
                <a16:creationId xmlns:a16="http://schemas.microsoft.com/office/drawing/2014/main" id="{0EFAAEB9-D4EF-F402-6265-DCDD7BFADDE1}"/>
              </a:ext>
            </a:extLst>
          </p:cNvPr>
          <p:cNvSpPr/>
          <p:nvPr/>
        </p:nvSpPr>
        <p:spPr>
          <a:xfrm>
            <a:off x="4622732" y="5948430"/>
            <a:ext cx="330998" cy="31503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8">
            <a:extLst>
              <a:ext uri="{FF2B5EF4-FFF2-40B4-BE49-F238E27FC236}">
                <a16:creationId xmlns:a16="http://schemas.microsoft.com/office/drawing/2014/main" id="{6B4B5757-BDE1-12A9-8756-364A5A1DEE19}"/>
              </a:ext>
            </a:extLst>
          </p:cNvPr>
          <p:cNvSpPr/>
          <p:nvPr/>
        </p:nvSpPr>
        <p:spPr>
          <a:xfrm>
            <a:off x="4622732" y="5948430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9">
            <a:extLst>
              <a:ext uri="{FF2B5EF4-FFF2-40B4-BE49-F238E27FC236}">
                <a16:creationId xmlns:a16="http://schemas.microsoft.com/office/drawing/2014/main" id="{4B329BC5-8C3B-D480-9A2A-5BAE4F7AFEA9}"/>
              </a:ext>
            </a:extLst>
          </p:cNvPr>
          <p:cNvSpPr/>
          <p:nvPr/>
        </p:nvSpPr>
        <p:spPr>
          <a:xfrm>
            <a:off x="4622732" y="5948430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30">
            <a:extLst>
              <a:ext uri="{FF2B5EF4-FFF2-40B4-BE49-F238E27FC236}">
                <a16:creationId xmlns:a16="http://schemas.microsoft.com/office/drawing/2014/main" id="{BDB9D265-2528-BAE8-0484-A1CDDE9AE05B}"/>
              </a:ext>
            </a:extLst>
          </p:cNvPr>
          <p:cNvSpPr/>
          <p:nvPr/>
        </p:nvSpPr>
        <p:spPr>
          <a:xfrm>
            <a:off x="4874972" y="6027189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31">
            <a:extLst>
              <a:ext uri="{FF2B5EF4-FFF2-40B4-BE49-F238E27FC236}">
                <a16:creationId xmlns:a16="http://schemas.microsoft.com/office/drawing/2014/main" id="{12F1C1E0-5C37-729C-9417-3CD5C8DB60B7}"/>
              </a:ext>
            </a:extLst>
          </p:cNvPr>
          <p:cNvSpPr/>
          <p:nvPr/>
        </p:nvSpPr>
        <p:spPr>
          <a:xfrm>
            <a:off x="4944613" y="5924214"/>
            <a:ext cx="423672" cy="4084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32">
            <a:extLst>
              <a:ext uri="{FF2B5EF4-FFF2-40B4-BE49-F238E27FC236}">
                <a16:creationId xmlns:a16="http://schemas.microsoft.com/office/drawing/2014/main" id="{4A212DA0-584B-189D-15EF-F5BD04C2C4CD}"/>
              </a:ext>
            </a:extLst>
          </p:cNvPr>
          <p:cNvSpPr/>
          <p:nvPr/>
        </p:nvSpPr>
        <p:spPr>
          <a:xfrm>
            <a:off x="4989898" y="5948431"/>
            <a:ext cx="330998" cy="31503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33">
            <a:extLst>
              <a:ext uri="{FF2B5EF4-FFF2-40B4-BE49-F238E27FC236}">
                <a16:creationId xmlns:a16="http://schemas.microsoft.com/office/drawing/2014/main" id="{FF486788-8A5E-CA76-D500-63362D5A8AC2}"/>
              </a:ext>
            </a:extLst>
          </p:cNvPr>
          <p:cNvSpPr/>
          <p:nvPr/>
        </p:nvSpPr>
        <p:spPr>
          <a:xfrm>
            <a:off x="4989898" y="5948431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34">
            <a:extLst>
              <a:ext uri="{FF2B5EF4-FFF2-40B4-BE49-F238E27FC236}">
                <a16:creationId xmlns:a16="http://schemas.microsoft.com/office/drawing/2014/main" id="{4552B708-2402-B52D-025A-A5B61C8E54AC}"/>
              </a:ext>
            </a:extLst>
          </p:cNvPr>
          <p:cNvSpPr/>
          <p:nvPr/>
        </p:nvSpPr>
        <p:spPr>
          <a:xfrm>
            <a:off x="4989898" y="5948431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35">
            <a:extLst>
              <a:ext uri="{FF2B5EF4-FFF2-40B4-BE49-F238E27FC236}">
                <a16:creationId xmlns:a16="http://schemas.microsoft.com/office/drawing/2014/main" id="{380B1815-4321-7126-BEC1-F8CFC90265D9}"/>
              </a:ext>
            </a:extLst>
          </p:cNvPr>
          <p:cNvSpPr/>
          <p:nvPr/>
        </p:nvSpPr>
        <p:spPr>
          <a:xfrm>
            <a:off x="5242138" y="6027190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36">
            <a:extLst>
              <a:ext uri="{FF2B5EF4-FFF2-40B4-BE49-F238E27FC236}">
                <a16:creationId xmlns:a16="http://schemas.microsoft.com/office/drawing/2014/main" id="{66C1DAEE-2243-61B2-F748-094ED190E60C}"/>
              </a:ext>
            </a:extLst>
          </p:cNvPr>
          <p:cNvSpPr/>
          <p:nvPr/>
        </p:nvSpPr>
        <p:spPr>
          <a:xfrm>
            <a:off x="5310373" y="5924214"/>
            <a:ext cx="423672" cy="40843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7">
            <a:extLst>
              <a:ext uri="{FF2B5EF4-FFF2-40B4-BE49-F238E27FC236}">
                <a16:creationId xmlns:a16="http://schemas.microsoft.com/office/drawing/2014/main" id="{1B04F1D4-3904-30F7-0C7F-C9E6E8D793EA}"/>
              </a:ext>
            </a:extLst>
          </p:cNvPr>
          <p:cNvSpPr/>
          <p:nvPr/>
        </p:nvSpPr>
        <p:spPr>
          <a:xfrm>
            <a:off x="5357063" y="5948430"/>
            <a:ext cx="330998" cy="31503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8">
            <a:extLst>
              <a:ext uri="{FF2B5EF4-FFF2-40B4-BE49-F238E27FC236}">
                <a16:creationId xmlns:a16="http://schemas.microsoft.com/office/drawing/2014/main" id="{F556C112-C128-C382-CBAF-193E434717DC}"/>
              </a:ext>
            </a:extLst>
          </p:cNvPr>
          <p:cNvSpPr/>
          <p:nvPr/>
        </p:nvSpPr>
        <p:spPr>
          <a:xfrm>
            <a:off x="5357062" y="5948430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9">
            <a:extLst>
              <a:ext uri="{FF2B5EF4-FFF2-40B4-BE49-F238E27FC236}">
                <a16:creationId xmlns:a16="http://schemas.microsoft.com/office/drawing/2014/main" id="{87CE7EEC-70E6-4E87-12AA-AE227E23F5F4}"/>
              </a:ext>
            </a:extLst>
          </p:cNvPr>
          <p:cNvSpPr/>
          <p:nvPr/>
        </p:nvSpPr>
        <p:spPr>
          <a:xfrm>
            <a:off x="5357062" y="5948430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40">
            <a:extLst>
              <a:ext uri="{FF2B5EF4-FFF2-40B4-BE49-F238E27FC236}">
                <a16:creationId xmlns:a16="http://schemas.microsoft.com/office/drawing/2014/main" id="{E388ECA2-E87F-459B-ADAE-CA769A8BAE99}"/>
              </a:ext>
            </a:extLst>
          </p:cNvPr>
          <p:cNvSpPr/>
          <p:nvPr/>
        </p:nvSpPr>
        <p:spPr>
          <a:xfrm>
            <a:off x="5609303" y="6027189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41">
            <a:extLst>
              <a:ext uri="{FF2B5EF4-FFF2-40B4-BE49-F238E27FC236}">
                <a16:creationId xmlns:a16="http://schemas.microsoft.com/office/drawing/2014/main" id="{3F1A571E-C7DE-3947-A383-89A61126BEC5}"/>
              </a:ext>
            </a:extLst>
          </p:cNvPr>
          <p:cNvSpPr/>
          <p:nvPr/>
        </p:nvSpPr>
        <p:spPr>
          <a:xfrm>
            <a:off x="5679181" y="5924214"/>
            <a:ext cx="423672" cy="40843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42">
            <a:extLst>
              <a:ext uri="{FF2B5EF4-FFF2-40B4-BE49-F238E27FC236}">
                <a16:creationId xmlns:a16="http://schemas.microsoft.com/office/drawing/2014/main" id="{616980EA-FE88-4057-CAB3-EDA8103EEB9E}"/>
              </a:ext>
            </a:extLst>
          </p:cNvPr>
          <p:cNvSpPr/>
          <p:nvPr/>
        </p:nvSpPr>
        <p:spPr>
          <a:xfrm>
            <a:off x="5724227" y="5948431"/>
            <a:ext cx="330998" cy="31503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43">
            <a:extLst>
              <a:ext uri="{FF2B5EF4-FFF2-40B4-BE49-F238E27FC236}">
                <a16:creationId xmlns:a16="http://schemas.microsoft.com/office/drawing/2014/main" id="{4CD304E9-9F07-062D-D2EB-C5F7C78B0140}"/>
              </a:ext>
            </a:extLst>
          </p:cNvPr>
          <p:cNvSpPr/>
          <p:nvPr/>
        </p:nvSpPr>
        <p:spPr>
          <a:xfrm>
            <a:off x="5724227" y="5948431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44">
            <a:extLst>
              <a:ext uri="{FF2B5EF4-FFF2-40B4-BE49-F238E27FC236}">
                <a16:creationId xmlns:a16="http://schemas.microsoft.com/office/drawing/2014/main" id="{477B3419-1135-3126-B723-E820DB46E564}"/>
              </a:ext>
            </a:extLst>
          </p:cNvPr>
          <p:cNvSpPr/>
          <p:nvPr/>
        </p:nvSpPr>
        <p:spPr>
          <a:xfrm>
            <a:off x="5724227" y="5948431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45">
            <a:extLst>
              <a:ext uri="{FF2B5EF4-FFF2-40B4-BE49-F238E27FC236}">
                <a16:creationId xmlns:a16="http://schemas.microsoft.com/office/drawing/2014/main" id="{4159EDE8-7B80-3C30-64BF-F6CB05EE9F0B}"/>
              </a:ext>
            </a:extLst>
          </p:cNvPr>
          <p:cNvSpPr/>
          <p:nvPr/>
        </p:nvSpPr>
        <p:spPr>
          <a:xfrm>
            <a:off x="5976468" y="6027190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46">
            <a:extLst>
              <a:ext uri="{FF2B5EF4-FFF2-40B4-BE49-F238E27FC236}">
                <a16:creationId xmlns:a16="http://schemas.microsoft.com/office/drawing/2014/main" id="{6342576D-6A2F-0CCF-4927-53F5707EA698}"/>
              </a:ext>
            </a:extLst>
          </p:cNvPr>
          <p:cNvSpPr/>
          <p:nvPr/>
        </p:nvSpPr>
        <p:spPr>
          <a:xfrm>
            <a:off x="6044942" y="5924214"/>
            <a:ext cx="423672" cy="40843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7">
            <a:extLst>
              <a:ext uri="{FF2B5EF4-FFF2-40B4-BE49-F238E27FC236}">
                <a16:creationId xmlns:a16="http://schemas.microsoft.com/office/drawing/2014/main" id="{5B9FF4D6-3363-B536-70B8-96DD6696DFA3}"/>
              </a:ext>
            </a:extLst>
          </p:cNvPr>
          <p:cNvSpPr/>
          <p:nvPr/>
        </p:nvSpPr>
        <p:spPr>
          <a:xfrm>
            <a:off x="6091393" y="5948431"/>
            <a:ext cx="330998" cy="31503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8">
            <a:extLst>
              <a:ext uri="{FF2B5EF4-FFF2-40B4-BE49-F238E27FC236}">
                <a16:creationId xmlns:a16="http://schemas.microsoft.com/office/drawing/2014/main" id="{60A515A7-4CDF-9489-D29A-C3672C26C101}"/>
              </a:ext>
            </a:extLst>
          </p:cNvPr>
          <p:cNvSpPr/>
          <p:nvPr/>
        </p:nvSpPr>
        <p:spPr>
          <a:xfrm>
            <a:off x="6091393" y="5948431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9">
            <a:extLst>
              <a:ext uri="{FF2B5EF4-FFF2-40B4-BE49-F238E27FC236}">
                <a16:creationId xmlns:a16="http://schemas.microsoft.com/office/drawing/2014/main" id="{468C3DE1-E1BE-8408-8627-D1B5F5486A60}"/>
              </a:ext>
            </a:extLst>
          </p:cNvPr>
          <p:cNvSpPr/>
          <p:nvPr/>
        </p:nvSpPr>
        <p:spPr>
          <a:xfrm>
            <a:off x="6091393" y="5948431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50">
            <a:extLst>
              <a:ext uri="{FF2B5EF4-FFF2-40B4-BE49-F238E27FC236}">
                <a16:creationId xmlns:a16="http://schemas.microsoft.com/office/drawing/2014/main" id="{19AF5927-E852-A975-9774-16B8718CAB94}"/>
              </a:ext>
            </a:extLst>
          </p:cNvPr>
          <p:cNvSpPr/>
          <p:nvPr/>
        </p:nvSpPr>
        <p:spPr>
          <a:xfrm>
            <a:off x="6343634" y="6027190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51">
            <a:extLst>
              <a:ext uri="{FF2B5EF4-FFF2-40B4-BE49-F238E27FC236}">
                <a16:creationId xmlns:a16="http://schemas.microsoft.com/office/drawing/2014/main" id="{B49CB3CA-DDFA-7997-2706-1B32C261BED9}"/>
              </a:ext>
            </a:extLst>
          </p:cNvPr>
          <p:cNvSpPr/>
          <p:nvPr/>
        </p:nvSpPr>
        <p:spPr>
          <a:xfrm>
            <a:off x="6413749" y="5924214"/>
            <a:ext cx="420624" cy="408432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52">
            <a:extLst>
              <a:ext uri="{FF2B5EF4-FFF2-40B4-BE49-F238E27FC236}">
                <a16:creationId xmlns:a16="http://schemas.microsoft.com/office/drawing/2014/main" id="{3FA8EAD2-2E74-B6D0-FD89-6D839CF84B1E}"/>
              </a:ext>
            </a:extLst>
          </p:cNvPr>
          <p:cNvSpPr/>
          <p:nvPr/>
        </p:nvSpPr>
        <p:spPr>
          <a:xfrm>
            <a:off x="6458558" y="5948430"/>
            <a:ext cx="330998" cy="31503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53">
            <a:extLst>
              <a:ext uri="{FF2B5EF4-FFF2-40B4-BE49-F238E27FC236}">
                <a16:creationId xmlns:a16="http://schemas.microsoft.com/office/drawing/2014/main" id="{04B7E7F2-1CE1-E00C-D854-E503A6039A4C}"/>
              </a:ext>
            </a:extLst>
          </p:cNvPr>
          <p:cNvSpPr/>
          <p:nvPr/>
        </p:nvSpPr>
        <p:spPr>
          <a:xfrm>
            <a:off x="6458558" y="5948430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54">
            <a:extLst>
              <a:ext uri="{FF2B5EF4-FFF2-40B4-BE49-F238E27FC236}">
                <a16:creationId xmlns:a16="http://schemas.microsoft.com/office/drawing/2014/main" id="{18A6931B-03A1-9379-BB95-3C2CB0B55139}"/>
              </a:ext>
            </a:extLst>
          </p:cNvPr>
          <p:cNvSpPr/>
          <p:nvPr/>
        </p:nvSpPr>
        <p:spPr>
          <a:xfrm>
            <a:off x="6458558" y="5948430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55">
            <a:extLst>
              <a:ext uri="{FF2B5EF4-FFF2-40B4-BE49-F238E27FC236}">
                <a16:creationId xmlns:a16="http://schemas.microsoft.com/office/drawing/2014/main" id="{F3D90F1B-4C4D-AB7F-ECC7-5E357F62DBD7}"/>
              </a:ext>
            </a:extLst>
          </p:cNvPr>
          <p:cNvSpPr/>
          <p:nvPr/>
        </p:nvSpPr>
        <p:spPr>
          <a:xfrm>
            <a:off x="6710798" y="6027189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56">
            <a:extLst>
              <a:ext uri="{FF2B5EF4-FFF2-40B4-BE49-F238E27FC236}">
                <a16:creationId xmlns:a16="http://schemas.microsoft.com/office/drawing/2014/main" id="{4DEAE564-FB9B-95CD-F2EE-7CDCCB6720F4}"/>
              </a:ext>
            </a:extLst>
          </p:cNvPr>
          <p:cNvSpPr/>
          <p:nvPr/>
        </p:nvSpPr>
        <p:spPr>
          <a:xfrm>
            <a:off x="6779510" y="5924214"/>
            <a:ext cx="423672" cy="408432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7">
            <a:extLst>
              <a:ext uri="{FF2B5EF4-FFF2-40B4-BE49-F238E27FC236}">
                <a16:creationId xmlns:a16="http://schemas.microsoft.com/office/drawing/2014/main" id="{C621F028-9123-9CB7-5AEE-DBB4999858A0}"/>
              </a:ext>
            </a:extLst>
          </p:cNvPr>
          <p:cNvSpPr/>
          <p:nvPr/>
        </p:nvSpPr>
        <p:spPr>
          <a:xfrm>
            <a:off x="6825722" y="5948431"/>
            <a:ext cx="330998" cy="31503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8">
            <a:extLst>
              <a:ext uri="{FF2B5EF4-FFF2-40B4-BE49-F238E27FC236}">
                <a16:creationId xmlns:a16="http://schemas.microsoft.com/office/drawing/2014/main" id="{82A1FBF1-ACB4-C2FF-F499-0A6B8554F78E}"/>
              </a:ext>
            </a:extLst>
          </p:cNvPr>
          <p:cNvSpPr/>
          <p:nvPr/>
        </p:nvSpPr>
        <p:spPr>
          <a:xfrm>
            <a:off x="6825722" y="5948431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9">
            <a:extLst>
              <a:ext uri="{FF2B5EF4-FFF2-40B4-BE49-F238E27FC236}">
                <a16:creationId xmlns:a16="http://schemas.microsoft.com/office/drawing/2014/main" id="{5C6BB62F-D365-DD0E-03AC-F6A5D6A1EF62}"/>
              </a:ext>
            </a:extLst>
          </p:cNvPr>
          <p:cNvSpPr/>
          <p:nvPr/>
        </p:nvSpPr>
        <p:spPr>
          <a:xfrm>
            <a:off x="6825722" y="5948431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60">
            <a:extLst>
              <a:ext uri="{FF2B5EF4-FFF2-40B4-BE49-F238E27FC236}">
                <a16:creationId xmlns:a16="http://schemas.microsoft.com/office/drawing/2014/main" id="{CAC42419-C96C-4519-B82C-FD2EE3DA3618}"/>
              </a:ext>
            </a:extLst>
          </p:cNvPr>
          <p:cNvSpPr/>
          <p:nvPr/>
        </p:nvSpPr>
        <p:spPr>
          <a:xfrm>
            <a:off x="7077963" y="6027190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61">
            <a:extLst>
              <a:ext uri="{FF2B5EF4-FFF2-40B4-BE49-F238E27FC236}">
                <a16:creationId xmlns:a16="http://schemas.microsoft.com/office/drawing/2014/main" id="{8878869C-9AA1-8097-93AB-02FA6724443D}"/>
              </a:ext>
            </a:extLst>
          </p:cNvPr>
          <p:cNvSpPr/>
          <p:nvPr/>
        </p:nvSpPr>
        <p:spPr>
          <a:xfrm>
            <a:off x="7145269" y="5924214"/>
            <a:ext cx="423671" cy="40843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62">
            <a:extLst>
              <a:ext uri="{FF2B5EF4-FFF2-40B4-BE49-F238E27FC236}">
                <a16:creationId xmlns:a16="http://schemas.microsoft.com/office/drawing/2014/main" id="{F49758A3-4AA6-BB10-4857-455388E06CF0}"/>
              </a:ext>
            </a:extLst>
          </p:cNvPr>
          <p:cNvSpPr/>
          <p:nvPr/>
        </p:nvSpPr>
        <p:spPr>
          <a:xfrm>
            <a:off x="7192888" y="5948431"/>
            <a:ext cx="330998" cy="31503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63">
            <a:extLst>
              <a:ext uri="{FF2B5EF4-FFF2-40B4-BE49-F238E27FC236}">
                <a16:creationId xmlns:a16="http://schemas.microsoft.com/office/drawing/2014/main" id="{41696F1C-CE11-26C0-F045-CF4404B417DD}"/>
              </a:ext>
            </a:extLst>
          </p:cNvPr>
          <p:cNvSpPr/>
          <p:nvPr/>
        </p:nvSpPr>
        <p:spPr>
          <a:xfrm>
            <a:off x="7192888" y="5948431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64">
            <a:extLst>
              <a:ext uri="{FF2B5EF4-FFF2-40B4-BE49-F238E27FC236}">
                <a16:creationId xmlns:a16="http://schemas.microsoft.com/office/drawing/2014/main" id="{559CDA02-8B1F-0800-1D91-066E5CB59A93}"/>
              </a:ext>
            </a:extLst>
          </p:cNvPr>
          <p:cNvSpPr/>
          <p:nvPr/>
        </p:nvSpPr>
        <p:spPr>
          <a:xfrm>
            <a:off x="7192888" y="5948431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65">
            <a:extLst>
              <a:ext uri="{FF2B5EF4-FFF2-40B4-BE49-F238E27FC236}">
                <a16:creationId xmlns:a16="http://schemas.microsoft.com/office/drawing/2014/main" id="{FBE98806-DDB4-D17F-342F-CC9480D0EF4E}"/>
              </a:ext>
            </a:extLst>
          </p:cNvPr>
          <p:cNvSpPr/>
          <p:nvPr/>
        </p:nvSpPr>
        <p:spPr>
          <a:xfrm>
            <a:off x="7445129" y="6027190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66">
            <a:extLst>
              <a:ext uri="{FF2B5EF4-FFF2-40B4-BE49-F238E27FC236}">
                <a16:creationId xmlns:a16="http://schemas.microsoft.com/office/drawing/2014/main" id="{06D64BB9-074A-EC94-88BC-77477D582D6A}"/>
              </a:ext>
            </a:extLst>
          </p:cNvPr>
          <p:cNvSpPr/>
          <p:nvPr/>
        </p:nvSpPr>
        <p:spPr>
          <a:xfrm>
            <a:off x="7514077" y="5924214"/>
            <a:ext cx="423672" cy="408432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7">
            <a:extLst>
              <a:ext uri="{FF2B5EF4-FFF2-40B4-BE49-F238E27FC236}">
                <a16:creationId xmlns:a16="http://schemas.microsoft.com/office/drawing/2014/main" id="{2158D787-11A9-AEE0-EA72-A689DBCAD02B}"/>
              </a:ext>
            </a:extLst>
          </p:cNvPr>
          <p:cNvSpPr/>
          <p:nvPr/>
        </p:nvSpPr>
        <p:spPr>
          <a:xfrm>
            <a:off x="7560053" y="5948430"/>
            <a:ext cx="330998" cy="31503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8">
            <a:extLst>
              <a:ext uri="{FF2B5EF4-FFF2-40B4-BE49-F238E27FC236}">
                <a16:creationId xmlns:a16="http://schemas.microsoft.com/office/drawing/2014/main" id="{C1EFE0DB-00FD-A668-3B81-E4B089E4BCEA}"/>
              </a:ext>
            </a:extLst>
          </p:cNvPr>
          <p:cNvSpPr/>
          <p:nvPr/>
        </p:nvSpPr>
        <p:spPr>
          <a:xfrm>
            <a:off x="7560053" y="5948430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9">
            <a:extLst>
              <a:ext uri="{FF2B5EF4-FFF2-40B4-BE49-F238E27FC236}">
                <a16:creationId xmlns:a16="http://schemas.microsoft.com/office/drawing/2014/main" id="{87C95D80-F5A4-146B-5AE0-882C326B3B4D}"/>
              </a:ext>
            </a:extLst>
          </p:cNvPr>
          <p:cNvSpPr/>
          <p:nvPr/>
        </p:nvSpPr>
        <p:spPr>
          <a:xfrm>
            <a:off x="7560053" y="5948430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70">
            <a:extLst>
              <a:ext uri="{FF2B5EF4-FFF2-40B4-BE49-F238E27FC236}">
                <a16:creationId xmlns:a16="http://schemas.microsoft.com/office/drawing/2014/main" id="{F87A2715-D263-7650-B98A-21C09D5272C7}"/>
              </a:ext>
            </a:extLst>
          </p:cNvPr>
          <p:cNvSpPr/>
          <p:nvPr/>
        </p:nvSpPr>
        <p:spPr>
          <a:xfrm>
            <a:off x="7812293" y="6027189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71">
            <a:extLst>
              <a:ext uri="{FF2B5EF4-FFF2-40B4-BE49-F238E27FC236}">
                <a16:creationId xmlns:a16="http://schemas.microsoft.com/office/drawing/2014/main" id="{16E1B679-B8E3-B49B-9602-5622E0A79B28}"/>
              </a:ext>
            </a:extLst>
          </p:cNvPr>
          <p:cNvSpPr/>
          <p:nvPr/>
        </p:nvSpPr>
        <p:spPr>
          <a:xfrm>
            <a:off x="7879838" y="5924214"/>
            <a:ext cx="423672" cy="408432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72">
            <a:extLst>
              <a:ext uri="{FF2B5EF4-FFF2-40B4-BE49-F238E27FC236}">
                <a16:creationId xmlns:a16="http://schemas.microsoft.com/office/drawing/2014/main" id="{36ED577E-DECB-5704-279E-5292B6E23F85}"/>
              </a:ext>
            </a:extLst>
          </p:cNvPr>
          <p:cNvSpPr/>
          <p:nvPr/>
        </p:nvSpPr>
        <p:spPr>
          <a:xfrm>
            <a:off x="7927218" y="5948431"/>
            <a:ext cx="330998" cy="315034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73">
            <a:extLst>
              <a:ext uri="{FF2B5EF4-FFF2-40B4-BE49-F238E27FC236}">
                <a16:creationId xmlns:a16="http://schemas.microsoft.com/office/drawing/2014/main" id="{85405594-56E4-22E7-E335-308ED49545B8}"/>
              </a:ext>
            </a:extLst>
          </p:cNvPr>
          <p:cNvSpPr/>
          <p:nvPr/>
        </p:nvSpPr>
        <p:spPr>
          <a:xfrm>
            <a:off x="7927217" y="5948431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74">
            <a:extLst>
              <a:ext uri="{FF2B5EF4-FFF2-40B4-BE49-F238E27FC236}">
                <a16:creationId xmlns:a16="http://schemas.microsoft.com/office/drawing/2014/main" id="{6694E8B5-E92F-152B-C63F-3D456B3A89CA}"/>
              </a:ext>
            </a:extLst>
          </p:cNvPr>
          <p:cNvSpPr/>
          <p:nvPr/>
        </p:nvSpPr>
        <p:spPr>
          <a:xfrm>
            <a:off x="7927217" y="5948431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75">
            <a:extLst>
              <a:ext uri="{FF2B5EF4-FFF2-40B4-BE49-F238E27FC236}">
                <a16:creationId xmlns:a16="http://schemas.microsoft.com/office/drawing/2014/main" id="{5298EF07-58A1-964D-A423-6A7EE887E91A}"/>
              </a:ext>
            </a:extLst>
          </p:cNvPr>
          <p:cNvSpPr/>
          <p:nvPr/>
        </p:nvSpPr>
        <p:spPr>
          <a:xfrm>
            <a:off x="8179458" y="6027190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76">
            <a:extLst>
              <a:ext uri="{FF2B5EF4-FFF2-40B4-BE49-F238E27FC236}">
                <a16:creationId xmlns:a16="http://schemas.microsoft.com/office/drawing/2014/main" id="{8A460200-6AA0-1701-1FBA-8BBCA6188E57}"/>
              </a:ext>
            </a:extLst>
          </p:cNvPr>
          <p:cNvSpPr/>
          <p:nvPr/>
        </p:nvSpPr>
        <p:spPr>
          <a:xfrm>
            <a:off x="8248646" y="5924214"/>
            <a:ext cx="423672" cy="408432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7">
            <a:extLst>
              <a:ext uri="{FF2B5EF4-FFF2-40B4-BE49-F238E27FC236}">
                <a16:creationId xmlns:a16="http://schemas.microsoft.com/office/drawing/2014/main" id="{EE9931F6-BC98-9B35-61A0-829C4D2803D6}"/>
              </a:ext>
            </a:extLst>
          </p:cNvPr>
          <p:cNvSpPr/>
          <p:nvPr/>
        </p:nvSpPr>
        <p:spPr>
          <a:xfrm>
            <a:off x="8294382" y="5948431"/>
            <a:ext cx="330998" cy="31503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8">
            <a:extLst>
              <a:ext uri="{FF2B5EF4-FFF2-40B4-BE49-F238E27FC236}">
                <a16:creationId xmlns:a16="http://schemas.microsoft.com/office/drawing/2014/main" id="{D9FC2A36-FC01-2AFF-F46E-352D2BA19C80}"/>
              </a:ext>
            </a:extLst>
          </p:cNvPr>
          <p:cNvSpPr/>
          <p:nvPr/>
        </p:nvSpPr>
        <p:spPr>
          <a:xfrm>
            <a:off x="8294382" y="5948431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9">
            <a:extLst>
              <a:ext uri="{FF2B5EF4-FFF2-40B4-BE49-F238E27FC236}">
                <a16:creationId xmlns:a16="http://schemas.microsoft.com/office/drawing/2014/main" id="{F118D76F-37EB-0157-201F-F45C91C158B0}"/>
              </a:ext>
            </a:extLst>
          </p:cNvPr>
          <p:cNvSpPr/>
          <p:nvPr/>
        </p:nvSpPr>
        <p:spPr>
          <a:xfrm>
            <a:off x="8294382" y="5948431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80">
            <a:extLst>
              <a:ext uri="{FF2B5EF4-FFF2-40B4-BE49-F238E27FC236}">
                <a16:creationId xmlns:a16="http://schemas.microsoft.com/office/drawing/2014/main" id="{75C14732-3081-8401-A025-F16125C83AF9}"/>
              </a:ext>
            </a:extLst>
          </p:cNvPr>
          <p:cNvSpPr/>
          <p:nvPr/>
        </p:nvSpPr>
        <p:spPr>
          <a:xfrm>
            <a:off x="8546623" y="6027190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81">
            <a:extLst>
              <a:ext uri="{FF2B5EF4-FFF2-40B4-BE49-F238E27FC236}">
                <a16:creationId xmlns:a16="http://schemas.microsoft.com/office/drawing/2014/main" id="{D0BEF70E-3677-0320-CF6F-0E729E2902B1}"/>
              </a:ext>
            </a:extLst>
          </p:cNvPr>
          <p:cNvSpPr/>
          <p:nvPr/>
        </p:nvSpPr>
        <p:spPr>
          <a:xfrm>
            <a:off x="8614405" y="5924214"/>
            <a:ext cx="423672" cy="408432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82">
            <a:extLst>
              <a:ext uri="{FF2B5EF4-FFF2-40B4-BE49-F238E27FC236}">
                <a16:creationId xmlns:a16="http://schemas.microsoft.com/office/drawing/2014/main" id="{2EE3BE55-5F88-25BA-987A-60A197D4A1AE}"/>
              </a:ext>
            </a:extLst>
          </p:cNvPr>
          <p:cNvSpPr/>
          <p:nvPr/>
        </p:nvSpPr>
        <p:spPr>
          <a:xfrm>
            <a:off x="8661547" y="5948430"/>
            <a:ext cx="330998" cy="31503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83">
            <a:extLst>
              <a:ext uri="{FF2B5EF4-FFF2-40B4-BE49-F238E27FC236}">
                <a16:creationId xmlns:a16="http://schemas.microsoft.com/office/drawing/2014/main" id="{FDF0580F-53CF-3819-B588-2E3A71BB4608}"/>
              </a:ext>
            </a:extLst>
          </p:cNvPr>
          <p:cNvSpPr/>
          <p:nvPr/>
        </p:nvSpPr>
        <p:spPr>
          <a:xfrm>
            <a:off x="8661548" y="5948430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84">
            <a:extLst>
              <a:ext uri="{FF2B5EF4-FFF2-40B4-BE49-F238E27FC236}">
                <a16:creationId xmlns:a16="http://schemas.microsoft.com/office/drawing/2014/main" id="{90794359-54CA-9CD2-8793-6C3C338F3943}"/>
              </a:ext>
            </a:extLst>
          </p:cNvPr>
          <p:cNvSpPr/>
          <p:nvPr/>
        </p:nvSpPr>
        <p:spPr>
          <a:xfrm>
            <a:off x="8661548" y="5948430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85">
            <a:extLst>
              <a:ext uri="{FF2B5EF4-FFF2-40B4-BE49-F238E27FC236}">
                <a16:creationId xmlns:a16="http://schemas.microsoft.com/office/drawing/2014/main" id="{0FE140E9-0773-128E-0649-1A96C1F56158}"/>
              </a:ext>
            </a:extLst>
          </p:cNvPr>
          <p:cNvSpPr/>
          <p:nvPr/>
        </p:nvSpPr>
        <p:spPr>
          <a:xfrm>
            <a:off x="8913789" y="6027189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86">
            <a:extLst>
              <a:ext uri="{FF2B5EF4-FFF2-40B4-BE49-F238E27FC236}">
                <a16:creationId xmlns:a16="http://schemas.microsoft.com/office/drawing/2014/main" id="{8BA45509-808F-1DD8-6D82-D7778322D2C1}"/>
              </a:ext>
            </a:extLst>
          </p:cNvPr>
          <p:cNvSpPr/>
          <p:nvPr/>
        </p:nvSpPr>
        <p:spPr>
          <a:xfrm>
            <a:off x="8983214" y="5924214"/>
            <a:ext cx="423672" cy="408432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7">
            <a:extLst>
              <a:ext uri="{FF2B5EF4-FFF2-40B4-BE49-F238E27FC236}">
                <a16:creationId xmlns:a16="http://schemas.microsoft.com/office/drawing/2014/main" id="{70159BBF-7572-A9AE-59A6-B3EF5570B42C}"/>
              </a:ext>
            </a:extLst>
          </p:cNvPr>
          <p:cNvSpPr/>
          <p:nvPr/>
        </p:nvSpPr>
        <p:spPr>
          <a:xfrm>
            <a:off x="9028712" y="5948427"/>
            <a:ext cx="330998" cy="31503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8">
            <a:extLst>
              <a:ext uri="{FF2B5EF4-FFF2-40B4-BE49-F238E27FC236}">
                <a16:creationId xmlns:a16="http://schemas.microsoft.com/office/drawing/2014/main" id="{4BAF1877-EA73-15F5-F712-FBD9457A35EB}"/>
              </a:ext>
            </a:extLst>
          </p:cNvPr>
          <p:cNvSpPr/>
          <p:nvPr/>
        </p:nvSpPr>
        <p:spPr>
          <a:xfrm>
            <a:off x="9028713" y="5948427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9">
            <a:extLst>
              <a:ext uri="{FF2B5EF4-FFF2-40B4-BE49-F238E27FC236}">
                <a16:creationId xmlns:a16="http://schemas.microsoft.com/office/drawing/2014/main" id="{BFF7608C-1627-CD3F-94A9-4C80C71F7F66}"/>
              </a:ext>
            </a:extLst>
          </p:cNvPr>
          <p:cNvSpPr/>
          <p:nvPr/>
        </p:nvSpPr>
        <p:spPr>
          <a:xfrm>
            <a:off x="9028713" y="5948427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90">
            <a:extLst>
              <a:ext uri="{FF2B5EF4-FFF2-40B4-BE49-F238E27FC236}">
                <a16:creationId xmlns:a16="http://schemas.microsoft.com/office/drawing/2014/main" id="{867E3238-0ED8-31C6-DA66-95E765D7CAA6}"/>
              </a:ext>
            </a:extLst>
          </p:cNvPr>
          <p:cNvSpPr/>
          <p:nvPr/>
        </p:nvSpPr>
        <p:spPr>
          <a:xfrm>
            <a:off x="9280953" y="6027186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91">
            <a:extLst>
              <a:ext uri="{FF2B5EF4-FFF2-40B4-BE49-F238E27FC236}">
                <a16:creationId xmlns:a16="http://schemas.microsoft.com/office/drawing/2014/main" id="{9F294C3F-2ACF-440C-B9E8-4BD2873EA77A}"/>
              </a:ext>
            </a:extLst>
          </p:cNvPr>
          <p:cNvSpPr/>
          <p:nvPr/>
        </p:nvSpPr>
        <p:spPr>
          <a:xfrm>
            <a:off x="3475478" y="5070774"/>
            <a:ext cx="423671" cy="405383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92">
            <a:extLst>
              <a:ext uri="{FF2B5EF4-FFF2-40B4-BE49-F238E27FC236}">
                <a16:creationId xmlns:a16="http://schemas.microsoft.com/office/drawing/2014/main" id="{A59F0F3F-15A8-F55A-9912-B3D0F20DC858}"/>
              </a:ext>
            </a:extLst>
          </p:cNvPr>
          <p:cNvSpPr/>
          <p:nvPr/>
        </p:nvSpPr>
        <p:spPr>
          <a:xfrm>
            <a:off x="3521237" y="5093330"/>
            <a:ext cx="331000" cy="315034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93">
            <a:extLst>
              <a:ext uri="{FF2B5EF4-FFF2-40B4-BE49-F238E27FC236}">
                <a16:creationId xmlns:a16="http://schemas.microsoft.com/office/drawing/2014/main" id="{801DECDF-95FF-CBC5-623C-551D1E6225D6}"/>
              </a:ext>
            </a:extLst>
          </p:cNvPr>
          <p:cNvSpPr/>
          <p:nvPr/>
        </p:nvSpPr>
        <p:spPr>
          <a:xfrm>
            <a:off x="3521237" y="5093330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69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94">
            <a:extLst>
              <a:ext uri="{FF2B5EF4-FFF2-40B4-BE49-F238E27FC236}">
                <a16:creationId xmlns:a16="http://schemas.microsoft.com/office/drawing/2014/main" id="{4E049BAC-6DF5-29C8-3254-61CE976A7256}"/>
              </a:ext>
            </a:extLst>
          </p:cNvPr>
          <p:cNvSpPr/>
          <p:nvPr/>
        </p:nvSpPr>
        <p:spPr>
          <a:xfrm>
            <a:off x="3521237" y="5093330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69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95">
            <a:extLst>
              <a:ext uri="{FF2B5EF4-FFF2-40B4-BE49-F238E27FC236}">
                <a16:creationId xmlns:a16="http://schemas.microsoft.com/office/drawing/2014/main" id="{F96533FD-7CB3-AB41-459C-E0787582ECA7}"/>
              </a:ext>
            </a:extLst>
          </p:cNvPr>
          <p:cNvSpPr/>
          <p:nvPr/>
        </p:nvSpPr>
        <p:spPr>
          <a:xfrm>
            <a:off x="3773477" y="5172089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96">
            <a:extLst>
              <a:ext uri="{FF2B5EF4-FFF2-40B4-BE49-F238E27FC236}">
                <a16:creationId xmlns:a16="http://schemas.microsoft.com/office/drawing/2014/main" id="{C55A56BD-8602-7DFE-C4CA-0A9715001E9D}"/>
              </a:ext>
            </a:extLst>
          </p:cNvPr>
          <p:cNvSpPr/>
          <p:nvPr/>
        </p:nvSpPr>
        <p:spPr>
          <a:xfrm>
            <a:off x="3841237" y="5070774"/>
            <a:ext cx="423671" cy="405383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7">
            <a:extLst>
              <a:ext uri="{FF2B5EF4-FFF2-40B4-BE49-F238E27FC236}">
                <a16:creationId xmlns:a16="http://schemas.microsoft.com/office/drawing/2014/main" id="{A4D1BE74-E291-30DC-383E-95E3CC97DCDB}"/>
              </a:ext>
            </a:extLst>
          </p:cNvPr>
          <p:cNvSpPr/>
          <p:nvPr/>
        </p:nvSpPr>
        <p:spPr>
          <a:xfrm>
            <a:off x="3888403" y="5093331"/>
            <a:ext cx="330998" cy="315034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8">
            <a:extLst>
              <a:ext uri="{FF2B5EF4-FFF2-40B4-BE49-F238E27FC236}">
                <a16:creationId xmlns:a16="http://schemas.microsoft.com/office/drawing/2014/main" id="{29EC81FE-C37D-3E0D-99A6-860D445E9299}"/>
              </a:ext>
            </a:extLst>
          </p:cNvPr>
          <p:cNvSpPr/>
          <p:nvPr/>
        </p:nvSpPr>
        <p:spPr>
          <a:xfrm>
            <a:off x="3888403" y="5093331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9">
            <a:extLst>
              <a:ext uri="{FF2B5EF4-FFF2-40B4-BE49-F238E27FC236}">
                <a16:creationId xmlns:a16="http://schemas.microsoft.com/office/drawing/2014/main" id="{12B10F21-04C5-C94B-9A6D-D7344BD1DBEF}"/>
              </a:ext>
            </a:extLst>
          </p:cNvPr>
          <p:cNvSpPr/>
          <p:nvPr/>
        </p:nvSpPr>
        <p:spPr>
          <a:xfrm>
            <a:off x="3888403" y="5093331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100">
            <a:extLst>
              <a:ext uri="{FF2B5EF4-FFF2-40B4-BE49-F238E27FC236}">
                <a16:creationId xmlns:a16="http://schemas.microsoft.com/office/drawing/2014/main" id="{804A37DE-1194-FD57-606C-3A5A25617C07}"/>
              </a:ext>
            </a:extLst>
          </p:cNvPr>
          <p:cNvSpPr/>
          <p:nvPr/>
        </p:nvSpPr>
        <p:spPr>
          <a:xfrm>
            <a:off x="4140643" y="5172090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101">
            <a:extLst>
              <a:ext uri="{FF2B5EF4-FFF2-40B4-BE49-F238E27FC236}">
                <a16:creationId xmlns:a16="http://schemas.microsoft.com/office/drawing/2014/main" id="{4FB09AC4-1A7D-62D4-2C19-088A46A350EB}"/>
              </a:ext>
            </a:extLst>
          </p:cNvPr>
          <p:cNvSpPr/>
          <p:nvPr/>
        </p:nvSpPr>
        <p:spPr>
          <a:xfrm>
            <a:off x="4210046" y="5070774"/>
            <a:ext cx="423672" cy="405383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102">
            <a:extLst>
              <a:ext uri="{FF2B5EF4-FFF2-40B4-BE49-F238E27FC236}">
                <a16:creationId xmlns:a16="http://schemas.microsoft.com/office/drawing/2014/main" id="{9CE9EEDE-8A20-01EF-7CC0-0E5E50180EA5}"/>
              </a:ext>
            </a:extLst>
          </p:cNvPr>
          <p:cNvSpPr/>
          <p:nvPr/>
        </p:nvSpPr>
        <p:spPr>
          <a:xfrm>
            <a:off x="4255567" y="5093332"/>
            <a:ext cx="330998" cy="315034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103">
            <a:extLst>
              <a:ext uri="{FF2B5EF4-FFF2-40B4-BE49-F238E27FC236}">
                <a16:creationId xmlns:a16="http://schemas.microsoft.com/office/drawing/2014/main" id="{4F533E4E-71EE-910E-C646-980A1660B1CC}"/>
              </a:ext>
            </a:extLst>
          </p:cNvPr>
          <p:cNvSpPr/>
          <p:nvPr/>
        </p:nvSpPr>
        <p:spPr>
          <a:xfrm>
            <a:off x="4255568" y="5093332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104">
            <a:extLst>
              <a:ext uri="{FF2B5EF4-FFF2-40B4-BE49-F238E27FC236}">
                <a16:creationId xmlns:a16="http://schemas.microsoft.com/office/drawing/2014/main" id="{43CD78C6-FAAD-B2EC-4224-4D2133D30687}"/>
              </a:ext>
            </a:extLst>
          </p:cNvPr>
          <p:cNvSpPr/>
          <p:nvPr/>
        </p:nvSpPr>
        <p:spPr>
          <a:xfrm>
            <a:off x="4255568" y="5093332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105">
            <a:extLst>
              <a:ext uri="{FF2B5EF4-FFF2-40B4-BE49-F238E27FC236}">
                <a16:creationId xmlns:a16="http://schemas.microsoft.com/office/drawing/2014/main" id="{1D77BA43-D401-3583-812A-B40A6807415F}"/>
              </a:ext>
            </a:extLst>
          </p:cNvPr>
          <p:cNvSpPr/>
          <p:nvPr/>
        </p:nvSpPr>
        <p:spPr>
          <a:xfrm>
            <a:off x="4507808" y="5172091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106">
            <a:extLst>
              <a:ext uri="{FF2B5EF4-FFF2-40B4-BE49-F238E27FC236}">
                <a16:creationId xmlns:a16="http://schemas.microsoft.com/office/drawing/2014/main" id="{771E49DE-2EA5-3407-9DA8-1E9DDE00B8A0}"/>
              </a:ext>
            </a:extLst>
          </p:cNvPr>
          <p:cNvSpPr/>
          <p:nvPr/>
        </p:nvSpPr>
        <p:spPr>
          <a:xfrm>
            <a:off x="4575805" y="5070774"/>
            <a:ext cx="423672" cy="405383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7">
            <a:extLst>
              <a:ext uri="{FF2B5EF4-FFF2-40B4-BE49-F238E27FC236}">
                <a16:creationId xmlns:a16="http://schemas.microsoft.com/office/drawing/2014/main" id="{6F28CAA8-3ED8-4372-83ED-6D699D4D4678}"/>
              </a:ext>
            </a:extLst>
          </p:cNvPr>
          <p:cNvSpPr/>
          <p:nvPr/>
        </p:nvSpPr>
        <p:spPr>
          <a:xfrm>
            <a:off x="4622732" y="5093331"/>
            <a:ext cx="330998" cy="315034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8">
            <a:extLst>
              <a:ext uri="{FF2B5EF4-FFF2-40B4-BE49-F238E27FC236}">
                <a16:creationId xmlns:a16="http://schemas.microsoft.com/office/drawing/2014/main" id="{2D724D69-7E10-069A-9AF0-E60CE2E95906}"/>
              </a:ext>
            </a:extLst>
          </p:cNvPr>
          <p:cNvSpPr/>
          <p:nvPr/>
        </p:nvSpPr>
        <p:spPr>
          <a:xfrm>
            <a:off x="4622732" y="5093331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9">
            <a:extLst>
              <a:ext uri="{FF2B5EF4-FFF2-40B4-BE49-F238E27FC236}">
                <a16:creationId xmlns:a16="http://schemas.microsoft.com/office/drawing/2014/main" id="{1BE39196-753D-D4EE-21B3-8BEB47D6106F}"/>
              </a:ext>
            </a:extLst>
          </p:cNvPr>
          <p:cNvSpPr/>
          <p:nvPr/>
        </p:nvSpPr>
        <p:spPr>
          <a:xfrm>
            <a:off x="4622732" y="5093331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10">
            <a:extLst>
              <a:ext uri="{FF2B5EF4-FFF2-40B4-BE49-F238E27FC236}">
                <a16:creationId xmlns:a16="http://schemas.microsoft.com/office/drawing/2014/main" id="{8263E3A7-9E1F-C456-A6D2-C7B1AE5B38FB}"/>
              </a:ext>
            </a:extLst>
          </p:cNvPr>
          <p:cNvSpPr/>
          <p:nvPr/>
        </p:nvSpPr>
        <p:spPr>
          <a:xfrm>
            <a:off x="4874972" y="5172090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11">
            <a:extLst>
              <a:ext uri="{FF2B5EF4-FFF2-40B4-BE49-F238E27FC236}">
                <a16:creationId xmlns:a16="http://schemas.microsoft.com/office/drawing/2014/main" id="{760FCC23-65B8-66A2-AB3A-F82BA989EC56}"/>
              </a:ext>
            </a:extLst>
          </p:cNvPr>
          <p:cNvSpPr/>
          <p:nvPr/>
        </p:nvSpPr>
        <p:spPr>
          <a:xfrm>
            <a:off x="4944613" y="5070774"/>
            <a:ext cx="423672" cy="405383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12">
            <a:extLst>
              <a:ext uri="{FF2B5EF4-FFF2-40B4-BE49-F238E27FC236}">
                <a16:creationId xmlns:a16="http://schemas.microsoft.com/office/drawing/2014/main" id="{9B1D11CE-FBC2-73FF-BFE9-6E4EBF1AF2C6}"/>
              </a:ext>
            </a:extLst>
          </p:cNvPr>
          <p:cNvSpPr/>
          <p:nvPr/>
        </p:nvSpPr>
        <p:spPr>
          <a:xfrm>
            <a:off x="4989898" y="5093331"/>
            <a:ext cx="330998" cy="315034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13">
            <a:extLst>
              <a:ext uri="{FF2B5EF4-FFF2-40B4-BE49-F238E27FC236}">
                <a16:creationId xmlns:a16="http://schemas.microsoft.com/office/drawing/2014/main" id="{3C8C9350-F48A-9E68-C03F-6E29630CCE40}"/>
              </a:ext>
            </a:extLst>
          </p:cNvPr>
          <p:cNvSpPr/>
          <p:nvPr/>
        </p:nvSpPr>
        <p:spPr>
          <a:xfrm>
            <a:off x="4989898" y="5093331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14">
            <a:extLst>
              <a:ext uri="{FF2B5EF4-FFF2-40B4-BE49-F238E27FC236}">
                <a16:creationId xmlns:a16="http://schemas.microsoft.com/office/drawing/2014/main" id="{B404B7D1-F7F6-5B87-FB00-1F00A6B938A9}"/>
              </a:ext>
            </a:extLst>
          </p:cNvPr>
          <p:cNvSpPr/>
          <p:nvPr/>
        </p:nvSpPr>
        <p:spPr>
          <a:xfrm>
            <a:off x="4989898" y="5093331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15">
            <a:extLst>
              <a:ext uri="{FF2B5EF4-FFF2-40B4-BE49-F238E27FC236}">
                <a16:creationId xmlns:a16="http://schemas.microsoft.com/office/drawing/2014/main" id="{4382A07A-57C4-4019-6593-30B170C038A1}"/>
              </a:ext>
            </a:extLst>
          </p:cNvPr>
          <p:cNvSpPr/>
          <p:nvPr/>
        </p:nvSpPr>
        <p:spPr>
          <a:xfrm>
            <a:off x="5242138" y="5172090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16">
            <a:extLst>
              <a:ext uri="{FF2B5EF4-FFF2-40B4-BE49-F238E27FC236}">
                <a16:creationId xmlns:a16="http://schemas.microsoft.com/office/drawing/2014/main" id="{6B8E0F3B-01DF-E04F-B5C8-4F05E8E7FADB}"/>
              </a:ext>
            </a:extLst>
          </p:cNvPr>
          <p:cNvSpPr/>
          <p:nvPr/>
        </p:nvSpPr>
        <p:spPr>
          <a:xfrm>
            <a:off x="5310373" y="5070774"/>
            <a:ext cx="423672" cy="405383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7">
            <a:extLst>
              <a:ext uri="{FF2B5EF4-FFF2-40B4-BE49-F238E27FC236}">
                <a16:creationId xmlns:a16="http://schemas.microsoft.com/office/drawing/2014/main" id="{B88151C7-A48A-4EFE-29D8-8A1104136226}"/>
              </a:ext>
            </a:extLst>
          </p:cNvPr>
          <p:cNvSpPr/>
          <p:nvPr/>
        </p:nvSpPr>
        <p:spPr>
          <a:xfrm>
            <a:off x="5357063" y="5093331"/>
            <a:ext cx="330998" cy="315034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8">
            <a:extLst>
              <a:ext uri="{FF2B5EF4-FFF2-40B4-BE49-F238E27FC236}">
                <a16:creationId xmlns:a16="http://schemas.microsoft.com/office/drawing/2014/main" id="{B6905B6B-DD66-4C09-5172-4255608B8E79}"/>
              </a:ext>
            </a:extLst>
          </p:cNvPr>
          <p:cNvSpPr/>
          <p:nvPr/>
        </p:nvSpPr>
        <p:spPr>
          <a:xfrm>
            <a:off x="5357062" y="5093331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9">
            <a:extLst>
              <a:ext uri="{FF2B5EF4-FFF2-40B4-BE49-F238E27FC236}">
                <a16:creationId xmlns:a16="http://schemas.microsoft.com/office/drawing/2014/main" id="{8D00E428-6B45-D506-9B19-5B52AAD7F54D}"/>
              </a:ext>
            </a:extLst>
          </p:cNvPr>
          <p:cNvSpPr/>
          <p:nvPr/>
        </p:nvSpPr>
        <p:spPr>
          <a:xfrm>
            <a:off x="5357062" y="5093331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20">
            <a:extLst>
              <a:ext uri="{FF2B5EF4-FFF2-40B4-BE49-F238E27FC236}">
                <a16:creationId xmlns:a16="http://schemas.microsoft.com/office/drawing/2014/main" id="{BB6CD9BA-52A0-83B4-58A8-24AEF66BEE87}"/>
              </a:ext>
            </a:extLst>
          </p:cNvPr>
          <p:cNvSpPr/>
          <p:nvPr/>
        </p:nvSpPr>
        <p:spPr>
          <a:xfrm>
            <a:off x="5609303" y="5172090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21">
            <a:extLst>
              <a:ext uri="{FF2B5EF4-FFF2-40B4-BE49-F238E27FC236}">
                <a16:creationId xmlns:a16="http://schemas.microsoft.com/office/drawing/2014/main" id="{849E8C91-AA1F-47E8-8C3A-A012DDC8408E}"/>
              </a:ext>
            </a:extLst>
          </p:cNvPr>
          <p:cNvSpPr/>
          <p:nvPr/>
        </p:nvSpPr>
        <p:spPr>
          <a:xfrm>
            <a:off x="5679181" y="5070774"/>
            <a:ext cx="423672" cy="405383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22">
            <a:extLst>
              <a:ext uri="{FF2B5EF4-FFF2-40B4-BE49-F238E27FC236}">
                <a16:creationId xmlns:a16="http://schemas.microsoft.com/office/drawing/2014/main" id="{B953025C-8E21-F939-3219-8D6DB54778AD}"/>
              </a:ext>
            </a:extLst>
          </p:cNvPr>
          <p:cNvSpPr/>
          <p:nvPr/>
        </p:nvSpPr>
        <p:spPr>
          <a:xfrm>
            <a:off x="5724227" y="5093331"/>
            <a:ext cx="330998" cy="315034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23">
            <a:extLst>
              <a:ext uri="{FF2B5EF4-FFF2-40B4-BE49-F238E27FC236}">
                <a16:creationId xmlns:a16="http://schemas.microsoft.com/office/drawing/2014/main" id="{08AAECA9-3ACD-8EE1-4259-64A33294061F}"/>
              </a:ext>
            </a:extLst>
          </p:cNvPr>
          <p:cNvSpPr/>
          <p:nvPr/>
        </p:nvSpPr>
        <p:spPr>
          <a:xfrm>
            <a:off x="5724227" y="5093331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24">
            <a:extLst>
              <a:ext uri="{FF2B5EF4-FFF2-40B4-BE49-F238E27FC236}">
                <a16:creationId xmlns:a16="http://schemas.microsoft.com/office/drawing/2014/main" id="{ECBA6D62-0FA1-0BE7-76C7-D3CE697FBF91}"/>
              </a:ext>
            </a:extLst>
          </p:cNvPr>
          <p:cNvSpPr/>
          <p:nvPr/>
        </p:nvSpPr>
        <p:spPr>
          <a:xfrm>
            <a:off x="5724227" y="5093331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25">
            <a:extLst>
              <a:ext uri="{FF2B5EF4-FFF2-40B4-BE49-F238E27FC236}">
                <a16:creationId xmlns:a16="http://schemas.microsoft.com/office/drawing/2014/main" id="{3059DC11-11B4-E7CA-E9D3-E55D1D8989AE}"/>
              </a:ext>
            </a:extLst>
          </p:cNvPr>
          <p:cNvSpPr/>
          <p:nvPr/>
        </p:nvSpPr>
        <p:spPr>
          <a:xfrm>
            <a:off x="5976468" y="5172090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26">
            <a:extLst>
              <a:ext uri="{FF2B5EF4-FFF2-40B4-BE49-F238E27FC236}">
                <a16:creationId xmlns:a16="http://schemas.microsoft.com/office/drawing/2014/main" id="{15403AEB-3E08-51EE-CBEA-476DA79E7CD4}"/>
              </a:ext>
            </a:extLst>
          </p:cNvPr>
          <p:cNvSpPr/>
          <p:nvPr/>
        </p:nvSpPr>
        <p:spPr>
          <a:xfrm>
            <a:off x="6044942" y="5070774"/>
            <a:ext cx="423672" cy="405383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7">
            <a:extLst>
              <a:ext uri="{FF2B5EF4-FFF2-40B4-BE49-F238E27FC236}">
                <a16:creationId xmlns:a16="http://schemas.microsoft.com/office/drawing/2014/main" id="{C8295A01-DB8F-BE10-B9E7-15A8EC69CA64}"/>
              </a:ext>
            </a:extLst>
          </p:cNvPr>
          <p:cNvSpPr/>
          <p:nvPr/>
        </p:nvSpPr>
        <p:spPr>
          <a:xfrm>
            <a:off x="6091393" y="5093331"/>
            <a:ext cx="330998" cy="315034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8">
            <a:extLst>
              <a:ext uri="{FF2B5EF4-FFF2-40B4-BE49-F238E27FC236}">
                <a16:creationId xmlns:a16="http://schemas.microsoft.com/office/drawing/2014/main" id="{63FFA790-1F9C-BB82-740B-AD69816E2D47}"/>
              </a:ext>
            </a:extLst>
          </p:cNvPr>
          <p:cNvSpPr/>
          <p:nvPr/>
        </p:nvSpPr>
        <p:spPr>
          <a:xfrm>
            <a:off x="6091393" y="5093331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9">
            <a:extLst>
              <a:ext uri="{FF2B5EF4-FFF2-40B4-BE49-F238E27FC236}">
                <a16:creationId xmlns:a16="http://schemas.microsoft.com/office/drawing/2014/main" id="{D7473BC1-F262-BD95-1DFA-51EF35179361}"/>
              </a:ext>
            </a:extLst>
          </p:cNvPr>
          <p:cNvSpPr/>
          <p:nvPr/>
        </p:nvSpPr>
        <p:spPr>
          <a:xfrm>
            <a:off x="6091393" y="5093331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30">
            <a:extLst>
              <a:ext uri="{FF2B5EF4-FFF2-40B4-BE49-F238E27FC236}">
                <a16:creationId xmlns:a16="http://schemas.microsoft.com/office/drawing/2014/main" id="{E55E3580-62EA-E22A-F9FA-D647407816CA}"/>
              </a:ext>
            </a:extLst>
          </p:cNvPr>
          <p:cNvSpPr/>
          <p:nvPr/>
        </p:nvSpPr>
        <p:spPr>
          <a:xfrm>
            <a:off x="6343634" y="5172090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31">
            <a:extLst>
              <a:ext uri="{FF2B5EF4-FFF2-40B4-BE49-F238E27FC236}">
                <a16:creationId xmlns:a16="http://schemas.microsoft.com/office/drawing/2014/main" id="{3A63D339-E72A-88CD-A4A7-F72760939A1D}"/>
              </a:ext>
            </a:extLst>
          </p:cNvPr>
          <p:cNvSpPr/>
          <p:nvPr/>
        </p:nvSpPr>
        <p:spPr>
          <a:xfrm>
            <a:off x="6413749" y="5070774"/>
            <a:ext cx="420624" cy="405383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32">
            <a:extLst>
              <a:ext uri="{FF2B5EF4-FFF2-40B4-BE49-F238E27FC236}">
                <a16:creationId xmlns:a16="http://schemas.microsoft.com/office/drawing/2014/main" id="{576DD842-C3A3-E803-D3B2-46B4A3434322}"/>
              </a:ext>
            </a:extLst>
          </p:cNvPr>
          <p:cNvSpPr/>
          <p:nvPr/>
        </p:nvSpPr>
        <p:spPr>
          <a:xfrm>
            <a:off x="6458558" y="5093331"/>
            <a:ext cx="330998" cy="315034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33">
            <a:extLst>
              <a:ext uri="{FF2B5EF4-FFF2-40B4-BE49-F238E27FC236}">
                <a16:creationId xmlns:a16="http://schemas.microsoft.com/office/drawing/2014/main" id="{BA963F88-15FF-8D61-3EA0-4BBF4C28951A}"/>
              </a:ext>
            </a:extLst>
          </p:cNvPr>
          <p:cNvSpPr/>
          <p:nvPr/>
        </p:nvSpPr>
        <p:spPr>
          <a:xfrm>
            <a:off x="6458558" y="5093331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34">
            <a:extLst>
              <a:ext uri="{FF2B5EF4-FFF2-40B4-BE49-F238E27FC236}">
                <a16:creationId xmlns:a16="http://schemas.microsoft.com/office/drawing/2014/main" id="{78221BAE-3687-E7FE-F5E6-4E7891A1A8B0}"/>
              </a:ext>
            </a:extLst>
          </p:cNvPr>
          <p:cNvSpPr/>
          <p:nvPr/>
        </p:nvSpPr>
        <p:spPr>
          <a:xfrm>
            <a:off x="6458558" y="5093331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35">
            <a:extLst>
              <a:ext uri="{FF2B5EF4-FFF2-40B4-BE49-F238E27FC236}">
                <a16:creationId xmlns:a16="http://schemas.microsoft.com/office/drawing/2014/main" id="{7AA9A685-3E05-8CE5-D1C8-AE33230E031A}"/>
              </a:ext>
            </a:extLst>
          </p:cNvPr>
          <p:cNvSpPr/>
          <p:nvPr/>
        </p:nvSpPr>
        <p:spPr>
          <a:xfrm>
            <a:off x="6710798" y="5172090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36">
            <a:extLst>
              <a:ext uri="{FF2B5EF4-FFF2-40B4-BE49-F238E27FC236}">
                <a16:creationId xmlns:a16="http://schemas.microsoft.com/office/drawing/2014/main" id="{B89EF56A-1A03-B96C-A378-8EB8B34EEBD6}"/>
              </a:ext>
            </a:extLst>
          </p:cNvPr>
          <p:cNvSpPr/>
          <p:nvPr/>
        </p:nvSpPr>
        <p:spPr>
          <a:xfrm>
            <a:off x="6779510" y="5070774"/>
            <a:ext cx="423672" cy="405383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7">
            <a:extLst>
              <a:ext uri="{FF2B5EF4-FFF2-40B4-BE49-F238E27FC236}">
                <a16:creationId xmlns:a16="http://schemas.microsoft.com/office/drawing/2014/main" id="{2264D24C-46A8-5F72-A2F2-52E025E3F662}"/>
              </a:ext>
            </a:extLst>
          </p:cNvPr>
          <p:cNvSpPr/>
          <p:nvPr/>
        </p:nvSpPr>
        <p:spPr>
          <a:xfrm>
            <a:off x="6825722" y="5093331"/>
            <a:ext cx="330998" cy="315034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8">
            <a:extLst>
              <a:ext uri="{FF2B5EF4-FFF2-40B4-BE49-F238E27FC236}">
                <a16:creationId xmlns:a16="http://schemas.microsoft.com/office/drawing/2014/main" id="{49A7CACA-E0FD-9620-961A-EEC20514516D}"/>
              </a:ext>
            </a:extLst>
          </p:cNvPr>
          <p:cNvSpPr/>
          <p:nvPr/>
        </p:nvSpPr>
        <p:spPr>
          <a:xfrm>
            <a:off x="6825722" y="5093331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9">
            <a:extLst>
              <a:ext uri="{FF2B5EF4-FFF2-40B4-BE49-F238E27FC236}">
                <a16:creationId xmlns:a16="http://schemas.microsoft.com/office/drawing/2014/main" id="{90621F31-C875-44A0-8409-638B77AEE8E8}"/>
              </a:ext>
            </a:extLst>
          </p:cNvPr>
          <p:cNvSpPr/>
          <p:nvPr/>
        </p:nvSpPr>
        <p:spPr>
          <a:xfrm>
            <a:off x="6825722" y="5093331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40">
            <a:extLst>
              <a:ext uri="{FF2B5EF4-FFF2-40B4-BE49-F238E27FC236}">
                <a16:creationId xmlns:a16="http://schemas.microsoft.com/office/drawing/2014/main" id="{1DE485FB-7232-C9B5-3A88-72B40DBF2689}"/>
              </a:ext>
            </a:extLst>
          </p:cNvPr>
          <p:cNvSpPr/>
          <p:nvPr/>
        </p:nvSpPr>
        <p:spPr>
          <a:xfrm>
            <a:off x="7077963" y="5172090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41">
            <a:extLst>
              <a:ext uri="{FF2B5EF4-FFF2-40B4-BE49-F238E27FC236}">
                <a16:creationId xmlns:a16="http://schemas.microsoft.com/office/drawing/2014/main" id="{7BFC8528-3FD9-218B-ADCD-B8BA62AAF458}"/>
              </a:ext>
            </a:extLst>
          </p:cNvPr>
          <p:cNvSpPr/>
          <p:nvPr/>
        </p:nvSpPr>
        <p:spPr>
          <a:xfrm>
            <a:off x="7145269" y="5070774"/>
            <a:ext cx="423671" cy="405383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42">
            <a:extLst>
              <a:ext uri="{FF2B5EF4-FFF2-40B4-BE49-F238E27FC236}">
                <a16:creationId xmlns:a16="http://schemas.microsoft.com/office/drawing/2014/main" id="{CC10FC53-A716-D976-9D0E-0A5A5FD2C9DF}"/>
              </a:ext>
            </a:extLst>
          </p:cNvPr>
          <p:cNvSpPr/>
          <p:nvPr/>
        </p:nvSpPr>
        <p:spPr>
          <a:xfrm>
            <a:off x="7192888" y="5093331"/>
            <a:ext cx="330998" cy="315034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43">
            <a:extLst>
              <a:ext uri="{FF2B5EF4-FFF2-40B4-BE49-F238E27FC236}">
                <a16:creationId xmlns:a16="http://schemas.microsoft.com/office/drawing/2014/main" id="{51C6C65B-7F35-F832-46A4-60A4EF21A61E}"/>
              </a:ext>
            </a:extLst>
          </p:cNvPr>
          <p:cNvSpPr/>
          <p:nvPr/>
        </p:nvSpPr>
        <p:spPr>
          <a:xfrm>
            <a:off x="7192888" y="5093331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44">
            <a:extLst>
              <a:ext uri="{FF2B5EF4-FFF2-40B4-BE49-F238E27FC236}">
                <a16:creationId xmlns:a16="http://schemas.microsoft.com/office/drawing/2014/main" id="{962F0E48-415C-B0FA-C0B4-F9482EE05126}"/>
              </a:ext>
            </a:extLst>
          </p:cNvPr>
          <p:cNvSpPr/>
          <p:nvPr/>
        </p:nvSpPr>
        <p:spPr>
          <a:xfrm>
            <a:off x="7192888" y="5093331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45">
            <a:extLst>
              <a:ext uri="{FF2B5EF4-FFF2-40B4-BE49-F238E27FC236}">
                <a16:creationId xmlns:a16="http://schemas.microsoft.com/office/drawing/2014/main" id="{F94979A5-D146-90CA-D22C-9CD9CE18EC1B}"/>
              </a:ext>
            </a:extLst>
          </p:cNvPr>
          <p:cNvSpPr/>
          <p:nvPr/>
        </p:nvSpPr>
        <p:spPr>
          <a:xfrm>
            <a:off x="7445129" y="5172090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46">
            <a:extLst>
              <a:ext uri="{FF2B5EF4-FFF2-40B4-BE49-F238E27FC236}">
                <a16:creationId xmlns:a16="http://schemas.microsoft.com/office/drawing/2014/main" id="{57F3AA2E-4F7A-BC8D-8D65-E69849D90857}"/>
              </a:ext>
            </a:extLst>
          </p:cNvPr>
          <p:cNvSpPr/>
          <p:nvPr/>
        </p:nvSpPr>
        <p:spPr>
          <a:xfrm>
            <a:off x="7514077" y="5070774"/>
            <a:ext cx="423672" cy="405383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7">
            <a:extLst>
              <a:ext uri="{FF2B5EF4-FFF2-40B4-BE49-F238E27FC236}">
                <a16:creationId xmlns:a16="http://schemas.microsoft.com/office/drawing/2014/main" id="{DF976135-FF22-8E23-1F7C-AA31851F4592}"/>
              </a:ext>
            </a:extLst>
          </p:cNvPr>
          <p:cNvSpPr/>
          <p:nvPr/>
        </p:nvSpPr>
        <p:spPr>
          <a:xfrm>
            <a:off x="7560053" y="5093331"/>
            <a:ext cx="330998" cy="315034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8">
            <a:extLst>
              <a:ext uri="{FF2B5EF4-FFF2-40B4-BE49-F238E27FC236}">
                <a16:creationId xmlns:a16="http://schemas.microsoft.com/office/drawing/2014/main" id="{FB6B1B68-485E-BC4F-E9A1-06C0F691DCA0}"/>
              </a:ext>
            </a:extLst>
          </p:cNvPr>
          <p:cNvSpPr/>
          <p:nvPr/>
        </p:nvSpPr>
        <p:spPr>
          <a:xfrm>
            <a:off x="7560053" y="5093331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9">
            <a:extLst>
              <a:ext uri="{FF2B5EF4-FFF2-40B4-BE49-F238E27FC236}">
                <a16:creationId xmlns:a16="http://schemas.microsoft.com/office/drawing/2014/main" id="{0E8F6B1E-82E4-34BC-8434-68885C20C163}"/>
              </a:ext>
            </a:extLst>
          </p:cNvPr>
          <p:cNvSpPr/>
          <p:nvPr/>
        </p:nvSpPr>
        <p:spPr>
          <a:xfrm>
            <a:off x="7560053" y="5093331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50">
            <a:extLst>
              <a:ext uri="{FF2B5EF4-FFF2-40B4-BE49-F238E27FC236}">
                <a16:creationId xmlns:a16="http://schemas.microsoft.com/office/drawing/2014/main" id="{9253AEA5-E16B-3EE8-96A6-9D491C20316B}"/>
              </a:ext>
            </a:extLst>
          </p:cNvPr>
          <p:cNvSpPr/>
          <p:nvPr/>
        </p:nvSpPr>
        <p:spPr>
          <a:xfrm>
            <a:off x="7812293" y="5172090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51">
            <a:extLst>
              <a:ext uri="{FF2B5EF4-FFF2-40B4-BE49-F238E27FC236}">
                <a16:creationId xmlns:a16="http://schemas.microsoft.com/office/drawing/2014/main" id="{A061D93B-2963-C18D-5431-F61A6C266112}"/>
              </a:ext>
            </a:extLst>
          </p:cNvPr>
          <p:cNvSpPr/>
          <p:nvPr/>
        </p:nvSpPr>
        <p:spPr>
          <a:xfrm>
            <a:off x="7879838" y="5070774"/>
            <a:ext cx="423672" cy="405383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52">
            <a:extLst>
              <a:ext uri="{FF2B5EF4-FFF2-40B4-BE49-F238E27FC236}">
                <a16:creationId xmlns:a16="http://schemas.microsoft.com/office/drawing/2014/main" id="{F6211936-FEF2-F941-E428-D464EDFB58E8}"/>
              </a:ext>
            </a:extLst>
          </p:cNvPr>
          <p:cNvSpPr/>
          <p:nvPr/>
        </p:nvSpPr>
        <p:spPr>
          <a:xfrm>
            <a:off x="7927218" y="5093331"/>
            <a:ext cx="330998" cy="315034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53">
            <a:extLst>
              <a:ext uri="{FF2B5EF4-FFF2-40B4-BE49-F238E27FC236}">
                <a16:creationId xmlns:a16="http://schemas.microsoft.com/office/drawing/2014/main" id="{57F12356-780C-2436-B862-142DF02A57D4}"/>
              </a:ext>
            </a:extLst>
          </p:cNvPr>
          <p:cNvSpPr/>
          <p:nvPr/>
        </p:nvSpPr>
        <p:spPr>
          <a:xfrm>
            <a:off x="7927217" y="5093331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54">
            <a:extLst>
              <a:ext uri="{FF2B5EF4-FFF2-40B4-BE49-F238E27FC236}">
                <a16:creationId xmlns:a16="http://schemas.microsoft.com/office/drawing/2014/main" id="{CD841A5C-3E52-18D0-733A-22E51DA97AA4}"/>
              </a:ext>
            </a:extLst>
          </p:cNvPr>
          <p:cNvSpPr/>
          <p:nvPr/>
        </p:nvSpPr>
        <p:spPr>
          <a:xfrm>
            <a:off x="7927217" y="5093331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55">
            <a:extLst>
              <a:ext uri="{FF2B5EF4-FFF2-40B4-BE49-F238E27FC236}">
                <a16:creationId xmlns:a16="http://schemas.microsoft.com/office/drawing/2014/main" id="{ED03E31B-AC63-EEDF-CFC0-AC656BBCDD9F}"/>
              </a:ext>
            </a:extLst>
          </p:cNvPr>
          <p:cNvSpPr/>
          <p:nvPr/>
        </p:nvSpPr>
        <p:spPr>
          <a:xfrm>
            <a:off x="8179458" y="5172090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56">
            <a:extLst>
              <a:ext uri="{FF2B5EF4-FFF2-40B4-BE49-F238E27FC236}">
                <a16:creationId xmlns:a16="http://schemas.microsoft.com/office/drawing/2014/main" id="{8F56B6D3-C6EF-FC31-9C8A-85921D5C4723}"/>
              </a:ext>
            </a:extLst>
          </p:cNvPr>
          <p:cNvSpPr/>
          <p:nvPr/>
        </p:nvSpPr>
        <p:spPr>
          <a:xfrm>
            <a:off x="8248646" y="5070774"/>
            <a:ext cx="423672" cy="405383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7">
            <a:extLst>
              <a:ext uri="{FF2B5EF4-FFF2-40B4-BE49-F238E27FC236}">
                <a16:creationId xmlns:a16="http://schemas.microsoft.com/office/drawing/2014/main" id="{E9E431E1-07B4-2512-252E-7A48BB2D6BD4}"/>
              </a:ext>
            </a:extLst>
          </p:cNvPr>
          <p:cNvSpPr/>
          <p:nvPr/>
        </p:nvSpPr>
        <p:spPr>
          <a:xfrm>
            <a:off x="8294382" y="5093331"/>
            <a:ext cx="330998" cy="315034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8">
            <a:extLst>
              <a:ext uri="{FF2B5EF4-FFF2-40B4-BE49-F238E27FC236}">
                <a16:creationId xmlns:a16="http://schemas.microsoft.com/office/drawing/2014/main" id="{36DEE9B7-5E7E-55C4-7173-F814C290EDDA}"/>
              </a:ext>
            </a:extLst>
          </p:cNvPr>
          <p:cNvSpPr/>
          <p:nvPr/>
        </p:nvSpPr>
        <p:spPr>
          <a:xfrm>
            <a:off x="8294382" y="5093331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9">
            <a:extLst>
              <a:ext uri="{FF2B5EF4-FFF2-40B4-BE49-F238E27FC236}">
                <a16:creationId xmlns:a16="http://schemas.microsoft.com/office/drawing/2014/main" id="{D12E98F2-80FF-DEAB-1D47-A756499E6884}"/>
              </a:ext>
            </a:extLst>
          </p:cNvPr>
          <p:cNvSpPr/>
          <p:nvPr/>
        </p:nvSpPr>
        <p:spPr>
          <a:xfrm>
            <a:off x="8294382" y="5093331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60">
            <a:extLst>
              <a:ext uri="{FF2B5EF4-FFF2-40B4-BE49-F238E27FC236}">
                <a16:creationId xmlns:a16="http://schemas.microsoft.com/office/drawing/2014/main" id="{F46B068C-39B1-6B4B-3D91-0C9C63029EB4}"/>
              </a:ext>
            </a:extLst>
          </p:cNvPr>
          <p:cNvSpPr/>
          <p:nvPr/>
        </p:nvSpPr>
        <p:spPr>
          <a:xfrm>
            <a:off x="8546623" y="5172090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61">
            <a:extLst>
              <a:ext uri="{FF2B5EF4-FFF2-40B4-BE49-F238E27FC236}">
                <a16:creationId xmlns:a16="http://schemas.microsoft.com/office/drawing/2014/main" id="{13E7D2FD-700D-D1A5-60E8-6739EADB03CB}"/>
              </a:ext>
            </a:extLst>
          </p:cNvPr>
          <p:cNvSpPr/>
          <p:nvPr/>
        </p:nvSpPr>
        <p:spPr>
          <a:xfrm>
            <a:off x="8614405" y="5070774"/>
            <a:ext cx="423672" cy="405383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62">
            <a:extLst>
              <a:ext uri="{FF2B5EF4-FFF2-40B4-BE49-F238E27FC236}">
                <a16:creationId xmlns:a16="http://schemas.microsoft.com/office/drawing/2014/main" id="{AFF37461-77F8-A36B-6E7B-166B1F923C2B}"/>
              </a:ext>
            </a:extLst>
          </p:cNvPr>
          <p:cNvSpPr/>
          <p:nvPr/>
        </p:nvSpPr>
        <p:spPr>
          <a:xfrm>
            <a:off x="8661547" y="5093331"/>
            <a:ext cx="330998" cy="315034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63">
            <a:extLst>
              <a:ext uri="{FF2B5EF4-FFF2-40B4-BE49-F238E27FC236}">
                <a16:creationId xmlns:a16="http://schemas.microsoft.com/office/drawing/2014/main" id="{02BDCDE5-3B42-6E36-B7AE-7F02F428A0E4}"/>
              </a:ext>
            </a:extLst>
          </p:cNvPr>
          <p:cNvSpPr/>
          <p:nvPr/>
        </p:nvSpPr>
        <p:spPr>
          <a:xfrm>
            <a:off x="8661548" y="5093331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64">
            <a:extLst>
              <a:ext uri="{FF2B5EF4-FFF2-40B4-BE49-F238E27FC236}">
                <a16:creationId xmlns:a16="http://schemas.microsoft.com/office/drawing/2014/main" id="{69A1FA77-DE08-57EB-4DAB-C2987B536458}"/>
              </a:ext>
            </a:extLst>
          </p:cNvPr>
          <p:cNvSpPr/>
          <p:nvPr/>
        </p:nvSpPr>
        <p:spPr>
          <a:xfrm>
            <a:off x="8661548" y="5093331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65">
            <a:extLst>
              <a:ext uri="{FF2B5EF4-FFF2-40B4-BE49-F238E27FC236}">
                <a16:creationId xmlns:a16="http://schemas.microsoft.com/office/drawing/2014/main" id="{03B754F6-D776-4FD6-6EA3-4691FA244DC7}"/>
              </a:ext>
            </a:extLst>
          </p:cNvPr>
          <p:cNvSpPr/>
          <p:nvPr/>
        </p:nvSpPr>
        <p:spPr>
          <a:xfrm>
            <a:off x="8913789" y="5172090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66">
            <a:extLst>
              <a:ext uri="{FF2B5EF4-FFF2-40B4-BE49-F238E27FC236}">
                <a16:creationId xmlns:a16="http://schemas.microsoft.com/office/drawing/2014/main" id="{6DAA8466-3D1E-051F-8B2B-DA44AA91F828}"/>
              </a:ext>
            </a:extLst>
          </p:cNvPr>
          <p:cNvSpPr/>
          <p:nvPr/>
        </p:nvSpPr>
        <p:spPr>
          <a:xfrm>
            <a:off x="8983214" y="5070774"/>
            <a:ext cx="423672" cy="405383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7">
            <a:extLst>
              <a:ext uri="{FF2B5EF4-FFF2-40B4-BE49-F238E27FC236}">
                <a16:creationId xmlns:a16="http://schemas.microsoft.com/office/drawing/2014/main" id="{49C06076-6073-50C4-47E4-BB019C1593B2}"/>
              </a:ext>
            </a:extLst>
          </p:cNvPr>
          <p:cNvSpPr/>
          <p:nvPr/>
        </p:nvSpPr>
        <p:spPr>
          <a:xfrm>
            <a:off x="9028712" y="5093327"/>
            <a:ext cx="330998" cy="315034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8">
            <a:extLst>
              <a:ext uri="{FF2B5EF4-FFF2-40B4-BE49-F238E27FC236}">
                <a16:creationId xmlns:a16="http://schemas.microsoft.com/office/drawing/2014/main" id="{E2690847-9632-F8C7-8F88-83315F64D28D}"/>
              </a:ext>
            </a:extLst>
          </p:cNvPr>
          <p:cNvSpPr/>
          <p:nvPr/>
        </p:nvSpPr>
        <p:spPr>
          <a:xfrm>
            <a:off x="9028713" y="5093327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9">
            <a:extLst>
              <a:ext uri="{FF2B5EF4-FFF2-40B4-BE49-F238E27FC236}">
                <a16:creationId xmlns:a16="http://schemas.microsoft.com/office/drawing/2014/main" id="{17A4ECF4-4DB3-4924-5F60-9CBE7C4C94E7}"/>
              </a:ext>
            </a:extLst>
          </p:cNvPr>
          <p:cNvSpPr/>
          <p:nvPr/>
        </p:nvSpPr>
        <p:spPr>
          <a:xfrm>
            <a:off x="9028713" y="5093327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70">
            <a:extLst>
              <a:ext uri="{FF2B5EF4-FFF2-40B4-BE49-F238E27FC236}">
                <a16:creationId xmlns:a16="http://schemas.microsoft.com/office/drawing/2014/main" id="{2CC4C560-E203-8AF4-9D5E-4294F0DDFB4B}"/>
              </a:ext>
            </a:extLst>
          </p:cNvPr>
          <p:cNvSpPr/>
          <p:nvPr/>
        </p:nvSpPr>
        <p:spPr>
          <a:xfrm>
            <a:off x="9280953" y="5172086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71">
            <a:extLst>
              <a:ext uri="{FF2B5EF4-FFF2-40B4-BE49-F238E27FC236}">
                <a16:creationId xmlns:a16="http://schemas.microsoft.com/office/drawing/2014/main" id="{66B71CD9-03B3-4083-9F02-78C9FB9BADA4}"/>
              </a:ext>
            </a:extLst>
          </p:cNvPr>
          <p:cNvSpPr/>
          <p:nvPr/>
        </p:nvSpPr>
        <p:spPr>
          <a:xfrm>
            <a:off x="9345926" y="5070774"/>
            <a:ext cx="420624" cy="405383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72">
            <a:extLst>
              <a:ext uri="{FF2B5EF4-FFF2-40B4-BE49-F238E27FC236}">
                <a16:creationId xmlns:a16="http://schemas.microsoft.com/office/drawing/2014/main" id="{49B320BF-59B5-2AEF-EB78-06B8AD487F75}"/>
              </a:ext>
            </a:extLst>
          </p:cNvPr>
          <p:cNvSpPr/>
          <p:nvPr/>
        </p:nvSpPr>
        <p:spPr>
          <a:xfrm>
            <a:off x="9390690" y="5093331"/>
            <a:ext cx="330998" cy="315034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73">
            <a:extLst>
              <a:ext uri="{FF2B5EF4-FFF2-40B4-BE49-F238E27FC236}">
                <a16:creationId xmlns:a16="http://schemas.microsoft.com/office/drawing/2014/main" id="{35633621-0AC8-535B-5311-71FFFB33A7BB}"/>
              </a:ext>
            </a:extLst>
          </p:cNvPr>
          <p:cNvSpPr/>
          <p:nvPr/>
        </p:nvSpPr>
        <p:spPr>
          <a:xfrm>
            <a:off x="9390691" y="5093331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  <a:ln w="9525">
            <a:solidFill>
              <a:srgbClr val="E687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74">
            <a:extLst>
              <a:ext uri="{FF2B5EF4-FFF2-40B4-BE49-F238E27FC236}">
                <a16:creationId xmlns:a16="http://schemas.microsoft.com/office/drawing/2014/main" id="{DA2C6B35-2C32-D08E-DF4E-C1BFA4E50C58}"/>
              </a:ext>
            </a:extLst>
          </p:cNvPr>
          <p:cNvSpPr/>
          <p:nvPr/>
        </p:nvSpPr>
        <p:spPr>
          <a:xfrm>
            <a:off x="9390691" y="5093331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  <a:ln w="9525">
            <a:solidFill>
              <a:srgbClr val="E687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75">
            <a:extLst>
              <a:ext uri="{FF2B5EF4-FFF2-40B4-BE49-F238E27FC236}">
                <a16:creationId xmlns:a16="http://schemas.microsoft.com/office/drawing/2014/main" id="{CCFAE554-F4E7-4399-3A70-B0AA7609F4AF}"/>
              </a:ext>
            </a:extLst>
          </p:cNvPr>
          <p:cNvSpPr/>
          <p:nvPr/>
        </p:nvSpPr>
        <p:spPr>
          <a:xfrm>
            <a:off x="9642931" y="5172090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  <a:ln w="9525">
            <a:solidFill>
              <a:srgbClr val="E687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76">
            <a:extLst>
              <a:ext uri="{FF2B5EF4-FFF2-40B4-BE49-F238E27FC236}">
                <a16:creationId xmlns:a16="http://schemas.microsoft.com/office/drawing/2014/main" id="{82915239-8562-31C4-C676-876654E43EE4}"/>
              </a:ext>
            </a:extLst>
          </p:cNvPr>
          <p:cNvSpPr/>
          <p:nvPr/>
        </p:nvSpPr>
        <p:spPr>
          <a:xfrm>
            <a:off x="9711686" y="5070774"/>
            <a:ext cx="423672" cy="405383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7">
            <a:extLst>
              <a:ext uri="{FF2B5EF4-FFF2-40B4-BE49-F238E27FC236}">
                <a16:creationId xmlns:a16="http://schemas.microsoft.com/office/drawing/2014/main" id="{B63ACA94-4CEA-A875-8C9E-3F90AC0C2791}"/>
              </a:ext>
            </a:extLst>
          </p:cNvPr>
          <p:cNvSpPr/>
          <p:nvPr/>
        </p:nvSpPr>
        <p:spPr>
          <a:xfrm>
            <a:off x="9757855" y="5093331"/>
            <a:ext cx="330998" cy="315034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8">
            <a:extLst>
              <a:ext uri="{FF2B5EF4-FFF2-40B4-BE49-F238E27FC236}">
                <a16:creationId xmlns:a16="http://schemas.microsoft.com/office/drawing/2014/main" id="{4DC20A2B-D4F4-09F3-AE1F-D04B03A06007}"/>
              </a:ext>
            </a:extLst>
          </p:cNvPr>
          <p:cNvSpPr/>
          <p:nvPr/>
        </p:nvSpPr>
        <p:spPr>
          <a:xfrm>
            <a:off x="9757855" y="5093331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  <a:ln w="9525">
            <a:solidFill>
              <a:srgbClr val="E687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9">
            <a:extLst>
              <a:ext uri="{FF2B5EF4-FFF2-40B4-BE49-F238E27FC236}">
                <a16:creationId xmlns:a16="http://schemas.microsoft.com/office/drawing/2014/main" id="{EECA84AC-89B6-702D-1FFD-4B41B45BD231}"/>
              </a:ext>
            </a:extLst>
          </p:cNvPr>
          <p:cNvSpPr/>
          <p:nvPr/>
        </p:nvSpPr>
        <p:spPr>
          <a:xfrm>
            <a:off x="9757855" y="5093331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  <a:ln w="9525">
            <a:solidFill>
              <a:srgbClr val="E687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80">
            <a:extLst>
              <a:ext uri="{FF2B5EF4-FFF2-40B4-BE49-F238E27FC236}">
                <a16:creationId xmlns:a16="http://schemas.microsoft.com/office/drawing/2014/main" id="{B433EB00-58D2-CE6C-8609-F9BCE34213DE}"/>
              </a:ext>
            </a:extLst>
          </p:cNvPr>
          <p:cNvSpPr/>
          <p:nvPr/>
        </p:nvSpPr>
        <p:spPr>
          <a:xfrm>
            <a:off x="10010095" y="5172090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  <a:ln w="9525">
            <a:solidFill>
              <a:srgbClr val="E687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81">
            <a:extLst>
              <a:ext uri="{FF2B5EF4-FFF2-40B4-BE49-F238E27FC236}">
                <a16:creationId xmlns:a16="http://schemas.microsoft.com/office/drawing/2014/main" id="{B9A87F63-407E-94F0-53C5-A213C849C598}"/>
              </a:ext>
            </a:extLst>
          </p:cNvPr>
          <p:cNvSpPr/>
          <p:nvPr/>
        </p:nvSpPr>
        <p:spPr>
          <a:xfrm>
            <a:off x="10077446" y="5070774"/>
            <a:ext cx="423672" cy="405383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82">
            <a:extLst>
              <a:ext uri="{FF2B5EF4-FFF2-40B4-BE49-F238E27FC236}">
                <a16:creationId xmlns:a16="http://schemas.microsoft.com/office/drawing/2014/main" id="{3843D476-AF8E-067B-6B73-D68F7BB93862}"/>
              </a:ext>
            </a:extLst>
          </p:cNvPr>
          <p:cNvSpPr/>
          <p:nvPr/>
        </p:nvSpPr>
        <p:spPr>
          <a:xfrm>
            <a:off x="10125021" y="5093331"/>
            <a:ext cx="330998" cy="315034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83">
            <a:extLst>
              <a:ext uri="{FF2B5EF4-FFF2-40B4-BE49-F238E27FC236}">
                <a16:creationId xmlns:a16="http://schemas.microsoft.com/office/drawing/2014/main" id="{568DC27C-90E3-76E2-FA45-88AC0695FD79}"/>
              </a:ext>
            </a:extLst>
          </p:cNvPr>
          <p:cNvSpPr/>
          <p:nvPr/>
        </p:nvSpPr>
        <p:spPr>
          <a:xfrm>
            <a:off x="10125021" y="5093331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70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  <a:ln w="9525">
            <a:solidFill>
              <a:srgbClr val="E687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84">
            <a:extLst>
              <a:ext uri="{FF2B5EF4-FFF2-40B4-BE49-F238E27FC236}">
                <a16:creationId xmlns:a16="http://schemas.microsoft.com/office/drawing/2014/main" id="{E9827F8B-4D18-9264-542A-6EAA1C006BD0}"/>
              </a:ext>
            </a:extLst>
          </p:cNvPr>
          <p:cNvSpPr/>
          <p:nvPr/>
        </p:nvSpPr>
        <p:spPr>
          <a:xfrm>
            <a:off x="10125021" y="5093331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70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  <a:ln w="9525">
            <a:solidFill>
              <a:srgbClr val="E687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85">
            <a:extLst>
              <a:ext uri="{FF2B5EF4-FFF2-40B4-BE49-F238E27FC236}">
                <a16:creationId xmlns:a16="http://schemas.microsoft.com/office/drawing/2014/main" id="{1187DCCD-C6D2-FF5F-5B23-CC30514483BC}"/>
              </a:ext>
            </a:extLst>
          </p:cNvPr>
          <p:cNvSpPr/>
          <p:nvPr/>
        </p:nvSpPr>
        <p:spPr>
          <a:xfrm>
            <a:off x="10377261" y="5172090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  <a:ln w="9525">
            <a:solidFill>
              <a:srgbClr val="E687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86">
            <a:extLst>
              <a:ext uri="{FF2B5EF4-FFF2-40B4-BE49-F238E27FC236}">
                <a16:creationId xmlns:a16="http://schemas.microsoft.com/office/drawing/2014/main" id="{F956EFB9-7870-06F9-700B-55EF5F85E664}"/>
              </a:ext>
            </a:extLst>
          </p:cNvPr>
          <p:cNvSpPr/>
          <p:nvPr/>
        </p:nvSpPr>
        <p:spPr>
          <a:xfrm>
            <a:off x="2381246" y="5070774"/>
            <a:ext cx="423672" cy="405383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7">
            <a:extLst>
              <a:ext uri="{FF2B5EF4-FFF2-40B4-BE49-F238E27FC236}">
                <a16:creationId xmlns:a16="http://schemas.microsoft.com/office/drawing/2014/main" id="{1A47F687-65EB-75E4-9FFC-29E8B924855A}"/>
              </a:ext>
            </a:extLst>
          </p:cNvPr>
          <p:cNvSpPr/>
          <p:nvPr/>
        </p:nvSpPr>
        <p:spPr>
          <a:xfrm>
            <a:off x="2427073" y="5093332"/>
            <a:ext cx="330998" cy="315034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8">
            <a:extLst>
              <a:ext uri="{FF2B5EF4-FFF2-40B4-BE49-F238E27FC236}">
                <a16:creationId xmlns:a16="http://schemas.microsoft.com/office/drawing/2014/main" id="{C8D97427-18EC-B873-723C-799DA34968FE}"/>
              </a:ext>
            </a:extLst>
          </p:cNvPr>
          <p:cNvSpPr/>
          <p:nvPr/>
        </p:nvSpPr>
        <p:spPr>
          <a:xfrm>
            <a:off x="2427073" y="5093332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69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  <a:ln w="9525">
            <a:solidFill>
              <a:srgbClr val="E687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9">
            <a:extLst>
              <a:ext uri="{FF2B5EF4-FFF2-40B4-BE49-F238E27FC236}">
                <a16:creationId xmlns:a16="http://schemas.microsoft.com/office/drawing/2014/main" id="{467234B7-B160-909F-1815-68FECB7D9E29}"/>
              </a:ext>
            </a:extLst>
          </p:cNvPr>
          <p:cNvSpPr/>
          <p:nvPr/>
        </p:nvSpPr>
        <p:spPr>
          <a:xfrm>
            <a:off x="2427073" y="5093332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69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  <a:ln w="9525">
            <a:solidFill>
              <a:srgbClr val="E687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90">
            <a:extLst>
              <a:ext uri="{FF2B5EF4-FFF2-40B4-BE49-F238E27FC236}">
                <a16:creationId xmlns:a16="http://schemas.microsoft.com/office/drawing/2014/main" id="{9C6A0C0E-AF67-2AF4-52F9-78C67D387807}"/>
              </a:ext>
            </a:extLst>
          </p:cNvPr>
          <p:cNvSpPr/>
          <p:nvPr/>
        </p:nvSpPr>
        <p:spPr>
          <a:xfrm>
            <a:off x="2679314" y="5172091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  <a:ln w="9525">
            <a:solidFill>
              <a:srgbClr val="E687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91">
            <a:extLst>
              <a:ext uri="{FF2B5EF4-FFF2-40B4-BE49-F238E27FC236}">
                <a16:creationId xmlns:a16="http://schemas.microsoft.com/office/drawing/2014/main" id="{66C74630-E789-93CC-C013-206025C06EB4}"/>
              </a:ext>
            </a:extLst>
          </p:cNvPr>
          <p:cNvSpPr/>
          <p:nvPr/>
        </p:nvSpPr>
        <p:spPr>
          <a:xfrm>
            <a:off x="2747006" y="5070774"/>
            <a:ext cx="423672" cy="405383"/>
          </a:xfrm>
          <a:prstGeom prst="rect">
            <a:avLst/>
          </a:prstGeom>
          <a:blipFill>
            <a:blip r:embed="rId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92">
            <a:extLst>
              <a:ext uri="{FF2B5EF4-FFF2-40B4-BE49-F238E27FC236}">
                <a16:creationId xmlns:a16="http://schemas.microsoft.com/office/drawing/2014/main" id="{14C7EA4E-834C-AA9B-A2BC-18BBD7B831C4}"/>
              </a:ext>
            </a:extLst>
          </p:cNvPr>
          <p:cNvSpPr/>
          <p:nvPr/>
        </p:nvSpPr>
        <p:spPr>
          <a:xfrm>
            <a:off x="2794238" y="5093331"/>
            <a:ext cx="330998" cy="315034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93">
            <a:extLst>
              <a:ext uri="{FF2B5EF4-FFF2-40B4-BE49-F238E27FC236}">
                <a16:creationId xmlns:a16="http://schemas.microsoft.com/office/drawing/2014/main" id="{CA302482-81CD-82FD-4D1C-725B96ED33BC}"/>
              </a:ext>
            </a:extLst>
          </p:cNvPr>
          <p:cNvSpPr/>
          <p:nvPr/>
        </p:nvSpPr>
        <p:spPr>
          <a:xfrm>
            <a:off x="2794238" y="5093331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69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  <a:ln w="9525">
            <a:solidFill>
              <a:srgbClr val="E687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94">
            <a:extLst>
              <a:ext uri="{FF2B5EF4-FFF2-40B4-BE49-F238E27FC236}">
                <a16:creationId xmlns:a16="http://schemas.microsoft.com/office/drawing/2014/main" id="{7FE74B28-45EF-F88F-48A7-640D8A5C9E96}"/>
              </a:ext>
            </a:extLst>
          </p:cNvPr>
          <p:cNvSpPr/>
          <p:nvPr/>
        </p:nvSpPr>
        <p:spPr>
          <a:xfrm>
            <a:off x="2794238" y="5093331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69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  <a:ln w="9525">
            <a:solidFill>
              <a:srgbClr val="E687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95">
            <a:extLst>
              <a:ext uri="{FF2B5EF4-FFF2-40B4-BE49-F238E27FC236}">
                <a16:creationId xmlns:a16="http://schemas.microsoft.com/office/drawing/2014/main" id="{198FE49F-3173-2845-B10E-DDBC49CE455C}"/>
              </a:ext>
            </a:extLst>
          </p:cNvPr>
          <p:cNvSpPr/>
          <p:nvPr/>
        </p:nvSpPr>
        <p:spPr>
          <a:xfrm>
            <a:off x="3046479" y="5172090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  <a:ln w="9525">
            <a:solidFill>
              <a:srgbClr val="E687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96">
            <a:extLst>
              <a:ext uri="{FF2B5EF4-FFF2-40B4-BE49-F238E27FC236}">
                <a16:creationId xmlns:a16="http://schemas.microsoft.com/office/drawing/2014/main" id="{2716DD58-BDB4-A37A-DC4D-A06BFCA8D2E1}"/>
              </a:ext>
            </a:extLst>
          </p:cNvPr>
          <p:cNvSpPr/>
          <p:nvPr/>
        </p:nvSpPr>
        <p:spPr>
          <a:xfrm>
            <a:off x="3115813" y="5070774"/>
            <a:ext cx="423671" cy="405383"/>
          </a:xfrm>
          <a:prstGeom prst="rect">
            <a:avLst/>
          </a:prstGeom>
          <a:blipFill>
            <a:blip r:embed="rId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97">
            <a:extLst>
              <a:ext uri="{FF2B5EF4-FFF2-40B4-BE49-F238E27FC236}">
                <a16:creationId xmlns:a16="http://schemas.microsoft.com/office/drawing/2014/main" id="{CD9240BE-EA65-F00A-5097-AA35C90E3A6A}"/>
              </a:ext>
            </a:extLst>
          </p:cNvPr>
          <p:cNvSpPr/>
          <p:nvPr/>
        </p:nvSpPr>
        <p:spPr>
          <a:xfrm>
            <a:off x="3161404" y="5093328"/>
            <a:ext cx="330998" cy="315034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98">
            <a:extLst>
              <a:ext uri="{FF2B5EF4-FFF2-40B4-BE49-F238E27FC236}">
                <a16:creationId xmlns:a16="http://schemas.microsoft.com/office/drawing/2014/main" id="{E9414675-02AE-E7BA-2FFA-C1C13C038AEA}"/>
              </a:ext>
            </a:extLst>
          </p:cNvPr>
          <p:cNvSpPr/>
          <p:nvPr/>
        </p:nvSpPr>
        <p:spPr>
          <a:xfrm>
            <a:off x="3161404" y="5093328"/>
            <a:ext cx="331470" cy="315595"/>
          </a:xfrm>
          <a:custGeom>
            <a:avLst/>
            <a:gdLst/>
            <a:ahLst/>
            <a:cxnLst/>
            <a:rect l="l" t="t" r="r" b="b"/>
            <a:pathLst>
              <a:path w="331469" h="315595">
                <a:moveTo>
                  <a:pt x="0" y="78758"/>
                </a:moveTo>
                <a:lnTo>
                  <a:pt x="78758" y="0"/>
                </a:lnTo>
                <a:lnTo>
                  <a:pt x="330999" y="0"/>
                </a:lnTo>
                <a:lnTo>
                  <a:pt x="330999" y="236276"/>
                </a:lnTo>
                <a:lnTo>
                  <a:pt x="252240" y="315035"/>
                </a:lnTo>
                <a:lnTo>
                  <a:pt x="0" y="315035"/>
                </a:lnTo>
                <a:lnTo>
                  <a:pt x="0" y="78758"/>
                </a:lnTo>
                <a:close/>
              </a:path>
            </a:pathLst>
          </a:custGeom>
          <a:ln w="9525">
            <a:solidFill>
              <a:srgbClr val="E687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99">
            <a:extLst>
              <a:ext uri="{FF2B5EF4-FFF2-40B4-BE49-F238E27FC236}">
                <a16:creationId xmlns:a16="http://schemas.microsoft.com/office/drawing/2014/main" id="{FD0BFD77-4A79-EC97-553B-C13A489751D0}"/>
              </a:ext>
            </a:extLst>
          </p:cNvPr>
          <p:cNvSpPr/>
          <p:nvPr/>
        </p:nvSpPr>
        <p:spPr>
          <a:xfrm>
            <a:off x="3161404" y="5093328"/>
            <a:ext cx="331470" cy="79375"/>
          </a:xfrm>
          <a:custGeom>
            <a:avLst/>
            <a:gdLst/>
            <a:ahLst/>
            <a:cxnLst/>
            <a:rect l="l" t="t" r="r" b="b"/>
            <a:pathLst>
              <a:path w="331469" h="79375">
                <a:moveTo>
                  <a:pt x="0" y="78758"/>
                </a:moveTo>
                <a:lnTo>
                  <a:pt x="252240" y="78758"/>
                </a:lnTo>
                <a:lnTo>
                  <a:pt x="330999" y="0"/>
                </a:lnTo>
              </a:path>
            </a:pathLst>
          </a:custGeom>
          <a:ln w="9525">
            <a:solidFill>
              <a:srgbClr val="E687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200">
            <a:extLst>
              <a:ext uri="{FF2B5EF4-FFF2-40B4-BE49-F238E27FC236}">
                <a16:creationId xmlns:a16="http://schemas.microsoft.com/office/drawing/2014/main" id="{7BB65099-D390-2F37-650B-72B6E40F41A3}"/>
              </a:ext>
            </a:extLst>
          </p:cNvPr>
          <p:cNvSpPr/>
          <p:nvPr/>
        </p:nvSpPr>
        <p:spPr>
          <a:xfrm>
            <a:off x="3413645" y="5172088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276"/>
                </a:lnTo>
              </a:path>
            </a:pathLst>
          </a:custGeom>
          <a:ln w="9525">
            <a:solidFill>
              <a:srgbClr val="E687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201">
            <a:extLst>
              <a:ext uri="{FF2B5EF4-FFF2-40B4-BE49-F238E27FC236}">
                <a16:creationId xmlns:a16="http://schemas.microsoft.com/office/drawing/2014/main" id="{CCC73E92-71E5-31A8-77C8-668142986F78}"/>
              </a:ext>
            </a:extLst>
          </p:cNvPr>
          <p:cNvSpPr/>
          <p:nvPr/>
        </p:nvSpPr>
        <p:spPr>
          <a:xfrm>
            <a:off x="6111998" y="5561503"/>
            <a:ext cx="670560" cy="320040"/>
          </a:xfrm>
          <a:prstGeom prst="rect">
            <a:avLst/>
          </a:prstGeom>
          <a:blipFill>
            <a:blip r:embed="rId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202">
            <a:extLst>
              <a:ext uri="{FF2B5EF4-FFF2-40B4-BE49-F238E27FC236}">
                <a16:creationId xmlns:a16="http://schemas.microsoft.com/office/drawing/2014/main" id="{9FFC1E6C-606B-91DF-BDDE-C51C9287C4A8}"/>
              </a:ext>
            </a:extLst>
          </p:cNvPr>
          <p:cNvSpPr/>
          <p:nvPr/>
        </p:nvSpPr>
        <p:spPr>
          <a:xfrm>
            <a:off x="6176533" y="5588387"/>
            <a:ext cx="540059" cy="225025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203">
            <a:extLst>
              <a:ext uri="{FF2B5EF4-FFF2-40B4-BE49-F238E27FC236}">
                <a16:creationId xmlns:a16="http://schemas.microsoft.com/office/drawing/2014/main" id="{A4F025B8-FC5F-B087-3C6E-F52909C93C73}"/>
              </a:ext>
            </a:extLst>
          </p:cNvPr>
          <p:cNvSpPr/>
          <p:nvPr/>
        </p:nvSpPr>
        <p:spPr>
          <a:xfrm>
            <a:off x="6176532" y="5588387"/>
            <a:ext cx="540385" cy="225425"/>
          </a:xfrm>
          <a:custGeom>
            <a:avLst/>
            <a:gdLst/>
            <a:ahLst/>
            <a:cxnLst/>
            <a:rect l="l" t="t" r="r" b="b"/>
            <a:pathLst>
              <a:path w="540385" h="225425">
                <a:moveTo>
                  <a:pt x="0" y="112512"/>
                </a:moveTo>
                <a:lnTo>
                  <a:pt x="135015" y="112512"/>
                </a:lnTo>
                <a:lnTo>
                  <a:pt x="135015" y="0"/>
                </a:lnTo>
                <a:lnTo>
                  <a:pt x="405045" y="0"/>
                </a:lnTo>
                <a:lnTo>
                  <a:pt x="405045" y="112512"/>
                </a:lnTo>
                <a:lnTo>
                  <a:pt x="540060" y="112512"/>
                </a:lnTo>
                <a:lnTo>
                  <a:pt x="270030" y="225025"/>
                </a:lnTo>
                <a:lnTo>
                  <a:pt x="0" y="112512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204">
            <a:extLst>
              <a:ext uri="{FF2B5EF4-FFF2-40B4-BE49-F238E27FC236}">
                <a16:creationId xmlns:a16="http://schemas.microsoft.com/office/drawing/2014/main" id="{DEE23094-4636-8DD9-773D-10A2EB91C55C}"/>
              </a:ext>
            </a:extLst>
          </p:cNvPr>
          <p:cNvSpPr/>
          <p:nvPr/>
        </p:nvSpPr>
        <p:spPr>
          <a:xfrm>
            <a:off x="3521239" y="6308461"/>
            <a:ext cx="5838825" cy="270510"/>
          </a:xfrm>
          <a:custGeom>
            <a:avLst/>
            <a:gdLst/>
            <a:ahLst/>
            <a:cxnLst/>
            <a:rect l="l" t="t" r="r" b="b"/>
            <a:pathLst>
              <a:path w="5838825" h="270510">
                <a:moveTo>
                  <a:pt x="5838475" y="6"/>
                </a:moveTo>
                <a:lnTo>
                  <a:pt x="5830853" y="42682"/>
                </a:lnTo>
                <a:lnTo>
                  <a:pt x="5809630" y="79746"/>
                </a:lnTo>
                <a:lnTo>
                  <a:pt x="5777268" y="108973"/>
                </a:lnTo>
                <a:lnTo>
                  <a:pt x="5736229" y="128141"/>
                </a:lnTo>
                <a:lnTo>
                  <a:pt x="5688976" y="135024"/>
                </a:lnTo>
                <a:lnTo>
                  <a:pt x="3068737" y="135018"/>
                </a:lnTo>
                <a:lnTo>
                  <a:pt x="3021483" y="141901"/>
                </a:lnTo>
                <a:lnTo>
                  <a:pt x="2980444" y="161068"/>
                </a:lnTo>
                <a:lnTo>
                  <a:pt x="2948082" y="190296"/>
                </a:lnTo>
                <a:lnTo>
                  <a:pt x="2926859" y="227360"/>
                </a:lnTo>
                <a:lnTo>
                  <a:pt x="2919238" y="270036"/>
                </a:lnTo>
                <a:lnTo>
                  <a:pt x="2911616" y="227360"/>
                </a:lnTo>
                <a:lnTo>
                  <a:pt x="2890393" y="190296"/>
                </a:lnTo>
                <a:lnTo>
                  <a:pt x="2858030" y="161068"/>
                </a:lnTo>
                <a:lnTo>
                  <a:pt x="2816991" y="141901"/>
                </a:lnTo>
                <a:lnTo>
                  <a:pt x="2769738" y="135018"/>
                </a:lnTo>
                <a:lnTo>
                  <a:pt x="149499" y="135018"/>
                </a:lnTo>
                <a:lnTo>
                  <a:pt x="102245" y="128134"/>
                </a:lnTo>
                <a:lnTo>
                  <a:pt x="61206" y="108967"/>
                </a:lnTo>
                <a:lnTo>
                  <a:pt x="28844" y="79739"/>
                </a:lnTo>
                <a:lnTo>
                  <a:pt x="7621" y="42676"/>
                </a:lnTo>
                <a:lnTo>
                  <a:pt x="0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205">
            <a:extLst>
              <a:ext uri="{FF2B5EF4-FFF2-40B4-BE49-F238E27FC236}">
                <a16:creationId xmlns:a16="http://schemas.microsoft.com/office/drawing/2014/main" id="{E60F4A68-B705-0681-277D-B22DFC0B95E6}"/>
              </a:ext>
            </a:extLst>
          </p:cNvPr>
          <p:cNvSpPr/>
          <p:nvPr/>
        </p:nvSpPr>
        <p:spPr>
          <a:xfrm>
            <a:off x="2427076" y="5498376"/>
            <a:ext cx="1065530" cy="135255"/>
          </a:xfrm>
          <a:custGeom>
            <a:avLst/>
            <a:gdLst/>
            <a:ahLst/>
            <a:cxnLst/>
            <a:rect l="l" t="t" r="r" b="b"/>
            <a:pathLst>
              <a:path w="1065530" h="135254">
                <a:moveTo>
                  <a:pt x="1065327" y="1"/>
                </a:moveTo>
                <a:lnTo>
                  <a:pt x="1061781" y="26278"/>
                </a:lnTo>
                <a:lnTo>
                  <a:pt x="1052112" y="47736"/>
                </a:lnTo>
                <a:lnTo>
                  <a:pt x="1037770" y="62204"/>
                </a:lnTo>
                <a:lnTo>
                  <a:pt x="1020209" y="67509"/>
                </a:lnTo>
                <a:lnTo>
                  <a:pt x="577781" y="67508"/>
                </a:lnTo>
                <a:lnTo>
                  <a:pt x="560219" y="72813"/>
                </a:lnTo>
                <a:lnTo>
                  <a:pt x="545878" y="87280"/>
                </a:lnTo>
                <a:lnTo>
                  <a:pt x="536209" y="108739"/>
                </a:lnTo>
                <a:lnTo>
                  <a:pt x="532663" y="135016"/>
                </a:lnTo>
                <a:lnTo>
                  <a:pt x="529117" y="108739"/>
                </a:lnTo>
                <a:lnTo>
                  <a:pt x="519448" y="87280"/>
                </a:lnTo>
                <a:lnTo>
                  <a:pt x="505107" y="72813"/>
                </a:lnTo>
                <a:lnTo>
                  <a:pt x="487545" y="67508"/>
                </a:lnTo>
                <a:lnTo>
                  <a:pt x="45117" y="67508"/>
                </a:lnTo>
                <a:lnTo>
                  <a:pt x="27556" y="62203"/>
                </a:lnTo>
                <a:lnTo>
                  <a:pt x="13214" y="47735"/>
                </a:lnTo>
                <a:lnTo>
                  <a:pt x="3545" y="26277"/>
                </a:lnTo>
                <a:lnTo>
                  <a:pt x="0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206">
            <a:extLst>
              <a:ext uri="{FF2B5EF4-FFF2-40B4-BE49-F238E27FC236}">
                <a16:creationId xmlns:a16="http://schemas.microsoft.com/office/drawing/2014/main" id="{D6328BC0-FF0A-5914-3E85-3B76E9362176}"/>
              </a:ext>
            </a:extLst>
          </p:cNvPr>
          <p:cNvSpPr/>
          <p:nvPr/>
        </p:nvSpPr>
        <p:spPr>
          <a:xfrm>
            <a:off x="9386680" y="5498376"/>
            <a:ext cx="1065530" cy="135255"/>
          </a:xfrm>
          <a:custGeom>
            <a:avLst/>
            <a:gdLst/>
            <a:ahLst/>
            <a:cxnLst/>
            <a:rect l="l" t="t" r="r" b="b"/>
            <a:pathLst>
              <a:path w="1065529" h="135254">
                <a:moveTo>
                  <a:pt x="1065327" y="1"/>
                </a:moveTo>
                <a:lnTo>
                  <a:pt x="1061781" y="26278"/>
                </a:lnTo>
                <a:lnTo>
                  <a:pt x="1052112" y="47736"/>
                </a:lnTo>
                <a:lnTo>
                  <a:pt x="1037770" y="62204"/>
                </a:lnTo>
                <a:lnTo>
                  <a:pt x="1020209" y="67509"/>
                </a:lnTo>
                <a:lnTo>
                  <a:pt x="577781" y="67508"/>
                </a:lnTo>
                <a:lnTo>
                  <a:pt x="560219" y="72813"/>
                </a:lnTo>
                <a:lnTo>
                  <a:pt x="545878" y="87280"/>
                </a:lnTo>
                <a:lnTo>
                  <a:pt x="536209" y="108739"/>
                </a:lnTo>
                <a:lnTo>
                  <a:pt x="532663" y="135016"/>
                </a:lnTo>
                <a:lnTo>
                  <a:pt x="529117" y="108739"/>
                </a:lnTo>
                <a:lnTo>
                  <a:pt x="519448" y="87280"/>
                </a:lnTo>
                <a:lnTo>
                  <a:pt x="505107" y="72813"/>
                </a:lnTo>
                <a:lnTo>
                  <a:pt x="487545" y="67508"/>
                </a:lnTo>
                <a:lnTo>
                  <a:pt x="45117" y="67508"/>
                </a:lnTo>
                <a:lnTo>
                  <a:pt x="27556" y="62203"/>
                </a:lnTo>
                <a:lnTo>
                  <a:pt x="13214" y="47735"/>
                </a:lnTo>
                <a:lnTo>
                  <a:pt x="3545" y="26277"/>
                </a:lnTo>
                <a:lnTo>
                  <a:pt x="0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7">
            <a:extLst>
              <a:ext uri="{FF2B5EF4-FFF2-40B4-BE49-F238E27FC236}">
                <a16:creationId xmlns:a16="http://schemas.microsoft.com/office/drawing/2014/main" id="{D541118D-EE3A-7B4F-9D9F-9632AAB95627}"/>
              </a:ext>
            </a:extLst>
          </p:cNvPr>
          <p:cNvSpPr txBox="1"/>
          <p:nvPr/>
        </p:nvSpPr>
        <p:spPr>
          <a:xfrm>
            <a:off x="5174854" y="6610523"/>
            <a:ext cx="252158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8AAD00"/>
                </a:solidFill>
                <a:latin typeface="Arial" panose="020B0604020202020204"/>
                <a:cs typeface="Arial" panose="020B0604020202020204"/>
              </a:rPr>
              <a:t>blockDim.x output</a:t>
            </a:r>
            <a:r>
              <a:rPr sz="1600" spc="-30" dirty="0">
                <a:solidFill>
                  <a:srgbClr val="8AAD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5" dirty="0">
                <a:solidFill>
                  <a:srgbClr val="8AAD00"/>
                </a:solidFill>
                <a:latin typeface="Arial" panose="020B0604020202020204"/>
                <a:cs typeface="Arial" panose="020B0604020202020204"/>
              </a:rPr>
              <a:t>elements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1" name="object 208">
            <a:extLst>
              <a:ext uri="{FF2B5EF4-FFF2-40B4-BE49-F238E27FC236}">
                <a16:creationId xmlns:a16="http://schemas.microsoft.com/office/drawing/2014/main" id="{2181F6E9-C39F-D192-27C6-E355BF98C3E6}"/>
              </a:ext>
            </a:extLst>
          </p:cNvPr>
          <p:cNvSpPr txBox="1"/>
          <p:nvPr/>
        </p:nvSpPr>
        <p:spPr>
          <a:xfrm>
            <a:off x="2450149" y="5644306"/>
            <a:ext cx="101917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spc="-5" dirty="0" err="1">
                <a:solidFill>
                  <a:srgbClr val="8AAD00"/>
                </a:solidFill>
                <a:latin typeface="Arial" panose="020B0604020202020204"/>
                <a:cs typeface="Arial" panose="020B0604020202020204"/>
              </a:rPr>
              <a:t>Readonly</a:t>
            </a:r>
            <a:r>
              <a:rPr sz="1600" spc="-5" dirty="0">
                <a:solidFill>
                  <a:srgbClr val="8AAD00"/>
                </a:solidFill>
                <a:latin typeface="Arial" panose="020B0604020202020204"/>
                <a:cs typeface="Arial" panose="020B0604020202020204"/>
              </a:rPr>
              <a:t> on</a:t>
            </a:r>
            <a:r>
              <a:rPr sz="1600" spc="-70" dirty="0">
                <a:solidFill>
                  <a:srgbClr val="8AAD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5" dirty="0">
                <a:solidFill>
                  <a:srgbClr val="8AAD00"/>
                </a:solidFill>
                <a:latin typeface="Arial" panose="020B0604020202020204"/>
                <a:cs typeface="Arial" panose="020B0604020202020204"/>
              </a:rPr>
              <a:t>left</a:t>
            </a:r>
            <a:endParaRPr sz="16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2" name="object 209">
            <a:extLst>
              <a:ext uri="{FF2B5EF4-FFF2-40B4-BE49-F238E27FC236}">
                <a16:creationId xmlns:a16="http://schemas.microsoft.com/office/drawing/2014/main" id="{22E5C847-9204-D13A-15EC-9E9A35A8FD36}"/>
              </a:ext>
            </a:extLst>
          </p:cNvPr>
          <p:cNvSpPr txBox="1"/>
          <p:nvPr/>
        </p:nvSpPr>
        <p:spPr>
          <a:xfrm>
            <a:off x="9526393" y="5638211"/>
            <a:ext cx="114236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spc="-5" dirty="0" err="1">
                <a:solidFill>
                  <a:srgbClr val="8AAD00"/>
                </a:solidFill>
                <a:latin typeface="Arial" panose="020B0604020202020204"/>
                <a:cs typeface="Arial" panose="020B0604020202020204"/>
              </a:rPr>
              <a:t>Readonly</a:t>
            </a:r>
            <a:r>
              <a:rPr sz="1600" spc="-5" dirty="0">
                <a:solidFill>
                  <a:srgbClr val="8AAD00"/>
                </a:solidFill>
                <a:latin typeface="Arial" panose="020B0604020202020204"/>
                <a:cs typeface="Arial" panose="020B0604020202020204"/>
              </a:rPr>
              <a:t> on</a:t>
            </a:r>
            <a:r>
              <a:rPr sz="1600" spc="-80" dirty="0">
                <a:solidFill>
                  <a:srgbClr val="8AAD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5" dirty="0">
                <a:solidFill>
                  <a:srgbClr val="8AAD00"/>
                </a:solidFill>
                <a:latin typeface="Arial" panose="020B0604020202020204"/>
                <a:cs typeface="Arial" panose="020B0604020202020204"/>
              </a:rPr>
              <a:t>right</a:t>
            </a:r>
            <a:endParaRPr sz="16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3" name="灯片编号占位符 202">
            <a:extLst>
              <a:ext uri="{FF2B5EF4-FFF2-40B4-BE49-F238E27FC236}">
                <a16:creationId xmlns:a16="http://schemas.microsoft.com/office/drawing/2014/main" id="{BCC5400B-EC4A-6156-9A8D-250397B98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10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3934176"/>
      </p:ext>
    </p:extLst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BFE84-4833-5982-D0E2-9D4505660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B928BE1-C781-35FA-0DEA-DB217CB98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STENCIL KERNEL</a:t>
            </a: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A8FD3F50-CA47-3CAC-6619-179B1602D407}"/>
              </a:ext>
            </a:extLst>
          </p:cNvPr>
          <p:cNvSpPr txBox="1"/>
          <p:nvPr/>
        </p:nvSpPr>
        <p:spPr>
          <a:xfrm>
            <a:off x="832599" y="1828800"/>
            <a:ext cx="6504305" cy="354330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b="1" u="heavy" dirty="0">
                <a:solidFill>
                  <a:srgbClr val="8AAD00"/>
                </a:solidFill>
                <a:uFill>
                  <a:solidFill>
                    <a:srgbClr val="89AC00"/>
                  </a:solidFill>
                </a:uFill>
                <a:latin typeface="Courier New" panose="02070309020205020404"/>
                <a:cs typeface="Courier New" panose="02070309020205020404"/>
              </a:rPr>
              <a:t>  </a:t>
            </a:r>
            <a:r>
              <a:rPr sz="1600" b="1" dirty="0">
                <a:solidFill>
                  <a:srgbClr val="8AAD00"/>
                </a:solidFill>
                <a:latin typeface="Courier New" panose="02070309020205020404"/>
                <a:cs typeface="Courier New" panose="02070309020205020404"/>
              </a:rPr>
              <a:t>global</a:t>
            </a:r>
            <a:r>
              <a:rPr sz="1600" b="1" u="heavy" dirty="0">
                <a:solidFill>
                  <a:srgbClr val="8AAD00"/>
                </a:solidFill>
                <a:uFill>
                  <a:solidFill>
                    <a:srgbClr val="89AC00"/>
                  </a:solidFill>
                </a:uFill>
                <a:latin typeface="Courier New" panose="02070309020205020404"/>
                <a:cs typeface="Courier New" panose="02070309020205020404"/>
              </a:rPr>
              <a:t>  </a:t>
            </a:r>
            <a:r>
              <a:rPr sz="1600" b="1" dirty="0">
                <a:solidFill>
                  <a:srgbClr val="8AAD00"/>
                </a:solidFill>
                <a:latin typeface="Courier New" panose="02070309020205020404"/>
                <a:cs typeface="Courier New" panose="02070309020205020404"/>
              </a:rPr>
              <a:t> void </a:t>
            </a:r>
            <a:r>
              <a:rPr sz="1600" b="1" dirty="0">
                <a:latin typeface="Courier New" panose="02070309020205020404"/>
                <a:cs typeface="Courier New" panose="02070309020205020404"/>
              </a:rPr>
              <a:t>stencil_1d(</a:t>
            </a:r>
            <a:r>
              <a:rPr sz="1600" b="1" dirty="0">
                <a:solidFill>
                  <a:srgbClr val="8AAD00"/>
                </a:solidFill>
                <a:latin typeface="Courier New" panose="02070309020205020404"/>
                <a:cs typeface="Courier New" panose="02070309020205020404"/>
              </a:rPr>
              <a:t>int </a:t>
            </a:r>
            <a:r>
              <a:rPr sz="1600" b="1" dirty="0">
                <a:latin typeface="Courier New" panose="02070309020205020404"/>
                <a:cs typeface="Courier New" panose="02070309020205020404"/>
              </a:rPr>
              <a:t>*in, </a:t>
            </a:r>
            <a:r>
              <a:rPr sz="1600" b="1" dirty="0">
                <a:solidFill>
                  <a:srgbClr val="8AAD00"/>
                </a:solidFill>
                <a:latin typeface="Courier New" panose="02070309020205020404"/>
                <a:cs typeface="Courier New" panose="02070309020205020404"/>
              </a:rPr>
              <a:t>int </a:t>
            </a:r>
            <a:r>
              <a:rPr sz="1600" b="1" dirty="0">
                <a:latin typeface="Courier New" panose="02070309020205020404"/>
                <a:cs typeface="Courier New" panose="02070309020205020404"/>
              </a:rPr>
              <a:t>*out)</a:t>
            </a:r>
            <a:r>
              <a:rPr sz="1600" b="1" spc="-9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00" b="1" dirty="0">
                <a:latin typeface="Courier New" panose="02070309020205020404"/>
                <a:cs typeface="Courier New" panose="02070309020205020404"/>
              </a:rPr>
              <a:t>{</a:t>
            </a:r>
            <a:endParaRPr sz="1600" dirty="0">
              <a:latin typeface="Courier New" panose="02070309020205020404"/>
              <a:cs typeface="Courier New" panose="02070309020205020404"/>
            </a:endParaRPr>
          </a:p>
          <a:p>
            <a:pPr marL="256540">
              <a:lnSpc>
                <a:spcPct val="100000"/>
              </a:lnSpc>
              <a:spcBef>
                <a:spcPts val="385"/>
              </a:spcBef>
            </a:pPr>
            <a:r>
              <a:rPr sz="1600" b="1" u="heavy" dirty="0">
                <a:solidFill>
                  <a:srgbClr val="FF9933"/>
                </a:solidFill>
                <a:uFill>
                  <a:solidFill>
                    <a:srgbClr val="FE9832"/>
                  </a:solidFill>
                </a:uFill>
                <a:latin typeface="Courier New" panose="02070309020205020404"/>
                <a:cs typeface="Courier New" panose="02070309020205020404"/>
              </a:rPr>
              <a:t>  </a:t>
            </a:r>
            <a:r>
              <a:rPr sz="1600" b="1" dirty="0">
                <a:solidFill>
                  <a:srgbClr val="FF9933"/>
                </a:solidFill>
                <a:latin typeface="Courier New" panose="02070309020205020404"/>
                <a:cs typeface="Courier New" panose="02070309020205020404"/>
              </a:rPr>
              <a:t>shared</a:t>
            </a:r>
            <a:r>
              <a:rPr sz="1600" b="1" u="heavy" dirty="0">
                <a:solidFill>
                  <a:srgbClr val="FF9933"/>
                </a:solidFill>
                <a:uFill>
                  <a:solidFill>
                    <a:srgbClr val="FE9832"/>
                  </a:solidFill>
                </a:uFill>
                <a:latin typeface="Courier New" panose="02070309020205020404"/>
                <a:cs typeface="Courier New" panose="02070309020205020404"/>
              </a:rPr>
              <a:t>  </a:t>
            </a:r>
            <a:r>
              <a:rPr sz="1600" b="1" dirty="0">
                <a:solidFill>
                  <a:srgbClr val="FF9933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600" b="1" dirty="0">
                <a:solidFill>
                  <a:srgbClr val="8AAD00"/>
                </a:solidFill>
                <a:latin typeface="Courier New" panose="02070309020205020404"/>
                <a:cs typeface="Courier New" panose="02070309020205020404"/>
              </a:rPr>
              <a:t>int </a:t>
            </a:r>
            <a:r>
              <a:rPr sz="1600" b="1" dirty="0">
                <a:latin typeface="Courier New" panose="02070309020205020404"/>
                <a:cs typeface="Courier New" panose="02070309020205020404"/>
              </a:rPr>
              <a:t>temp[BLOCK_SIZE + 2 *</a:t>
            </a:r>
            <a:r>
              <a:rPr sz="1600" b="1" spc="-10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00" b="1" dirty="0">
                <a:latin typeface="Courier New" panose="02070309020205020404"/>
                <a:cs typeface="Courier New" panose="02070309020205020404"/>
              </a:rPr>
              <a:t>RADIUS];</a:t>
            </a:r>
            <a:endParaRPr sz="1600" dirty="0">
              <a:latin typeface="Courier New" panose="02070309020205020404"/>
              <a:cs typeface="Courier New" panose="02070309020205020404"/>
            </a:endParaRPr>
          </a:p>
          <a:p>
            <a:pPr marL="256540" marR="5080">
              <a:lnSpc>
                <a:spcPts val="2300"/>
              </a:lnSpc>
              <a:spcBef>
                <a:spcPts val="120"/>
              </a:spcBef>
            </a:pPr>
            <a:r>
              <a:rPr sz="1600" b="1" dirty="0">
                <a:solidFill>
                  <a:srgbClr val="8AAD00"/>
                </a:solidFill>
                <a:latin typeface="Courier New" panose="02070309020205020404"/>
                <a:cs typeface="Courier New" panose="02070309020205020404"/>
              </a:rPr>
              <a:t>int </a:t>
            </a:r>
            <a:r>
              <a:rPr sz="1600" b="1" dirty="0">
                <a:latin typeface="Courier New" panose="02070309020205020404"/>
                <a:cs typeface="Courier New" panose="02070309020205020404"/>
              </a:rPr>
              <a:t>gindex = threadIdx.x + blockIdx.x * blockDim.x;  </a:t>
            </a:r>
            <a:r>
              <a:rPr sz="1600" b="1" dirty="0">
                <a:solidFill>
                  <a:srgbClr val="8AAD00"/>
                </a:solidFill>
                <a:latin typeface="Courier New" panose="02070309020205020404"/>
                <a:cs typeface="Courier New" panose="02070309020205020404"/>
              </a:rPr>
              <a:t>int </a:t>
            </a:r>
            <a:r>
              <a:rPr sz="1600" b="1" dirty="0">
                <a:latin typeface="Courier New" panose="02070309020205020404"/>
                <a:cs typeface="Courier New" panose="02070309020205020404"/>
              </a:rPr>
              <a:t>lindex = threadIdx.x +</a:t>
            </a:r>
            <a:r>
              <a:rPr sz="1600" b="1" spc="-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00" b="1" dirty="0">
                <a:latin typeface="Courier New" panose="02070309020205020404"/>
                <a:cs typeface="Courier New" panose="02070309020205020404"/>
              </a:rPr>
              <a:t>RADIUS;</a:t>
            </a:r>
            <a:endParaRPr sz="1600" dirty="0">
              <a:latin typeface="Courier New" panose="02070309020205020404"/>
              <a:cs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250" dirty="0">
              <a:latin typeface="Courier New" panose="02070309020205020404"/>
              <a:cs typeface="Courier New" panose="02070309020205020404"/>
            </a:endParaRPr>
          </a:p>
          <a:p>
            <a:pPr marL="256540">
              <a:lnSpc>
                <a:spcPct val="100000"/>
              </a:lnSpc>
            </a:pPr>
            <a:r>
              <a:rPr sz="1600" b="1" i="1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// Read input elements into shared</a:t>
            </a:r>
            <a:r>
              <a:rPr sz="1600" b="1" i="1" spc="-40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600" b="1" i="1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memory</a:t>
            </a:r>
            <a:endParaRPr sz="1600" dirty="0">
              <a:latin typeface="Courier New" panose="02070309020205020404"/>
              <a:cs typeface="Courier New" panose="02070309020205020404"/>
            </a:endParaRPr>
          </a:p>
          <a:p>
            <a:pPr marL="256540" marR="2938780">
              <a:lnSpc>
                <a:spcPct val="120000"/>
              </a:lnSpc>
            </a:pPr>
            <a:r>
              <a:rPr sz="1600" b="1" dirty="0">
                <a:latin typeface="Courier New" panose="02070309020205020404"/>
                <a:cs typeface="Courier New" panose="02070309020205020404"/>
              </a:rPr>
              <a:t>temp[lindex] = in[gindex];  if (threadIdx.x &lt; RADIUS)</a:t>
            </a:r>
            <a:r>
              <a:rPr sz="1600" b="1" spc="-10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00" b="1" dirty="0">
                <a:latin typeface="Courier New" panose="02070309020205020404"/>
                <a:cs typeface="Courier New" panose="02070309020205020404"/>
              </a:rPr>
              <a:t>{</a:t>
            </a:r>
            <a:endParaRPr sz="1600" dirty="0">
              <a:latin typeface="Courier New" panose="02070309020205020404"/>
              <a:cs typeface="Courier New" panose="02070309020205020404"/>
            </a:endParaRPr>
          </a:p>
          <a:p>
            <a:pPr marL="501015" marR="615315">
              <a:lnSpc>
                <a:spcPts val="2300"/>
              </a:lnSpc>
              <a:spcBef>
                <a:spcPts val="120"/>
              </a:spcBef>
            </a:pPr>
            <a:r>
              <a:rPr sz="1600" b="1" dirty="0">
                <a:latin typeface="Courier New" panose="02070309020205020404"/>
                <a:cs typeface="Courier New" panose="02070309020205020404"/>
              </a:rPr>
              <a:t>temp[lindex - RADIUS] = in[gindex - RADIUS];  temp[lindex + BLOCK_SIZE]</a:t>
            </a:r>
            <a:r>
              <a:rPr sz="1600" b="1" spc="-1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00" b="1" dirty="0">
                <a:latin typeface="Courier New" panose="02070309020205020404"/>
                <a:cs typeface="Courier New" panose="02070309020205020404"/>
              </a:rPr>
              <a:t>=</a:t>
            </a:r>
            <a:endParaRPr sz="1600" dirty="0">
              <a:latin typeface="Courier New" panose="02070309020205020404"/>
              <a:cs typeface="Courier New" panose="02070309020205020404"/>
            </a:endParaRPr>
          </a:p>
          <a:p>
            <a:pPr marL="745490">
              <a:lnSpc>
                <a:spcPct val="100000"/>
              </a:lnSpc>
              <a:spcBef>
                <a:spcPts val="345"/>
              </a:spcBef>
            </a:pPr>
            <a:r>
              <a:rPr sz="1600" b="1" dirty="0">
                <a:latin typeface="Courier New" panose="02070309020205020404"/>
                <a:cs typeface="Courier New" panose="02070309020205020404"/>
              </a:rPr>
              <a:t>in[gindex +</a:t>
            </a:r>
            <a:r>
              <a:rPr sz="1600" b="1" spc="-1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00" b="1" dirty="0">
                <a:latin typeface="Courier New" panose="02070309020205020404"/>
                <a:cs typeface="Courier New" panose="02070309020205020404"/>
              </a:rPr>
              <a:t>BLOCK_SIZE];</a:t>
            </a:r>
            <a:endParaRPr sz="1600" dirty="0">
              <a:latin typeface="Courier New" panose="02070309020205020404"/>
              <a:cs typeface="Courier New" panose="02070309020205020404"/>
            </a:endParaRPr>
          </a:p>
          <a:p>
            <a:pPr marL="256540">
              <a:lnSpc>
                <a:spcPct val="100000"/>
              </a:lnSpc>
              <a:spcBef>
                <a:spcPts val="385"/>
              </a:spcBef>
            </a:pPr>
            <a:r>
              <a:rPr sz="1600" b="1" dirty="0">
                <a:latin typeface="Courier New" panose="02070309020205020404"/>
                <a:cs typeface="Courier New" panose="02070309020205020404"/>
              </a:rPr>
              <a:t>}</a:t>
            </a:r>
            <a:endParaRPr sz="1600" dirty="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592D8227-8F2E-53EC-D5BE-F70F4AE9D909}"/>
              </a:ext>
            </a:extLst>
          </p:cNvPr>
          <p:cNvSpPr/>
          <p:nvPr/>
        </p:nvSpPr>
        <p:spPr>
          <a:xfrm>
            <a:off x="7549545" y="2230627"/>
            <a:ext cx="256031" cy="2743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FF03285D-BE65-036D-9225-2F96DF948FC9}"/>
              </a:ext>
            </a:extLst>
          </p:cNvPr>
          <p:cNvSpPr/>
          <p:nvPr/>
        </p:nvSpPr>
        <p:spPr>
          <a:xfrm>
            <a:off x="7594624" y="2296106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1" y="0"/>
                </a:moveTo>
                <a:lnTo>
                  <a:pt x="0" y="0"/>
                </a:lnTo>
                <a:lnTo>
                  <a:pt x="0" y="139133"/>
                </a:lnTo>
                <a:lnTo>
                  <a:pt x="122661" y="139133"/>
                </a:lnTo>
                <a:lnTo>
                  <a:pt x="122661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812D4F46-B1F3-A758-065E-7787509A1B6F}"/>
              </a:ext>
            </a:extLst>
          </p:cNvPr>
          <p:cNvSpPr/>
          <p:nvPr/>
        </p:nvSpPr>
        <p:spPr>
          <a:xfrm>
            <a:off x="7717286" y="2255220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6" y="0"/>
                </a:moveTo>
                <a:lnTo>
                  <a:pt x="0" y="40886"/>
                </a:lnTo>
                <a:lnTo>
                  <a:pt x="0" y="180019"/>
                </a:lnTo>
                <a:lnTo>
                  <a:pt x="40886" y="139132"/>
                </a:lnTo>
                <a:lnTo>
                  <a:pt x="40886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BC3D2BAF-F561-A2C2-5CD4-F68770C11FF0}"/>
              </a:ext>
            </a:extLst>
          </p:cNvPr>
          <p:cNvSpPr/>
          <p:nvPr/>
        </p:nvSpPr>
        <p:spPr>
          <a:xfrm>
            <a:off x="7594624" y="225522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7" y="0"/>
                </a:lnTo>
                <a:lnTo>
                  <a:pt x="0" y="40886"/>
                </a:lnTo>
                <a:lnTo>
                  <a:pt x="122661" y="40886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1D7351E5-548D-5999-DE19-681AF8310267}"/>
              </a:ext>
            </a:extLst>
          </p:cNvPr>
          <p:cNvSpPr/>
          <p:nvPr/>
        </p:nvSpPr>
        <p:spPr>
          <a:xfrm>
            <a:off x="7594624" y="2255220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9">
            <a:extLst>
              <a:ext uri="{FF2B5EF4-FFF2-40B4-BE49-F238E27FC236}">
                <a16:creationId xmlns:a16="http://schemas.microsoft.com/office/drawing/2014/main" id="{A8720568-1B02-17DB-37C8-A0B720F7E096}"/>
              </a:ext>
            </a:extLst>
          </p:cNvPr>
          <p:cNvSpPr/>
          <p:nvPr/>
        </p:nvSpPr>
        <p:spPr>
          <a:xfrm>
            <a:off x="7594624" y="225522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0">
            <a:extLst>
              <a:ext uri="{FF2B5EF4-FFF2-40B4-BE49-F238E27FC236}">
                <a16:creationId xmlns:a16="http://schemas.microsoft.com/office/drawing/2014/main" id="{AB2FF07E-0D35-B2EE-E25F-C68C56B27E53}"/>
              </a:ext>
            </a:extLst>
          </p:cNvPr>
          <p:cNvSpPr/>
          <p:nvPr/>
        </p:nvSpPr>
        <p:spPr>
          <a:xfrm>
            <a:off x="7717285" y="2296107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1">
            <a:extLst>
              <a:ext uri="{FF2B5EF4-FFF2-40B4-BE49-F238E27FC236}">
                <a16:creationId xmlns:a16="http://schemas.microsoft.com/office/drawing/2014/main" id="{13E21536-9C57-5277-23C8-A4484DF6B0E8}"/>
              </a:ext>
            </a:extLst>
          </p:cNvPr>
          <p:cNvSpPr/>
          <p:nvPr/>
        </p:nvSpPr>
        <p:spPr>
          <a:xfrm>
            <a:off x="7720233" y="2230627"/>
            <a:ext cx="256031" cy="2743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2">
            <a:extLst>
              <a:ext uri="{FF2B5EF4-FFF2-40B4-BE49-F238E27FC236}">
                <a16:creationId xmlns:a16="http://schemas.microsoft.com/office/drawing/2014/main" id="{F2F7AE59-6C28-4B87-D6FD-9FA8E0485AB3}"/>
              </a:ext>
            </a:extLst>
          </p:cNvPr>
          <p:cNvSpPr/>
          <p:nvPr/>
        </p:nvSpPr>
        <p:spPr>
          <a:xfrm>
            <a:off x="7767271" y="2296106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0" y="0"/>
                </a:moveTo>
                <a:lnTo>
                  <a:pt x="0" y="0"/>
                </a:lnTo>
                <a:lnTo>
                  <a:pt x="0" y="139133"/>
                </a:lnTo>
                <a:lnTo>
                  <a:pt x="122660" y="139133"/>
                </a:lnTo>
                <a:lnTo>
                  <a:pt x="12266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3">
            <a:extLst>
              <a:ext uri="{FF2B5EF4-FFF2-40B4-BE49-F238E27FC236}">
                <a16:creationId xmlns:a16="http://schemas.microsoft.com/office/drawing/2014/main" id="{102A059C-D360-B0FE-C617-F4AD44E01DD4}"/>
              </a:ext>
            </a:extLst>
          </p:cNvPr>
          <p:cNvSpPr/>
          <p:nvPr/>
        </p:nvSpPr>
        <p:spPr>
          <a:xfrm>
            <a:off x="7889932" y="2255220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7" y="0"/>
                </a:moveTo>
                <a:lnTo>
                  <a:pt x="0" y="40886"/>
                </a:lnTo>
                <a:lnTo>
                  <a:pt x="0" y="180019"/>
                </a:lnTo>
                <a:lnTo>
                  <a:pt x="40887" y="139132"/>
                </a:lnTo>
                <a:lnTo>
                  <a:pt x="40887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4">
            <a:extLst>
              <a:ext uri="{FF2B5EF4-FFF2-40B4-BE49-F238E27FC236}">
                <a16:creationId xmlns:a16="http://schemas.microsoft.com/office/drawing/2014/main" id="{978FEB6C-6660-CCC8-46E3-650B3926806A}"/>
              </a:ext>
            </a:extLst>
          </p:cNvPr>
          <p:cNvSpPr/>
          <p:nvPr/>
        </p:nvSpPr>
        <p:spPr>
          <a:xfrm>
            <a:off x="7767271" y="225522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6" y="0"/>
                </a:lnTo>
                <a:lnTo>
                  <a:pt x="0" y="40886"/>
                </a:lnTo>
                <a:lnTo>
                  <a:pt x="122660" y="40886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5">
            <a:extLst>
              <a:ext uri="{FF2B5EF4-FFF2-40B4-BE49-F238E27FC236}">
                <a16:creationId xmlns:a16="http://schemas.microsoft.com/office/drawing/2014/main" id="{79207213-B6FE-24E3-C957-7F0D781E397C}"/>
              </a:ext>
            </a:extLst>
          </p:cNvPr>
          <p:cNvSpPr/>
          <p:nvPr/>
        </p:nvSpPr>
        <p:spPr>
          <a:xfrm>
            <a:off x="7767271" y="2255220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6">
            <a:extLst>
              <a:ext uri="{FF2B5EF4-FFF2-40B4-BE49-F238E27FC236}">
                <a16:creationId xmlns:a16="http://schemas.microsoft.com/office/drawing/2014/main" id="{114D32AF-1AE0-D6BB-4DBB-8786C885F0F5}"/>
              </a:ext>
            </a:extLst>
          </p:cNvPr>
          <p:cNvSpPr/>
          <p:nvPr/>
        </p:nvSpPr>
        <p:spPr>
          <a:xfrm>
            <a:off x="7767271" y="225522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7">
            <a:extLst>
              <a:ext uri="{FF2B5EF4-FFF2-40B4-BE49-F238E27FC236}">
                <a16:creationId xmlns:a16="http://schemas.microsoft.com/office/drawing/2014/main" id="{B52BF16C-CDEC-DC94-9C91-39CCDB608E5B}"/>
              </a:ext>
            </a:extLst>
          </p:cNvPr>
          <p:cNvSpPr/>
          <p:nvPr/>
        </p:nvSpPr>
        <p:spPr>
          <a:xfrm>
            <a:off x="7889933" y="2296107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8">
            <a:extLst>
              <a:ext uri="{FF2B5EF4-FFF2-40B4-BE49-F238E27FC236}">
                <a16:creationId xmlns:a16="http://schemas.microsoft.com/office/drawing/2014/main" id="{98FCC50C-E236-8D29-6094-6F5965EBF607}"/>
              </a:ext>
            </a:extLst>
          </p:cNvPr>
          <p:cNvSpPr/>
          <p:nvPr/>
        </p:nvSpPr>
        <p:spPr>
          <a:xfrm>
            <a:off x="7893969" y="2230627"/>
            <a:ext cx="256031" cy="27432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9">
            <a:extLst>
              <a:ext uri="{FF2B5EF4-FFF2-40B4-BE49-F238E27FC236}">
                <a16:creationId xmlns:a16="http://schemas.microsoft.com/office/drawing/2014/main" id="{855E90BA-67A8-CF5F-B896-13FD08DFF905}"/>
              </a:ext>
            </a:extLst>
          </p:cNvPr>
          <p:cNvSpPr/>
          <p:nvPr/>
        </p:nvSpPr>
        <p:spPr>
          <a:xfrm>
            <a:off x="7939918" y="2296106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1" y="0"/>
                </a:moveTo>
                <a:lnTo>
                  <a:pt x="0" y="0"/>
                </a:lnTo>
                <a:lnTo>
                  <a:pt x="0" y="139133"/>
                </a:lnTo>
                <a:lnTo>
                  <a:pt x="122661" y="139133"/>
                </a:lnTo>
                <a:lnTo>
                  <a:pt x="122661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0">
            <a:extLst>
              <a:ext uri="{FF2B5EF4-FFF2-40B4-BE49-F238E27FC236}">
                <a16:creationId xmlns:a16="http://schemas.microsoft.com/office/drawing/2014/main" id="{F409BD06-0958-CD6B-E913-20827E818C1A}"/>
              </a:ext>
            </a:extLst>
          </p:cNvPr>
          <p:cNvSpPr/>
          <p:nvPr/>
        </p:nvSpPr>
        <p:spPr>
          <a:xfrm>
            <a:off x="8062580" y="2255220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6" y="0"/>
                </a:moveTo>
                <a:lnTo>
                  <a:pt x="0" y="40886"/>
                </a:lnTo>
                <a:lnTo>
                  <a:pt x="0" y="180019"/>
                </a:lnTo>
                <a:lnTo>
                  <a:pt x="40886" y="139132"/>
                </a:lnTo>
                <a:lnTo>
                  <a:pt x="40886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1">
            <a:extLst>
              <a:ext uri="{FF2B5EF4-FFF2-40B4-BE49-F238E27FC236}">
                <a16:creationId xmlns:a16="http://schemas.microsoft.com/office/drawing/2014/main" id="{814798BC-55A2-AA9E-D94F-B08B53C3B296}"/>
              </a:ext>
            </a:extLst>
          </p:cNvPr>
          <p:cNvSpPr/>
          <p:nvPr/>
        </p:nvSpPr>
        <p:spPr>
          <a:xfrm>
            <a:off x="7939918" y="225522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7" y="0"/>
                </a:lnTo>
                <a:lnTo>
                  <a:pt x="0" y="40886"/>
                </a:lnTo>
                <a:lnTo>
                  <a:pt x="122661" y="40886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2">
            <a:extLst>
              <a:ext uri="{FF2B5EF4-FFF2-40B4-BE49-F238E27FC236}">
                <a16:creationId xmlns:a16="http://schemas.microsoft.com/office/drawing/2014/main" id="{37D68E02-EA7F-1D9F-8216-9982AC28407A}"/>
              </a:ext>
            </a:extLst>
          </p:cNvPr>
          <p:cNvSpPr/>
          <p:nvPr/>
        </p:nvSpPr>
        <p:spPr>
          <a:xfrm>
            <a:off x="7939918" y="2255220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3">
            <a:extLst>
              <a:ext uri="{FF2B5EF4-FFF2-40B4-BE49-F238E27FC236}">
                <a16:creationId xmlns:a16="http://schemas.microsoft.com/office/drawing/2014/main" id="{2B70D1A2-4330-3096-5541-7CD46C0DD0D6}"/>
              </a:ext>
            </a:extLst>
          </p:cNvPr>
          <p:cNvSpPr/>
          <p:nvPr/>
        </p:nvSpPr>
        <p:spPr>
          <a:xfrm>
            <a:off x="7939918" y="225522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4">
            <a:extLst>
              <a:ext uri="{FF2B5EF4-FFF2-40B4-BE49-F238E27FC236}">
                <a16:creationId xmlns:a16="http://schemas.microsoft.com/office/drawing/2014/main" id="{A19C5601-EF17-93AE-0BB7-A8F1C61E5CD5}"/>
              </a:ext>
            </a:extLst>
          </p:cNvPr>
          <p:cNvSpPr/>
          <p:nvPr/>
        </p:nvSpPr>
        <p:spPr>
          <a:xfrm>
            <a:off x="8062579" y="2296107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5">
            <a:extLst>
              <a:ext uri="{FF2B5EF4-FFF2-40B4-BE49-F238E27FC236}">
                <a16:creationId xmlns:a16="http://schemas.microsoft.com/office/drawing/2014/main" id="{F507F5C2-9A62-D4C4-855C-9369304599F0}"/>
              </a:ext>
            </a:extLst>
          </p:cNvPr>
          <p:cNvSpPr/>
          <p:nvPr/>
        </p:nvSpPr>
        <p:spPr>
          <a:xfrm>
            <a:off x="8067706" y="2230627"/>
            <a:ext cx="256031" cy="27432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26">
            <a:extLst>
              <a:ext uri="{FF2B5EF4-FFF2-40B4-BE49-F238E27FC236}">
                <a16:creationId xmlns:a16="http://schemas.microsoft.com/office/drawing/2014/main" id="{5B940F8E-0625-A0D8-AB6E-59529458DF47}"/>
              </a:ext>
            </a:extLst>
          </p:cNvPr>
          <p:cNvSpPr/>
          <p:nvPr/>
        </p:nvSpPr>
        <p:spPr>
          <a:xfrm>
            <a:off x="8112566" y="2296106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0" y="0"/>
                </a:moveTo>
                <a:lnTo>
                  <a:pt x="0" y="0"/>
                </a:lnTo>
                <a:lnTo>
                  <a:pt x="0" y="139133"/>
                </a:lnTo>
                <a:lnTo>
                  <a:pt x="122660" y="139133"/>
                </a:lnTo>
                <a:lnTo>
                  <a:pt x="12266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27">
            <a:extLst>
              <a:ext uri="{FF2B5EF4-FFF2-40B4-BE49-F238E27FC236}">
                <a16:creationId xmlns:a16="http://schemas.microsoft.com/office/drawing/2014/main" id="{4515E735-DF8B-8312-7BD9-AD0CD4677DBD}"/>
              </a:ext>
            </a:extLst>
          </p:cNvPr>
          <p:cNvSpPr/>
          <p:nvPr/>
        </p:nvSpPr>
        <p:spPr>
          <a:xfrm>
            <a:off x="8235226" y="2255220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6" y="0"/>
                </a:moveTo>
                <a:lnTo>
                  <a:pt x="0" y="40886"/>
                </a:lnTo>
                <a:lnTo>
                  <a:pt x="0" y="180019"/>
                </a:lnTo>
                <a:lnTo>
                  <a:pt x="40886" y="139132"/>
                </a:lnTo>
                <a:lnTo>
                  <a:pt x="40886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28">
            <a:extLst>
              <a:ext uri="{FF2B5EF4-FFF2-40B4-BE49-F238E27FC236}">
                <a16:creationId xmlns:a16="http://schemas.microsoft.com/office/drawing/2014/main" id="{BFACAFF7-8D97-D458-5F4C-CBFA3584CC4D}"/>
              </a:ext>
            </a:extLst>
          </p:cNvPr>
          <p:cNvSpPr/>
          <p:nvPr/>
        </p:nvSpPr>
        <p:spPr>
          <a:xfrm>
            <a:off x="8112566" y="225522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6" y="0"/>
                </a:moveTo>
                <a:lnTo>
                  <a:pt x="40886" y="0"/>
                </a:lnTo>
                <a:lnTo>
                  <a:pt x="0" y="40886"/>
                </a:lnTo>
                <a:lnTo>
                  <a:pt x="122660" y="40886"/>
                </a:lnTo>
                <a:lnTo>
                  <a:pt x="163546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29">
            <a:extLst>
              <a:ext uri="{FF2B5EF4-FFF2-40B4-BE49-F238E27FC236}">
                <a16:creationId xmlns:a16="http://schemas.microsoft.com/office/drawing/2014/main" id="{D31E005E-CF1C-CE89-BD16-E355322C4792}"/>
              </a:ext>
            </a:extLst>
          </p:cNvPr>
          <p:cNvSpPr/>
          <p:nvPr/>
        </p:nvSpPr>
        <p:spPr>
          <a:xfrm>
            <a:off x="8112566" y="2255220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0">
            <a:extLst>
              <a:ext uri="{FF2B5EF4-FFF2-40B4-BE49-F238E27FC236}">
                <a16:creationId xmlns:a16="http://schemas.microsoft.com/office/drawing/2014/main" id="{DDF8C4F0-8C90-335F-DCE6-7DF719228835}"/>
              </a:ext>
            </a:extLst>
          </p:cNvPr>
          <p:cNvSpPr/>
          <p:nvPr/>
        </p:nvSpPr>
        <p:spPr>
          <a:xfrm>
            <a:off x="8112566" y="225522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1">
            <a:extLst>
              <a:ext uri="{FF2B5EF4-FFF2-40B4-BE49-F238E27FC236}">
                <a16:creationId xmlns:a16="http://schemas.microsoft.com/office/drawing/2014/main" id="{0FC09075-9659-5386-5260-03B905A08C9D}"/>
              </a:ext>
            </a:extLst>
          </p:cNvPr>
          <p:cNvSpPr/>
          <p:nvPr/>
        </p:nvSpPr>
        <p:spPr>
          <a:xfrm>
            <a:off x="8235227" y="2296107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2">
            <a:extLst>
              <a:ext uri="{FF2B5EF4-FFF2-40B4-BE49-F238E27FC236}">
                <a16:creationId xmlns:a16="http://schemas.microsoft.com/office/drawing/2014/main" id="{AD8D9F70-E9FD-60E1-AC5D-A6EAF5BAB57E}"/>
              </a:ext>
            </a:extLst>
          </p:cNvPr>
          <p:cNvSpPr/>
          <p:nvPr/>
        </p:nvSpPr>
        <p:spPr>
          <a:xfrm>
            <a:off x="8238393" y="2230627"/>
            <a:ext cx="256031" cy="27432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3">
            <a:extLst>
              <a:ext uri="{FF2B5EF4-FFF2-40B4-BE49-F238E27FC236}">
                <a16:creationId xmlns:a16="http://schemas.microsoft.com/office/drawing/2014/main" id="{7509DACD-C929-9B40-1015-81F550BE6A32}"/>
              </a:ext>
            </a:extLst>
          </p:cNvPr>
          <p:cNvSpPr/>
          <p:nvPr/>
        </p:nvSpPr>
        <p:spPr>
          <a:xfrm>
            <a:off x="8285212" y="2296106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1" y="0"/>
                </a:moveTo>
                <a:lnTo>
                  <a:pt x="0" y="0"/>
                </a:lnTo>
                <a:lnTo>
                  <a:pt x="0" y="139133"/>
                </a:lnTo>
                <a:lnTo>
                  <a:pt x="122661" y="139133"/>
                </a:lnTo>
                <a:lnTo>
                  <a:pt x="122661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4">
            <a:extLst>
              <a:ext uri="{FF2B5EF4-FFF2-40B4-BE49-F238E27FC236}">
                <a16:creationId xmlns:a16="http://schemas.microsoft.com/office/drawing/2014/main" id="{8C3F6AE2-57FB-0425-116D-7672CD4E656D}"/>
              </a:ext>
            </a:extLst>
          </p:cNvPr>
          <p:cNvSpPr/>
          <p:nvPr/>
        </p:nvSpPr>
        <p:spPr>
          <a:xfrm>
            <a:off x="8407873" y="2255220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6" y="0"/>
                </a:moveTo>
                <a:lnTo>
                  <a:pt x="0" y="40886"/>
                </a:lnTo>
                <a:lnTo>
                  <a:pt x="0" y="180019"/>
                </a:lnTo>
                <a:lnTo>
                  <a:pt x="40886" y="139132"/>
                </a:lnTo>
                <a:lnTo>
                  <a:pt x="40886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5">
            <a:extLst>
              <a:ext uri="{FF2B5EF4-FFF2-40B4-BE49-F238E27FC236}">
                <a16:creationId xmlns:a16="http://schemas.microsoft.com/office/drawing/2014/main" id="{EF0EF380-B85D-F588-906B-588689FD6E93}"/>
              </a:ext>
            </a:extLst>
          </p:cNvPr>
          <p:cNvSpPr/>
          <p:nvPr/>
        </p:nvSpPr>
        <p:spPr>
          <a:xfrm>
            <a:off x="8285212" y="225522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7" y="0"/>
                </a:lnTo>
                <a:lnTo>
                  <a:pt x="0" y="40886"/>
                </a:lnTo>
                <a:lnTo>
                  <a:pt x="122661" y="40886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36">
            <a:extLst>
              <a:ext uri="{FF2B5EF4-FFF2-40B4-BE49-F238E27FC236}">
                <a16:creationId xmlns:a16="http://schemas.microsoft.com/office/drawing/2014/main" id="{00EF38AD-8F47-D4BB-1333-565165E1780B}"/>
              </a:ext>
            </a:extLst>
          </p:cNvPr>
          <p:cNvSpPr/>
          <p:nvPr/>
        </p:nvSpPr>
        <p:spPr>
          <a:xfrm>
            <a:off x="8285212" y="2255220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37">
            <a:extLst>
              <a:ext uri="{FF2B5EF4-FFF2-40B4-BE49-F238E27FC236}">
                <a16:creationId xmlns:a16="http://schemas.microsoft.com/office/drawing/2014/main" id="{D15D9028-6E8D-6011-6754-03E693B1EAED}"/>
              </a:ext>
            </a:extLst>
          </p:cNvPr>
          <p:cNvSpPr/>
          <p:nvPr/>
        </p:nvSpPr>
        <p:spPr>
          <a:xfrm>
            <a:off x="8285212" y="225522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38">
            <a:extLst>
              <a:ext uri="{FF2B5EF4-FFF2-40B4-BE49-F238E27FC236}">
                <a16:creationId xmlns:a16="http://schemas.microsoft.com/office/drawing/2014/main" id="{595CC8DF-6ABB-25DB-F7AB-B1A1076220CC}"/>
              </a:ext>
            </a:extLst>
          </p:cNvPr>
          <p:cNvSpPr/>
          <p:nvPr/>
        </p:nvSpPr>
        <p:spPr>
          <a:xfrm>
            <a:off x="8407873" y="2296107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39">
            <a:extLst>
              <a:ext uri="{FF2B5EF4-FFF2-40B4-BE49-F238E27FC236}">
                <a16:creationId xmlns:a16="http://schemas.microsoft.com/office/drawing/2014/main" id="{3B4868A6-D490-54FE-EAC6-C6211E15BAB0}"/>
              </a:ext>
            </a:extLst>
          </p:cNvPr>
          <p:cNvSpPr/>
          <p:nvPr/>
        </p:nvSpPr>
        <p:spPr>
          <a:xfrm>
            <a:off x="8412130" y="2230627"/>
            <a:ext cx="256031" cy="27432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0">
            <a:extLst>
              <a:ext uri="{FF2B5EF4-FFF2-40B4-BE49-F238E27FC236}">
                <a16:creationId xmlns:a16="http://schemas.microsoft.com/office/drawing/2014/main" id="{6E0CB9D4-BBEC-E865-6322-C4AD530CE438}"/>
              </a:ext>
            </a:extLst>
          </p:cNvPr>
          <p:cNvSpPr/>
          <p:nvPr/>
        </p:nvSpPr>
        <p:spPr>
          <a:xfrm>
            <a:off x="8457858" y="2296106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1" y="0"/>
                </a:moveTo>
                <a:lnTo>
                  <a:pt x="0" y="0"/>
                </a:lnTo>
                <a:lnTo>
                  <a:pt x="0" y="139133"/>
                </a:lnTo>
                <a:lnTo>
                  <a:pt x="122661" y="139133"/>
                </a:lnTo>
                <a:lnTo>
                  <a:pt x="122661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1">
            <a:extLst>
              <a:ext uri="{FF2B5EF4-FFF2-40B4-BE49-F238E27FC236}">
                <a16:creationId xmlns:a16="http://schemas.microsoft.com/office/drawing/2014/main" id="{31CE53C0-AD26-13F9-62FB-0603BA9403A2}"/>
              </a:ext>
            </a:extLst>
          </p:cNvPr>
          <p:cNvSpPr/>
          <p:nvPr/>
        </p:nvSpPr>
        <p:spPr>
          <a:xfrm>
            <a:off x="8580520" y="2255220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6" y="0"/>
                </a:moveTo>
                <a:lnTo>
                  <a:pt x="0" y="40886"/>
                </a:lnTo>
                <a:lnTo>
                  <a:pt x="0" y="180019"/>
                </a:lnTo>
                <a:lnTo>
                  <a:pt x="40886" y="139132"/>
                </a:lnTo>
                <a:lnTo>
                  <a:pt x="40886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2">
            <a:extLst>
              <a:ext uri="{FF2B5EF4-FFF2-40B4-BE49-F238E27FC236}">
                <a16:creationId xmlns:a16="http://schemas.microsoft.com/office/drawing/2014/main" id="{9851EBB7-B3D3-B062-85A5-3EF83C4F4B5A}"/>
              </a:ext>
            </a:extLst>
          </p:cNvPr>
          <p:cNvSpPr/>
          <p:nvPr/>
        </p:nvSpPr>
        <p:spPr>
          <a:xfrm>
            <a:off x="8457858" y="225522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7" y="0"/>
                </a:lnTo>
                <a:lnTo>
                  <a:pt x="0" y="40886"/>
                </a:lnTo>
                <a:lnTo>
                  <a:pt x="122661" y="40886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3">
            <a:extLst>
              <a:ext uri="{FF2B5EF4-FFF2-40B4-BE49-F238E27FC236}">
                <a16:creationId xmlns:a16="http://schemas.microsoft.com/office/drawing/2014/main" id="{655C5B48-C33B-3027-FF7B-BD606F2BF140}"/>
              </a:ext>
            </a:extLst>
          </p:cNvPr>
          <p:cNvSpPr/>
          <p:nvPr/>
        </p:nvSpPr>
        <p:spPr>
          <a:xfrm>
            <a:off x="8457858" y="2255220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4">
            <a:extLst>
              <a:ext uri="{FF2B5EF4-FFF2-40B4-BE49-F238E27FC236}">
                <a16:creationId xmlns:a16="http://schemas.microsoft.com/office/drawing/2014/main" id="{D52372BE-98CB-5AAE-178D-B6B0B9206230}"/>
              </a:ext>
            </a:extLst>
          </p:cNvPr>
          <p:cNvSpPr/>
          <p:nvPr/>
        </p:nvSpPr>
        <p:spPr>
          <a:xfrm>
            <a:off x="8457858" y="225522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5">
            <a:extLst>
              <a:ext uri="{FF2B5EF4-FFF2-40B4-BE49-F238E27FC236}">
                <a16:creationId xmlns:a16="http://schemas.microsoft.com/office/drawing/2014/main" id="{CCFC86A0-481A-7BD1-6AC2-CCFA54F67BF5}"/>
              </a:ext>
            </a:extLst>
          </p:cNvPr>
          <p:cNvSpPr/>
          <p:nvPr/>
        </p:nvSpPr>
        <p:spPr>
          <a:xfrm>
            <a:off x="8580520" y="2296107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46">
            <a:extLst>
              <a:ext uri="{FF2B5EF4-FFF2-40B4-BE49-F238E27FC236}">
                <a16:creationId xmlns:a16="http://schemas.microsoft.com/office/drawing/2014/main" id="{27F14D85-3842-7B82-CC6F-05DB4D857AAA}"/>
              </a:ext>
            </a:extLst>
          </p:cNvPr>
          <p:cNvSpPr/>
          <p:nvPr/>
        </p:nvSpPr>
        <p:spPr>
          <a:xfrm>
            <a:off x="8582818" y="2230627"/>
            <a:ext cx="256031" cy="27432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47">
            <a:extLst>
              <a:ext uri="{FF2B5EF4-FFF2-40B4-BE49-F238E27FC236}">
                <a16:creationId xmlns:a16="http://schemas.microsoft.com/office/drawing/2014/main" id="{132D249D-3F73-E3FC-9B69-8B9152CE5841}"/>
              </a:ext>
            </a:extLst>
          </p:cNvPr>
          <p:cNvSpPr/>
          <p:nvPr/>
        </p:nvSpPr>
        <p:spPr>
          <a:xfrm>
            <a:off x="8630506" y="2296106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1" y="0"/>
                </a:moveTo>
                <a:lnTo>
                  <a:pt x="0" y="0"/>
                </a:lnTo>
                <a:lnTo>
                  <a:pt x="0" y="139133"/>
                </a:lnTo>
                <a:lnTo>
                  <a:pt x="122661" y="139133"/>
                </a:lnTo>
                <a:lnTo>
                  <a:pt x="122661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48">
            <a:extLst>
              <a:ext uri="{FF2B5EF4-FFF2-40B4-BE49-F238E27FC236}">
                <a16:creationId xmlns:a16="http://schemas.microsoft.com/office/drawing/2014/main" id="{0BB7100B-E73E-EA33-E3A5-1F822A17D734}"/>
              </a:ext>
            </a:extLst>
          </p:cNvPr>
          <p:cNvSpPr/>
          <p:nvPr/>
        </p:nvSpPr>
        <p:spPr>
          <a:xfrm>
            <a:off x="8753168" y="2255220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6" y="0"/>
                </a:moveTo>
                <a:lnTo>
                  <a:pt x="0" y="40886"/>
                </a:lnTo>
                <a:lnTo>
                  <a:pt x="0" y="180019"/>
                </a:lnTo>
                <a:lnTo>
                  <a:pt x="40886" y="139132"/>
                </a:lnTo>
                <a:lnTo>
                  <a:pt x="40886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49">
            <a:extLst>
              <a:ext uri="{FF2B5EF4-FFF2-40B4-BE49-F238E27FC236}">
                <a16:creationId xmlns:a16="http://schemas.microsoft.com/office/drawing/2014/main" id="{992F059C-E521-9253-280C-A7A0B7219E62}"/>
              </a:ext>
            </a:extLst>
          </p:cNvPr>
          <p:cNvSpPr/>
          <p:nvPr/>
        </p:nvSpPr>
        <p:spPr>
          <a:xfrm>
            <a:off x="8630506" y="225522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7" y="0"/>
                </a:lnTo>
                <a:lnTo>
                  <a:pt x="0" y="40886"/>
                </a:lnTo>
                <a:lnTo>
                  <a:pt x="122661" y="40886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0">
            <a:extLst>
              <a:ext uri="{FF2B5EF4-FFF2-40B4-BE49-F238E27FC236}">
                <a16:creationId xmlns:a16="http://schemas.microsoft.com/office/drawing/2014/main" id="{98E98174-C83B-0353-FDFE-B62B758F1350}"/>
              </a:ext>
            </a:extLst>
          </p:cNvPr>
          <p:cNvSpPr/>
          <p:nvPr/>
        </p:nvSpPr>
        <p:spPr>
          <a:xfrm>
            <a:off x="8630506" y="2255220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1">
            <a:extLst>
              <a:ext uri="{FF2B5EF4-FFF2-40B4-BE49-F238E27FC236}">
                <a16:creationId xmlns:a16="http://schemas.microsoft.com/office/drawing/2014/main" id="{F5D50DAD-2D5E-45B6-AB6B-F76CA32DDDE7}"/>
              </a:ext>
            </a:extLst>
          </p:cNvPr>
          <p:cNvSpPr/>
          <p:nvPr/>
        </p:nvSpPr>
        <p:spPr>
          <a:xfrm>
            <a:off x="8630506" y="225522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2">
            <a:extLst>
              <a:ext uri="{FF2B5EF4-FFF2-40B4-BE49-F238E27FC236}">
                <a16:creationId xmlns:a16="http://schemas.microsoft.com/office/drawing/2014/main" id="{21A52854-1575-E379-CAA6-6C57FAFE0B94}"/>
              </a:ext>
            </a:extLst>
          </p:cNvPr>
          <p:cNvSpPr/>
          <p:nvPr/>
        </p:nvSpPr>
        <p:spPr>
          <a:xfrm>
            <a:off x="8753167" y="2296107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3">
            <a:extLst>
              <a:ext uri="{FF2B5EF4-FFF2-40B4-BE49-F238E27FC236}">
                <a16:creationId xmlns:a16="http://schemas.microsoft.com/office/drawing/2014/main" id="{0AA71065-A875-8307-BE84-AD0A5C631171}"/>
              </a:ext>
            </a:extLst>
          </p:cNvPr>
          <p:cNvSpPr/>
          <p:nvPr/>
        </p:nvSpPr>
        <p:spPr>
          <a:xfrm>
            <a:off x="8756554" y="2230627"/>
            <a:ext cx="256031" cy="27432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4">
            <a:extLst>
              <a:ext uri="{FF2B5EF4-FFF2-40B4-BE49-F238E27FC236}">
                <a16:creationId xmlns:a16="http://schemas.microsoft.com/office/drawing/2014/main" id="{06A492F2-063D-3FB8-8F6D-CF2B741EBC5C}"/>
              </a:ext>
            </a:extLst>
          </p:cNvPr>
          <p:cNvSpPr/>
          <p:nvPr/>
        </p:nvSpPr>
        <p:spPr>
          <a:xfrm>
            <a:off x="8803153" y="2296106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0" y="0"/>
                </a:moveTo>
                <a:lnTo>
                  <a:pt x="0" y="0"/>
                </a:lnTo>
                <a:lnTo>
                  <a:pt x="0" y="139133"/>
                </a:lnTo>
                <a:lnTo>
                  <a:pt x="122660" y="139133"/>
                </a:lnTo>
                <a:lnTo>
                  <a:pt x="12266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5">
            <a:extLst>
              <a:ext uri="{FF2B5EF4-FFF2-40B4-BE49-F238E27FC236}">
                <a16:creationId xmlns:a16="http://schemas.microsoft.com/office/drawing/2014/main" id="{8096C36C-FA4C-7B94-BF15-EB64DF598D49}"/>
              </a:ext>
            </a:extLst>
          </p:cNvPr>
          <p:cNvSpPr/>
          <p:nvPr/>
        </p:nvSpPr>
        <p:spPr>
          <a:xfrm>
            <a:off x="8925814" y="2255220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7" y="0"/>
                </a:moveTo>
                <a:lnTo>
                  <a:pt x="0" y="40886"/>
                </a:lnTo>
                <a:lnTo>
                  <a:pt x="0" y="180019"/>
                </a:lnTo>
                <a:lnTo>
                  <a:pt x="40887" y="139132"/>
                </a:lnTo>
                <a:lnTo>
                  <a:pt x="40887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56">
            <a:extLst>
              <a:ext uri="{FF2B5EF4-FFF2-40B4-BE49-F238E27FC236}">
                <a16:creationId xmlns:a16="http://schemas.microsoft.com/office/drawing/2014/main" id="{1ACAA234-61A8-3885-0CD6-1C417A881E9A}"/>
              </a:ext>
            </a:extLst>
          </p:cNvPr>
          <p:cNvSpPr/>
          <p:nvPr/>
        </p:nvSpPr>
        <p:spPr>
          <a:xfrm>
            <a:off x="8803153" y="225522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7" y="0"/>
                </a:lnTo>
                <a:lnTo>
                  <a:pt x="0" y="40886"/>
                </a:lnTo>
                <a:lnTo>
                  <a:pt x="122660" y="40886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57">
            <a:extLst>
              <a:ext uri="{FF2B5EF4-FFF2-40B4-BE49-F238E27FC236}">
                <a16:creationId xmlns:a16="http://schemas.microsoft.com/office/drawing/2014/main" id="{C74D31D5-4FB6-EE41-76B2-1798922D8BE9}"/>
              </a:ext>
            </a:extLst>
          </p:cNvPr>
          <p:cNvSpPr/>
          <p:nvPr/>
        </p:nvSpPr>
        <p:spPr>
          <a:xfrm>
            <a:off x="8803153" y="2255220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58">
            <a:extLst>
              <a:ext uri="{FF2B5EF4-FFF2-40B4-BE49-F238E27FC236}">
                <a16:creationId xmlns:a16="http://schemas.microsoft.com/office/drawing/2014/main" id="{509789B5-6D55-29A1-FB48-E9065B0D94D6}"/>
              </a:ext>
            </a:extLst>
          </p:cNvPr>
          <p:cNvSpPr/>
          <p:nvPr/>
        </p:nvSpPr>
        <p:spPr>
          <a:xfrm>
            <a:off x="8803153" y="225522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59">
            <a:extLst>
              <a:ext uri="{FF2B5EF4-FFF2-40B4-BE49-F238E27FC236}">
                <a16:creationId xmlns:a16="http://schemas.microsoft.com/office/drawing/2014/main" id="{5221D8F6-70C2-9BBC-5680-DE08E5825B2A}"/>
              </a:ext>
            </a:extLst>
          </p:cNvPr>
          <p:cNvSpPr/>
          <p:nvPr/>
        </p:nvSpPr>
        <p:spPr>
          <a:xfrm>
            <a:off x="8925815" y="2296107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0">
            <a:extLst>
              <a:ext uri="{FF2B5EF4-FFF2-40B4-BE49-F238E27FC236}">
                <a16:creationId xmlns:a16="http://schemas.microsoft.com/office/drawing/2014/main" id="{1E949F98-0F1F-C69B-013B-8A9082BA32DC}"/>
              </a:ext>
            </a:extLst>
          </p:cNvPr>
          <p:cNvSpPr/>
          <p:nvPr/>
        </p:nvSpPr>
        <p:spPr>
          <a:xfrm>
            <a:off x="8930290" y="2230627"/>
            <a:ext cx="256031" cy="27432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1">
            <a:extLst>
              <a:ext uri="{FF2B5EF4-FFF2-40B4-BE49-F238E27FC236}">
                <a16:creationId xmlns:a16="http://schemas.microsoft.com/office/drawing/2014/main" id="{B7C0C170-104E-0D9E-42C3-BE812D498641}"/>
              </a:ext>
            </a:extLst>
          </p:cNvPr>
          <p:cNvSpPr/>
          <p:nvPr/>
        </p:nvSpPr>
        <p:spPr>
          <a:xfrm>
            <a:off x="8975800" y="2296106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1" y="0"/>
                </a:moveTo>
                <a:lnTo>
                  <a:pt x="0" y="0"/>
                </a:lnTo>
                <a:lnTo>
                  <a:pt x="0" y="139133"/>
                </a:lnTo>
                <a:lnTo>
                  <a:pt x="122661" y="139133"/>
                </a:lnTo>
                <a:lnTo>
                  <a:pt x="122661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2">
            <a:extLst>
              <a:ext uri="{FF2B5EF4-FFF2-40B4-BE49-F238E27FC236}">
                <a16:creationId xmlns:a16="http://schemas.microsoft.com/office/drawing/2014/main" id="{EA31838A-B00E-F606-E5F8-EC331A3A4FA7}"/>
              </a:ext>
            </a:extLst>
          </p:cNvPr>
          <p:cNvSpPr/>
          <p:nvPr/>
        </p:nvSpPr>
        <p:spPr>
          <a:xfrm>
            <a:off x="9098462" y="2255220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6" y="0"/>
                </a:moveTo>
                <a:lnTo>
                  <a:pt x="0" y="40886"/>
                </a:lnTo>
                <a:lnTo>
                  <a:pt x="0" y="180019"/>
                </a:lnTo>
                <a:lnTo>
                  <a:pt x="40886" y="139132"/>
                </a:lnTo>
                <a:lnTo>
                  <a:pt x="40886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3">
            <a:extLst>
              <a:ext uri="{FF2B5EF4-FFF2-40B4-BE49-F238E27FC236}">
                <a16:creationId xmlns:a16="http://schemas.microsoft.com/office/drawing/2014/main" id="{A111FD26-57B8-766E-20DB-8C24C2C10EA4}"/>
              </a:ext>
            </a:extLst>
          </p:cNvPr>
          <p:cNvSpPr/>
          <p:nvPr/>
        </p:nvSpPr>
        <p:spPr>
          <a:xfrm>
            <a:off x="8975800" y="225522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7" y="0"/>
                </a:lnTo>
                <a:lnTo>
                  <a:pt x="0" y="40886"/>
                </a:lnTo>
                <a:lnTo>
                  <a:pt x="122661" y="40886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4">
            <a:extLst>
              <a:ext uri="{FF2B5EF4-FFF2-40B4-BE49-F238E27FC236}">
                <a16:creationId xmlns:a16="http://schemas.microsoft.com/office/drawing/2014/main" id="{2BBAA101-A2A4-71A4-C114-7331AA48C33B}"/>
              </a:ext>
            </a:extLst>
          </p:cNvPr>
          <p:cNvSpPr/>
          <p:nvPr/>
        </p:nvSpPr>
        <p:spPr>
          <a:xfrm>
            <a:off x="8975800" y="2255220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5">
            <a:extLst>
              <a:ext uri="{FF2B5EF4-FFF2-40B4-BE49-F238E27FC236}">
                <a16:creationId xmlns:a16="http://schemas.microsoft.com/office/drawing/2014/main" id="{1BCC4929-6656-0B61-DC67-39B8017D5460}"/>
              </a:ext>
            </a:extLst>
          </p:cNvPr>
          <p:cNvSpPr/>
          <p:nvPr/>
        </p:nvSpPr>
        <p:spPr>
          <a:xfrm>
            <a:off x="8975800" y="225522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66">
            <a:extLst>
              <a:ext uri="{FF2B5EF4-FFF2-40B4-BE49-F238E27FC236}">
                <a16:creationId xmlns:a16="http://schemas.microsoft.com/office/drawing/2014/main" id="{D61CDE72-FA80-8D54-990F-E84C83ED8796}"/>
              </a:ext>
            </a:extLst>
          </p:cNvPr>
          <p:cNvSpPr/>
          <p:nvPr/>
        </p:nvSpPr>
        <p:spPr>
          <a:xfrm>
            <a:off x="9098461" y="2296107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67">
            <a:extLst>
              <a:ext uri="{FF2B5EF4-FFF2-40B4-BE49-F238E27FC236}">
                <a16:creationId xmlns:a16="http://schemas.microsoft.com/office/drawing/2014/main" id="{5535B5F4-8ABE-BB2C-8B61-6B5C5149871B}"/>
              </a:ext>
            </a:extLst>
          </p:cNvPr>
          <p:cNvSpPr/>
          <p:nvPr/>
        </p:nvSpPr>
        <p:spPr>
          <a:xfrm>
            <a:off x="9100978" y="2230627"/>
            <a:ext cx="256031" cy="27432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68">
            <a:extLst>
              <a:ext uri="{FF2B5EF4-FFF2-40B4-BE49-F238E27FC236}">
                <a16:creationId xmlns:a16="http://schemas.microsoft.com/office/drawing/2014/main" id="{3B600E11-6658-0CCE-F76B-5DCE3869FEC4}"/>
              </a:ext>
            </a:extLst>
          </p:cNvPr>
          <p:cNvSpPr/>
          <p:nvPr/>
        </p:nvSpPr>
        <p:spPr>
          <a:xfrm>
            <a:off x="9148448" y="2296106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0" y="0"/>
                </a:moveTo>
                <a:lnTo>
                  <a:pt x="0" y="0"/>
                </a:lnTo>
                <a:lnTo>
                  <a:pt x="0" y="139133"/>
                </a:lnTo>
                <a:lnTo>
                  <a:pt x="122660" y="139133"/>
                </a:lnTo>
                <a:lnTo>
                  <a:pt x="12266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69">
            <a:extLst>
              <a:ext uri="{FF2B5EF4-FFF2-40B4-BE49-F238E27FC236}">
                <a16:creationId xmlns:a16="http://schemas.microsoft.com/office/drawing/2014/main" id="{9870F5BE-9D1B-03DC-BA72-EFD027F7766D}"/>
              </a:ext>
            </a:extLst>
          </p:cNvPr>
          <p:cNvSpPr/>
          <p:nvPr/>
        </p:nvSpPr>
        <p:spPr>
          <a:xfrm>
            <a:off x="9271108" y="2255220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7" y="0"/>
                </a:moveTo>
                <a:lnTo>
                  <a:pt x="0" y="40886"/>
                </a:lnTo>
                <a:lnTo>
                  <a:pt x="0" y="180019"/>
                </a:lnTo>
                <a:lnTo>
                  <a:pt x="40887" y="139132"/>
                </a:lnTo>
                <a:lnTo>
                  <a:pt x="40887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0">
            <a:extLst>
              <a:ext uri="{FF2B5EF4-FFF2-40B4-BE49-F238E27FC236}">
                <a16:creationId xmlns:a16="http://schemas.microsoft.com/office/drawing/2014/main" id="{2F1106E6-B7F4-6B6E-A2D5-340C486E1302}"/>
              </a:ext>
            </a:extLst>
          </p:cNvPr>
          <p:cNvSpPr/>
          <p:nvPr/>
        </p:nvSpPr>
        <p:spPr>
          <a:xfrm>
            <a:off x="9148448" y="225522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7" y="0"/>
                </a:lnTo>
                <a:lnTo>
                  <a:pt x="0" y="40886"/>
                </a:lnTo>
                <a:lnTo>
                  <a:pt x="122660" y="40886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1">
            <a:extLst>
              <a:ext uri="{FF2B5EF4-FFF2-40B4-BE49-F238E27FC236}">
                <a16:creationId xmlns:a16="http://schemas.microsoft.com/office/drawing/2014/main" id="{76CABA66-5842-9EE9-67EE-3EA79FE567CA}"/>
              </a:ext>
            </a:extLst>
          </p:cNvPr>
          <p:cNvSpPr/>
          <p:nvPr/>
        </p:nvSpPr>
        <p:spPr>
          <a:xfrm>
            <a:off x="9148448" y="2255220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2">
            <a:extLst>
              <a:ext uri="{FF2B5EF4-FFF2-40B4-BE49-F238E27FC236}">
                <a16:creationId xmlns:a16="http://schemas.microsoft.com/office/drawing/2014/main" id="{E2877B99-085D-A2C8-7D61-6E697B170F48}"/>
              </a:ext>
            </a:extLst>
          </p:cNvPr>
          <p:cNvSpPr/>
          <p:nvPr/>
        </p:nvSpPr>
        <p:spPr>
          <a:xfrm>
            <a:off x="9148448" y="225522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3">
            <a:extLst>
              <a:ext uri="{FF2B5EF4-FFF2-40B4-BE49-F238E27FC236}">
                <a16:creationId xmlns:a16="http://schemas.microsoft.com/office/drawing/2014/main" id="{E27D0DCB-34B5-B481-E2D4-822C800BF606}"/>
              </a:ext>
            </a:extLst>
          </p:cNvPr>
          <p:cNvSpPr/>
          <p:nvPr/>
        </p:nvSpPr>
        <p:spPr>
          <a:xfrm>
            <a:off x="9271108" y="2296107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4">
            <a:extLst>
              <a:ext uri="{FF2B5EF4-FFF2-40B4-BE49-F238E27FC236}">
                <a16:creationId xmlns:a16="http://schemas.microsoft.com/office/drawing/2014/main" id="{F9F07305-0DDD-068B-6BE3-C1B3EDD80E79}"/>
              </a:ext>
            </a:extLst>
          </p:cNvPr>
          <p:cNvSpPr/>
          <p:nvPr/>
        </p:nvSpPr>
        <p:spPr>
          <a:xfrm>
            <a:off x="9274714" y="2230627"/>
            <a:ext cx="256031" cy="27432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5">
            <a:extLst>
              <a:ext uri="{FF2B5EF4-FFF2-40B4-BE49-F238E27FC236}">
                <a16:creationId xmlns:a16="http://schemas.microsoft.com/office/drawing/2014/main" id="{45C4F28D-BA0B-B6EE-279B-201912060DA2}"/>
              </a:ext>
            </a:extLst>
          </p:cNvPr>
          <p:cNvSpPr/>
          <p:nvPr/>
        </p:nvSpPr>
        <p:spPr>
          <a:xfrm>
            <a:off x="9321094" y="2296106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1" y="0"/>
                </a:moveTo>
                <a:lnTo>
                  <a:pt x="0" y="0"/>
                </a:lnTo>
                <a:lnTo>
                  <a:pt x="0" y="139133"/>
                </a:lnTo>
                <a:lnTo>
                  <a:pt x="122661" y="139133"/>
                </a:lnTo>
                <a:lnTo>
                  <a:pt x="122661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76">
            <a:extLst>
              <a:ext uri="{FF2B5EF4-FFF2-40B4-BE49-F238E27FC236}">
                <a16:creationId xmlns:a16="http://schemas.microsoft.com/office/drawing/2014/main" id="{F30D0B3F-3EA0-0389-739E-2B5B2BFCB7AA}"/>
              </a:ext>
            </a:extLst>
          </p:cNvPr>
          <p:cNvSpPr/>
          <p:nvPr/>
        </p:nvSpPr>
        <p:spPr>
          <a:xfrm>
            <a:off x="9443755" y="2255220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6" y="0"/>
                </a:moveTo>
                <a:lnTo>
                  <a:pt x="0" y="40886"/>
                </a:lnTo>
                <a:lnTo>
                  <a:pt x="0" y="180019"/>
                </a:lnTo>
                <a:lnTo>
                  <a:pt x="40886" y="139132"/>
                </a:lnTo>
                <a:lnTo>
                  <a:pt x="40886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77">
            <a:extLst>
              <a:ext uri="{FF2B5EF4-FFF2-40B4-BE49-F238E27FC236}">
                <a16:creationId xmlns:a16="http://schemas.microsoft.com/office/drawing/2014/main" id="{701E20B5-B4C9-271B-FA88-4D51BAB906B0}"/>
              </a:ext>
            </a:extLst>
          </p:cNvPr>
          <p:cNvSpPr/>
          <p:nvPr/>
        </p:nvSpPr>
        <p:spPr>
          <a:xfrm>
            <a:off x="9321094" y="225522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7" y="0"/>
                </a:lnTo>
                <a:lnTo>
                  <a:pt x="0" y="40886"/>
                </a:lnTo>
                <a:lnTo>
                  <a:pt x="122661" y="40886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78">
            <a:extLst>
              <a:ext uri="{FF2B5EF4-FFF2-40B4-BE49-F238E27FC236}">
                <a16:creationId xmlns:a16="http://schemas.microsoft.com/office/drawing/2014/main" id="{4EB77562-B97D-D889-17F4-7581B3A2912F}"/>
              </a:ext>
            </a:extLst>
          </p:cNvPr>
          <p:cNvSpPr/>
          <p:nvPr/>
        </p:nvSpPr>
        <p:spPr>
          <a:xfrm>
            <a:off x="9321094" y="2255220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79">
            <a:extLst>
              <a:ext uri="{FF2B5EF4-FFF2-40B4-BE49-F238E27FC236}">
                <a16:creationId xmlns:a16="http://schemas.microsoft.com/office/drawing/2014/main" id="{4F1F85D1-D2C1-8C28-D984-27260CEB0AA7}"/>
              </a:ext>
            </a:extLst>
          </p:cNvPr>
          <p:cNvSpPr/>
          <p:nvPr/>
        </p:nvSpPr>
        <p:spPr>
          <a:xfrm>
            <a:off x="9321094" y="225522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0">
            <a:extLst>
              <a:ext uri="{FF2B5EF4-FFF2-40B4-BE49-F238E27FC236}">
                <a16:creationId xmlns:a16="http://schemas.microsoft.com/office/drawing/2014/main" id="{323A8CC8-8569-78D6-9C8F-A15FD75B3F17}"/>
              </a:ext>
            </a:extLst>
          </p:cNvPr>
          <p:cNvSpPr/>
          <p:nvPr/>
        </p:nvSpPr>
        <p:spPr>
          <a:xfrm>
            <a:off x="9443755" y="2296107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1">
            <a:extLst>
              <a:ext uri="{FF2B5EF4-FFF2-40B4-BE49-F238E27FC236}">
                <a16:creationId xmlns:a16="http://schemas.microsoft.com/office/drawing/2014/main" id="{2B2CC6D6-46A6-D444-49B9-279E81BD5C29}"/>
              </a:ext>
            </a:extLst>
          </p:cNvPr>
          <p:cNvSpPr/>
          <p:nvPr/>
        </p:nvSpPr>
        <p:spPr>
          <a:xfrm>
            <a:off x="9448450" y="2230627"/>
            <a:ext cx="256031" cy="27432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2">
            <a:extLst>
              <a:ext uri="{FF2B5EF4-FFF2-40B4-BE49-F238E27FC236}">
                <a16:creationId xmlns:a16="http://schemas.microsoft.com/office/drawing/2014/main" id="{079548FB-B478-E086-C383-3615137CF65E}"/>
              </a:ext>
            </a:extLst>
          </p:cNvPr>
          <p:cNvSpPr/>
          <p:nvPr/>
        </p:nvSpPr>
        <p:spPr>
          <a:xfrm>
            <a:off x="9493741" y="2296106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0" y="0"/>
                </a:moveTo>
                <a:lnTo>
                  <a:pt x="0" y="0"/>
                </a:lnTo>
                <a:lnTo>
                  <a:pt x="0" y="139133"/>
                </a:lnTo>
                <a:lnTo>
                  <a:pt x="122660" y="139133"/>
                </a:lnTo>
                <a:lnTo>
                  <a:pt x="12266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3">
            <a:extLst>
              <a:ext uri="{FF2B5EF4-FFF2-40B4-BE49-F238E27FC236}">
                <a16:creationId xmlns:a16="http://schemas.microsoft.com/office/drawing/2014/main" id="{337F5C49-5B68-069A-94E7-177D9351819F}"/>
              </a:ext>
            </a:extLst>
          </p:cNvPr>
          <p:cNvSpPr/>
          <p:nvPr/>
        </p:nvSpPr>
        <p:spPr>
          <a:xfrm>
            <a:off x="9616402" y="2255220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7" y="0"/>
                </a:moveTo>
                <a:lnTo>
                  <a:pt x="0" y="40886"/>
                </a:lnTo>
                <a:lnTo>
                  <a:pt x="0" y="180019"/>
                </a:lnTo>
                <a:lnTo>
                  <a:pt x="40887" y="139132"/>
                </a:lnTo>
                <a:lnTo>
                  <a:pt x="40887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4">
            <a:extLst>
              <a:ext uri="{FF2B5EF4-FFF2-40B4-BE49-F238E27FC236}">
                <a16:creationId xmlns:a16="http://schemas.microsoft.com/office/drawing/2014/main" id="{1321C9B3-7651-238C-89EA-511900717175}"/>
              </a:ext>
            </a:extLst>
          </p:cNvPr>
          <p:cNvSpPr/>
          <p:nvPr/>
        </p:nvSpPr>
        <p:spPr>
          <a:xfrm>
            <a:off x="9493741" y="225522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6" y="0"/>
                </a:lnTo>
                <a:lnTo>
                  <a:pt x="0" y="40886"/>
                </a:lnTo>
                <a:lnTo>
                  <a:pt x="122660" y="40886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5">
            <a:extLst>
              <a:ext uri="{FF2B5EF4-FFF2-40B4-BE49-F238E27FC236}">
                <a16:creationId xmlns:a16="http://schemas.microsoft.com/office/drawing/2014/main" id="{1223ADFF-2237-8392-F6F4-43ECC5D1647E}"/>
              </a:ext>
            </a:extLst>
          </p:cNvPr>
          <p:cNvSpPr/>
          <p:nvPr/>
        </p:nvSpPr>
        <p:spPr>
          <a:xfrm>
            <a:off x="9493741" y="2255220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86">
            <a:extLst>
              <a:ext uri="{FF2B5EF4-FFF2-40B4-BE49-F238E27FC236}">
                <a16:creationId xmlns:a16="http://schemas.microsoft.com/office/drawing/2014/main" id="{02F0CBC5-1F61-A99B-68C3-8A315E79F605}"/>
              </a:ext>
            </a:extLst>
          </p:cNvPr>
          <p:cNvSpPr/>
          <p:nvPr/>
        </p:nvSpPr>
        <p:spPr>
          <a:xfrm>
            <a:off x="9493741" y="225522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87">
            <a:extLst>
              <a:ext uri="{FF2B5EF4-FFF2-40B4-BE49-F238E27FC236}">
                <a16:creationId xmlns:a16="http://schemas.microsoft.com/office/drawing/2014/main" id="{E0E53113-D01E-59CF-FEB4-97DBF8E6188B}"/>
              </a:ext>
            </a:extLst>
          </p:cNvPr>
          <p:cNvSpPr/>
          <p:nvPr/>
        </p:nvSpPr>
        <p:spPr>
          <a:xfrm>
            <a:off x="9616403" y="2296107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88">
            <a:extLst>
              <a:ext uri="{FF2B5EF4-FFF2-40B4-BE49-F238E27FC236}">
                <a16:creationId xmlns:a16="http://schemas.microsoft.com/office/drawing/2014/main" id="{571E5C17-DE2D-F03B-1918-CEF81372E8DF}"/>
              </a:ext>
            </a:extLst>
          </p:cNvPr>
          <p:cNvSpPr/>
          <p:nvPr/>
        </p:nvSpPr>
        <p:spPr>
          <a:xfrm>
            <a:off x="9619138" y="2230627"/>
            <a:ext cx="256031" cy="27432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89">
            <a:extLst>
              <a:ext uri="{FF2B5EF4-FFF2-40B4-BE49-F238E27FC236}">
                <a16:creationId xmlns:a16="http://schemas.microsoft.com/office/drawing/2014/main" id="{2D56C6CB-A461-B14F-22F3-366247327C4C}"/>
              </a:ext>
            </a:extLst>
          </p:cNvPr>
          <p:cNvSpPr/>
          <p:nvPr/>
        </p:nvSpPr>
        <p:spPr>
          <a:xfrm>
            <a:off x="9666388" y="2296106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1" y="0"/>
                </a:moveTo>
                <a:lnTo>
                  <a:pt x="0" y="0"/>
                </a:lnTo>
                <a:lnTo>
                  <a:pt x="0" y="139133"/>
                </a:lnTo>
                <a:lnTo>
                  <a:pt x="122661" y="139133"/>
                </a:lnTo>
                <a:lnTo>
                  <a:pt x="122661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0">
            <a:extLst>
              <a:ext uri="{FF2B5EF4-FFF2-40B4-BE49-F238E27FC236}">
                <a16:creationId xmlns:a16="http://schemas.microsoft.com/office/drawing/2014/main" id="{6C899BC2-881F-2ECA-ABDD-DAB19C6208E6}"/>
              </a:ext>
            </a:extLst>
          </p:cNvPr>
          <p:cNvSpPr/>
          <p:nvPr/>
        </p:nvSpPr>
        <p:spPr>
          <a:xfrm>
            <a:off x="9789050" y="2255220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6" y="0"/>
                </a:moveTo>
                <a:lnTo>
                  <a:pt x="0" y="40886"/>
                </a:lnTo>
                <a:lnTo>
                  <a:pt x="0" y="180019"/>
                </a:lnTo>
                <a:lnTo>
                  <a:pt x="40886" y="139132"/>
                </a:lnTo>
                <a:lnTo>
                  <a:pt x="40886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1">
            <a:extLst>
              <a:ext uri="{FF2B5EF4-FFF2-40B4-BE49-F238E27FC236}">
                <a16:creationId xmlns:a16="http://schemas.microsoft.com/office/drawing/2014/main" id="{F74F1835-DD23-E135-98E3-1A02A1885445}"/>
              </a:ext>
            </a:extLst>
          </p:cNvPr>
          <p:cNvSpPr/>
          <p:nvPr/>
        </p:nvSpPr>
        <p:spPr>
          <a:xfrm>
            <a:off x="9666388" y="225522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7" y="0"/>
                </a:lnTo>
                <a:lnTo>
                  <a:pt x="0" y="40886"/>
                </a:lnTo>
                <a:lnTo>
                  <a:pt x="122661" y="40886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2">
            <a:extLst>
              <a:ext uri="{FF2B5EF4-FFF2-40B4-BE49-F238E27FC236}">
                <a16:creationId xmlns:a16="http://schemas.microsoft.com/office/drawing/2014/main" id="{8C6A9CB6-8B95-C70F-580C-2FF691C7DFF3}"/>
              </a:ext>
            </a:extLst>
          </p:cNvPr>
          <p:cNvSpPr/>
          <p:nvPr/>
        </p:nvSpPr>
        <p:spPr>
          <a:xfrm>
            <a:off x="9666388" y="2255220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3">
            <a:extLst>
              <a:ext uri="{FF2B5EF4-FFF2-40B4-BE49-F238E27FC236}">
                <a16:creationId xmlns:a16="http://schemas.microsoft.com/office/drawing/2014/main" id="{65DE3189-C949-3FDD-B619-117A7D53604A}"/>
              </a:ext>
            </a:extLst>
          </p:cNvPr>
          <p:cNvSpPr/>
          <p:nvPr/>
        </p:nvSpPr>
        <p:spPr>
          <a:xfrm>
            <a:off x="9666388" y="225522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4">
            <a:extLst>
              <a:ext uri="{FF2B5EF4-FFF2-40B4-BE49-F238E27FC236}">
                <a16:creationId xmlns:a16="http://schemas.microsoft.com/office/drawing/2014/main" id="{1F91BE94-CC8F-801D-EA76-F1372AC618BB}"/>
              </a:ext>
            </a:extLst>
          </p:cNvPr>
          <p:cNvSpPr/>
          <p:nvPr/>
        </p:nvSpPr>
        <p:spPr>
          <a:xfrm>
            <a:off x="9789049" y="2296107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5">
            <a:extLst>
              <a:ext uri="{FF2B5EF4-FFF2-40B4-BE49-F238E27FC236}">
                <a16:creationId xmlns:a16="http://schemas.microsoft.com/office/drawing/2014/main" id="{731B608C-6494-284B-379C-46D43ED758F8}"/>
              </a:ext>
            </a:extLst>
          </p:cNvPr>
          <p:cNvSpPr/>
          <p:nvPr/>
        </p:nvSpPr>
        <p:spPr>
          <a:xfrm>
            <a:off x="9792873" y="2230627"/>
            <a:ext cx="256031" cy="27432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96">
            <a:extLst>
              <a:ext uri="{FF2B5EF4-FFF2-40B4-BE49-F238E27FC236}">
                <a16:creationId xmlns:a16="http://schemas.microsoft.com/office/drawing/2014/main" id="{361FD5BA-5BA3-BDF9-0E39-AF5616A4B636}"/>
              </a:ext>
            </a:extLst>
          </p:cNvPr>
          <p:cNvSpPr/>
          <p:nvPr/>
        </p:nvSpPr>
        <p:spPr>
          <a:xfrm>
            <a:off x="9839036" y="2296106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0" y="0"/>
                </a:moveTo>
                <a:lnTo>
                  <a:pt x="0" y="0"/>
                </a:lnTo>
                <a:lnTo>
                  <a:pt x="0" y="139133"/>
                </a:lnTo>
                <a:lnTo>
                  <a:pt x="122660" y="139133"/>
                </a:lnTo>
                <a:lnTo>
                  <a:pt x="12266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97">
            <a:extLst>
              <a:ext uri="{FF2B5EF4-FFF2-40B4-BE49-F238E27FC236}">
                <a16:creationId xmlns:a16="http://schemas.microsoft.com/office/drawing/2014/main" id="{BC443CA3-2C9A-6A0A-B115-05F8B7DB430A}"/>
              </a:ext>
            </a:extLst>
          </p:cNvPr>
          <p:cNvSpPr/>
          <p:nvPr/>
        </p:nvSpPr>
        <p:spPr>
          <a:xfrm>
            <a:off x="9961696" y="2255220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7" y="0"/>
                </a:moveTo>
                <a:lnTo>
                  <a:pt x="0" y="40886"/>
                </a:lnTo>
                <a:lnTo>
                  <a:pt x="0" y="180019"/>
                </a:lnTo>
                <a:lnTo>
                  <a:pt x="40887" y="139132"/>
                </a:lnTo>
                <a:lnTo>
                  <a:pt x="40887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98">
            <a:extLst>
              <a:ext uri="{FF2B5EF4-FFF2-40B4-BE49-F238E27FC236}">
                <a16:creationId xmlns:a16="http://schemas.microsoft.com/office/drawing/2014/main" id="{8B73D8E6-6642-5062-6D12-7EC50321B4E4}"/>
              </a:ext>
            </a:extLst>
          </p:cNvPr>
          <p:cNvSpPr/>
          <p:nvPr/>
        </p:nvSpPr>
        <p:spPr>
          <a:xfrm>
            <a:off x="9839036" y="225522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6" y="0"/>
                </a:lnTo>
                <a:lnTo>
                  <a:pt x="0" y="40886"/>
                </a:lnTo>
                <a:lnTo>
                  <a:pt x="122660" y="40886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99">
            <a:extLst>
              <a:ext uri="{FF2B5EF4-FFF2-40B4-BE49-F238E27FC236}">
                <a16:creationId xmlns:a16="http://schemas.microsoft.com/office/drawing/2014/main" id="{2DEBB733-D264-4C70-7147-78F8F46366EC}"/>
              </a:ext>
            </a:extLst>
          </p:cNvPr>
          <p:cNvSpPr/>
          <p:nvPr/>
        </p:nvSpPr>
        <p:spPr>
          <a:xfrm>
            <a:off x="9839036" y="2255220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0">
            <a:extLst>
              <a:ext uri="{FF2B5EF4-FFF2-40B4-BE49-F238E27FC236}">
                <a16:creationId xmlns:a16="http://schemas.microsoft.com/office/drawing/2014/main" id="{F0B28342-E865-AD31-1A15-C9EF363D7CC0}"/>
              </a:ext>
            </a:extLst>
          </p:cNvPr>
          <p:cNvSpPr/>
          <p:nvPr/>
        </p:nvSpPr>
        <p:spPr>
          <a:xfrm>
            <a:off x="9839036" y="225522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1">
            <a:extLst>
              <a:ext uri="{FF2B5EF4-FFF2-40B4-BE49-F238E27FC236}">
                <a16:creationId xmlns:a16="http://schemas.microsoft.com/office/drawing/2014/main" id="{FE011231-D1C8-BAE4-9056-AA61A60DA711}"/>
              </a:ext>
            </a:extLst>
          </p:cNvPr>
          <p:cNvSpPr/>
          <p:nvPr/>
        </p:nvSpPr>
        <p:spPr>
          <a:xfrm>
            <a:off x="9961696" y="2296107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2">
            <a:extLst>
              <a:ext uri="{FF2B5EF4-FFF2-40B4-BE49-F238E27FC236}">
                <a16:creationId xmlns:a16="http://schemas.microsoft.com/office/drawing/2014/main" id="{C345904D-5982-BC7E-5AA0-3C6F008BBE40}"/>
              </a:ext>
            </a:extLst>
          </p:cNvPr>
          <p:cNvSpPr/>
          <p:nvPr/>
        </p:nvSpPr>
        <p:spPr>
          <a:xfrm>
            <a:off x="9966609" y="2230627"/>
            <a:ext cx="256031" cy="27432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3">
            <a:extLst>
              <a:ext uri="{FF2B5EF4-FFF2-40B4-BE49-F238E27FC236}">
                <a16:creationId xmlns:a16="http://schemas.microsoft.com/office/drawing/2014/main" id="{E5953D52-424B-A027-B2A7-60ADF133D276}"/>
              </a:ext>
            </a:extLst>
          </p:cNvPr>
          <p:cNvSpPr/>
          <p:nvPr/>
        </p:nvSpPr>
        <p:spPr>
          <a:xfrm>
            <a:off x="10011683" y="2296106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0" y="0"/>
                </a:moveTo>
                <a:lnTo>
                  <a:pt x="0" y="0"/>
                </a:lnTo>
                <a:lnTo>
                  <a:pt x="0" y="139133"/>
                </a:lnTo>
                <a:lnTo>
                  <a:pt x="122660" y="139133"/>
                </a:lnTo>
                <a:lnTo>
                  <a:pt x="12266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4">
            <a:extLst>
              <a:ext uri="{FF2B5EF4-FFF2-40B4-BE49-F238E27FC236}">
                <a16:creationId xmlns:a16="http://schemas.microsoft.com/office/drawing/2014/main" id="{4D819107-746D-E065-B767-E7FA1B479943}"/>
              </a:ext>
            </a:extLst>
          </p:cNvPr>
          <p:cNvSpPr/>
          <p:nvPr/>
        </p:nvSpPr>
        <p:spPr>
          <a:xfrm>
            <a:off x="10134343" y="2255220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7" y="0"/>
                </a:moveTo>
                <a:lnTo>
                  <a:pt x="0" y="40886"/>
                </a:lnTo>
                <a:lnTo>
                  <a:pt x="0" y="180019"/>
                </a:lnTo>
                <a:lnTo>
                  <a:pt x="40887" y="139132"/>
                </a:lnTo>
                <a:lnTo>
                  <a:pt x="40887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5">
            <a:extLst>
              <a:ext uri="{FF2B5EF4-FFF2-40B4-BE49-F238E27FC236}">
                <a16:creationId xmlns:a16="http://schemas.microsoft.com/office/drawing/2014/main" id="{36AFE6FB-0155-37F0-E5F0-A2B028067FC8}"/>
              </a:ext>
            </a:extLst>
          </p:cNvPr>
          <p:cNvSpPr/>
          <p:nvPr/>
        </p:nvSpPr>
        <p:spPr>
          <a:xfrm>
            <a:off x="10011683" y="225522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6" y="0"/>
                </a:lnTo>
                <a:lnTo>
                  <a:pt x="0" y="40886"/>
                </a:lnTo>
                <a:lnTo>
                  <a:pt x="122660" y="40886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06">
            <a:extLst>
              <a:ext uri="{FF2B5EF4-FFF2-40B4-BE49-F238E27FC236}">
                <a16:creationId xmlns:a16="http://schemas.microsoft.com/office/drawing/2014/main" id="{C43C71C1-A043-3AC5-E954-647099017541}"/>
              </a:ext>
            </a:extLst>
          </p:cNvPr>
          <p:cNvSpPr/>
          <p:nvPr/>
        </p:nvSpPr>
        <p:spPr>
          <a:xfrm>
            <a:off x="10011683" y="2255220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07">
            <a:extLst>
              <a:ext uri="{FF2B5EF4-FFF2-40B4-BE49-F238E27FC236}">
                <a16:creationId xmlns:a16="http://schemas.microsoft.com/office/drawing/2014/main" id="{A36F0083-DE20-721B-48D0-CAD0DD6A4C35}"/>
              </a:ext>
            </a:extLst>
          </p:cNvPr>
          <p:cNvSpPr/>
          <p:nvPr/>
        </p:nvSpPr>
        <p:spPr>
          <a:xfrm>
            <a:off x="10011683" y="225522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08">
            <a:extLst>
              <a:ext uri="{FF2B5EF4-FFF2-40B4-BE49-F238E27FC236}">
                <a16:creationId xmlns:a16="http://schemas.microsoft.com/office/drawing/2014/main" id="{62593237-22B9-9987-8182-EC1A5A5C2B17}"/>
              </a:ext>
            </a:extLst>
          </p:cNvPr>
          <p:cNvSpPr/>
          <p:nvPr/>
        </p:nvSpPr>
        <p:spPr>
          <a:xfrm>
            <a:off x="10134344" y="2296107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09">
            <a:extLst>
              <a:ext uri="{FF2B5EF4-FFF2-40B4-BE49-F238E27FC236}">
                <a16:creationId xmlns:a16="http://schemas.microsoft.com/office/drawing/2014/main" id="{C2F53FDB-73F8-AC29-9A1D-ED3D3F329CFF}"/>
              </a:ext>
            </a:extLst>
          </p:cNvPr>
          <p:cNvSpPr/>
          <p:nvPr/>
        </p:nvSpPr>
        <p:spPr>
          <a:xfrm>
            <a:off x="10137297" y="2230627"/>
            <a:ext cx="256031" cy="274320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0">
            <a:extLst>
              <a:ext uri="{FF2B5EF4-FFF2-40B4-BE49-F238E27FC236}">
                <a16:creationId xmlns:a16="http://schemas.microsoft.com/office/drawing/2014/main" id="{60176B05-AFDA-4E15-2E2D-D4E393C5ADF1}"/>
              </a:ext>
            </a:extLst>
          </p:cNvPr>
          <p:cNvSpPr/>
          <p:nvPr/>
        </p:nvSpPr>
        <p:spPr>
          <a:xfrm>
            <a:off x="10184329" y="2296106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0" y="0"/>
                </a:moveTo>
                <a:lnTo>
                  <a:pt x="0" y="0"/>
                </a:lnTo>
                <a:lnTo>
                  <a:pt x="0" y="139133"/>
                </a:lnTo>
                <a:lnTo>
                  <a:pt x="122660" y="139133"/>
                </a:lnTo>
                <a:lnTo>
                  <a:pt x="12266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1">
            <a:extLst>
              <a:ext uri="{FF2B5EF4-FFF2-40B4-BE49-F238E27FC236}">
                <a16:creationId xmlns:a16="http://schemas.microsoft.com/office/drawing/2014/main" id="{133BEAEC-C052-C63D-C167-0FF939245712}"/>
              </a:ext>
            </a:extLst>
          </p:cNvPr>
          <p:cNvSpPr/>
          <p:nvPr/>
        </p:nvSpPr>
        <p:spPr>
          <a:xfrm>
            <a:off x="10306990" y="2255220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7" y="0"/>
                </a:moveTo>
                <a:lnTo>
                  <a:pt x="0" y="40886"/>
                </a:lnTo>
                <a:lnTo>
                  <a:pt x="0" y="180019"/>
                </a:lnTo>
                <a:lnTo>
                  <a:pt x="40887" y="139132"/>
                </a:lnTo>
                <a:lnTo>
                  <a:pt x="40887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2">
            <a:extLst>
              <a:ext uri="{FF2B5EF4-FFF2-40B4-BE49-F238E27FC236}">
                <a16:creationId xmlns:a16="http://schemas.microsoft.com/office/drawing/2014/main" id="{F20A1721-4181-707C-BB11-A98D6F4676B1}"/>
              </a:ext>
            </a:extLst>
          </p:cNvPr>
          <p:cNvSpPr/>
          <p:nvPr/>
        </p:nvSpPr>
        <p:spPr>
          <a:xfrm>
            <a:off x="10184329" y="225522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6" y="0"/>
                </a:lnTo>
                <a:lnTo>
                  <a:pt x="0" y="40886"/>
                </a:lnTo>
                <a:lnTo>
                  <a:pt x="122660" y="40886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3">
            <a:extLst>
              <a:ext uri="{FF2B5EF4-FFF2-40B4-BE49-F238E27FC236}">
                <a16:creationId xmlns:a16="http://schemas.microsoft.com/office/drawing/2014/main" id="{23015867-F0CB-4071-20D4-8B0EF9C4A912}"/>
              </a:ext>
            </a:extLst>
          </p:cNvPr>
          <p:cNvSpPr/>
          <p:nvPr/>
        </p:nvSpPr>
        <p:spPr>
          <a:xfrm>
            <a:off x="10184329" y="2255220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4">
            <a:extLst>
              <a:ext uri="{FF2B5EF4-FFF2-40B4-BE49-F238E27FC236}">
                <a16:creationId xmlns:a16="http://schemas.microsoft.com/office/drawing/2014/main" id="{E36E05B9-45B6-DDB7-F038-DD09379BAD8D}"/>
              </a:ext>
            </a:extLst>
          </p:cNvPr>
          <p:cNvSpPr/>
          <p:nvPr/>
        </p:nvSpPr>
        <p:spPr>
          <a:xfrm>
            <a:off x="10184329" y="225522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5">
            <a:extLst>
              <a:ext uri="{FF2B5EF4-FFF2-40B4-BE49-F238E27FC236}">
                <a16:creationId xmlns:a16="http://schemas.microsoft.com/office/drawing/2014/main" id="{4C4929D5-8616-627E-77C0-AF9435C20CBD}"/>
              </a:ext>
            </a:extLst>
          </p:cNvPr>
          <p:cNvSpPr/>
          <p:nvPr/>
        </p:nvSpPr>
        <p:spPr>
          <a:xfrm>
            <a:off x="10306990" y="2296107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16">
            <a:extLst>
              <a:ext uri="{FF2B5EF4-FFF2-40B4-BE49-F238E27FC236}">
                <a16:creationId xmlns:a16="http://schemas.microsoft.com/office/drawing/2014/main" id="{C1D6436B-4093-9F78-B520-E27F9173D190}"/>
              </a:ext>
            </a:extLst>
          </p:cNvPr>
          <p:cNvSpPr/>
          <p:nvPr/>
        </p:nvSpPr>
        <p:spPr>
          <a:xfrm>
            <a:off x="10311033" y="2230627"/>
            <a:ext cx="256031" cy="274320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17">
            <a:extLst>
              <a:ext uri="{FF2B5EF4-FFF2-40B4-BE49-F238E27FC236}">
                <a16:creationId xmlns:a16="http://schemas.microsoft.com/office/drawing/2014/main" id="{7F647D73-D957-4539-893A-CACB8529E980}"/>
              </a:ext>
            </a:extLst>
          </p:cNvPr>
          <p:cNvSpPr/>
          <p:nvPr/>
        </p:nvSpPr>
        <p:spPr>
          <a:xfrm>
            <a:off x="10356977" y="2296106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0" y="0"/>
                </a:moveTo>
                <a:lnTo>
                  <a:pt x="0" y="0"/>
                </a:lnTo>
                <a:lnTo>
                  <a:pt x="0" y="139133"/>
                </a:lnTo>
                <a:lnTo>
                  <a:pt x="122660" y="139133"/>
                </a:lnTo>
                <a:lnTo>
                  <a:pt x="12266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18">
            <a:extLst>
              <a:ext uri="{FF2B5EF4-FFF2-40B4-BE49-F238E27FC236}">
                <a16:creationId xmlns:a16="http://schemas.microsoft.com/office/drawing/2014/main" id="{3431272E-DF9D-8017-88FF-4F30F6559579}"/>
              </a:ext>
            </a:extLst>
          </p:cNvPr>
          <p:cNvSpPr/>
          <p:nvPr/>
        </p:nvSpPr>
        <p:spPr>
          <a:xfrm>
            <a:off x="10479638" y="2255220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7" y="0"/>
                </a:moveTo>
                <a:lnTo>
                  <a:pt x="0" y="40886"/>
                </a:lnTo>
                <a:lnTo>
                  <a:pt x="0" y="180019"/>
                </a:lnTo>
                <a:lnTo>
                  <a:pt x="40887" y="139132"/>
                </a:lnTo>
                <a:lnTo>
                  <a:pt x="40887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19">
            <a:extLst>
              <a:ext uri="{FF2B5EF4-FFF2-40B4-BE49-F238E27FC236}">
                <a16:creationId xmlns:a16="http://schemas.microsoft.com/office/drawing/2014/main" id="{84E9A1B5-0747-8655-8EF1-BCDDCB51B6F8}"/>
              </a:ext>
            </a:extLst>
          </p:cNvPr>
          <p:cNvSpPr/>
          <p:nvPr/>
        </p:nvSpPr>
        <p:spPr>
          <a:xfrm>
            <a:off x="10356977" y="225522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6" y="0"/>
                </a:lnTo>
                <a:lnTo>
                  <a:pt x="0" y="40886"/>
                </a:lnTo>
                <a:lnTo>
                  <a:pt x="122660" y="40886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0">
            <a:extLst>
              <a:ext uri="{FF2B5EF4-FFF2-40B4-BE49-F238E27FC236}">
                <a16:creationId xmlns:a16="http://schemas.microsoft.com/office/drawing/2014/main" id="{70A80A15-B409-9AAB-D7C1-A22E0DA87F23}"/>
              </a:ext>
            </a:extLst>
          </p:cNvPr>
          <p:cNvSpPr/>
          <p:nvPr/>
        </p:nvSpPr>
        <p:spPr>
          <a:xfrm>
            <a:off x="10356977" y="2255220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1">
            <a:extLst>
              <a:ext uri="{FF2B5EF4-FFF2-40B4-BE49-F238E27FC236}">
                <a16:creationId xmlns:a16="http://schemas.microsoft.com/office/drawing/2014/main" id="{02105797-EF42-C476-41E2-5A669865EC75}"/>
              </a:ext>
            </a:extLst>
          </p:cNvPr>
          <p:cNvSpPr/>
          <p:nvPr/>
        </p:nvSpPr>
        <p:spPr>
          <a:xfrm>
            <a:off x="10356977" y="225522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2">
            <a:extLst>
              <a:ext uri="{FF2B5EF4-FFF2-40B4-BE49-F238E27FC236}">
                <a16:creationId xmlns:a16="http://schemas.microsoft.com/office/drawing/2014/main" id="{3B1D68EF-0757-086A-843A-FD3E7A55FD31}"/>
              </a:ext>
            </a:extLst>
          </p:cNvPr>
          <p:cNvSpPr/>
          <p:nvPr/>
        </p:nvSpPr>
        <p:spPr>
          <a:xfrm>
            <a:off x="10479638" y="2296107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3">
            <a:extLst>
              <a:ext uri="{FF2B5EF4-FFF2-40B4-BE49-F238E27FC236}">
                <a16:creationId xmlns:a16="http://schemas.microsoft.com/office/drawing/2014/main" id="{3BE0D2A8-8F10-BD89-3318-688BCF2F427F}"/>
              </a:ext>
            </a:extLst>
          </p:cNvPr>
          <p:cNvSpPr/>
          <p:nvPr/>
        </p:nvSpPr>
        <p:spPr>
          <a:xfrm>
            <a:off x="10484769" y="2230627"/>
            <a:ext cx="256031" cy="274320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4">
            <a:extLst>
              <a:ext uri="{FF2B5EF4-FFF2-40B4-BE49-F238E27FC236}">
                <a16:creationId xmlns:a16="http://schemas.microsoft.com/office/drawing/2014/main" id="{0492090B-37D4-263F-7D44-E580993BC762}"/>
              </a:ext>
            </a:extLst>
          </p:cNvPr>
          <p:cNvSpPr/>
          <p:nvPr/>
        </p:nvSpPr>
        <p:spPr>
          <a:xfrm>
            <a:off x="10529623" y="2296106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0" y="0"/>
                </a:moveTo>
                <a:lnTo>
                  <a:pt x="0" y="0"/>
                </a:lnTo>
                <a:lnTo>
                  <a:pt x="0" y="139133"/>
                </a:lnTo>
                <a:lnTo>
                  <a:pt x="122660" y="139133"/>
                </a:lnTo>
                <a:lnTo>
                  <a:pt x="12266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5">
            <a:extLst>
              <a:ext uri="{FF2B5EF4-FFF2-40B4-BE49-F238E27FC236}">
                <a16:creationId xmlns:a16="http://schemas.microsoft.com/office/drawing/2014/main" id="{993C7AD7-36D7-CF48-2A02-278A421CAC28}"/>
              </a:ext>
            </a:extLst>
          </p:cNvPr>
          <p:cNvSpPr/>
          <p:nvPr/>
        </p:nvSpPr>
        <p:spPr>
          <a:xfrm>
            <a:off x="10652284" y="2255220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7" y="0"/>
                </a:moveTo>
                <a:lnTo>
                  <a:pt x="0" y="40886"/>
                </a:lnTo>
                <a:lnTo>
                  <a:pt x="0" y="180019"/>
                </a:lnTo>
                <a:lnTo>
                  <a:pt x="40887" y="139132"/>
                </a:lnTo>
                <a:lnTo>
                  <a:pt x="40887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26">
            <a:extLst>
              <a:ext uri="{FF2B5EF4-FFF2-40B4-BE49-F238E27FC236}">
                <a16:creationId xmlns:a16="http://schemas.microsoft.com/office/drawing/2014/main" id="{D09D5E78-2163-45CB-14E9-7A46C305200B}"/>
              </a:ext>
            </a:extLst>
          </p:cNvPr>
          <p:cNvSpPr/>
          <p:nvPr/>
        </p:nvSpPr>
        <p:spPr>
          <a:xfrm>
            <a:off x="10529623" y="225522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6" y="0"/>
                </a:lnTo>
                <a:lnTo>
                  <a:pt x="0" y="40886"/>
                </a:lnTo>
                <a:lnTo>
                  <a:pt x="122660" y="40886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27">
            <a:extLst>
              <a:ext uri="{FF2B5EF4-FFF2-40B4-BE49-F238E27FC236}">
                <a16:creationId xmlns:a16="http://schemas.microsoft.com/office/drawing/2014/main" id="{2A56CFFE-6DED-F285-6468-E9A0007B4497}"/>
              </a:ext>
            </a:extLst>
          </p:cNvPr>
          <p:cNvSpPr/>
          <p:nvPr/>
        </p:nvSpPr>
        <p:spPr>
          <a:xfrm>
            <a:off x="10529623" y="2255220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28">
            <a:extLst>
              <a:ext uri="{FF2B5EF4-FFF2-40B4-BE49-F238E27FC236}">
                <a16:creationId xmlns:a16="http://schemas.microsoft.com/office/drawing/2014/main" id="{38836EB8-5D4A-8631-A1B8-E4CF852D5D5F}"/>
              </a:ext>
            </a:extLst>
          </p:cNvPr>
          <p:cNvSpPr/>
          <p:nvPr/>
        </p:nvSpPr>
        <p:spPr>
          <a:xfrm>
            <a:off x="10529623" y="225522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29">
            <a:extLst>
              <a:ext uri="{FF2B5EF4-FFF2-40B4-BE49-F238E27FC236}">
                <a16:creationId xmlns:a16="http://schemas.microsoft.com/office/drawing/2014/main" id="{1AF8446A-6D00-2E16-8E5D-341E66A70121}"/>
              </a:ext>
            </a:extLst>
          </p:cNvPr>
          <p:cNvSpPr/>
          <p:nvPr/>
        </p:nvSpPr>
        <p:spPr>
          <a:xfrm>
            <a:off x="10652285" y="2296107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0">
            <a:extLst>
              <a:ext uri="{FF2B5EF4-FFF2-40B4-BE49-F238E27FC236}">
                <a16:creationId xmlns:a16="http://schemas.microsoft.com/office/drawing/2014/main" id="{D4ADB979-A0D2-550C-E899-9C74B7D03912}"/>
              </a:ext>
            </a:extLst>
          </p:cNvPr>
          <p:cNvSpPr/>
          <p:nvPr/>
        </p:nvSpPr>
        <p:spPr>
          <a:xfrm>
            <a:off x="10655457" y="2230627"/>
            <a:ext cx="256031" cy="274320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1">
            <a:extLst>
              <a:ext uri="{FF2B5EF4-FFF2-40B4-BE49-F238E27FC236}">
                <a16:creationId xmlns:a16="http://schemas.microsoft.com/office/drawing/2014/main" id="{EC1FFAB3-BCBC-9E03-3D20-2AD1DB26A99D}"/>
              </a:ext>
            </a:extLst>
          </p:cNvPr>
          <p:cNvSpPr/>
          <p:nvPr/>
        </p:nvSpPr>
        <p:spPr>
          <a:xfrm>
            <a:off x="10702271" y="2296106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0" y="0"/>
                </a:moveTo>
                <a:lnTo>
                  <a:pt x="0" y="0"/>
                </a:lnTo>
                <a:lnTo>
                  <a:pt x="0" y="139133"/>
                </a:lnTo>
                <a:lnTo>
                  <a:pt x="122660" y="139133"/>
                </a:lnTo>
                <a:lnTo>
                  <a:pt x="12266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2">
            <a:extLst>
              <a:ext uri="{FF2B5EF4-FFF2-40B4-BE49-F238E27FC236}">
                <a16:creationId xmlns:a16="http://schemas.microsoft.com/office/drawing/2014/main" id="{24234853-22DE-9859-E3EA-7E706C140300}"/>
              </a:ext>
            </a:extLst>
          </p:cNvPr>
          <p:cNvSpPr/>
          <p:nvPr/>
        </p:nvSpPr>
        <p:spPr>
          <a:xfrm>
            <a:off x="10824931" y="2255220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7" y="0"/>
                </a:moveTo>
                <a:lnTo>
                  <a:pt x="0" y="40886"/>
                </a:lnTo>
                <a:lnTo>
                  <a:pt x="0" y="180019"/>
                </a:lnTo>
                <a:lnTo>
                  <a:pt x="40887" y="139132"/>
                </a:lnTo>
                <a:lnTo>
                  <a:pt x="40887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3">
            <a:extLst>
              <a:ext uri="{FF2B5EF4-FFF2-40B4-BE49-F238E27FC236}">
                <a16:creationId xmlns:a16="http://schemas.microsoft.com/office/drawing/2014/main" id="{16CAB520-48AF-1D4E-18E6-7ADD47A5509C}"/>
              </a:ext>
            </a:extLst>
          </p:cNvPr>
          <p:cNvSpPr/>
          <p:nvPr/>
        </p:nvSpPr>
        <p:spPr>
          <a:xfrm>
            <a:off x="10702271" y="225522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6" y="0"/>
                </a:lnTo>
                <a:lnTo>
                  <a:pt x="0" y="40886"/>
                </a:lnTo>
                <a:lnTo>
                  <a:pt x="122660" y="40886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4">
            <a:extLst>
              <a:ext uri="{FF2B5EF4-FFF2-40B4-BE49-F238E27FC236}">
                <a16:creationId xmlns:a16="http://schemas.microsoft.com/office/drawing/2014/main" id="{E54BA916-BF29-935E-0885-E517F97292DD}"/>
              </a:ext>
            </a:extLst>
          </p:cNvPr>
          <p:cNvSpPr/>
          <p:nvPr/>
        </p:nvSpPr>
        <p:spPr>
          <a:xfrm>
            <a:off x="10702271" y="2255220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5">
            <a:extLst>
              <a:ext uri="{FF2B5EF4-FFF2-40B4-BE49-F238E27FC236}">
                <a16:creationId xmlns:a16="http://schemas.microsoft.com/office/drawing/2014/main" id="{56F28826-0371-B192-123F-FC77C84B49A0}"/>
              </a:ext>
            </a:extLst>
          </p:cNvPr>
          <p:cNvSpPr/>
          <p:nvPr/>
        </p:nvSpPr>
        <p:spPr>
          <a:xfrm>
            <a:off x="10702271" y="225522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36">
            <a:extLst>
              <a:ext uri="{FF2B5EF4-FFF2-40B4-BE49-F238E27FC236}">
                <a16:creationId xmlns:a16="http://schemas.microsoft.com/office/drawing/2014/main" id="{BA9A31E3-06A3-1005-CE46-8E3620BBC489}"/>
              </a:ext>
            </a:extLst>
          </p:cNvPr>
          <p:cNvSpPr/>
          <p:nvPr/>
        </p:nvSpPr>
        <p:spPr>
          <a:xfrm>
            <a:off x="10824932" y="2296107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37">
            <a:extLst>
              <a:ext uri="{FF2B5EF4-FFF2-40B4-BE49-F238E27FC236}">
                <a16:creationId xmlns:a16="http://schemas.microsoft.com/office/drawing/2014/main" id="{F5B90298-F850-F598-64AA-A4545D6AED55}"/>
              </a:ext>
            </a:extLst>
          </p:cNvPr>
          <p:cNvSpPr/>
          <p:nvPr/>
        </p:nvSpPr>
        <p:spPr>
          <a:xfrm>
            <a:off x="10829193" y="2230627"/>
            <a:ext cx="256031" cy="274320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38">
            <a:extLst>
              <a:ext uri="{FF2B5EF4-FFF2-40B4-BE49-F238E27FC236}">
                <a16:creationId xmlns:a16="http://schemas.microsoft.com/office/drawing/2014/main" id="{02B6465F-7A1A-F576-4C5F-3E8A5E17BFF9}"/>
              </a:ext>
            </a:extLst>
          </p:cNvPr>
          <p:cNvSpPr/>
          <p:nvPr/>
        </p:nvSpPr>
        <p:spPr>
          <a:xfrm>
            <a:off x="10874917" y="2296106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0" y="0"/>
                </a:moveTo>
                <a:lnTo>
                  <a:pt x="0" y="0"/>
                </a:lnTo>
                <a:lnTo>
                  <a:pt x="0" y="139133"/>
                </a:lnTo>
                <a:lnTo>
                  <a:pt x="122660" y="139133"/>
                </a:lnTo>
                <a:lnTo>
                  <a:pt x="12266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39">
            <a:extLst>
              <a:ext uri="{FF2B5EF4-FFF2-40B4-BE49-F238E27FC236}">
                <a16:creationId xmlns:a16="http://schemas.microsoft.com/office/drawing/2014/main" id="{4B78F82B-7692-6A66-E15C-160562EE7DE9}"/>
              </a:ext>
            </a:extLst>
          </p:cNvPr>
          <p:cNvSpPr/>
          <p:nvPr/>
        </p:nvSpPr>
        <p:spPr>
          <a:xfrm>
            <a:off x="10997577" y="2255220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7" y="0"/>
                </a:moveTo>
                <a:lnTo>
                  <a:pt x="0" y="40886"/>
                </a:lnTo>
                <a:lnTo>
                  <a:pt x="0" y="180019"/>
                </a:lnTo>
                <a:lnTo>
                  <a:pt x="40887" y="139132"/>
                </a:lnTo>
                <a:lnTo>
                  <a:pt x="40887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0">
            <a:extLst>
              <a:ext uri="{FF2B5EF4-FFF2-40B4-BE49-F238E27FC236}">
                <a16:creationId xmlns:a16="http://schemas.microsoft.com/office/drawing/2014/main" id="{608BF5C8-EF3D-7391-8005-38C854F99843}"/>
              </a:ext>
            </a:extLst>
          </p:cNvPr>
          <p:cNvSpPr/>
          <p:nvPr/>
        </p:nvSpPr>
        <p:spPr>
          <a:xfrm>
            <a:off x="10874917" y="225522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6" y="0"/>
                </a:lnTo>
                <a:lnTo>
                  <a:pt x="0" y="40886"/>
                </a:lnTo>
                <a:lnTo>
                  <a:pt x="122660" y="40886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1">
            <a:extLst>
              <a:ext uri="{FF2B5EF4-FFF2-40B4-BE49-F238E27FC236}">
                <a16:creationId xmlns:a16="http://schemas.microsoft.com/office/drawing/2014/main" id="{B4E6F7FE-C228-402F-A9E7-B638336A9B7E}"/>
              </a:ext>
            </a:extLst>
          </p:cNvPr>
          <p:cNvSpPr/>
          <p:nvPr/>
        </p:nvSpPr>
        <p:spPr>
          <a:xfrm>
            <a:off x="10874917" y="2255220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2">
            <a:extLst>
              <a:ext uri="{FF2B5EF4-FFF2-40B4-BE49-F238E27FC236}">
                <a16:creationId xmlns:a16="http://schemas.microsoft.com/office/drawing/2014/main" id="{9B867B31-D4F7-0DAF-9B93-CF577C78D86A}"/>
              </a:ext>
            </a:extLst>
          </p:cNvPr>
          <p:cNvSpPr/>
          <p:nvPr/>
        </p:nvSpPr>
        <p:spPr>
          <a:xfrm>
            <a:off x="10874917" y="225522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3">
            <a:extLst>
              <a:ext uri="{FF2B5EF4-FFF2-40B4-BE49-F238E27FC236}">
                <a16:creationId xmlns:a16="http://schemas.microsoft.com/office/drawing/2014/main" id="{A2F65520-FD3B-508B-414B-73AE1AE2400A}"/>
              </a:ext>
            </a:extLst>
          </p:cNvPr>
          <p:cNvSpPr/>
          <p:nvPr/>
        </p:nvSpPr>
        <p:spPr>
          <a:xfrm>
            <a:off x="10997578" y="2296107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4">
            <a:extLst>
              <a:ext uri="{FF2B5EF4-FFF2-40B4-BE49-F238E27FC236}">
                <a16:creationId xmlns:a16="http://schemas.microsoft.com/office/drawing/2014/main" id="{0F8E58B8-B652-74A6-2161-123413D874A3}"/>
              </a:ext>
            </a:extLst>
          </p:cNvPr>
          <p:cNvSpPr/>
          <p:nvPr/>
        </p:nvSpPr>
        <p:spPr>
          <a:xfrm>
            <a:off x="10999881" y="2230627"/>
            <a:ext cx="256031" cy="274320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5">
            <a:extLst>
              <a:ext uri="{FF2B5EF4-FFF2-40B4-BE49-F238E27FC236}">
                <a16:creationId xmlns:a16="http://schemas.microsoft.com/office/drawing/2014/main" id="{30C7CEA8-42E6-BDCA-8EEF-DFD5B6FCB10C}"/>
              </a:ext>
            </a:extLst>
          </p:cNvPr>
          <p:cNvSpPr/>
          <p:nvPr/>
        </p:nvSpPr>
        <p:spPr>
          <a:xfrm>
            <a:off x="11047565" y="2296106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0" y="0"/>
                </a:moveTo>
                <a:lnTo>
                  <a:pt x="0" y="0"/>
                </a:lnTo>
                <a:lnTo>
                  <a:pt x="0" y="139133"/>
                </a:lnTo>
                <a:lnTo>
                  <a:pt x="122660" y="139133"/>
                </a:lnTo>
                <a:lnTo>
                  <a:pt x="12266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46">
            <a:extLst>
              <a:ext uri="{FF2B5EF4-FFF2-40B4-BE49-F238E27FC236}">
                <a16:creationId xmlns:a16="http://schemas.microsoft.com/office/drawing/2014/main" id="{7E7FB70B-C9BB-D872-384E-59B938DDCAF3}"/>
              </a:ext>
            </a:extLst>
          </p:cNvPr>
          <p:cNvSpPr/>
          <p:nvPr/>
        </p:nvSpPr>
        <p:spPr>
          <a:xfrm>
            <a:off x="11170225" y="2255220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6" y="0"/>
                </a:moveTo>
                <a:lnTo>
                  <a:pt x="0" y="40886"/>
                </a:lnTo>
                <a:lnTo>
                  <a:pt x="0" y="180019"/>
                </a:lnTo>
                <a:lnTo>
                  <a:pt x="40886" y="139132"/>
                </a:lnTo>
                <a:lnTo>
                  <a:pt x="40886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47">
            <a:extLst>
              <a:ext uri="{FF2B5EF4-FFF2-40B4-BE49-F238E27FC236}">
                <a16:creationId xmlns:a16="http://schemas.microsoft.com/office/drawing/2014/main" id="{D7F7752C-E074-8FC5-5AF7-1DDB60F35230}"/>
              </a:ext>
            </a:extLst>
          </p:cNvPr>
          <p:cNvSpPr/>
          <p:nvPr/>
        </p:nvSpPr>
        <p:spPr>
          <a:xfrm>
            <a:off x="11047565" y="225522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6" y="0"/>
                </a:moveTo>
                <a:lnTo>
                  <a:pt x="40886" y="0"/>
                </a:lnTo>
                <a:lnTo>
                  <a:pt x="0" y="40886"/>
                </a:lnTo>
                <a:lnTo>
                  <a:pt x="122660" y="40886"/>
                </a:lnTo>
                <a:lnTo>
                  <a:pt x="163546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48">
            <a:extLst>
              <a:ext uri="{FF2B5EF4-FFF2-40B4-BE49-F238E27FC236}">
                <a16:creationId xmlns:a16="http://schemas.microsoft.com/office/drawing/2014/main" id="{B252FDA5-52C8-3575-321F-E5E807ADD3BB}"/>
              </a:ext>
            </a:extLst>
          </p:cNvPr>
          <p:cNvSpPr/>
          <p:nvPr/>
        </p:nvSpPr>
        <p:spPr>
          <a:xfrm>
            <a:off x="11047565" y="2255220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49">
            <a:extLst>
              <a:ext uri="{FF2B5EF4-FFF2-40B4-BE49-F238E27FC236}">
                <a16:creationId xmlns:a16="http://schemas.microsoft.com/office/drawing/2014/main" id="{41B7F9FE-57B0-4D39-5E07-490AFAD7A7F8}"/>
              </a:ext>
            </a:extLst>
          </p:cNvPr>
          <p:cNvSpPr/>
          <p:nvPr/>
        </p:nvSpPr>
        <p:spPr>
          <a:xfrm>
            <a:off x="11047565" y="225522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0">
            <a:extLst>
              <a:ext uri="{FF2B5EF4-FFF2-40B4-BE49-F238E27FC236}">
                <a16:creationId xmlns:a16="http://schemas.microsoft.com/office/drawing/2014/main" id="{60C43C97-1310-9562-6864-0BE1304C6770}"/>
              </a:ext>
            </a:extLst>
          </p:cNvPr>
          <p:cNvSpPr/>
          <p:nvPr/>
        </p:nvSpPr>
        <p:spPr>
          <a:xfrm>
            <a:off x="11170226" y="2296107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1">
            <a:extLst>
              <a:ext uri="{FF2B5EF4-FFF2-40B4-BE49-F238E27FC236}">
                <a16:creationId xmlns:a16="http://schemas.microsoft.com/office/drawing/2014/main" id="{1A09585F-3A93-E04F-268A-2331031487E6}"/>
              </a:ext>
            </a:extLst>
          </p:cNvPr>
          <p:cNvSpPr/>
          <p:nvPr/>
        </p:nvSpPr>
        <p:spPr>
          <a:xfrm>
            <a:off x="11173618" y="2230627"/>
            <a:ext cx="256031" cy="27432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2">
            <a:extLst>
              <a:ext uri="{FF2B5EF4-FFF2-40B4-BE49-F238E27FC236}">
                <a16:creationId xmlns:a16="http://schemas.microsoft.com/office/drawing/2014/main" id="{AC5E4415-C918-6446-1219-2A116AF6F183}"/>
              </a:ext>
            </a:extLst>
          </p:cNvPr>
          <p:cNvSpPr/>
          <p:nvPr/>
        </p:nvSpPr>
        <p:spPr>
          <a:xfrm>
            <a:off x="11220217" y="2296106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0" y="0"/>
                </a:moveTo>
                <a:lnTo>
                  <a:pt x="0" y="0"/>
                </a:lnTo>
                <a:lnTo>
                  <a:pt x="0" y="139133"/>
                </a:lnTo>
                <a:lnTo>
                  <a:pt x="122660" y="139133"/>
                </a:lnTo>
                <a:lnTo>
                  <a:pt x="12266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3">
            <a:extLst>
              <a:ext uri="{FF2B5EF4-FFF2-40B4-BE49-F238E27FC236}">
                <a16:creationId xmlns:a16="http://schemas.microsoft.com/office/drawing/2014/main" id="{3A3E0C70-8D0E-B84D-6DF2-54D684B8D40C}"/>
              </a:ext>
            </a:extLst>
          </p:cNvPr>
          <p:cNvSpPr/>
          <p:nvPr/>
        </p:nvSpPr>
        <p:spPr>
          <a:xfrm>
            <a:off x="11342878" y="2255220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7" y="0"/>
                </a:moveTo>
                <a:lnTo>
                  <a:pt x="0" y="40886"/>
                </a:lnTo>
                <a:lnTo>
                  <a:pt x="0" y="180019"/>
                </a:lnTo>
                <a:lnTo>
                  <a:pt x="40887" y="139132"/>
                </a:lnTo>
                <a:lnTo>
                  <a:pt x="40887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4">
            <a:extLst>
              <a:ext uri="{FF2B5EF4-FFF2-40B4-BE49-F238E27FC236}">
                <a16:creationId xmlns:a16="http://schemas.microsoft.com/office/drawing/2014/main" id="{63A50E72-AEEC-0BA1-ED7D-5E54FCAA898C}"/>
              </a:ext>
            </a:extLst>
          </p:cNvPr>
          <p:cNvSpPr/>
          <p:nvPr/>
        </p:nvSpPr>
        <p:spPr>
          <a:xfrm>
            <a:off x="11220217" y="225522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7" y="0"/>
                </a:lnTo>
                <a:lnTo>
                  <a:pt x="0" y="40886"/>
                </a:lnTo>
                <a:lnTo>
                  <a:pt x="122660" y="40886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5">
            <a:extLst>
              <a:ext uri="{FF2B5EF4-FFF2-40B4-BE49-F238E27FC236}">
                <a16:creationId xmlns:a16="http://schemas.microsoft.com/office/drawing/2014/main" id="{2E715D2A-B261-525A-906E-22FA7D4250B8}"/>
              </a:ext>
            </a:extLst>
          </p:cNvPr>
          <p:cNvSpPr/>
          <p:nvPr/>
        </p:nvSpPr>
        <p:spPr>
          <a:xfrm>
            <a:off x="11220217" y="2255220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56">
            <a:extLst>
              <a:ext uri="{FF2B5EF4-FFF2-40B4-BE49-F238E27FC236}">
                <a16:creationId xmlns:a16="http://schemas.microsoft.com/office/drawing/2014/main" id="{7A5A9E4C-D5D9-03B1-741E-CA1DEEF8AC02}"/>
              </a:ext>
            </a:extLst>
          </p:cNvPr>
          <p:cNvSpPr/>
          <p:nvPr/>
        </p:nvSpPr>
        <p:spPr>
          <a:xfrm>
            <a:off x="11220217" y="225522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57">
            <a:extLst>
              <a:ext uri="{FF2B5EF4-FFF2-40B4-BE49-F238E27FC236}">
                <a16:creationId xmlns:a16="http://schemas.microsoft.com/office/drawing/2014/main" id="{F83FE15C-36B3-E025-9538-3C5AED2D476C}"/>
              </a:ext>
            </a:extLst>
          </p:cNvPr>
          <p:cNvSpPr/>
          <p:nvPr/>
        </p:nvSpPr>
        <p:spPr>
          <a:xfrm>
            <a:off x="11342879" y="2296107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58">
            <a:extLst>
              <a:ext uri="{FF2B5EF4-FFF2-40B4-BE49-F238E27FC236}">
                <a16:creationId xmlns:a16="http://schemas.microsoft.com/office/drawing/2014/main" id="{BD0B87E4-BED4-FF31-F4A6-4F1A097C45F7}"/>
              </a:ext>
            </a:extLst>
          </p:cNvPr>
          <p:cNvSpPr/>
          <p:nvPr/>
        </p:nvSpPr>
        <p:spPr>
          <a:xfrm>
            <a:off x="7549545" y="3672332"/>
            <a:ext cx="256031" cy="271271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59">
            <a:extLst>
              <a:ext uri="{FF2B5EF4-FFF2-40B4-BE49-F238E27FC236}">
                <a16:creationId xmlns:a16="http://schemas.microsoft.com/office/drawing/2014/main" id="{73D592F4-E81D-5A41-DD50-CF457D69D1B1}"/>
              </a:ext>
            </a:extLst>
          </p:cNvPr>
          <p:cNvSpPr/>
          <p:nvPr/>
        </p:nvSpPr>
        <p:spPr>
          <a:xfrm>
            <a:off x="7594624" y="3736266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1" y="0"/>
                </a:moveTo>
                <a:lnTo>
                  <a:pt x="0" y="0"/>
                </a:lnTo>
                <a:lnTo>
                  <a:pt x="0" y="139133"/>
                </a:lnTo>
                <a:lnTo>
                  <a:pt x="122661" y="139133"/>
                </a:lnTo>
                <a:lnTo>
                  <a:pt x="122661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0">
            <a:extLst>
              <a:ext uri="{FF2B5EF4-FFF2-40B4-BE49-F238E27FC236}">
                <a16:creationId xmlns:a16="http://schemas.microsoft.com/office/drawing/2014/main" id="{AD4197B6-D501-BA2D-E72F-FBC975C1B50A}"/>
              </a:ext>
            </a:extLst>
          </p:cNvPr>
          <p:cNvSpPr/>
          <p:nvPr/>
        </p:nvSpPr>
        <p:spPr>
          <a:xfrm>
            <a:off x="7717286" y="3695380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6" y="0"/>
                </a:moveTo>
                <a:lnTo>
                  <a:pt x="0" y="40886"/>
                </a:lnTo>
                <a:lnTo>
                  <a:pt x="0" y="180019"/>
                </a:lnTo>
                <a:lnTo>
                  <a:pt x="40886" y="139132"/>
                </a:lnTo>
                <a:lnTo>
                  <a:pt x="40886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1">
            <a:extLst>
              <a:ext uri="{FF2B5EF4-FFF2-40B4-BE49-F238E27FC236}">
                <a16:creationId xmlns:a16="http://schemas.microsoft.com/office/drawing/2014/main" id="{6039CD73-1E39-48F9-7CA6-C28D54B1EECB}"/>
              </a:ext>
            </a:extLst>
          </p:cNvPr>
          <p:cNvSpPr/>
          <p:nvPr/>
        </p:nvSpPr>
        <p:spPr>
          <a:xfrm>
            <a:off x="7594624" y="369538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7" y="0"/>
                </a:lnTo>
                <a:lnTo>
                  <a:pt x="0" y="40886"/>
                </a:lnTo>
                <a:lnTo>
                  <a:pt x="122661" y="40886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2">
            <a:extLst>
              <a:ext uri="{FF2B5EF4-FFF2-40B4-BE49-F238E27FC236}">
                <a16:creationId xmlns:a16="http://schemas.microsoft.com/office/drawing/2014/main" id="{80341A5A-95B1-1CA3-0D63-97A7437CC425}"/>
              </a:ext>
            </a:extLst>
          </p:cNvPr>
          <p:cNvSpPr/>
          <p:nvPr/>
        </p:nvSpPr>
        <p:spPr>
          <a:xfrm>
            <a:off x="7594624" y="3695380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3">
            <a:extLst>
              <a:ext uri="{FF2B5EF4-FFF2-40B4-BE49-F238E27FC236}">
                <a16:creationId xmlns:a16="http://schemas.microsoft.com/office/drawing/2014/main" id="{4AFF523F-83DD-CE85-95D2-DAC97A5D4B71}"/>
              </a:ext>
            </a:extLst>
          </p:cNvPr>
          <p:cNvSpPr/>
          <p:nvPr/>
        </p:nvSpPr>
        <p:spPr>
          <a:xfrm>
            <a:off x="7594624" y="369538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4">
            <a:extLst>
              <a:ext uri="{FF2B5EF4-FFF2-40B4-BE49-F238E27FC236}">
                <a16:creationId xmlns:a16="http://schemas.microsoft.com/office/drawing/2014/main" id="{A4D788F3-98FF-9C3E-F11D-AF8DB5BB5FC3}"/>
              </a:ext>
            </a:extLst>
          </p:cNvPr>
          <p:cNvSpPr/>
          <p:nvPr/>
        </p:nvSpPr>
        <p:spPr>
          <a:xfrm>
            <a:off x="7717285" y="3736267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5">
            <a:extLst>
              <a:ext uri="{FF2B5EF4-FFF2-40B4-BE49-F238E27FC236}">
                <a16:creationId xmlns:a16="http://schemas.microsoft.com/office/drawing/2014/main" id="{416240CD-D9DB-CA54-30F5-BAC0DDDC8513}"/>
              </a:ext>
            </a:extLst>
          </p:cNvPr>
          <p:cNvSpPr/>
          <p:nvPr/>
        </p:nvSpPr>
        <p:spPr>
          <a:xfrm>
            <a:off x="7720233" y="3672332"/>
            <a:ext cx="256031" cy="271271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66">
            <a:extLst>
              <a:ext uri="{FF2B5EF4-FFF2-40B4-BE49-F238E27FC236}">
                <a16:creationId xmlns:a16="http://schemas.microsoft.com/office/drawing/2014/main" id="{F9D7CE1D-1D96-8E04-498A-77CD08883D66}"/>
              </a:ext>
            </a:extLst>
          </p:cNvPr>
          <p:cNvSpPr/>
          <p:nvPr/>
        </p:nvSpPr>
        <p:spPr>
          <a:xfrm>
            <a:off x="7767271" y="3736266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0" y="0"/>
                </a:moveTo>
                <a:lnTo>
                  <a:pt x="0" y="0"/>
                </a:lnTo>
                <a:lnTo>
                  <a:pt x="0" y="139133"/>
                </a:lnTo>
                <a:lnTo>
                  <a:pt x="122660" y="139133"/>
                </a:lnTo>
                <a:lnTo>
                  <a:pt x="12266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67">
            <a:extLst>
              <a:ext uri="{FF2B5EF4-FFF2-40B4-BE49-F238E27FC236}">
                <a16:creationId xmlns:a16="http://schemas.microsoft.com/office/drawing/2014/main" id="{188AC5A6-D805-CE52-E9A9-71C66CDF7F29}"/>
              </a:ext>
            </a:extLst>
          </p:cNvPr>
          <p:cNvSpPr/>
          <p:nvPr/>
        </p:nvSpPr>
        <p:spPr>
          <a:xfrm>
            <a:off x="7889932" y="3695380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7" y="0"/>
                </a:moveTo>
                <a:lnTo>
                  <a:pt x="0" y="40886"/>
                </a:lnTo>
                <a:lnTo>
                  <a:pt x="0" y="180019"/>
                </a:lnTo>
                <a:lnTo>
                  <a:pt x="40887" y="139132"/>
                </a:lnTo>
                <a:lnTo>
                  <a:pt x="40887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68">
            <a:extLst>
              <a:ext uri="{FF2B5EF4-FFF2-40B4-BE49-F238E27FC236}">
                <a16:creationId xmlns:a16="http://schemas.microsoft.com/office/drawing/2014/main" id="{2EE6B5F7-FC17-8274-8469-0935833BB148}"/>
              </a:ext>
            </a:extLst>
          </p:cNvPr>
          <p:cNvSpPr/>
          <p:nvPr/>
        </p:nvSpPr>
        <p:spPr>
          <a:xfrm>
            <a:off x="7767271" y="369538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6" y="0"/>
                </a:lnTo>
                <a:lnTo>
                  <a:pt x="0" y="40886"/>
                </a:lnTo>
                <a:lnTo>
                  <a:pt x="122660" y="40886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69">
            <a:extLst>
              <a:ext uri="{FF2B5EF4-FFF2-40B4-BE49-F238E27FC236}">
                <a16:creationId xmlns:a16="http://schemas.microsoft.com/office/drawing/2014/main" id="{DADCAFA4-29C8-A0B8-6F47-A93E27D81B78}"/>
              </a:ext>
            </a:extLst>
          </p:cNvPr>
          <p:cNvSpPr/>
          <p:nvPr/>
        </p:nvSpPr>
        <p:spPr>
          <a:xfrm>
            <a:off x="7767271" y="3695380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0">
            <a:extLst>
              <a:ext uri="{FF2B5EF4-FFF2-40B4-BE49-F238E27FC236}">
                <a16:creationId xmlns:a16="http://schemas.microsoft.com/office/drawing/2014/main" id="{79F569D2-D6A4-E425-9D93-9ED7FB59C676}"/>
              </a:ext>
            </a:extLst>
          </p:cNvPr>
          <p:cNvSpPr/>
          <p:nvPr/>
        </p:nvSpPr>
        <p:spPr>
          <a:xfrm>
            <a:off x="7767271" y="369538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1">
            <a:extLst>
              <a:ext uri="{FF2B5EF4-FFF2-40B4-BE49-F238E27FC236}">
                <a16:creationId xmlns:a16="http://schemas.microsoft.com/office/drawing/2014/main" id="{5E4C30CD-031B-FD5C-3CC2-36B5C8C01487}"/>
              </a:ext>
            </a:extLst>
          </p:cNvPr>
          <p:cNvSpPr/>
          <p:nvPr/>
        </p:nvSpPr>
        <p:spPr>
          <a:xfrm>
            <a:off x="7889933" y="3736267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2">
            <a:extLst>
              <a:ext uri="{FF2B5EF4-FFF2-40B4-BE49-F238E27FC236}">
                <a16:creationId xmlns:a16="http://schemas.microsoft.com/office/drawing/2014/main" id="{83602375-0074-AA74-4746-6F5556750438}"/>
              </a:ext>
            </a:extLst>
          </p:cNvPr>
          <p:cNvSpPr/>
          <p:nvPr/>
        </p:nvSpPr>
        <p:spPr>
          <a:xfrm>
            <a:off x="7893969" y="3672332"/>
            <a:ext cx="256031" cy="271271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3">
            <a:extLst>
              <a:ext uri="{FF2B5EF4-FFF2-40B4-BE49-F238E27FC236}">
                <a16:creationId xmlns:a16="http://schemas.microsoft.com/office/drawing/2014/main" id="{74406889-6824-2C00-BD12-DE6B9E62FA14}"/>
              </a:ext>
            </a:extLst>
          </p:cNvPr>
          <p:cNvSpPr/>
          <p:nvPr/>
        </p:nvSpPr>
        <p:spPr>
          <a:xfrm>
            <a:off x="7939918" y="3736266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1" y="0"/>
                </a:moveTo>
                <a:lnTo>
                  <a:pt x="0" y="0"/>
                </a:lnTo>
                <a:lnTo>
                  <a:pt x="0" y="139133"/>
                </a:lnTo>
                <a:lnTo>
                  <a:pt x="122661" y="139133"/>
                </a:lnTo>
                <a:lnTo>
                  <a:pt x="122661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4">
            <a:extLst>
              <a:ext uri="{FF2B5EF4-FFF2-40B4-BE49-F238E27FC236}">
                <a16:creationId xmlns:a16="http://schemas.microsoft.com/office/drawing/2014/main" id="{DCD9FEB9-B644-D282-CAC2-8C1D6976D045}"/>
              </a:ext>
            </a:extLst>
          </p:cNvPr>
          <p:cNvSpPr/>
          <p:nvPr/>
        </p:nvSpPr>
        <p:spPr>
          <a:xfrm>
            <a:off x="8062580" y="3695380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6" y="0"/>
                </a:moveTo>
                <a:lnTo>
                  <a:pt x="0" y="40886"/>
                </a:lnTo>
                <a:lnTo>
                  <a:pt x="0" y="180019"/>
                </a:lnTo>
                <a:lnTo>
                  <a:pt x="40886" y="139132"/>
                </a:lnTo>
                <a:lnTo>
                  <a:pt x="40886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5">
            <a:extLst>
              <a:ext uri="{FF2B5EF4-FFF2-40B4-BE49-F238E27FC236}">
                <a16:creationId xmlns:a16="http://schemas.microsoft.com/office/drawing/2014/main" id="{CB8D721F-23A1-E8A3-3A7A-6BC3166587C3}"/>
              </a:ext>
            </a:extLst>
          </p:cNvPr>
          <p:cNvSpPr/>
          <p:nvPr/>
        </p:nvSpPr>
        <p:spPr>
          <a:xfrm>
            <a:off x="7939918" y="369538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7" y="0"/>
                </a:lnTo>
                <a:lnTo>
                  <a:pt x="0" y="40886"/>
                </a:lnTo>
                <a:lnTo>
                  <a:pt x="122661" y="40886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76">
            <a:extLst>
              <a:ext uri="{FF2B5EF4-FFF2-40B4-BE49-F238E27FC236}">
                <a16:creationId xmlns:a16="http://schemas.microsoft.com/office/drawing/2014/main" id="{A6FC1A75-DA1B-102E-6BD4-408816EBF099}"/>
              </a:ext>
            </a:extLst>
          </p:cNvPr>
          <p:cNvSpPr/>
          <p:nvPr/>
        </p:nvSpPr>
        <p:spPr>
          <a:xfrm>
            <a:off x="7939918" y="3695380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77">
            <a:extLst>
              <a:ext uri="{FF2B5EF4-FFF2-40B4-BE49-F238E27FC236}">
                <a16:creationId xmlns:a16="http://schemas.microsoft.com/office/drawing/2014/main" id="{8419C7F8-41A4-8C02-2E7A-BE3DF5420E76}"/>
              </a:ext>
            </a:extLst>
          </p:cNvPr>
          <p:cNvSpPr/>
          <p:nvPr/>
        </p:nvSpPr>
        <p:spPr>
          <a:xfrm>
            <a:off x="7939918" y="369538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78">
            <a:extLst>
              <a:ext uri="{FF2B5EF4-FFF2-40B4-BE49-F238E27FC236}">
                <a16:creationId xmlns:a16="http://schemas.microsoft.com/office/drawing/2014/main" id="{13468CAB-2105-9B83-91D5-4CCE77C61C71}"/>
              </a:ext>
            </a:extLst>
          </p:cNvPr>
          <p:cNvSpPr/>
          <p:nvPr/>
        </p:nvSpPr>
        <p:spPr>
          <a:xfrm>
            <a:off x="8062579" y="3736267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79">
            <a:extLst>
              <a:ext uri="{FF2B5EF4-FFF2-40B4-BE49-F238E27FC236}">
                <a16:creationId xmlns:a16="http://schemas.microsoft.com/office/drawing/2014/main" id="{7E9E3F30-FE25-3B14-1F17-3280BD00A0E7}"/>
              </a:ext>
            </a:extLst>
          </p:cNvPr>
          <p:cNvSpPr/>
          <p:nvPr/>
        </p:nvSpPr>
        <p:spPr>
          <a:xfrm>
            <a:off x="8067706" y="3672332"/>
            <a:ext cx="256031" cy="271271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0">
            <a:extLst>
              <a:ext uri="{FF2B5EF4-FFF2-40B4-BE49-F238E27FC236}">
                <a16:creationId xmlns:a16="http://schemas.microsoft.com/office/drawing/2014/main" id="{3706C4D5-69F6-F33C-137E-0EEE795F5E1A}"/>
              </a:ext>
            </a:extLst>
          </p:cNvPr>
          <p:cNvSpPr/>
          <p:nvPr/>
        </p:nvSpPr>
        <p:spPr>
          <a:xfrm>
            <a:off x="8112566" y="3695379"/>
            <a:ext cx="163546" cy="180019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1">
            <a:extLst>
              <a:ext uri="{FF2B5EF4-FFF2-40B4-BE49-F238E27FC236}">
                <a16:creationId xmlns:a16="http://schemas.microsoft.com/office/drawing/2014/main" id="{12318CBE-99FF-135C-B5A9-A5EE248950EC}"/>
              </a:ext>
            </a:extLst>
          </p:cNvPr>
          <p:cNvSpPr/>
          <p:nvPr/>
        </p:nvSpPr>
        <p:spPr>
          <a:xfrm>
            <a:off x="8112566" y="3695380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2">
            <a:extLst>
              <a:ext uri="{FF2B5EF4-FFF2-40B4-BE49-F238E27FC236}">
                <a16:creationId xmlns:a16="http://schemas.microsoft.com/office/drawing/2014/main" id="{1D53CD3C-1A32-98B7-15EF-1A99AEB59B5D}"/>
              </a:ext>
            </a:extLst>
          </p:cNvPr>
          <p:cNvSpPr/>
          <p:nvPr/>
        </p:nvSpPr>
        <p:spPr>
          <a:xfrm>
            <a:off x="8112566" y="369538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3">
            <a:extLst>
              <a:ext uri="{FF2B5EF4-FFF2-40B4-BE49-F238E27FC236}">
                <a16:creationId xmlns:a16="http://schemas.microsoft.com/office/drawing/2014/main" id="{190D5C59-F895-51ED-5635-3B7619CFAAF6}"/>
              </a:ext>
            </a:extLst>
          </p:cNvPr>
          <p:cNvSpPr/>
          <p:nvPr/>
        </p:nvSpPr>
        <p:spPr>
          <a:xfrm>
            <a:off x="8235227" y="3736267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4">
            <a:extLst>
              <a:ext uri="{FF2B5EF4-FFF2-40B4-BE49-F238E27FC236}">
                <a16:creationId xmlns:a16="http://schemas.microsoft.com/office/drawing/2014/main" id="{2BA6CA36-AB2C-A63E-35B0-EA22C3866656}"/>
              </a:ext>
            </a:extLst>
          </p:cNvPr>
          <p:cNvSpPr/>
          <p:nvPr/>
        </p:nvSpPr>
        <p:spPr>
          <a:xfrm>
            <a:off x="8238393" y="3672332"/>
            <a:ext cx="256031" cy="271271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5">
            <a:extLst>
              <a:ext uri="{FF2B5EF4-FFF2-40B4-BE49-F238E27FC236}">
                <a16:creationId xmlns:a16="http://schemas.microsoft.com/office/drawing/2014/main" id="{BC482EFB-E832-0325-4AF2-82CCEB5823C3}"/>
              </a:ext>
            </a:extLst>
          </p:cNvPr>
          <p:cNvSpPr/>
          <p:nvPr/>
        </p:nvSpPr>
        <p:spPr>
          <a:xfrm>
            <a:off x="8285212" y="3695379"/>
            <a:ext cx="163548" cy="180019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86">
            <a:extLst>
              <a:ext uri="{FF2B5EF4-FFF2-40B4-BE49-F238E27FC236}">
                <a16:creationId xmlns:a16="http://schemas.microsoft.com/office/drawing/2014/main" id="{C984A794-2E01-7BF4-012B-B334D3027948}"/>
              </a:ext>
            </a:extLst>
          </p:cNvPr>
          <p:cNvSpPr/>
          <p:nvPr/>
        </p:nvSpPr>
        <p:spPr>
          <a:xfrm>
            <a:off x="8285212" y="3695380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87">
            <a:extLst>
              <a:ext uri="{FF2B5EF4-FFF2-40B4-BE49-F238E27FC236}">
                <a16:creationId xmlns:a16="http://schemas.microsoft.com/office/drawing/2014/main" id="{CFF66F93-C995-66CC-DC7F-E3FF1EB09C8B}"/>
              </a:ext>
            </a:extLst>
          </p:cNvPr>
          <p:cNvSpPr/>
          <p:nvPr/>
        </p:nvSpPr>
        <p:spPr>
          <a:xfrm>
            <a:off x="8285212" y="369538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88">
            <a:extLst>
              <a:ext uri="{FF2B5EF4-FFF2-40B4-BE49-F238E27FC236}">
                <a16:creationId xmlns:a16="http://schemas.microsoft.com/office/drawing/2014/main" id="{1A3D3214-8891-4A15-D9C9-8F9B10B9ACA7}"/>
              </a:ext>
            </a:extLst>
          </p:cNvPr>
          <p:cNvSpPr/>
          <p:nvPr/>
        </p:nvSpPr>
        <p:spPr>
          <a:xfrm>
            <a:off x="8407873" y="3736267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89">
            <a:extLst>
              <a:ext uri="{FF2B5EF4-FFF2-40B4-BE49-F238E27FC236}">
                <a16:creationId xmlns:a16="http://schemas.microsoft.com/office/drawing/2014/main" id="{7F9CEA9A-2D87-AC36-70B1-97481244A204}"/>
              </a:ext>
            </a:extLst>
          </p:cNvPr>
          <p:cNvSpPr/>
          <p:nvPr/>
        </p:nvSpPr>
        <p:spPr>
          <a:xfrm>
            <a:off x="8412130" y="3672332"/>
            <a:ext cx="256031" cy="271271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0">
            <a:extLst>
              <a:ext uri="{FF2B5EF4-FFF2-40B4-BE49-F238E27FC236}">
                <a16:creationId xmlns:a16="http://schemas.microsoft.com/office/drawing/2014/main" id="{47F447E8-C397-B2A4-F213-6C41FF645E41}"/>
              </a:ext>
            </a:extLst>
          </p:cNvPr>
          <p:cNvSpPr/>
          <p:nvPr/>
        </p:nvSpPr>
        <p:spPr>
          <a:xfrm>
            <a:off x="8457859" y="3695379"/>
            <a:ext cx="163548" cy="180019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91">
            <a:extLst>
              <a:ext uri="{FF2B5EF4-FFF2-40B4-BE49-F238E27FC236}">
                <a16:creationId xmlns:a16="http://schemas.microsoft.com/office/drawing/2014/main" id="{5A609495-149D-43C8-8A05-557E4DFD974C}"/>
              </a:ext>
            </a:extLst>
          </p:cNvPr>
          <p:cNvSpPr/>
          <p:nvPr/>
        </p:nvSpPr>
        <p:spPr>
          <a:xfrm>
            <a:off x="8457858" y="3695380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92">
            <a:extLst>
              <a:ext uri="{FF2B5EF4-FFF2-40B4-BE49-F238E27FC236}">
                <a16:creationId xmlns:a16="http://schemas.microsoft.com/office/drawing/2014/main" id="{FBE8CCE0-733F-3865-42AF-D9EC4ABA46A4}"/>
              </a:ext>
            </a:extLst>
          </p:cNvPr>
          <p:cNvSpPr/>
          <p:nvPr/>
        </p:nvSpPr>
        <p:spPr>
          <a:xfrm>
            <a:off x="8457858" y="369538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3">
            <a:extLst>
              <a:ext uri="{FF2B5EF4-FFF2-40B4-BE49-F238E27FC236}">
                <a16:creationId xmlns:a16="http://schemas.microsoft.com/office/drawing/2014/main" id="{A2A4D490-744E-6EFC-210D-543995137730}"/>
              </a:ext>
            </a:extLst>
          </p:cNvPr>
          <p:cNvSpPr/>
          <p:nvPr/>
        </p:nvSpPr>
        <p:spPr>
          <a:xfrm>
            <a:off x="8580520" y="3736267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94">
            <a:extLst>
              <a:ext uri="{FF2B5EF4-FFF2-40B4-BE49-F238E27FC236}">
                <a16:creationId xmlns:a16="http://schemas.microsoft.com/office/drawing/2014/main" id="{07843149-3F00-4575-DE99-FD513CEBA25A}"/>
              </a:ext>
            </a:extLst>
          </p:cNvPr>
          <p:cNvSpPr/>
          <p:nvPr/>
        </p:nvSpPr>
        <p:spPr>
          <a:xfrm>
            <a:off x="8582818" y="3672332"/>
            <a:ext cx="256031" cy="271271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195">
            <a:extLst>
              <a:ext uri="{FF2B5EF4-FFF2-40B4-BE49-F238E27FC236}">
                <a16:creationId xmlns:a16="http://schemas.microsoft.com/office/drawing/2014/main" id="{848696D5-E71E-FCA6-6584-CC1D0FD1C507}"/>
              </a:ext>
            </a:extLst>
          </p:cNvPr>
          <p:cNvSpPr/>
          <p:nvPr/>
        </p:nvSpPr>
        <p:spPr>
          <a:xfrm>
            <a:off x="8630506" y="3695379"/>
            <a:ext cx="163548" cy="180019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196">
            <a:extLst>
              <a:ext uri="{FF2B5EF4-FFF2-40B4-BE49-F238E27FC236}">
                <a16:creationId xmlns:a16="http://schemas.microsoft.com/office/drawing/2014/main" id="{5262E4CB-28ED-5100-833D-DC41F874E351}"/>
              </a:ext>
            </a:extLst>
          </p:cNvPr>
          <p:cNvSpPr/>
          <p:nvPr/>
        </p:nvSpPr>
        <p:spPr>
          <a:xfrm>
            <a:off x="8630506" y="3695380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197">
            <a:extLst>
              <a:ext uri="{FF2B5EF4-FFF2-40B4-BE49-F238E27FC236}">
                <a16:creationId xmlns:a16="http://schemas.microsoft.com/office/drawing/2014/main" id="{EFA5064C-DA7F-8138-A80F-37B2D22C5197}"/>
              </a:ext>
            </a:extLst>
          </p:cNvPr>
          <p:cNvSpPr/>
          <p:nvPr/>
        </p:nvSpPr>
        <p:spPr>
          <a:xfrm>
            <a:off x="8630506" y="369538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198">
            <a:extLst>
              <a:ext uri="{FF2B5EF4-FFF2-40B4-BE49-F238E27FC236}">
                <a16:creationId xmlns:a16="http://schemas.microsoft.com/office/drawing/2014/main" id="{34575DBB-08E0-BDA2-79D9-44B7CC619575}"/>
              </a:ext>
            </a:extLst>
          </p:cNvPr>
          <p:cNvSpPr/>
          <p:nvPr/>
        </p:nvSpPr>
        <p:spPr>
          <a:xfrm>
            <a:off x="8753167" y="3736267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199">
            <a:extLst>
              <a:ext uri="{FF2B5EF4-FFF2-40B4-BE49-F238E27FC236}">
                <a16:creationId xmlns:a16="http://schemas.microsoft.com/office/drawing/2014/main" id="{C8FBA2DA-37EF-B504-643D-DEB33F23E1BA}"/>
              </a:ext>
            </a:extLst>
          </p:cNvPr>
          <p:cNvSpPr/>
          <p:nvPr/>
        </p:nvSpPr>
        <p:spPr>
          <a:xfrm>
            <a:off x="8756554" y="3672332"/>
            <a:ext cx="256031" cy="271271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00">
            <a:extLst>
              <a:ext uri="{FF2B5EF4-FFF2-40B4-BE49-F238E27FC236}">
                <a16:creationId xmlns:a16="http://schemas.microsoft.com/office/drawing/2014/main" id="{6EBB2628-4995-381B-B30E-24032D92665F}"/>
              </a:ext>
            </a:extLst>
          </p:cNvPr>
          <p:cNvSpPr/>
          <p:nvPr/>
        </p:nvSpPr>
        <p:spPr>
          <a:xfrm>
            <a:off x="8803154" y="3695379"/>
            <a:ext cx="163548" cy="180019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01">
            <a:extLst>
              <a:ext uri="{FF2B5EF4-FFF2-40B4-BE49-F238E27FC236}">
                <a16:creationId xmlns:a16="http://schemas.microsoft.com/office/drawing/2014/main" id="{8E8347AB-361F-990B-B4CC-A7A9BD944AFE}"/>
              </a:ext>
            </a:extLst>
          </p:cNvPr>
          <p:cNvSpPr/>
          <p:nvPr/>
        </p:nvSpPr>
        <p:spPr>
          <a:xfrm>
            <a:off x="8803153" y="3695380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02">
            <a:extLst>
              <a:ext uri="{FF2B5EF4-FFF2-40B4-BE49-F238E27FC236}">
                <a16:creationId xmlns:a16="http://schemas.microsoft.com/office/drawing/2014/main" id="{32229985-9534-765D-D21A-08F2708BFC5C}"/>
              </a:ext>
            </a:extLst>
          </p:cNvPr>
          <p:cNvSpPr/>
          <p:nvPr/>
        </p:nvSpPr>
        <p:spPr>
          <a:xfrm>
            <a:off x="8803153" y="369538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object 203">
            <a:extLst>
              <a:ext uri="{FF2B5EF4-FFF2-40B4-BE49-F238E27FC236}">
                <a16:creationId xmlns:a16="http://schemas.microsoft.com/office/drawing/2014/main" id="{ED9AB7A5-FE58-5915-85B9-F552215966C8}"/>
              </a:ext>
            </a:extLst>
          </p:cNvPr>
          <p:cNvSpPr/>
          <p:nvPr/>
        </p:nvSpPr>
        <p:spPr>
          <a:xfrm>
            <a:off x="8925815" y="3736267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04">
            <a:extLst>
              <a:ext uri="{FF2B5EF4-FFF2-40B4-BE49-F238E27FC236}">
                <a16:creationId xmlns:a16="http://schemas.microsoft.com/office/drawing/2014/main" id="{8223D3D7-DBC0-B219-4C83-9C64D6AFF211}"/>
              </a:ext>
            </a:extLst>
          </p:cNvPr>
          <p:cNvSpPr/>
          <p:nvPr/>
        </p:nvSpPr>
        <p:spPr>
          <a:xfrm>
            <a:off x="8930290" y="3672332"/>
            <a:ext cx="256031" cy="271271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205">
            <a:extLst>
              <a:ext uri="{FF2B5EF4-FFF2-40B4-BE49-F238E27FC236}">
                <a16:creationId xmlns:a16="http://schemas.microsoft.com/office/drawing/2014/main" id="{84899C85-46AC-20AD-373F-143E97C754F0}"/>
              </a:ext>
            </a:extLst>
          </p:cNvPr>
          <p:cNvSpPr/>
          <p:nvPr/>
        </p:nvSpPr>
        <p:spPr>
          <a:xfrm>
            <a:off x="8975799" y="3695379"/>
            <a:ext cx="163548" cy="180019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206">
            <a:extLst>
              <a:ext uri="{FF2B5EF4-FFF2-40B4-BE49-F238E27FC236}">
                <a16:creationId xmlns:a16="http://schemas.microsoft.com/office/drawing/2014/main" id="{6912F9DB-286D-C9CF-E502-5108699D9E50}"/>
              </a:ext>
            </a:extLst>
          </p:cNvPr>
          <p:cNvSpPr/>
          <p:nvPr/>
        </p:nvSpPr>
        <p:spPr>
          <a:xfrm>
            <a:off x="8975800" y="3695380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207">
            <a:extLst>
              <a:ext uri="{FF2B5EF4-FFF2-40B4-BE49-F238E27FC236}">
                <a16:creationId xmlns:a16="http://schemas.microsoft.com/office/drawing/2014/main" id="{46649CEF-5061-1530-A34B-468F96CEAF28}"/>
              </a:ext>
            </a:extLst>
          </p:cNvPr>
          <p:cNvSpPr/>
          <p:nvPr/>
        </p:nvSpPr>
        <p:spPr>
          <a:xfrm>
            <a:off x="8975800" y="369538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object 208">
            <a:extLst>
              <a:ext uri="{FF2B5EF4-FFF2-40B4-BE49-F238E27FC236}">
                <a16:creationId xmlns:a16="http://schemas.microsoft.com/office/drawing/2014/main" id="{D874C467-75D0-EF35-6422-6613E96409D1}"/>
              </a:ext>
            </a:extLst>
          </p:cNvPr>
          <p:cNvSpPr/>
          <p:nvPr/>
        </p:nvSpPr>
        <p:spPr>
          <a:xfrm>
            <a:off x="9098461" y="3736267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object 209">
            <a:extLst>
              <a:ext uri="{FF2B5EF4-FFF2-40B4-BE49-F238E27FC236}">
                <a16:creationId xmlns:a16="http://schemas.microsoft.com/office/drawing/2014/main" id="{88D5D1D6-CF1B-BF18-F4FC-842CB0C6343D}"/>
              </a:ext>
            </a:extLst>
          </p:cNvPr>
          <p:cNvSpPr/>
          <p:nvPr/>
        </p:nvSpPr>
        <p:spPr>
          <a:xfrm>
            <a:off x="9100978" y="3672332"/>
            <a:ext cx="256031" cy="271271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object 210">
            <a:extLst>
              <a:ext uri="{FF2B5EF4-FFF2-40B4-BE49-F238E27FC236}">
                <a16:creationId xmlns:a16="http://schemas.microsoft.com/office/drawing/2014/main" id="{B3E876F3-2889-3702-A87E-D2388EB60F3A}"/>
              </a:ext>
            </a:extLst>
          </p:cNvPr>
          <p:cNvSpPr/>
          <p:nvPr/>
        </p:nvSpPr>
        <p:spPr>
          <a:xfrm>
            <a:off x="9148447" y="3695379"/>
            <a:ext cx="163548" cy="180019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object 211">
            <a:extLst>
              <a:ext uri="{FF2B5EF4-FFF2-40B4-BE49-F238E27FC236}">
                <a16:creationId xmlns:a16="http://schemas.microsoft.com/office/drawing/2014/main" id="{DA9F02CD-BCB2-DA83-DA32-3BD7C995C378}"/>
              </a:ext>
            </a:extLst>
          </p:cNvPr>
          <p:cNvSpPr/>
          <p:nvPr/>
        </p:nvSpPr>
        <p:spPr>
          <a:xfrm>
            <a:off x="9148448" y="3695380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object 212">
            <a:extLst>
              <a:ext uri="{FF2B5EF4-FFF2-40B4-BE49-F238E27FC236}">
                <a16:creationId xmlns:a16="http://schemas.microsoft.com/office/drawing/2014/main" id="{0B408FCB-F5E9-0359-CA24-73DEB0AEFD62}"/>
              </a:ext>
            </a:extLst>
          </p:cNvPr>
          <p:cNvSpPr/>
          <p:nvPr/>
        </p:nvSpPr>
        <p:spPr>
          <a:xfrm>
            <a:off x="9148448" y="369538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object 213">
            <a:extLst>
              <a:ext uri="{FF2B5EF4-FFF2-40B4-BE49-F238E27FC236}">
                <a16:creationId xmlns:a16="http://schemas.microsoft.com/office/drawing/2014/main" id="{F267F252-FD78-55BA-95E8-8DE2D99B3149}"/>
              </a:ext>
            </a:extLst>
          </p:cNvPr>
          <p:cNvSpPr/>
          <p:nvPr/>
        </p:nvSpPr>
        <p:spPr>
          <a:xfrm>
            <a:off x="9271108" y="3736267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object 214">
            <a:extLst>
              <a:ext uri="{FF2B5EF4-FFF2-40B4-BE49-F238E27FC236}">
                <a16:creationId xmlns:a16="http://schemas.microsoft.com/office/drawing/2014/main" id="{C3B32DBD-B015-5125-90B4-8B30B7A8914D}"/>
              </a:ext>
            </a:extLst>
          </p:cNvPr>
          <p:cNvSpPr/>
          <p:nvPr/>
        </p:nvSpPr>
        <p:spPr>
          <a:xfrm>
            <a:off x="9274714" y="3672332"/>
            <a:ext cx="256031" cy="271271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object 215">
            <a:extLst>
              <a:ext uri="{FF2B5EF4-FFF2-40B4-BE49-F238E27FC236}">
                <a16:creationId xmlns:a16="http://schemas.microsoft.com/office/drawing/2014/main" id="{6E114A48-25BE-52DF-62F4-1D063C6D3C21}"/>
              </a:ext>
            </a:extLst>
          </p:cNvPr>
          <p:cNvSpPr/>
          <p:nvPr/>
        </p:nvSpPr>
        <p:spPr>
          <a:xfrm>
            <a:off x="9321094" y="3695379"/>
            <a:ext cx="163548" cy="180019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object 216">
            <a:extLst>
              <a:ext uri="{FF2B5EF4-FFF2-40B4-BE49-F238E27FC236}">
                <a16:creationId xmlns:a16="http://schemas.microsoft.com/office/drawing/2014/main" id="{068CE428-7D61-4E47-5E3F-A2CF97D6B491}"/>
              </a:ext>
            </a:extLst>
          </p:cNvPr>
          <p:cNvSpPr/>
          <p:nvPr/>
        </p:nvSpPr>
        <p:spPr>
          <a:xfrm>
            <a:off x="9321094" y="3695380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object 217">
            <a:extLst>
              <a:ext uri="{FF2B5EF4-FFF2-40B4-BE49-F238E27FC236}">
                <a16:creationId xmlns:a16="http://schemas.microsoft.com/office/drawing/2014/main" id="{A4F6A123-4A2E-E9C0-362C-0B98237BFD1E}"/>
              </a:ext>
            </a:extLst>
          </p:cNvPr>
          <p:cNvSpPr/>
          <p:nvPr/>
        </p:nvSpPr>
        <p:spPr>
          <a:xfrm>
            <a:off x="9321094" y="369538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object 218">
            <a:extLst>
              <a:ext uri="{FF2B5EF4-FFF2-40B4-BE49-F238E27FC236}">
                <a16:creationId xmlns:a16="http://schemas.microsoft.com/office/drawing/2014/main" id="{5857490B-98D6-DC93-322F-2FDDD7EDBD30}"/>
              </a:ext>
            </a:extLst>
          </p:cNvPr>
          <p:cNvSpPr/>
          <p:nvPr/>
        </p:nvSpPr>
        <p:spPr>
          <a:xfrm>
            <a:off x="9443755" y="3736267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object 219">
            <a:extLst>
              <a:ext uri="{FF2B5EF4-FFF2-40B4-BE49-F238E27FC236}">
                <a16:creationId xmlns:a16="http://schemas.microsoft.com/office/drawing/2014/main" id="{28F3AB86-8EBD-0CFF-3B65-EE10F8D4D2D0}"/>
              </a:ext>
            </a:extLst>
          </p:cNvPr>
          <p:cNvSpPr/>
          <p:nvPr/>
        </p:nvSpPr>
        <p:spPr>
          <a:xfrm>
            <a:off x="9448450" y="3672332"/>
            <a:ext cx="256031" cy="271271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object 220">
            <a:extLst>
              <a:ext uri="{FF2B5EF4-FFF2-40B4-BE49-F238E27FC236}">
                <a16:creationId xmlns:a16="http://schemas.microsoft.com/office/drawing/2014/main" id="{6BA3A5A1-B249-4917-9A15-599D0ED932E0}"/>
              </a:ext>
            </a:extLst>
          </p:cNvPr>
          <p:cNvSpPr/>
          <p:nvPr/>
        </p:nvSpPr>
        <p:spPr>
          <a:xfrm>
            <a:off x="9493741" y="3695379"/>
            <a:ext cx="163548" cy="180019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object 221">
            <a:extLst>
              <a:ext uri="{FF2B5EF4-FFF2-40B4-BE49-F238E27FC236}">
                <a16:creationId xmlns:a16="http://schemas.microsoft.com/office/drawing/2014/main" id="{6390B845-2339-26BD-D982-0AB1C4FB3CDF}"/>
              </a:ext>
            </a:extLst>
          </p:cNvPr>
          <p:cNvSpPr/>
          <p:nvPr/>
        </p:nvSpPr>
        <p:spPr>
          <a:xfrm>
            <a:off x="9493741" y="3695380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object 222">
            <a:extLst>
              <a:ext uri="{FF2B5EF4-FFF2-40B4-BE49-F238E27FC236}">
                <a16:creationId xmlns:a16="http://schemas.microsoft.com/office/drawing/2014/main" id="{52428F5F-685E-0F35-FFD2-A21D738477A6}"/>
              </a:ext>
            </a:extLst>
          </p:cNvPr>
          <p:cNvSpPr/>
          <p:nvPr/>
        </p:nvSpPr>
        <p:spPr>
          <a:xfrm>
            <a:off x="9493741" y="369538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object 223">
            <a:extLst>
              <a:ext uri="{FF2B5EF4-FFF2-40B4-BE49-F238E27FC236}">
                <a16:creationId xmlns:a16="http://schemas.microsoft.com/office/drawing/2014/main" id="{4F3FEA91-BFCB-2480-3948-4081575EBE34}"/>
              </a:ext>
            </a:extLst>
          </p:cNvPr>
          <p:cNvSpPr/>
          <p:nvPr/>
        </p:nvSpPr>
        <p:spPr>
          <a:xfrm>
            <a:off x="9616403" y="3736267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object 224">
            <a:extLst>
              <a:ext uri="{FF2B5EF4-FFF2-40B4-BE49-F238E27FC236}">
                <a16:creationId xmlns:a16="http://schemas.microsoft.com/office/drawing/2014/main" id="{29CA245D-846B-7842-C08A-37949B1D0956}"/>
              </a:ext>
            </a:extLst>
          </p:cNvPr>
          <p:cNvSpPr/>
          <p:nvPr/>
        </p:nvSpPr>
        <p:spPr>
          <a:xfrm>
            <a:off x="9619138" y="3672332"/>
            <a:ext cx="256031" cy="271271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object 225">
            <a:extLst>
              <a:ext uri="{FF2B5EF4-FFF2-40B4-BE49-F238E27FC236}">
                <a16:creationId xmlns:a16="http://schemas.microsoft.com/office/drawing/2014/main" id="{E72832EA-BFF4-0280-907C-D83438DCC57E}"/>
              </a:ext>
            </a:extLst>
          </p:cNvPr>
          <p:cNvSpPr/>
          <p:nvPr/>
        </p:nvSpPr>
        <p:spPr>
          <a:xfrm>
            <a:off x="9666387" y="3695379"/>
            <a:ext cx="163548" cy="180019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object 226">
            <a:extLst>
              <a:ext uri="{FF2B5EF4-FFF2-40B4-BE49-F238E27FC236}">
                <a16:creationId xmlns:a16="http://schemas.microsoft.com/office/drawing/2014/main" id="{710E5B76-CE2D-209E-E6C5-5223FEF4430B}"/>
              </a:ext>
            </a:extLst>
          </p:cNvPr>
          <p:cNvSpPr/>
          <p:nvPr/>
        </p:nvSpPr>
        <p:spPr>
          <a:xfrm>
            <a:off x="9666388" y="3695380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object 227">
            <a:extLst>
              <a:ext uri="{FF2B5EF4-FFF2-40B4-BE49-F238E27FC236}">
                <a16:creationId xmlns:a16="http://schemas.microsoft.com/office/drawing/2014/main" id="{DF61306E-C0E0-905F-A1EE-0C83BAE2D96D}"/>
              </a:ext>
            </a:extLst>
          </p:cNvPr>
          <p:cNvSpPr/>
          <p:nvPr/>
        </p:nvSpPr>
        <p:spPr>
          <a:xfrm>
            <a:off x="9666388" y="369538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object 228">
            <a:extLst>
              <a:ext uri="{FF2B5EF4-FFF2-40B4-BE49-F238E27FC236}">
                <a16:creationId xmlns:a16="http://schemas.microsoft.com/office/drawing/2014/main" id="{4F374009-F1C3-F251-8F30-C35A475868F9}"/>
              </a:ext>
            </a:extLst>
          </p:cNvPr>
          <p:cNvSpPr/>
          <p:nvPr/>
        </p:nvSpPr>
        <p:spPr>
          <a:xfrm>
            <a:off x="9789049" y="3736267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object 229">
            <a:extLst>
              <a:ext uri="{FF2B5EF4-FFF2-40B4-BE49-F238E27FC236}">
                <a16:creationId xmlns:a16="http://schemas.microsoft.com/office/drawing/2014/main" id="{382EAE58-789B-8D86-E8AE-DFEE357CE687}"/>
              </a:ext>
            </a:extLst>
          </p:cNvPr>
          <p:cNvSpPr/>
          <p:nvPr/>
        </p:nvSpPr>
        <p:spPr>
          <a:xfrm>
            <a:off x="9792873" y="3672332"/>
            <a:ext cx="256031" cy="271271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object 230">
            <a:extLst>
              <a:ext uri="{FF2B5EF4-FFF2-40B4-BE49-F238E27FC236}">
                <a16:creationId xmlns:a16="http://schemas.microsoft.com/office/drawing/2014/main" id="{EB9DB7BA-9AB4-ED48-5570-B2A5655F7D83}"/>
              </a:ext>
            </a:extLst>
          </p:cNvPr>
          <p:cNvSpPr/>
          <p:nvPr/>
        </p:nvSpPr>
        <p:spPr>
          <a:xfrm>
            <a:off x="9839036" y="3695379"/>
            <a:ext cx="163548" cy="180019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object 231">
            <a:extLst>
              <a:ext uri="{FF2B5EF4-FFF2-40B4-BE49-F238E27FC236}">
                <a16:creationId xmlns:a16="http://schemas.microsoft.com/office/drawing/2014/main" id="{664BEF24-7AD3-E33E-8803-10FC9FD2497E}"/>
              </a:ext>
            </a:extLst>
          </p:cNvPr>
          <p:cNvSpPr/>
          <p:nvPr/>
        </p:nvSpPr>
        <p:spPr>
          <a:xfrm>
            <a:off x="9839036" y="3695380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object 232">
            <a:extLst>
              <a:ext uri="{FF2B5EF4-FFF2-40B4-BE49-F238E27FC236}">
                <a16:creationId xmlns:a16="http://schemas.microsoft.com/office/drawing/2014/main" id="{2B170CFA-4904-29C9-C7DA-2045BB820E03}"/>
              </a:ext>
            </a:extLst>
          </p:cNvPr>
          <p:cNvSpPr/>
          <p:nvPr/>
        </p:nvSpPr>
        <p:spPr>
          <a:xfrm>
            <a:off x="9839036" y="369538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object 233">
            <a:extLst>
              <a:ext uri="{FF2B5EF4-FFF2-40B4-BE49-F238E27FC236}">
                <a16:creationId xmlns:a16="http://schemas.microsoft.com/office/drawing/2014/main" id="{34CEFEAD-933A-9D6F-963E-4EE4F6DD61A6}"/>
              </a:ext>
            </a:extLst>
          </p:cNvPr>
          <p:cNvSpPr/>
          <p:nvPr/>
        </p:nvSpPr>
        <p:spPr>
          <a:xfrm>
            <a:off x="9961696" y="3736267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object 234">
            <a:extLst>
              <a:ext uri="{FF2B5EF4-FFF2-40B4-BE49-F238E27FC236}">
                <a16:creationId xmlns:a16="http://schemas.microsoft.com/office/drawing/2014/main" id="{63E543C9-99F2-BFCE-CA2C-A77F88544E06}"/>
              </a:ext>
            </a:extLst>
          </p:cNvPr>
          <p:cNvSpPr/>
          <p:nvPr/>
        </p:nvSpPr>
        <p:spPr>
          <a:xfrm>
            <a:off x="9966609" y="3672332"/>
            <a:ext cx="256031" cy="271271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object 235">
            <a:extLst>
              <a:ext uri="{FF2B5EF4-FFF2-40B4-BE49-F238E27FC236}">
                <a16:creationId xmlns:a16="http://schemas.microsoft.com/office/drawing/2014/main" id="{D833653D-C955-7125-D5E0-B73B5961FAFB}"/>
              </a:ext>
            </a:extLst>
          </p:cNvPr>
          <p:cNvSpPr/>
          <p:nvPr/>
        </p:nvSpPr>
        <p:spPr>
          <a:xfrm>
            <a:off x="10011683" y="3695379"/>
            <a:ext cx="163548" cy="180019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object 236">
            <a:extLst>
              <a:ext uri="{FF2B5EF4-FFF2-40B4-BE49-F238E27FC236}">
                <a16:creationId xmlns:a16="http://schemas.microsoft.com/office/drawing/2014/main" id="{3CDFECDC-F624-AD93-8832-773ABB00B0FB}"/>
              </a:ext>
            </a:extLst>
          </p:cNvPr>
          <p:cNvSpPr/>
          <p:nvPr/>
        </p:nvSpPr>
        <p:spPr>
          <a:xfrm>
            <a:off x="10011683" y="3695380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object 237">
            <a:extLst>
              <a:ext uri="{FF2B5EF4-FFF2-40B4-BE49-F238E27FC236}">
                <a16:creationId xmlns:a16="http://schemas.microsoft.com/office/drawing/2014/main" id="{B8FD4CBB-DB02-4B7F-4AEE-3F88EED1FBCD}"/>
              </a:ext>
            </a:extLst>
          </p:cNvPr>
          <p:cNvSpPr/>
          <p:nvPr/>
        </p:nvSpPr>
        <p:spPr>
          <a:xfrm>
            <a:off x="10011683" y="369538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" name="object 238">
            <a:extLst>
              <a:ext uri="{FF2B5EF4-FFF2-40B4-BE49-F238E27FC236}">
                <a16:creationId xmlns:a16="http://schemas.microsoft.com/office/drawing/2014/main" id="{EFA8DAC7-6122-5C7E-B7A4-9CE88921F3E9}"/>
              </a:ext>
            </a:extLst>
          </p:cNvPr>
          <p:cNvSpPr/>
          <p:nvPr/>
        </p:nvSpPr>
        <p:spPr>
          <a:xfrm>
            <a:off x="10134344" y="3736267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" name="object 239">
            <a:extLst>
              <a:ext uri="{FF2B5EF4-FFF2-40B4-BE49-F238E27FC236}">
                <a16:creationId xmlns:a16="http://schemas.microsoft.com/office/drawing/2014/main" id="{A303B8DA-1C2E-958C-3F9F-E0197EBD80D3}"/>
              </a:ext>
            </a:extLst>
          </p:cNvPr>
          <p:cNvSpPr/>
          <p:nvPr/>
        </p:nvSpPr>
        <p:spPr>
          <a:xfrm>
            <a:off x="10137297" y="3672332"/>
            <a:ext cx="256031" cy="271271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object 240">
            <a:extLst>
              <a:ext uri="{FF2B5EF4-FFF2-40B4-BE49-F238E27FC236}">
                <a16:creationId xmlns:a16="http://schemas.microsoft.com/office/drawing/2014/main" id="{795F1AEB-64F2-B1FF-C26E-AB30DE427268}"/>
              </a:ext>
            </a:extLst>
          </p:cNvPr>
          <p:cNvSpPr/>
          <p:nvPr/>
        </p:nvSpPr>
        <p:spPr>
          <a:xfrm>
            <a:off x="10184329" y="3695379"/>
            <a:ext cx="163548" cy="180019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" name="object 241">
            <a:extLst>
              <a:ext uri="{FF2B5EF4-FFF2-40B4-BE49-F238E27FC236}">
                <a16:creationId xmlns:a16="http://schemas.microsoft.com/office/drawing/2014/main" id="{A013FE09-2772-6A35-6428-B6C5E972E22F}"/>
              </a:ext>
            </a:extLst>
          </p:cNvPr>
          <p:cNvSpPr/>
          <p:nvPr/>
        </p:nvSpPr>
        <p:spPr>
          <a:xfrm>
            <a:off x="10184329" y="3695380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object 242">
            <a:extLst>
              <a:ext uri="{FF2B5EF4-FFF2-40B4-BE49-F238E27FC236}">
                <a16:creationId xmlns:a16="http://schemas.microsoft.com/office/drawing/2014/main" id="{A483AEC8-FA5B-1FFC-F447-1A370764572A}"/>
              </a:ext>
            </a:extLst>
          </p:cNvPr>
          <p:cNvSpPr/>
          <p:nvPr/>
        </p:nvSpPr>
        <p:spPr>
          <a:xfrm>
            <a:off x="10184329" y="369538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" name="object 243">
            <a:extLst>
              <a:ext uri="{FF2B5EF4-FFF2-40B4-BE49-F238E27FC236}">
                <a16:creationId xmlns:a16="http://schemas.microsoft.com/office/drawing/2014/main" id="{E17D677C-693C-C98F-F850-DC4B89F2A3AC}"/>
              </a:ext>
            </a:extLst>
          </p:cNvPr>
          <p:cNvSpPr/>
          <p:nvPr/>
        </p:nvSpPr>
        <p:spPr>
          <a:xfrm>
            <a:off x="10306990" y="3736267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object 244">
            <a:extLst>
              <a:ext uri="{FF2B5EF4-FFF2-40B4-BE49-F238E27FC236}">
                <a16:creationId xmlns:a16="http://schemas.microsoft.com/office/drawing/2014/main" id="{4C250CDC-F1CA-7967-7032-3BEA40ABD4D1}"/>
              </a:ext>
            </a:extLst>
          </p:cNvPr>
          <p:cNvSpPr/>
          <p:nvPr/>
        </p:nvSpPr>
        <p:spPr>
          <a:xfrm>
            <a:off x="10311033" y="3672332"/>
            <a:ext cx="256031" cy="271271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" name="object 245">
            <a:extLst>
              <a:ext uri="{FF2B5EF4-FFF2-40B4-BE49-F238E27FC236}">
                <a16:creationId xmlns:a16="http://schemas.microsoft.com/office/drawing/2014/main" id="{2C4A5D04-118D-2AAE-1F8C-D92DADA47D92}"/>
              </a:ext>
            </a:extLst>
          </p:cNvPr>
          <p:cNvSpPr/>
          <p:nvPr/>
        </p:nvSpPr>
        <p:spPr>
          <a:xfrm>
            <a:off x="10356977" y="3695379"/>
            <a:ext cx="163548" cy="180019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object 246">
            <a:extLst>
              <a:ext uri="{FF2B5EF4-FFF2-40B4-BE49-F238E27FC236}">
                <a16:creationId xmlns:a16="http://schemas.microsoft.com/office/drawing/2014/main" id="{17771DB3-84E6-B665-49C3-C463368FEE2B}"/>
              </a:ext>
            </a:extLst>
          </p:cNvPr>
          <p:cNvSpPr/>
          <p:nvPr/>
        </p:nvSpPr>
        <p:spPr>
          <a:xfrm>
            <a:off x="10356977" y="3695380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" name="object 247">
            <a:extLst>
              <a:ext uri="{FF2B5EF4-FFF2-40B4-BE49-F238E27FC236}">
                <a16:creationId xmlns:a16="http://schemas.microsoft.com/office/drawing/2014/main" id="{829BF840-1C41-9701-B37E-ADC85FE8FD81}"/>
              </a:ext>
            </a:extLst>
          </p:cNvPr>
          <p:cNvSpPr/>
          <p:nvPr/>
        </p:nvSpPr>
        <p:spPr>
          <a:xfrm>
            <a:off x="10356977" y="369538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" name="object 248">
            <a:extLst>
              <a:ext uri="{FF2B5EF4-FFF2-40B4-BE49-F238E27FC236}">
                <a16:creationId xmlns:a16="http://schemas.microsoft.com/office/drawing/2014/main" id="{31685415-79BC-9302-624D-083886CCA9E6}"/>
              </a:ext>
            </a:extLst>
          </p:cNvPr>
          <p:cNvSpPr/>
          <p:nvPr/>
        </p:nvSpPr>
        <p:spPr>
          <a:xfrm>
            <a:off x="10479638" y="3736267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" name="object 249">
            <a:extLst>
              <a:ext uri="{FF2B5EF4-FFF2-40B4-BE49-F238E27FC236}">
                <a16:creationId xmlns:a16="http://schemas.microsoft.com/office/drawing/2014/main" id="{DCE72CBD-0ED7-2ECB-7B93-F5F8DC1E31F8}"/>
              </a:ext>
            </a:extLst>
          </p:cNvPr>
          <p:cNvSpPr/>
          <p:nvPr/>
        </p:nvSpPr>
        <p:spPr>
          <a:xfrm>
            <a:off x="10484769" y="3672332"/>
            <a:ext cx="256031" cy="271271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" name="object 250">
            <a:extLst>
              <a:ext uri="{FF2B5EF4-FFF2-40B4-BE49-F238E27FC236}">
                <a16:creationId xmlns:a16="http://schemas.microsoft.com/office/drawing/2014/main" id="{C7288B2C-11DB-6E35-34A5-B264C87A7F70}"/>
              </a:ext>
            </a:extLst>
          </p:cNvPr>
          <p:cNvSpPr/>
          <p:nvPr/>
        </p:nvSpPr>
        <p:spPr>
          <a:xfrm>
            <a:off x="10529624" y="3695379"/>
            <a:ext cx="163548" cy="180019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" name="object 251">
            <a:extLst>
              <a:ext uri="{FF2B5EF4-FFF2-40B4-BE49-F238E27FC236}">
                <a16:creationId xmlns:a16="http://schemas.microsoft.com/office/drawing/2014/main" id="{97ED2DA7-C336-8360-DDA4-3386788C36B2}"/>
              </a:ext>
            </a:extLst>
          </p:cNvPr>
          <p:cNvSpPr/>
          <p:nvPr/>
        </p:nvSpPr>
        <p:spPr>
          <a:xfrm>
            <a:off x="10529623" y="3695380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" name="object 252">
            <a:extLst>
              <a:ext uri="{FF2B5EF4-FFF2-40B4-BE49-F238E27FC236}">
                <a16:creationId xmlns:a16="http://schemas.microsoft.com/office/drawing/2014/main" id="{4AC4DDDE-3B5A-7799-2F1B-043FC2FBBE2C}"/>
              </a:ext>
            </a:extLst>
          </p:cNvPr>
          <p:cNvSpPr/>
          <p:nvPr/>
        </p:nvSpPr>
        <p:spPr>
          <a:xfrm>
            <a:off x="10529623" y="369538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" name="object 253">
            <a:extLst>
              <a:ext uri="{FF2B5EF4-FFF2-40B4-BE49-F238E27FC236}">
                <a16:creationId xmlns:a16="http://schemas.microsoft.com/office/drawing/2014/main" id="{F9E3521B-783A-4350-B7DF-AA7B0F903B5F}"/>
              </a:ext>
            </a:extLst>
          </p:cNvPr>
          <p:cNvSpPr/>
          <p:nvPr/>
        </p:nvSpPr>
        <p:spPr>
          <a:xfrm>
            <a:off x="10652285" y="3736267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" name="object 254">
            <a:extLst>
              <a:ext uri="{FF2B5EF4-FFF2-40B4-BE49-F238E27FC236}">
                <a16:creationId xmlns:a16="http://schemas.microsoft.com/office/drawing/2014/main" id="{BF932713-4F0D-B998-4CFE-4BC1908D2436}"/>
              </a:ext>
            </a:extLst>
          </p:cNvPr>
          <p:cNvSpPr/>
          <p:nvPr/>
        </p:nvSpPr>
        <p:spPr>
          <a:xfrm>
            <a:off x="10655457" y="3672332"/>
            <a:ext cx="256031" cy="271271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" name="object 255">
            <a:extLst>
              <a:ext uri="{FF2B5EF4-FFF2-40B4-BE49-F238E27FC236}">
                <a16:creationId xmlns:a16="http://schemas.microsoft.com/office/drawing/2014/main" id="{6ED0DA31-7E83-EFA4-1A7E-3FB277135EF8}"/>
              </a:ext>
            </a:extLst>
          </p:cNvPr>
          <p:cNvSpPr/>
          <p:nvPr/>
        </p:nvSpPr>
        <p:spPr>
          <a:xfrm>
            <a:off x="10702271" y="3695379"/>
            <a:ext cx="163548" cy="180019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" name="object 256">
            <a:extLst>
              <a:ext uri="{FF2B5EF4-FFF2-40B4-BE49-F238E27FC236}">
                <a16:creationId xmlns:a16="http://schemas.microsoft.com/office/drawing/2014/main" id="{76E48839-3F5F-EEDD-F1AC-D0F4BA6D466C}"/>
              </a:ext>
            </a:extLst>
          </p:cNvPr>
          <p:cNvSpPr/>
          <p:nvPr/>
        </p:nvSpPr>
        <p:spPr>
          <a:xfrm>
            <a:off x="10702271" y="3695380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" name="object 257">
            <a:extLst>
              <a:ext uri="{FF2B5EF4-FFF2-40B4-BE49-F238E27FC236}">
                <a16:creationId xmlns:a16="http://schemas.microsoft.com/office/drawing/2014/main" id="{52953256-734D-3EAA-4A97-2CB09CE45892}"/>
              </a:ext>
            </a:extLst>
          </p:cNvPr>
          <p:cNvSpPr/>
          <p:nvPr/>
        </p:nvSpPr>
        <p:spPr>
          <a:xfrm>
            <a:off x="10702271" y="369538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" name="object 258">
            <a:extLst>
              <a:ext uri="{FF2B5EF4-FFF2-40B4-BE49-F238E27FC236}">
                <a16:creationId xmlns:a16="http://schemas.microsoft.com/office/drawing/2014/main" id="{257153D9-C49F-0E09-33E2-AB8A2AB63A9B}"/>
              </a:ext>
            </a:extLst>
          </p:cNvPr>
          <p:cNvSpPr/>
          <p:nvPr/>
        </p:nvSpPr>
        <p:spPr>
          <a:xfrm>
            <a:off x="10824932" y="3736267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" name="object 259">
            <a:extLst>
              <a:ext uri="{FF2B5EF4-FFF2-40B4-BE49-F238E27FC236}">
                <a16:creationId xmlns:a16="http://schemas.microsoft.com/office/drawing/2014/main" id="{4D148004-2873-43AB-28EF-49F754C82310}"/>
              </a:ext>
            </a:extLst>
          </p:cNvPr>
          <p:cNvSpPr/>
          <p:nvPr/>
        </p:nvSpPr>
        <p:spPr>
          <a:xfrm>
            <a:off x="10829193" y="3672332"/>
            <a:ext cx="256031" cy="271271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" name="object 260">
            <a:extLst>
              <a:ext uri="{FF2B5EF4-FFF2-40B4-BE49-F238E27FC236}">
                <a16:creationId xmlns:a16="http://schemas.microsoft.com/office/drawing/2014/main" id="{75858F5A-2104-CDF5-E17E-174244695D3F}"/>
              </a:ext>
            </a:extLst>
          </p:cNvPr>
          <p:cNvSpPr/>
          <p:nvPr/>
        </p:nvSpPr>
        <p:spPr>
          <a:xfrm>
            <a:off x="10874917" y="3736266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0" y="0"/>
                </a:moveTo>
                <a:lnTo>
                  <a:pt x="0" y="0"/>
                </a:lnTo>
                <a:lnTo>
                  <a:pt x="0" y="139133"/>
                </a:lnTo>
                <a:lnTo>
                  <a:pt x="122660" y="139133"/>
                </a:lnTo>
                <a:lnTo>
                  <a:pt x="12266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" name="object 261">
            <a:extLst>
              <a:ext uri="{FF2B5EF4-FFF2-40B4-BE49-F238E27FC236}">
                <a16:creationId xmlns:a16="http://schemas.microsoft.com/office/drawing/2014/main" id="{4B3E8FC6-CA1C-6C97-216F-0AE8154AE2C0}"/>
              </a:ext>
            </a:extLst>
          </p:cNvPr>
          <p:cNvSpPr/>
          <p:nvPr/>
        </p:nvSpPr>
        <p:spPr>
          <a:xfrm>
            <a:off x="10997577" y="3695380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7" y="0"/>
                </a:moveTo>
                <a:lnTo>
                  <a:pt x="0" y="40886"/>
                </a:lnTo>
                <a:lnTo>
                  <a:pt x="0" y="180019"/>
                </a:lnTo>
                <a:lnTo>
                  <a:pt x="40887" y="139132"/>
                </a:lnTo>
                <a:lnTo>
                  <a:pt x="40887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" name="object 262">
            <a:extLst>
              <a:ext uri="{FF2B5EF4-FFF2-40B4-BE49-F238E27FC236}">
                <a16:creationId xmlns:a16="http://schemas.microsoft.com/office/drawing/2014/main" id="{BC5F9542-7255-5BF4-2972-FE7155772730}"/>
              </a:ext>
            </a:extLst>
          </p:cNvPr>
          <p:cNvSpPr/>
          <p:nvPr/>
        </p:nvSpPr>
        <p:spPr>
          <a:xfrm>
            <a:off x="10874917" y="369538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6" y="0"/>
                </a:lnTo>
                <a:lnTo>
                  <a:pt x="0" y="40886"/>
                </a:lnTo>
                <a:lnTo>
                  <a:pt x="122660" y="40886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" name="object 263">
            <a:extLst>
              <a:ext uri="{FF2B5EF4-FFF2-40B4-BE49-F238E27FC236}">
                <a16:creationId xmlns:a16="http://schemas.microsoft.com/office/drawing/2014/main" id="{8795BE75-35C7-8945-4679-61D162601C9A}"/>
              </a:ext>
            </a:extLst>
          </p:cNvPr>
          <p:cNvSpPr/>
          <p:nvPr/>
        </p:nvSpPr>
        <p:spPr>
          <a:xfrm>
            <a:off x="10874917" y="3695380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" name="object 264">
            <a:extLst>
              <a:ext uri="{FF2B5EF4-FFF2-40B4-BE49-F238E27FC236}">
                <a16:creationId xmlns:a16="http://schemas.microsoft.com/office/drawing/2014/main" id="{C7354653-A1CA-8FB9-5B75-11CC1CD3ABB9}"/>
              </a:ext>
            </a:extLst>
          </p:cNvPr>
          <p:cNvSpPr/>
          <p:nvPr/>
        </p:nvSpPr>
        <p:spPr>
          <a:xfrm>
            <a:off x="10874917" y="369538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" name="object 265">
            <a:extLst>
              <a:ext uri="{FF2B5EF4-FFF2-40B4-BE49-F238E27FC236}">
                <a16:creationId xmlns:a16="http://schemas.microsoft.com/office/drawing/2014/main" id="{0E4BE26B-98CC-08A1-8BA1-2D07A8AC5E28}"/>
              </a:ext>
            </a:extLst>
          </p:cNvPr>
          <p:cNvSpPr/>
          <p:nvPr/>
        </p:nvSpPr>
        <p:spPr>
          <a:xfrm>
            <a:off x="10997578" y="3736267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" name="object 266">
            <a:extLst>
              <a:ext uri="{FF2B5EF4-FFF2-40B4-BE49-F238E27FC236}">
                <a16:creationId xmlns:a16="http://schemas.microsoft.com/office/drawing/2014/main" id="{718AD1F2-24E0-4BFD-1A0F-EC8824451C82}"/>
              </a:ext>
            </a:extLst>
          </p:cNvPr>
          <p:cNvSpPr/>
          <p:nvPr/>
        </p:nvSpPr>
        <p:spPr>
          <a:xfrm>
            <a:off x="10999881" y="3672332"/>
            <a:ext cx="256031" cy="271271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" name="object 267">
            <a:extLst>
              <a:ext uri="{FF2B5EF4-FFF2-40B4-BE49-F238E27FC236}">
                <a16:creationId xmlns:a16="http://schemas.microsoft.com/office/drawing/2014/main" id="{21E3E1C6-2528-4F6F-F973-D5648574C3F3}"/>
              </a:ext>
            </a:extLst>
          </p:cNvPr>
          <p:cNvSpPr/>
          <p:nvPr/>
        </p:nvSpPr>
        <p:spPr>
          <a:xfrm>
            <a:off x="11047565" y="3736266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0" y="0"/>
                </a:moveTo>
                <a:lnTo>
                  <a:pt x="0" y="0"/>
                </a:lnTo>
                <a:lnTo>
                  <a:pt x="0" y="139133"/>
                </a:lnTo>
                <a:lnTo>
                  <a:pt x="122660" y="139133"/>
                </a:lnTo>
                <a:lnTo>
                  <a:pt x="12266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" name="object 268">
            <a:extLst>
              <a:ext uri="{FF2B5EF4-FFF2-40B4-BE49-F238E27FC236}">
                <a16:creationId xmlns:a16="http://schemas.microsoft.com/office/drawing/2014/main" id="{6751D290-AFC5-DA6B-E5F4-1D2090FF625A}"/>
              </a:ext>
            </a:extLst>
          </p:cNvPr>
          <p:cNvSpPr/>
          <p:nvPr/>
        </p:nvSpPr>
        <p:spPr>
          <a:xfrm>
            <a:off x="11170225" y="3695380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6" y="0"/>
                </a:moveTo>
                <a:lnTo>
                  <a:pt x="0" y="40886"/>
                </a:lnTo>
                <a:lnTo>
                  <a:pt x="0" y="180019"/>
                </a:lnTo>
                <a:lnTo>
                  <a:pt x="40886" y="139132"/>
                </a:lnTo>
                <a:lnTo>
                  <a:pt x="40886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3" name="object 269">
            <a:extLst>
              <a:ext uri="{FF2B5EF4-FFF2-40B4-BE49-F238E27FC236}">
                <a16:creationId xmlns:a16="http://schemas.microsoft.com/office/drawing/2014/main" id="{F641C637-0CBC-6ECB-6FF7-AF60CB7D311A}"/>
              </a:ext>
            </a:extLst>
          </p:cNvPr>
          <p:cNvSpPr/>
          <p:nvPr/>
        </p:nvSpPr>
        <p:spPr>
          <a:xfrm>
            <a:off x="11047565" y="369538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6" y="0"/>
                </a:moveTo>
                <a:lnTo>
                  <a:pt x="40886" y="0"/>
                </a:lnTo>
                <a:lnTo>
                  <a:pt x="0" y="40886"/>
                </a:lnTo>
                <a:lnTo>
                  <a:pt x="122660" y="40886"/>
                </a:lnTo>
                <a:lnTo>
                  <a:pt x="163546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" name="object 270">
            <a:extLst>
              <a:ext uri="{FF2B5EF4-FFF2-40B4-BE49-F238E27FC236}">
                <a16:creationId xmlns:a16="http://schemas.microsoft.com/office/drawing/2014/main" id="{93FCB482-A1CE-8686-CC2E-A92D0C1C5755}"/>
              </a:ext>
            </a:extLst>
          </p:cNvPr>
          <p:cNvSpPr/>
          <p:nvPr/>
        </p:nvSpPr>
        <p:spPr>
          <a:xfrm>
            <a:off x="11047565" y="3695380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5" name="object 271">
            <a:extLst>
              <a:ext uri="{FF2B5EF4-FFF2-40B4-BE49-F238E27FC236}">
                <a16:creationId xmlns:a16="http://schemas.microsoft.com/office/drawing/2014/main" id="{8C7958EC-54FC-2626-EBB3-34F897746DD4}"/>
              </a:ext>
            </a:extLst>
          </p:cNvPr>
          <p:cNvSpPr/>
          <p:nvPr/>
        </p:nvSpPr>
        <p:spPr>
          <a:xfrm>
            <a:off x="11047565" y="369538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6" name="object 272">
            <a:extLst>
              <a:ext uri="{FF2B5EF4-FFF2-40B4-BE49-F238E27FC236}">
                <a16:creationId xmlns:a16="http://schemas.microsoft.com/office/drawing/2014/main" id="{0273A289-DE97-506B-6682-4A1DD175AC43}"/>
              </a:ext>
            </a:extLst>
          </p:cNvPr>
          <p:cNvSpPr/>
          <p:nvPr/>
        </p:nvSpPr>
        <p:spPr>
          <a:xfrm>
            <a:off x="11170226" y="3736267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7" name="object 273">
            <a:extLst>
              <a:ext uri="{FF2B5EF4-FFF2-40B4-BE49-F238E27FC236}">
                <a16:creationId xmlns:a16="http://schemas.microsoft.com/office/drawing/2014/main" id="{2FEC8692-80AF-28CB-4E92-C8F760E40B95}"/>
              </a:ext>
            </a:extLst>
          </p:cNvPr>
          <p:cNvSpPr/>
          <p:nvPr/>
        </p:nvSpPr>
        <p:spPr>
          <a:xfrm>
            <a:off x="11173618" y="3672332"/>
            <a:ext cx="256031" cy="271271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8" name="object 274">
            <a:extLst>
              <a:ext uri="{FF2B5EF4-FFF2-40B4-BE49-F238E27FC236}">
                <a16:creationId xmlns:a16="http://schemas.microsoft.com/office/drawing/2014/main" id="{31ABA183-060E-A4FC-D9D2-73C0C4CD628B}"/>
              </a:ext>
            </a:extLst>
          </p:cNvPr>
          <p:cNvSpPr/>
          <p:nvPr/>
        </p:nvSpPr>
        <p:spPr>
          <a:xfrm>
            <a:off x="11220217" y="3736266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0" y="0"/>
                </a:moveTo>
                <a:lnTo>
                  <a:pt x="0" y="0"/>
                </a:lnTo>
                <a:lnTo>
                  <a:pt x="0" y="139133"/>
                </a:lnTo>
                <a:lnTo>
                  <a:pt x="122660" y="139133"/>
                </a:lnTo>
                <a:lnTo>
                  <a:pt x="12266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9" name="object 275">
            <a:extLst>
              <a:ext uri="{FF2B5EF4-FFF2-40B4-BE49-F238E27FC236}">
                <a16:creationId xmlns:a16="http://schemas.microsoft.com/office/drawing/2014/main" id="{1BF5C65A-67A5-B881-96CD-75B7ACBB4FF5}"/>
              </a:ext>
            </a:extLst>
          </p:cNvPr>
          <p:cNvSpPr/>
          <p:nvPr/>
        </p:nvSpPr>
        <p:spPr>
          <a:xfrm>
            <a:off x="11342878" y="3695380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7" y="0"/>
                </a:moveTo>
                <a:lnTo>
                  <a:pt x="0" y="40886"/>
                </a:lnTo>
                <a:lnTo>
                  <a:pt x="0" y="180019"/>
                </a:lnTo>
                <a:lnTo>
                  <a:pt x="40887" y="139132"/>
                </a:lnTo>
                <a:lnTo>
                  <a:pt x="40887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0" name="object 276">
            <a:extLst>
              <a:ext uri="{FF2B5EF4-FFF2-40B4-BE49-F238E27FC236}">
                <a16:creationId xmlns:a16="http://schemas.microsoft.com/office/drawing/2014/main" id="{40ED1945-4264-DEB1-17FA-3B130B554F19}"/>
              </a:ext>
            </a:extLst>
          </p:cNvPr>
          <p:cNvSpPr/>
          <p:nvPr/>
        </p:nvSpPr>
        <p:spPr>
          <a:xfrm>
            <a:off x="11220217" y="369538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7" y="0"/>
                </a:lnTo>
                <a:lnTo>
                  <a:pt x="0" y="40886"/>
                </a:lnTo>
                <a:lnTo>
                  <a:pt x="122660" y="40886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1" name="object 277">
            <a:extLst>
              <a:ext uri="{FF2B5EF4-FFF2-40B4-BE49-F238E27FC236}">
                <a16:creationId xmlns:a16="http://schemas.microsoft.com/office/drawing/2014/main" id="{48A8F9B1-C443-6883-EBB2-49C04BB420CC}"/>
              </a:ext>
            </a:extLst>
          </p:cNvPr>
          <p:cNvSpPr/>
          <p:nvPr/>
        </p:nvSpPr>
        <p:spPr>
          <a:xfrm>
            <a:off x="11220217" y="3695380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2" name="object 278">
            <a:extLst>
              <a:ext uri="{FF2B5EF4-FFF2-40B4-BE49-F238E27FC236}">
                <a16:creationId xmlns:a16="http://schemas.microsoft.com/office/drawing/2014/main" id="{1CECD4BB-9A2A-9237-F0C8-646A6C74022E}"/>
              </a:ext>
            </a:extLst>
          </p:cNvPr>
          <p:cNvSpPr/>
          <p:nvPr/>
        </p:nvSpPr>
        <p:spPr>
          <a:xfrm>
            <a:off x="11220217" y="3695380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3" name="object 279">
            <a:extLst>
              <a:ext uri="{FF2B5EF4-FFF2-40B4-BE49-F238E27FC236}">
                <a16:creationId xmlns:a16="http://schemas.microsoft.com/office/drawing/2014/main" id="{0D402365-272F-C094-C084-ECEFFA241CA3}"/>
              </a:ext>
            </a:extLst>
          </p:cNvPr>
          <p:cNvSpPr/>
          <p:nvPr/>
        </p:nvSpPr>
        <p:spPr>
          <a:xfrm>
            <a:off x="11342879" y="3736267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4" name="object 280">
            <a:extLst>
              <a:ext uri="{FF2B5EF4-FFF2-40B4-BE49-F238E27FC236}">
                <a16:creationId xmlns:a16="http://schemas.microsoft.com/office/drawing/2014/main" id="{944F6C3B-1834-1320-D44C-94EB92D7F3D7}"/>
              </a:ext>
            </a:extLst>
          </p:cNvPr>
          <p:cNvSpPr/>
          <p:nvPr/>
        </p:nvSpPr>
        <p:spPr>
          <a:xfrm>
            <a:off x="7549545" y="4615688"/>
            <a:ext cx="256031" cy="271272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5" name="object 281">
            <a:extLst>
              <a:ext uri="{FF2B5EF4-FFF2-40B4-BE49-F238E27FC236}">
                <a16:creationId xmlns:a16="http://schemas.microsoft.com/office/drawing/2014/main" id="{3E8F0434-8B03-EA0F-046D-966EFAAAE657}"/>
              </a:ext>
            </a:extLst>
          </p:cNvPr>
          <p:cNvSpPr/>
          <p:nvPr/>
        </p:nvSpPr>
        <p:spPr>
          <a:xfrm>
            <a:off x="7594624" y="4638584"/>
            <a:ext cx="163548" cy="180019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6" name="object 282">
            <a:extLst>
              <a:ext uri="{FF2B5EF4-FFF2-40B4-BE49-F238E27FC236}">
                <a16:creationId xmlns:a16="http://schemas.microsoft.com/office/drawing/2014/main" id="{30A768B7-871B-592E-ED14-3E7A7116237E}"/>
              </a:ext>
            </a:extLst>
          </p:cNvPr>
          <p:cNvSpPr/>
          <p:nvPr/>
        </p:nvSpPr>
        <p:spPr>
          <a:xfrm>
            <a:off x="7594624" y="4638584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E687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7" name="object 283">
            <a:extLst>
              <a:ext uri="{FF2B5EF4-FFF2-40B4-BE49-F238E27FC236}">
                <a16:creationId xmlns:a16="http://schemas.microsoft.com/office/drawing/2014/main" id="{48FE809E-5697-C989-C096-555F3F3D35A6}"/>
              </a:ext>
            </a:extLst>
          </p:cNvPr>
          <p:cNvSpPr/>
          <p:nvPr/>
        </p:nvSpPr>
        <p:spPr>
          <a:xfrm>
            <a:off x="7594624" y="4638584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E687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8" name="object 284">
            <a:extLst>
              <a:ext uri="{FF2B5EF4-FFF2-40B4-BE49-F238E27FC236}">
                <a16:creationId xmlns:a16="http://schemas.microsoft.com/office/drawing/2014/main" id="{2D4F4C85-36A2-D644-EF62-67714F09917C}"/>
              </a:ext>
            </a:extLst>
          </p:cNvPr>
          <p:cNvSpPr/>
          <p:nvPr/>
        </p:nvSpPr>
        <p:spPr>
          <a:xfrm>
            <a:off x="7717285" y="4679471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E687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9" name="object 285">
            <a:extLst>
              <a:ext uri="{FF2B5EF4-FFF2-40B4-BE49-F238E27FC236}">
                <a16:creationId xmlns:a16="http://schemas.microsoft.com/office/drawing/2014/main" id="{8DB4AB0A-3C10-63B0-1F1D-9553CAFC2901}"/>
              </a:ext>
            </a:extLst>
          </p:cNvPr>
          <p:cNvSpPr/>
          <p:nvPr/>
        </p:nvSpPr>
        <p:spPr>
          <a:xfrm>
            <a:off x="7720233" y="4615688"/>
            <a:ext cx="256031" cy="271272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0" name="object 286">
            <a:extLst>
              <a:ext uri="{FF2B5EF4-FFF2-40B4-BE49-F238E27FC236}">
                <a16:creationId xmlns:a16="http://schemas.microsoft.com/office/drawing/2014/main" id="{7221305C-3F4B-1768-168A-DE2A0317BB11}"/>
              </a:ext>
            </a:extLst>
          </p:cNvPr>
          <p:cNvSpPr/>
          <p:nvPr/>
        </p:nvSpPr>
        <p:spPr>
          <a:xfrm>
            <a:off x="7767271" y="4638584"/>
            <a:ext cx="163548" cy="180019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1" name="object 287">
            <a:extLst>
              <a:ext uri="{FF2B5EF4-FFF2-40B4-BE49-F238E27FC236}">
                <a16:creationId xmlns:a16="http://schemas.microsoft.com/office/drawing/2014/main" id="{5863D681-DC4E-5ED5-369A-42D14E54768D}"/>
              </a:ext>
            </a:extLst>
          </p:cNvPr>
          <p:cNvSpPr/>
          <p:nvPr/>
        </p:nvSpPr>
        <p:spPr>
          <a:xfrm>
            <a:off x="7767271" y="4638584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E687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2" name="object 288">
            <a:extLst>
              <a:ext uri="{FF2B5EF4-FFF2-40B4-BE49-F238E27FC236}">
                <a16:creationId xmlns:a16="http://schemas.microsoft.com/office/drawing/2014/main" id="{17E13BFE-9A63-C942-1AD2-309C62EB3F2B}"/>
              </a:ext>
            </a:extLst>
          </p:cNvPr>
          <p:cNvSpPr/>
          <p:nvPr/>
        </p:nvSpPr>
        <p:spPr>
          <a:xfrm>
            <a:off x="7767271" y="4638584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E687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3" name="object 289">
            <a:extLst>
              <a:ext uri="{FF2B5EF4-FFF2-40B4-BE49-F238E27FC236}">
                <a16:creationId xmlns:a16="http://schemas.microsoft.com/office/drawing/2014/main" id="{E2FCC43D-94D5-AEEA-9F9F-1EEDA16ED19D}"/>
              </a:ext>
            </a:extLst>
          </p:cNvPr>
          <p:cNvSpPr/>
          <p:nvPr/>
        </p:nvSpPr>
        <p:spPr>
          <a:xfrm>
            <a:off x="7889933" y="4679471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E687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4" name="object 290">
            <a:extLst>
              <a:ext uri="{FF2B5EF4-FFF2-40B4-BE49-F238E27FC236}">
                <a16:creationId xmlns:a16="http://schemas.microsoft.com/office/drawing/2014/main" id="{7F28758C-720A-213B-3687-DDA236CCD674}"/>
              </a:ext>
            </a:extLst>
          </p:cNvPr>
          <p:cNvSpPr/>
          <p:nvPr/>
        </p:nvSpPr>
        <p:spPr>
          <a:xfrm>
            <a:off x="7893969" y="4615688"/>
            <a:ext cx="256031" cy="271272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5" name="object 291">
            <a:extLst>
              <a:ext uri="{FF2B5EF4-FFF2-40B4-BE49-F238E27FC236}">
                <a16:creationId xmlns:a16="http://schemas.microsoft.com/office/drawing/2014/main" id="{E41737E5-73B0-801B-8C09-531738FF9EDB}"/>
              </a:ext>
            </a:extLst>
          </p:cNvPr>
          <p:cNvSpPr/>
          <p:nvPr/>
        </p:nvSpPr>
        <p:spPr>
          <a:xfrm>
            <a:off x="7939918" y="4638584"/>
            <a:ext cx="163548" cy="180019"/>
          </a:xfrm>
          <a:prstGeom prst="rect">
            <a:avLst/>
          </a:prstGeom>
          <a:blipFill>
            <a:blip r:embed="rId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6" name="object 292">
            <a:extLst>
              <a:ext uri="{FF2B5EF4-FFF2-40B4-BE49-F238E27FC236}">
                <a16:creationId xmlns:a16="http://schemas.microsoft.com/office/drawing/2014/main" id="{5D96CD91-049C-2E20-C51A-7A025CAF644D}"/>
              </a:ext>
            </a:extLst>
          </p:cNvPr>
          <p:cNvSpPr/>
          <p:nvPr/>
        </p:nvSpPr>
        <p:spPr>
          <a:xfrm>
            <a:off x="7939918" y="4638584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E687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7" name="object 293">
            <a:extLst>
              <a:ext uri="{FF2B5EF4-FFF2-40B4-BE49-F238E27FC236}">
                <a16:creationId xmlns:a16="http://schemas.microsoft.com/office/drawing/2014/main" id="{CE8D2057-6A0A-4F86-11F2-137F0A56B980}"/>
              </a:ext>
            </a:extLst>
          </p:cNvPr>
          <p:cNvSpPr/>
          <p:nvPr/>
        </p:nvSpPr>
        <p:spPr>
          <a:xfrm>
            <a:off x="7939918" y="4638584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E687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8" name="object 294">
            <a:extLst>
              <a:ext uri="{FF2B5EF4-FFF2-40B4-BE49-F238E27FC236}">
                <a16:creationId xmlns:a16="http://schemas.microsoft.com/office/drawing/2014/main" id="{59AD93AE-4FC9-5FA0-6B45-9551D1AA54D2}"/>
              </a:ext>
            </a:extLst>
          </p:cNvPr>
          <p:cNvSpPr/>
          <p:nvPr/>
        </p:nvSpPr>
        <p:spPr>
          <a:xfrm>
            <a:off x="8062579" y="4679471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E687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9" name="object 295">
            <a:extLst>
              <a:ext uri="{FF2B5EF4-FFF2-40B4-BE49-F238E27FC236}">
                <a16:creationId xmlns:a16="http://schemas.microsoft.com/office/drawing/2014/main" id="{A1B64A4A-7B16-5A11-324C-91C007B9C1B0}"/>
              </a:ext>
            </a:extLst>
          </p:cNvPr>
          <p:cNvSpPr/>
          <p:nvPr/>
        </p:nvSpPr>
        <p:spPr>
          <a:xfrm>
            <a:off x="8067706" y="4615688"/>
            <a:ext cx="256031" cy="271272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0" name="object 296">
            <a:extLst>
              <a:ext uri="{FF2B5EF4-FFF2-40B4-BE49-F238E27FC236}">
                <a16:creationId xmlns:a16="http://schemas.microsoft.com/office/drawing/2014/main" id="{1353CA74-06F9-669D-0464-EF0B836C2369}"/>
              </a:ext>
            </a:extLst>
          </p:cNvPr>
          <p:cNvSpPr/>
          <p:nvPr/>
        </p:nvSpPr>
        <p:spPr>
          <a:xfrm>
            <a:off x="8112566" y="4638584"/>
            <a:ext cx="163546" cy="180019"/>
          </a:xfrm>
          <a:prstGeom prst="rect">
            <a:avLst/>
          </a:prstGeom>
          <a:blipFill>
            <a:blip r:embed="rId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1" name="object 297">
            <a:extLst>
              <a:ext uri="{FF2B5EF4-FFF2-40B4-BE49-F238E27FC236}">
                <a16:creationId xmlns:a16="http://schemas.microsoft.com/office/drawing/2014/main" id="{8AB5BA3B-A8CC-117F-F235-EC2EB48D688D}"/>
              </a:ext>
            </a:extLst>
          </p:cNvPr>
          <p:cNvSpPr/>
          <p:nvPr/>
        </p:nvSpPr>
        <p:spPr>
          <a:xfrm>
            <a:off x="8112566" y="4638584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2" name="object 298">
            <a:extLst>
              <a:ext uri="{FF2B5EF4-FFF2-40B4-BE49-F238E27FC236}">
                <a16:creationId xmlns:a16="http://schemas.microsoft.com/office/drawing/2014/main" id="{6B3D3B23-637A-7146-BAD7-7D3FB18A840F}"/>
              </a:ext>
            </a:extLst>
          </p:cNvPr>
          <p:cNvSpPr/>
          <p:nvPr/>
        </p:nvSpPr>
        <p:spPr>
          <a:xfrm>
            <a:off x="8112566" y="4638584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3" name="object 299">
            <a:extLst>
              <a:ext uri="{FF2B5EF4-FFF2-40B4-BE49-F238E27FC236}">
                <a16:creationId xmlns:a16="http://schemas.microsoft.com/office/drawing/2014/main" id="{209C2B4E-409E-2358-4110-E314A1587372}"/>
              </a:ext>
            </a:extLst>
          </p:cNvPr>
          <p:cNvSpPr/>
          <p:nvPr/>
        </p:nvSpPr>
        <p:spPr>
          <a:xfrm>
            <a:off x="8235227" y="4679471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4" name="object 300">
            <a:extLst>
              <a:ext uri="{FF2B5EF4-FFF2-40B4-BE49-F238E27FC236}">
                <a16:creationId xmlns:a16="http://schemas.microsoft.com/office/drawing/2014/main" id="{A3F6BE2A-9855-7612-BCF0-8FAF6E0161D5}"/>
              </a:ext>
            </a:extLst>
          </p:cNvPr>
          <p:cNvSpPr/>
          <p:nvPr/>
        </p:nvSpPr>
        <p:spPr>
          <a:xfrm>
            <a:off x="8238393" y="4615688"/>
            <a:ext cx="256031" cy="271272"/>
          </a:xfrm>
          <a:prstGeom prst="rect">
            <a:avLst/>
          </a:prstGeom>
          <a:blipFill>
            <a:blip r:embed="rId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5" name="object 301">
            <a:extLst>
              <a:ext uri="{FF2B5EF4-FFF2-40B4-BE49-F238E27FC236}">
                <a16:creationId xmlns:a16="http://schemas.microsoft.com/office/drawing/2014/main" id="{E0A68D2F-F0BF-E04B-379F-0A71DE449730}"/>
              </a:ext>
            </a:extLst>
          </p:cNvPr>
          <p:cNvSpPr/>
          <p:nvPr/>
        </p:nvSpPr>
        <p:spPr>
          <a:xfrm>
            <a:off x="8285212" y="4638584"/>
            <a:ext cx="163548" cy="180019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6" name="object 302">
            <a:extLst>
              <a:ext uri="{FF2B5EF4-FFF2-40B4-BE49-F238E27FC236}">
                <a16:creationId xmlns:a16="http://schemas.microsoft.com/office/drawing/2014/main" id="{A217D351-D088-69AF-C2D2-2CBC084B99AD}"/>
              </a:ext>
            </a:extLst>
          </p:cNvPr>
          <p:cNvSpPr/>
          <p:nvPr/>
        </p:nvSpPr>
        <p:spPr>
          <a:xfrm>
            <a:off x="8285212" y="4638584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7" name="object 303">
            <a:extLst>
              <a:ext uri="{FF2B5EF4-FFF2-40B4-BE49-F238E27FC236}">
                <a16:creationId xmlns:a16="http://schemas.microsoft.com/office/drawing/2014/main" id="{BD4E9805-5172-88D7-96C1-821848232796}"/>
              </a:ext>
            </a:extLst>
          </p:cNvPr>
          <p:cNvSpPr/>
          <p:nvPr/>
        </p:nvSpPr>
        <p:spPr>
          <a:xfrm>
            <a:off x="8285212" y="4638584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8" name="object 304">
            <a:extLst>
              <a:ext uri="{FF2B5EF4-FFF2-40B4-BE49-F238E27FC236}">
                <a16:creationId xmlns:a16="http://schemas.microsoft.com/office/drawing/2014/main" id="{176527B1-A793-4470-6F92-998D9B8F1D18}"/>
              </a:ext>
            </a:extLst>
          </p:cNvPr>
          <p:cNvSpPr/>
          <p:nvPr/>
        </p:nvSpPr>
        <p:spPr>
          <a:xfrm>
            <a:off x="8407873" y="4679471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9" name="object 305">
            <a:extLst>
              <a:ext uri="{FF2B5EF4-FFF2-40B4-BE49-F238E27FC236}">
                <a16:creationId xmlns:a16="http://schemas.microsoft.com/office/drawing/2014/main" id="{DB3409D8-BB97-C371-2690-302AB78ED081}"/>
              </a:ext>
            </a:extLst>
          </p:cNvPr>
          <p:cNvSpPr/>
          <p:nvPr/>
        </p:nvSpPr>
        <p:spPr>
          <a:xfrm>
            <a:off x="8412130" y="4615688"/>
            <a:ext cx="256031" cy="271272"/>
          </a:xfrm>
          <a:prstGeom prst="rect">
            <a:avLst/>
          </a:prstGeom>
          <a:blipFill>
            <a:blip r:embed="rId5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0" name="object 306">
            <a:extLst>
              <a:ext uri="{FF2B5EF4-FFF2-40B4-BE49-F238E27FC236}">
                <a16:creationId xmlns:a16="http://schemas.microsoft.com/office/drawing/2014/main" id="{9484A19E-5115-C9F7-FBB6-7A857366A3B8}"/>
              </a:ext>
            </a:extLst>
          </p:cNvPr>
          <p:cNvSpPr/>
          <p:nvPr/>
        </p:nvSpPr>
        <p:spPr>
          <a:xfrm>
            <a:off x="8457859" y="4638584"/>
            <a:ext cx="163548" cy="180019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1" name="object 307">
            <a:extLst>
              <a:ext uri="{FF2B5EF4-FFF2-40B4-BE49-F238E27FC236}">
                <a16:creationId xmlns:a16="http://schemas.microsoft.com/office/drawing/2014/main" id="{27C3F6C9-7417-E5BA-BB71-B1E85EB0727A}"/>
              </a:ext>
            </a:extLst>
          </p:cNvPr>
          <p:cNvSpPr/>
          <p:nvPr/>
        </p:nvSpPr>
        <p:spPr>
          <a:xfrm>
            <a:off x="8457858" y="4638584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2" name="object 308">
            <a:extLst>
              <a:ext uri="{FF2B5EF4-FFF2-40B4-BE49-F238E27FC236}">
                <a16:creationId xmlns:a16="http://schemas.microsoft.com/office/drawing/2014/main" id="{9A3ACCF9-D059-3983-7DEF-3E6DF84FCA52}"/>
              </a:ext>
            </a:extLst>
          </p:cNvPr>
          <p:cNvSpPr/>
          <p:nvPr/>
        </p:nvSpPr>
        <p:spPr>
          <a:xfrm>
            <a:off x="8457858" y="4638584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3" name="object 309">
            <a:extLst>
              <a:ext uri="{FF2B5EF4-FFF2-40B4-BE49-F238E27FC236}">
                <a16:creationId xmlns:a16="http://schemas.microsoft.com/office/drawing/2014/main" id="{D4E1107F-5F9D-7820-759A-6143F8779518}"/>
              </a:ext>
            </a:extLst>
          </p:cNvPr>
          <p:cNvSpPr/>
          <p:nvPr/>
        </p:nvSpPr>
        <p:spPr>
          <a:xfrm>
            <a:off x="8580520" y="4679471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4" name="object 310">
            <a:extLst>
              <a:ext uri="{FF2B5EF4-FFF2-40B4-BE49-F238E27FC236}">
                <a16:creationId xmlns:a16="http://schemas.microsoft.com/office/drawing/2014/main" id="{A9AD0F8F-FA81-1B49-A99A-A23871BF1E23}"/>
              </a:ext>
            </a:extLst>
          </p:cNvPr>
          <p:cNvSpPr/>
          <p:nvPr/>
        </p:nvSpPr>
        <p:spPr>
          <a:xfrm>
            <a:off x="8582818" y="4615688"/>
            <a:ext cx="256031" cy="271272"/>
          </a:xfrm>
          <a:prstGeom prst="rect">
            <a:avLst/>
          </a:prstGeom>
          <a:blipFill>
            <a:blip r:embed="rId6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5" name="object 311">
            <a:extLst>
              <a:ext uri="{FF2B5EF4-FFF2-40B4-BE49-F238E27FC236}">
                <a16:creationId xmlns:a16="http://schemas.microsoft.com/office/drawing/2014/main" id="{896272C7-6433-5BD1-90BE-EC47F8E44BAE}"/>
              </a:ext>
            </a:extLst>
          </p:cNvPr>
          <p:cNvSpPr/>
          <p:nvPr/>
        </p:nvSpPr>
        <p:spPr>
          <a:xfrm>
            <a:off x="8630506" y="4638584"/>
            <a:ext cx="163548" cy="180019"/>
          </a:xfrm>
          <a:prstGeom prst="rect">
            <a:avLst/>
          </a:prstGeom>
          <a:blipFill>
            <a:blip r:embed="rId6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6" name="object 312">
            <a:extLst>
              <a:ext uri="{FF2B5EF4-FFF2-40B4-BE49-F238E27FC236}">
                <a16:creationId xmlns:a16="http://schemas.microsoft.com/office/drawing/2014/main" id="{8046564D-F270-E05F-294D-5EC892932437}"/>
              </a:ext>
            </a:extLst>
          </p:cNvPr>
          <p:cNvSpPr/>
          <p:nvPr/>
        </p:nvSpPr>
        <p:spPr>
          <a:xfrm>
            <a:off x="8630506" y="4638584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7" name="object 313">
            <a:extLst>
              <a:ext uri="{FF2B5EF4-FFF2-40B4-BE49-F238E27FC236}">
                <a16:creationId xmlns:a16="http://schemas.microsoft.com/office/drawing/2014/main" id="{44984717-4450-A679-F152-2092781BB121}"/>
              </a:ext>
            </a:extLst>
          </p:cNvPr>
          <p:cNvSpPr/>
          <p:nvPr/>
        </p:nvSpPr>
        <p:spPr>
          <a:xfrm>
            <a:off x="8630506" y="4638584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8" name="object 314">
            <a:extLst>
              <a:ext uri="{FF2B5EF4-FFF2-40B4-BE49-F238E27FC236}">
                <a16:creationId xmlns:a16="http://schemas.microsoft.com/office/drawing/2014/main" id="{FF1CA526-0195-DC22-13FC-D6D09B883527}"/>
              </a:ext>
            </a:extLst>
          </p:cNvPr>
          <p:cNvSpPr/>
          <p:nvPr/>
        </p:nvSpPr>
        <p:spPr>
          <a:xfrm>
            <a:off x="8753167" y="4679471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9" name="object 315">
            <a:extLst>
              <a:ext uri="{FF2B5EF4-FFF2-40B4-BE49-F238E27FC236}">
                <a16:creationId xmlns:a16="http://schemas.microsoft.com/office/drawing/2014/main" id="{93BF97C7-78A5-F1D6-0831-DDEFA6E06141}"/>
              </a:ext>
            </a:extLst>
          </p:cNvPr>
          <p:cNvSpPr/>
          <p:nvPr/>
        </p:nvSpPr>
        <p:spPr>
          <a:xfrm>
            <a:off x="8756554" y="4615688"/>
            <a:ext cx="256031" cy="271272"/>
          </a:xfrm>
          <a:prstGeom prst="rect">
            <a:avLst/>
          </a:prstGeom>
          <a:blipFill>
            <a:blip r:embed="rId6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0" name="object 316">
            <a:extLst>
              <a:ext uri="{FF2B5EF4-FFF2-40B4-BE49-F238E27FC236}">
                <a16:creationId xmlns:a16="http://schemas.microsoft.com/office/drawing/2014/main" id="{B1BD1D18-60A7-56DE-31B9-19A4DC0875D9}"/>
              </a:ext>
            </a:extLst>
          </p:cNvPr>
          <p:cNvSpPr/>
          <p:nvPr/>
        </p:nvSpPr>
        <p:spPr>
          <a:xfrm>
            <a:off x="8803154" y="4638584"/>
            <a:ext cx="163548" cy="180019"/>
          </a:xfrm>
          <a:prstGeom prst="rect">
            <a:avLst/>
          </a:prstGeom>
          <a:blipFill>
            <a:blip r:embed="rId6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1" name="object 317">
            <a:extLst>
              <a:ext uri="{FF2B5EF4-FFF2-40B4-BE49-F238E27FC236}">
                <a16:creationId xmlns:a16="http://schemas.microsoft.com/office/drawing/2014/main" id="{84FFCA9D-FB5E-9F15-BDC5-02C620FBFC26}"/>
              </a:ext>
            </a:extLst>
          </p:cNvPr>
          <p:cNvSpPr/>
          <p:nvPr/>
        </p:nvSpPr>
        <p:spPr>
          <a:xfrm>
            <a:off x="8803153" y="4638584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2" name="object 318">
            <a:extLst>
              <a:ext uri="{FF2B5EF4-FFF2-40B4-BE49-F238E27FC236}">
                <a16:creationId xmlns:a16="http://schemas.microsoft.com/office/drawing/2014/main" id="{3C80CF94-FDBF-9D77-1792-B841B2DEB85F}"/>
              </a:ext>
            </a:extLst>
          </p:cNvPr>
          <p:cNvSpPr/>
          <p:nvPr/>
        </p:nvSpPr>
        <p:spPr>
          <a:xfrm>
            <a:off x="8803153" y="4638584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3" name="object 319">
            <a:extLst>
              <a:ext uri="{FF2B5EF4-FFF2-40B4-BE49-F238E27FC236}">
                <a16:creationId xmlns:a16="http://schemas.microsoft.com/office/drawing/2014/main" id="{FA836CE7-7237-5B3F-ACAA-028050876E8B}"/>
              </a:ext>
            </a:extLst>
          </p:cNvPr>
          <p:cNvSpPr/>
          <p:nvPr/>
        </p:nvSpPr>
        <p:spPr>
          <a:xfrm>
            <a:off x="8925815" y="4679471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4" name="object 320">
            <a:extLst>
              <a:ext uri="{FF2B5EF4-FFF2-40B4-BE49-F238E27FC236}">
                <a16:creationId xmlns:a16="http://schemas.microsoft.com/office/drawing/2014/main" id="{3F02F816-BCDA-DFCE-0447-983C4264C5D2}"/>
              </a:ext>
            </a:extLst>
          </p:cNvPr>
          <p:cNvSpPr/>
          <p:nvPr/>
        </p:nvSpPr>
        <p:spPr>
          <a:xfrm>
            <a:off x="8930290" y="4615688"/>
            <a:ext cx="256031" cy="271272"/>
          </a:xfrm>
          <a:prstGeom prst="rect">
            <a:avLst/>
          </a:prstGeom>
          <a:blipFill>
            <a:blip r:embed="rId6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5" name="object 321">
            <a:extLst>
              <a:ext uri="{FF2B5EF4-FFF2-40B4-BE49-F238E27FC236}">
                <a16:creationId xmlns:a16="http://schemas.microsoft.com/office/drawing/2014/main" id="{64474270-8780-ED14-CB0E-397BE62AB314}"/>
              </a:ext>
            </a:extLst>
          </p:cNvPr>
          <p:cNvSpPr/>
          <p:nvPr/>
        </p:nvSpPr>
        <p:spPr>
          <a:xfrm>
            <a:off x="8975799" y="4638584"/>
            <a:ext cx="163548" cy="180019"/>
          </a:xfrm>
          <a:prstGeom prst="rect">
            <a:avLst/>
          </a:prstGeom>
          <a:blipFill>
            <a:blip r:embed="rId6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6" name="object 322">
            <a:extLst>
              <a:ext uri="{FF2B5EF4-FFF2-40B4-BE49-F238E27FC236}">
                <a16:creationId xmlns:a16="http://schemas.microsoft.com/office/drawing/2014/main" id="{438EBB4F-967A-6F5D-F7EC-F482CC5047DC}"/>
              </a:ext>
            </a:extLst>
          </p:cNvPr>
          <p:cNvSpPr/>
          <p:nvPr/>
        </p:nvSpPr>
        <p:spPr>
          <a:xfrm>
            <a:off x="8975800" y="4638584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7" name="object 323">
            <a:extLst>
              <a:ext uri="{FF2B5EF4-FFF2-40B4-BE49-F238E27FC236}">
                <a16:creationId xmlns:a16="http://schemas.microsoft.com/office/drawing/2014/main" id="{ABDF2492-C8AD-994E-E4A8-77489456B6C0}"/>
              </a:ext>
            </a:extLst>
          </p:cNvPr>
          <p:cNvSpPr/>
          <p:nvPr/>
        </p:nvSpPr>
        <p:spPr>
          <a:xfrm>
            <a:off x="8975800" y="4638584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8" name="object 324">
            <a:extLst>
              <a:ext uri="{FF2B5EF4-FFF2-40B4-BE49-F238E27FC236}">
                <a16:creationId xmlns:a16="http://schemas.microsoft.com/office/drawing/2014/main" id="{C4BB23F2-FD41-AD82-E376-6418D16431B9}"/>
              </a:ext>
            </a:extLst>
          </p:cNvPr>
          <p:cNvSpPr/>
          <p:nvPr/>
        </p:nvSpPr>
        <p:spPr>
          <a:xfrm>
            <a:off x="9098461" y="4679471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9" name="object 325">
            <a:extLst>
              <a:ext uri="{FF2B5EF4-FFF2-40B4-BE49-F238E27FC236}">
                <a16:creationId xmlns:a16="http://schemas.microsoft.com/office/drawing/2014/main" id="{AAFB102F-29CA-D545-7C26-2E41AE06C27E}"/>
              </a:ext>
            </a:extLst>
          </p:cNvPr>
          <p:cNvSpPr/>
          <p:nvPr/>
        </p:nvSpPr>
        <p:spPr>
          <a:xfrm>
            <a:off x="9100978" y="4615688"/>
            <a:ext cx="256031" cy="271272"/>
          </a:xfrm>
          <a:prstGeom prst="rect">
            <a:avLst/>
          </a:prstGeom>
          <a:blipFill>
            <a:blip r:embed="rId6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0" name="object 326">
            <a:extLst>
              <a:ext uri="{FF2B5EF4-FFF2-40B4-BE49-F238E27FC236}">
                <a16:creationId xmlns:a16="http://schemas.microsoft.com/office/drawing/2014/main" id="{62F39684-6A00-DE55-41D4-0BFAB1DDD128}"/>
              </a:ext>
            </a:extLst>
          </p:cNvPr>
          <p:cNvSpPr/>
          <p:nvPr/>
        </p:nvSpPr>
        <p:spPr>
          <a:xfrm>
            <a:off x="9148447" y="4638584"/>
            <a:ext cx="163548" cy="180019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1" name="object 327">
            <a:extLst>
              <a:ext uri="{FF2B5EF4-FFF2-40B4-BE49-F238E27FC236}">
                <a16:creationId xmlns:a16="http://schemas.microsoft.com/office/drawing/2014/main" id="{3B47D44B-F5FF-9423-C5DF-BA44DB29C96C}"/>
              </a:ext>
            </a:extLst>
          </p:cNvPr>
          <p:cNvSpPr/>
          <p:nvPr/>
        </p:nvSpPr>
        <p:spPr>
          <a:xfrm>
            <a:off x="9148448" y="4638584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2" name="object 328">
            <a:extLst>
              <a:ext uri="{FF2B5EF4-FFF2-40B4-BE49-F238E27FC236}">
                <a16:creationId xmlns:a16="http://schemas.microsoft.com/office/drawing/2014/main" id="{F1DFA764-1551-8DDE-88CC-CEFA81373776}"/>
              </a:ext>
            </a:extLst>
          </p:cNvPr>
          <p:cNvSpPr/>
          <p:nvPr/>
        </p:nvSpPr>
        <p:spPr>
          <a:xfrm>
            <a:off x="9148448" y="4638584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3" name="object 329">
            <a:extLst>
              <a:ext uri="{FF2B5EF4-FFF2-40B4-BE49-F238E27FC236}">
                <a16:creationId xmlns:a16="http://schemas.microsoft.com/office/drawing/2014/main" id="{2E350E6B-0047-4B2A-786D-C23E39539098}"/>
              </a:ext>
            </a:extLst>
          </p:cNvPr>
          <p:cNvSpPr/>
          <p:nvPr/>
        </p:nvSpPr>
        <p:spPr>
          <a:xfrm>
            <a:off x="9271108" y="4679471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4" name="object 330">
            <a:extLst>
              <a:ext uri="{FF2B5EF4-FFF2-40B4-BE49-F238E27FC236}">
                <a16:creationId xmlns:a16="http://schemas.microsoft.com/office/drawing/2014/main" id="{471AC1D7-DFDC-A7CB-957E-CC0C6F437BEC}"/>
              </a:ext>
            </a:extLst>
          </p:cNvPr>
          <p:cNvSpPr/>
          <p:nvPr/>
        </p:nvSpPr>
        <p:spPr>
          <a:xfrm>
            <a:off x="9274714" y="4615688"/>
            <a:ext cx="256031" cy="271272"/>
          </a:xfrm>
          <a:prstGeom prst="rect">
            <a:avLst/>
          </a:prstGeom>
          <a:blipFill>
            <a:blip r:embed="rId6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5" name="object 331">
            <a:extLst>
              <a:ext uri="{FF2B5EF4-FFF2-40B4-BE49-F238E27FC236}">
                <a16:creationId xmlns:a16="http://schemas.microsoft.com/office/drawing/2014/main" id="{A0291E81-5EBE-B2C2-50E0-3B3690B2BDE7}"/>
              </a:ext>
            </a:extLst>
          </p:cNvPr>
          <p:cNvSpPr/>
          <p:nvPr/>
        </p:nvSpPr>
        <p:spPr>
          <a:xfrm>
            <a:off x="9321094" y="4638584"/>
            <a:ext cx="163548" cy="180019"/>
          </a:xfrm>
          <a:prstGeom prst="rect">
            <a:avLst/>
          </a:prstGeom>
          <a:blipFill>
            <a:blip r:embed="rId6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6" name="object 332">
            <a:extLst>
              <a:ext uri="{FF2B5EF4-FFF2-40B4-BE49-F238E27FC236}">
                <a16:creationId xmlns:a16="http://schemas.microsoft.com/office/drawing/2014/main" id="{8ABA2C19-4D66-39AF-1AB6-5880A211329B}"/>
              </a:ext>
            </a:extLst>
          </p:cNvPr>
          <p:cNvSpPr/>
          <p:nvPr/>
        </p:nvSpPr>
        <p:spPr>
          <a:xfrm>
            <a:off x="9321094" y="4638584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7" name="object 333">
            <a:extLst>
              <a:ext uri="{FF2B5EF4-FFF2-40B4-BE49-F238E27FC236}">
                <a16:creationId xmlns:a16="http://schemas.microsoft.com/office/drawing/2014/main" id="{1260DCD1-B012-B027-84F6-EBAABDEEEF6B}"/>
              </a:ext>
            </a:extLst>
          </p:cNvPr>
          <p:cNvSpPr/>
          <p:nvPr/>
        </p:nvSpPr>
        <p:spPr>
          <a:xfrm>
            <a:off x="9321094" y="4638584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8" name="object 334">
            <a:extLst>
              <a:ext uri="{FF2B5EF4-FFF2-40B4-BE49-F238E27FC236}">
                <a16:creationId xmlns:a16="http://schemas.microsoft.com/office/drawing/2014/main" id="{B5007009-96C8-0611-FB14-BBD8886F6CBC}"/>
              </a:ext>
            </a:extLst>
          </p:cNvPr>
          <p:cNvSpPr/>
          <p:nvPr/>
        </p:nvSpPr>
        <p:spPr>
          <a:xfrm>
            <a:off x="9443755" y="4679471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9" name="object 335">
            <a:extLst>
              <a:ext uri="{FF2B5EF4-FFF2-40B4-BE49-F238E27FC236}">
                <a16:creationId xmlns:a16="http://schemas.microsoft.com/office/drawing/2014/main" id="{143B2131-A1DD-625B-65BA-8FC17ECF65F8}"/>
              </a:ext>
            </a:extLst>
          </p:cNvPr>
          <p:cNvSpPr/>
          <p:nvPr/>
        </p:nvSpPr>
        <p:spPr>
          <a:xfrm>
            <a:off x="9448450" y="4615688"/>
            <a:ext cx="256031" cy="271272"/>
          </a:xfrm>
          <a:prstGeom prst="rect">
            <a:avLst/>
          </a:prstGeom>
          <a:blipFill>
            <a:blip r:embed="rId6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0" name="object 336">
            <a:extLst>
              <a:ext uri="{FF2B5EF4-FFF2-40B4-BE49-F238E27FC236}">
                <a16:creationId xmlns:a16="http://schemas.microsoft.com/office/drawing/2014/main" id="{B97BCA33-9F02-F4DB-4E6C-60C108D49269}"/>
              </a:ext>
            </a:extLst>
          </p:cNvPr>
          <p:cNvSpPr/>
          <p:nvPr/>
        </p:nvSpPr>
        <p:spPr>
          <a:xfrm>
            <a:off x="9493741" y="4638584"/>
            <a:ext cx="163548" cy="180019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1" name="object 337">
            <a:extLst>
              <a:ext uri="{FF2B5EF4-FFF2-40B4-BE49-F238E27FC236}">
                <a16:creationId xmlns:a16="http://schemas.microsoft.com/office/drawing/2014/main" id="{5E424D88-8692-8CB1-9D06-A2B116FD5112}"/>
              </a:ext>
            </a:extLst>
          </p:cNvPr>
          <p:cNvSpPr/>
          <p:nvPr/>
        </p:nvSpPr>
        <p:spPr>
          <a:xfrm>
            <a:off x="9493741" y="4638584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2" name="object 338">
            <a:extLst>
              <a:ext uri="{FF2B5EF4-FFF2-40B4-BE49-F238E27FC236}">
                <a16:creationId xmlns:a16="http://schemas.microsoft.com/office/drawing/2014/main" id="{F2BCB87F-B1D5-ECF4-5B13-BB020DD24CE9}"/>
              </a:ext>
            </a:extLst>
          </p:cNvPr>
          <p:cNvSpPr/>
          <p:nvPr/>
        </p:nvSpPr>
        <p:spPr>
          <a:xfrm>
            <a:off x="9493741" y="4638584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3" name="object 339">
            <a:extLst>
              <a:ext uri="{FF2B5EF4-FFF2-40B4-BE49-F238E27FC236}">
                <a16:creationId xmlns:a16="http://schemas.microsoft.com/office/drawing/2014/main" id="{36254539-CE65-497A-E8C6-8A4305659BBE}"/>
              </a:ext>
            </a:extLst>
          </p:cNvPr>
          <p:cNvSpPr/>
          <p:nvPr/>
        </p:nvSpPr>
        <p:spPr>
          <a:xfrm>
            <a:off x="9616403" y="4679471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4" name="object 340">
            <a:extLst>
              <a:ext uri="{FF2B5EF4-FFF2-40B4-BE49-F238E27FC236}">
                <a16:creationId xmlns:a16="http://schemas.microsoft.com/office/drawing/2014/main" id="{7CA33558-4B4E-1F16-DAE6-2943868FBDDC}"/>
              </a:ext>
            </a:extLst>
          </p:cNvPr>
          <p:cNvSpPr/>
          <p:nvPr/>
        </p:nvSpPr>
        <p:spPr>
          <a:xfrm>
            <a:off x="9619138" y="4615688"/>
            <a:ext cx="256031" cy="271272"/>
          </a:xfrm>
          <a:prstGeom prst="rect">
            <a:avLst/>
          </a:prstGeom>
          <a:blipFill>
            <a:blip r:embed="rId7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5" name="object 341">
            <a:extLst>
              <a:ext uri="{FF2B5EF4-FFF2-40B4-BE49-F238E27FC236}">
                <a16:creationId xmlns:a16="http://schemas.microsoft.com/office/drawing/2014/main" id="{5FD392D2-3289-BBCC-F1FB-201C45521CF2}"/>
              </a:ext>
            </a:extLst>
          </p:cNvPr>
          <p:cNvSpPr/>
          <p:nvPr/>
        </p:nvSpPr>
        <p:spPr>
          <a:xfrm>
            <a:off x="9666387" y="4638584"/>
            <a:ext cx="163548" cy="180019"/>
          </a:xfrm>
          <a:prstGeom prst="rect">
            <a:avLst/>
          </a:prstGeom>
          <a:blipFill>
            <a:blip r:embed="rId6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6" name="object 342">
            <a:extLst>
              <a:ext uri="{FF2B5EF4-FFF2-40B4-BE49-F238E27FC236}">
                <a16:creationId xmlns:a16="http://schemas.microsoft.com/office/drawing/2014/main" id="{A7B00767-DF3B-18A1-EFAC-14EB4A4F446F}"/>
              </a:ext>
            </a:extLst>
          </p:cNvPr>
          <p:cNvSpPr/>
          <p:nvPr/>
        </p:nvSpPr>
        <p:spPr>
          <a:xfrm>
            <a:off x="9666388" y="4638584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7" name="object 343">
            <a:extLst>
              <a:ext uri="{FF2B5EF4-FFF2-40B4-BE49-F238E27FC236}">
                <a16:creationId xmlns:a16="http://schemas.microsoft.com/office/drawing/2014/main" id="{26260901-41E6-A575-FC8F-53D047020256}"/>
              </a:ext>
            </a:extLst>
          </p:cNvPr>
          <p:cNvSpPr/>
          <p:nvPr/>
        </p:nvSpPr>
        <p:spPr>
          <a:xfrm>
            <a:off x="9666388" y="4638584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8" name="object 344">
            <a:extLst>
              <a:ext uri="{FF2B5EF4-FFF2-40B4-BE49-F238E27FC236}">
                <a16:creationId xmlns:a16="http://schemas.microsoft.com/office/drawing/2014/main" id="{17EFDC1F-A379-C68C-D268-5FE979FF8CA2}"/>
              </a:ext>
            </a:extLst>
          </p:cNvPr>
          <p:cNvSpPr/>
          <p:nvPr/>
        </p:nvSpPr>
        <p:spPr>
          <a:xfrm>
            <a:off x="9789049" y="4679471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9" name="object 345">
            <a:extLst>
              <a:ext uri="{FF2B5EF4-FFF2-40B4-BE49-F238E27FC236}">
                <a16:creationId xmlns:a16="http://schemas.microsoft.com/office/drawing/2014/main" id="{EA93A912-94AB-C692-FF34-D719A52BBE3A}"/>
              </a:ext>
            </a:extLst>
          </p:cNvPr>
          <p:cNvSpPr/>
          <p:nvPr/>
        </p:nvSpPr>
        <p:spPr>
          <a:xfrm>
            <a:off x="9792873" y="4615688"/>
            <a:ext cx="256031" cy="271272"/>
          </a:xfrm>
          <a:prstGeom prst="rect">
            <a:avLst/>
          </a:prstGeom>
          <a:blipFill>
            <a:blip r:embed="rId7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0" name="object 346">
            <a:extLst>
              <a:ext uri="{FF2B5EF4-FFF2-40B4-BE49-F238E27FC236}">
                <a16:creationId xmlns:a16="http://schemas.microsoft.com/office/drawing/2014/main" id="{4F327952-629B-DA10-93A3-1ED32CF6385D}"/>
              </a:ext>
            </a:extLst>
          </p:cNvPr>
          <p:cNvSpPr/>
          <p:nvPr/>
        </p:nvSpPr>
        <p:spPr>
          <a:xfrm>
            <a:off x="9839036" y="4638584"/>
            <a:ext cx="163548" cy="180019"/>
          </a:xfrm>
          <a:prstGeom prst="rect">
            <a:avLst/>
          </a:prstGeom>
          <a:blipFill>
            <a:blip r:embed="rId6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1" name="object 347">
            <a:extLst>
              <a:ext uri="{FF2B5EF4-FFF2-40B4-BE49-F238E27FC236}">
                <a16:creationId xmlns:a16="http://schemas.microsoft.com/office/drawing/2014/main" id="{D374978D-463D-8CAA-FE49-EBC1167B0D2A}"/>
              </a:ext>
            </a:extLst>
          </p:cNvPr>
          <p:cNvSpPr/>
          <p:nvPr/>
        </p:nvSpPr>
        <p:spPr>
          <a:xfrm>
            <a:off x="9839036" y="4638584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2" name="object 348">
            <a:extLst>
              <a:ext uri="{FF2B5EF4-FFF2-40B4-BE49-F238E27FC236}">
                <a16:creationId xmlns:a16="http://schemas.microsoft.com/office/drawing/2014/main" id="{9587F1AE-03C6-DFC5-E306-848109588B75}"/>
              </a:ext>
            </a:extLst>
          </p:cNvPr>
          <p:cNvSpPr/>
          <p:nvPr/>
        </p:nvSpPr>
        <p:spPr>
          <a:xfrm>
            <a:off x="9839036" y="4638584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3" name="object 349">
            <a:extLst>
              <a:ext uri="{FF2B5EF4-FFF2-40B4-BE49-F238E27FC236}">
                <a16:creationId xmlns:a16="http://schemas.microsoft.com/office/drawing/2014/main" id="{2E93E13F-AEBE-6F2E-EEB1-4900E917E0E8}"/>
              </a:ext>
            </a:extLst>
          </p:cNvPr>
          <p:cNvSpPr/>
          <p:nvPr/>
        </p:nvSpPr>
        <p:spPr>
          <a:xfrm>
            <a:off x="9961696" y="4679471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4" name="object 350">
            <a:extLst>
              <a:ext uri="{FF2B5EF4-FFF2-40B4-BE49-F238E27FC236}">
                <a16:creationId xmlns:a16="http://schemas.microsoft.com/office/drawing/2014/main" id="{6EB6868C-3EAE-1BD6-0A67-67D0B2B25EE9}"/>
              </a:ext>
            </a:extLst>
          </p:cNvPr>
          <p:cNvSpPr/>
          <p:nvPr/>
        </p:nvSpPr>
        <p:spPr>
          <a:xfrm>
            <a:off x="9966609" y="4615688"/>
            <a:ext cx="256031" cy="271272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5" name="object 351">
            <a:extLst>
              <a:ext uri="{FF2B5EF4-FFF2-40B4-BE49-F238E27FC236}">
                <a16:creationId xmlns:a16="http://schemas.microsoft.com/office/drawing/2014/main" id="{C253FE9B-E8E0-15FD-DBB6-D3C94BC3E246}"/>
              </a:ext>
            </a:extLst>
          </p:cNvPr>
          <p:cNvSpPr/>
          <p:nvPr/>
        </p:nvSpPr>
        <p:spPr>
          <a:xfrm>
            <a:off x="10011683" y="4638584"/>
            <a:ext cx="163548" cy="180019"/>
          </a:xfrm>
          <a:prstGeom prst="rect">
            <a:avLst/>
          </a:prstGeom>
          <a:blipFill>
            <a:blip r:embed="rId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6" name="object 352">
            <a:extLst>
              <a:ext uri="{FF2B5EF4-FFF2-40B4-BE49-F238E27FC236}">
                <a16:creationId xmlns:a16="http://schemas.microsoft.com/office/drawing/2014/main" id="{FB72425B-92C6-8339-261A-9740959290AE}"/>
              </a:ext>
            </a:extLst>
          </p:cNvPr>
          <p:cNvSpPr/>
          <p:nvPr/>
        </p:nvSpPr>
        <p:spPr>
          <a:xfrm>
            <a:off x="10011683" y="4638584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7" name="object 353">
            <a:extLst>
              <a:ext uri="{FF2B5EF4-FFF2-40B4-BE49-F238E27FC236}">
                <a16:creationId xmlns:a16="http://schemas.microsoft.com/office/drawing/2014/main" id="{5CAE748F-89B2-D25E-722E-FBD539C90DDE}"/>
              </a:ext>
            </a:extLst>
          </p:cNvPr>
          <p:cNvSpPr/>
          <p:nvPr/>
        </p:nvSpPr>
        <p:spPr>
          <a:xfrm>
            <a:off x="10011683" y="4638584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8" name="object 354">
            <a:extLst>
              <a:ext uri="{FF2B5EF4-FFF2-40B4-BE49-F238E27FC236}">
                <a16:creationId xmlns:a16="http://schemas.microsoft.com/office/drawing/2014/main" id="{630BAF43-D20C-6038-ED36-BE327289A0C2}"/>
              </a:ext>
            </a:extLst>
          </p:cNvPr>
          <p:cNvSpPr/>
          <p:nvPr/>
        </p:nvSpPr>
        <p:spPr>
          <a:xfrm>
            <a:off x="10134344" y="4679471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9" name="object 355">
            <a:extLst>
              <a:ext uri="{FF2B5EF4-FFF2-40B4-BE49-F238E27FC236}">
                <a16:creationId xmlns:a16="http://schemas.microsoft.com/office/drawing/2014/main" id="{709F8E6E-A952-4B90-571B-22C04B0E064D}"/>
              </a:ext>
            </a:extLst>
          </p:cNvPr>
          <p:cNvSpPr/>
          <p:nvPr/>
        </p:nvSpPr>
        <p:spPr>
          <a:xfrm>
            <a:off x="10137297" y="4615688"/>
            <a:ext cx="256031" cy="271272"/>
          </a:xfrm>
          <a:prstGeom prst="rect">
            <a:avLst/>
          </a:prstGeom>
          <a:blipFill>
            <a:blip r:embed="rId7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0" name="object 356">
            <a:extLst>
              <a:ext uri="{FF2B5EF4-FFF2-40B4-BE49-F238E27FC236}">
                <a16:creationId xmlns:a16="http://schemas.microsoft.com/office/drawing/2014/main" id="{BFE02235-1D91-A714-474A-914600F0D87C}"/>
              </a:ext>
            </a:extLst>
          </p:cNvPr>
          <p:cNvSpPr/>
          <p:nvPr/>
        </p:nvSpPr>
        <p:spPr>
          <a:xfrm>
            <a:off x="10184329" y="4638584"/>
            <a:ext cx="163548" cy="180019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1" name="object 357">
            <a:extLst>
              <a:ext uri="{FF2B5EF4-FFF2-40B4-BE49-F238E27FC236}">
                <a16:creationId xmlns:a16="http://schemas.microsoft.com/office/drawing/2014/main" id="{FA52176D-19D1-D916-F24D-51040477B8E0}"/>
              </a:ext>
            </a:extLst>
          </p:cNvPr>
          <p:cNvSpPr/>
          <p:nvPr/>
        </p:nvSpPr>
        <p:spPr>
          <a:xfrm>
            <a:off x="10184329" y="4638584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2" name="object 358">
            <a:extLst>
              <a:ext uri="{FF2B5EF4-FFF2-40B4-BE49-F238E27FC236}">
                <a16:creationId xmlns:a16="http://schemas.microsoft.com/office/drawing/2014/main" id="{8700BE7E-5333-5E07-4E42-C8CDE1D92A4D}"/>
              </a:ext>
            </a:extLst>
          </p:cNvPr>
          <p:cNvSpPr/>
          <p:nvPr/>
        </p:nvSpPr>
        <p:spPr>
          <a:xfrm>
            <a:off x="10184329" y="4638584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3" name="object 359">
            <a:extLst>
              <a:ext uri="{FF2B5EF4-FFF2-40B4-BE49-F238E27FC236}">
                <a16:creationId xmlns:a16="http://schemas.microsoft.com/office/drawing/2014/main" id="{1A2B16E2-3D4A-A1DA-4348-DD82A9A45C40}"/>
              </a:ext>
            </a:extLst>
          </p:cNvPr>
          <p:cNvSpPr/>
          <p:nvPr/>
        </p:nvSpPr>
        <p:spPr>
          <a:xfrm>
            <a:off x="10306990" y="4679471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4" name="object 360">
            <a:extLst>
              <a:ext uri="{FF2B5EF4-FFF2-40B4-BE49-F238E27FC236}">
                <a16:creationId xmlns:a16="http://schemas.microsoft.com/office/drawing/2014/main" id="{1688D28B-AA34-9C6F-D0FD-3B29099075FA}"/>
              </a:ext>
            </a:extLst>
          </p:cNvPr>
          <p:cNvSpPr/>
          <p:nvPr/>
        </p:nvSpPr>
        <p:spPr>
          <a:xfrm>
            <a:off x="10311033" y="4615688"/>
            <a:ext cx="256031" cy="271272"/>
          </a:xfrm>
          <a:prstGeom prst="rect">
            <a:avLst/>
          </a:prstGeom>
          <a:blipFill>
            <a:blip r:embed="rId7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5" name="object 361">
            <a:extLst>
              <a:ext uri="{FF2B5EF4-FFF2-40B4-BE49-F238E27FC236}">
                <a16:creationId xmlns:a16="http://schemas.microsoft.com/office/drawing/2014/main" id="{D435AD53-DF9D-2A16-C337-0808FB9348DA}"/>
              </a:ext>
            </a:extLst>
          </p:cNvPr>
          <p:cNvSpPr/>
          <p:nvPr/>
        </p:nvSpPr>
        <p:spPr>
          <a:xfrm>
            <a:off x="10356977" y="4638584"/>
            <a:ext cx="163548" cy="180019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6" name="object 362">
            <a:extLst>
              <a:ext uri="{FF2B5EF4-FFF2-40B4-BE49-F238E27FC236}">
                <a16:creationId xmlns:a16="http://schemas.microsoft.com/office/drawing/2014/main" id="{48950F28-ED22-16B3-460E-A434FAE43C05}"/>
              </a:ext>
            </a:extLst>
          </p:cNvPr>
          <p:cNvSpPr/>
          <p:nvPr/>
        </p:nvSpPr>
        <p:spPr>
          <a:xfrm>
            <a:off x="10356977" y="4638584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7" name="object 363">
            <a:extLst>
              <a:ext uri="{FF2B5EF4-FFF2-40B4-BE49-F238E27FC236}">
                <a16:creationId xmlns:a16="http://schemas.microsoft.com/office/drawing/2014/main" id="{AAB209E1-10F6-EDFE-4C07-332B057D210B}"/>
              </a:ext>
            </a:extLst>
          </p:cNvPr>
          <p:cNvSpPr/>
          <p:nvPr/>
        </p:nvSpPr>
        <p:spPr>
          <a:xfrm>
            <a:off x="10356977" y="4638584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8" name="object 364">
            <a:extLst>
              <a:ext uri="{FF2B5EF4-FFF2-40B4-BE49-F238E27FC236}">
                <a16:creationId xmlns:a16="http://schemas.microsoft.com/office/drawing/2014/main" id="{F0A202B4-69CC-33EE-5237-E9D945A66D91}"/>
              </a:ext>
            </a:extLst>
          </p:cNvPr>
          <p:cNvSpPr/>
          <p:nvPr/>
        </p:nvSpPr>
        <p:spPr>
          <a:xfrm>
            <a:off x="10479638" y="4679471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9" name="object 365">
            <a:extLst>
              <a:ext uri="{FF2B5EF4-FFF2-40B4-BE49-F238E27FC236}">
                <a16:creationId xmlns:a16="http://schemas.microsoft.com/office/drawing/2014/main" id="{65605366-938E-A2B6-AE17-841A02B85B0D}"/>
              </a:ext>
            </a:extLst>
          </p:cNvPr>
          <p:cNvSpPr/>
          <p:nvPr/>
        </p:nvSpPr>
        <p:spPr>
          <a:xfrm>
            <a:off x="10484769" y="4615688"/>
            <a:ext cx="256031" cy="271272"/>
          </a:xfrm>
          <a:prstGeom prst="rect">
            <a:avLst/>
          </a:prstGeom>
          <a:blipFill>
            <a:blip r:embed="rId7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0" name="object 366">
            <a:extLst>
              <a:ext uri="{FF2B5EF4-FFF2-40B4-BE49-F238E27FC236}">
                <a16:creationId xmlns:a16="http://schemas.microsoft.com/office/drawing/2014/main" id="{820531E6-C62F-B775-5620-2A089116E9E7}"/>
              </a:ext>
            </a:extLst>
          </p:cNvPr>
          <p:cNvSpPr/>
          <p:nvPr/>
        </p:nvSpPr>
        <p:spPr>
          <a:xfrm>
            <a:off x="10529624" y="4638584"/>
            <a:ext cx="163548" cy="180019"/>
          </a:xfrm>
          <a:prstGeom prst="rect">
            <a:avLst/>
          </a:prstGeom>
          <a:blipFill>
            <a:blip r:embed="rId6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1" name="object 367">
            <a:extLst>
              <a:ext uri="{FF2B5EF4-FFF2-40B4-BE49-F238E27FC236}">
                <a16:creationId xmlns:a16="http://schemas.microsoft.com/office/drawing/2014/main" id="{FC213450-7042-9388-445D-560D1DD2DFD8}"/>
              </a:ext>
            </a:extLst>
          </p:cNvPr>
          <p:cNvSpPr/>
          <p:nvPr/>
        </p:nvSpPr>
        <p:spPr>
          <a:xfrm>
            <a:off x="10529623" y="4638584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2" name="object 368">
            <a:extLst>
              <a:ext uri="{FF2B5EF4-FFF2-40B4-BE49-F238E27FC236}">
                <a16:creationId xmlns:a16="http://schemas.microsoft.com/office/drawing/2014/main" id="{F4C49A91-F9C8-910A-3AC6-3FCD60AC9218}"/>
              </a:ext>
            </a:extLst>
          </p:cNvPr>
          <p:cNvSpPr/>
          <p:nvPr/>
        </p:nvSpPr>
        <p:spPr>
          <a:xfrm>
            <a:off x="10529623" y="4638584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3" name="object 369">
            <a:extLst>
              <a:ext uri="{FF2B5EF4-FFF2-40B4-BE49-F238E27FC236}">
                <a16:creationId xmlns:a16="http://schemas.microsoft.com/office/drawing/2014/main" id="{7CD2811A-3479-873B-3228-D50B1E194FF8}"/>
              </a:ext>
            </a:extLst>
          </p:cNvPr>
          <p:cNvSpPr/>
          <p:nvPr/>
        </p:nvSpPr>
        <p:spPr>
          <a:xfrm>
            <a:off x="10652285" y="4679471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4" name="object 370">
            <a:extLst>
              <a:ext uri="{FF2B5EF4-FFF2-40B4-BE49-F238E27FC236}">
                <a16:creationId xmlns:a16="http://schemas.microsoft.com/office/drawing/2014/main" id="{6EFB2DCE-F154-F0B4-5444-459245C31004}"/>
              </a:ext>
            </a:extLst>
          </p:cNvPr>
          <p:cNvSpPr/>
          <p:nvPr/>
        </p:nvSpPr>
        <p:spPr>
          <a:xfrm>
            <a:off x="10655457" y="4615688"/>
            <a:ext cx="256031" cy="271272"/>
          </a:xfrm>
          <a:prstGeom prst="rect">
            <a:avLst/>
          </a:prstGeom>
          <a:blipFill>
            <a:blip r:embed="rId7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5" name="object 371">
            <a:extLst>
              <a:ext uri="{FF2B5EF4-FFF2-40B4-BE49-F238E27FC236}">
                <a16:creationId xmlns:a16="http://schemas.microsoft.com/office/drawing/2014/main" id="{149F0B5E-2988-355B-620E-EC4ABF37ECAB}"/>
              </a:ext>
            </a:extLst>
          </p:cNvPr>
          <p:cNvSpPr/>
          <p:nvPr/>
        </p:nvSpPr>
        <p:spPr>
          <a:xfrm>
            <a:off x="10702271" y="4638584"/>
            <a:ext cx="163548" cy="180019"/>
          </a:xfrm>
          <a:prstGeom prst="rect">
            <a:avLst/>
          </a:prstGeom>
          <a:blipFill>
            <a:blip r:embed="rId6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6" name="object 372">
            <a:extLst>
              <a:ext uri="{FF2B5EF4-FFF2-40B4-BE49-F238E27FC236}">
                <a16:creationId xmlns:a16="http://schemas.microsoft.com/office/drawing/2014/main" id="{1AD115D8-2502-FEA2-D6BF-7F48631482D3}"/>
              </a:ext>
            </a:extLst>
          </p:cNvPr>
          <p:cNvSpPr/>
          <p:nvPr/>
        </p:nvSpPr>
        <p:spPr>
          <a:xfrm>
            <a:off x="10702271" y="4638584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7" name="object 373">
            <a:extLst>
              <a:ext uri="{FF2B5EF4-FFF2-40B4-BE49-F238E27FC236}">
                <a16:creationId xmlns:a16="http://schemas.microsoft.com/office/drawing/2014/main" id="{1D0ECD6F-8512-1A3F-AC04-7461B093B88C}"/>
              </a:ext>
            </a:extLst>
          </p:cNvPr>
          <p:cNvSpPr/>
          <p:nvPr/>
        </p:nvSpPr>
        <p:spPr>
          <a:xfrm>
            <a:off x="10702271" y="4638584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8" name="object 374">
            <a:extLst>
              <a:ext uri="{FF2B5EF4-FFF2-40B4-BE49-F238E27FC236}">
                <a16:creationId xmlns:a16="http://schemas.microsoft.com/office/drawing/2014/main" id="{C5EB30FB-5F39-DFD2-3584-4C696ED18132}"/>
              </a:ext>
            </a:extLst>
          </p:cNvPr>
          <p:cNvSpPr/>
          <p:nvPr/>
        </p:nvSpPr>
        <p:spPr>
          <a:xfrm>
            <a:off x="10824932" y="4679471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9" name="object 375">
            <a:extLst>
              <a:ext uri="{FF2B5EF4-FFF2-40B4-BE49-F238E27FC236}">
                <a16:creationId xmlns:a16="http://schemas.microsoft.com/office/drawing/2014/main" id="{C340EDBB-864A-30FB-DEBF-80733DD3FE53}"/>
              </a:ext>
            </a:extLst>
          </p:cNvPr>
          <p:cNvSpPr/>
          <p:nvPr/>
        </p:nvSpPr>
        <p:spPr>
          <a:xfrm>
            <a:off x="10829193" y="4615688"/>
            <a:ext cx="256031" cy="271272"/>
          </a:xfrm>
          <a:prstGeom prst="rect">
            <a:avLst/>
          </a:prstGeom>
          <a:blipFill>
            <a:blip r:embed="rId7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0" name="object 376">
            <a:extLst>
              <a:ext uri="{FF2B5EF4-FFF2-40B4-BE49-F238E27FC236}">
                <a16:creationId xmlns:a16="http://schemas.microsoft.com/office/drawing/2014/main" id="{BDB7EED4-CEAE-09CC-1028-C905429F78B3}"/>
              </a:ext>
            </a:extLst>
          </p:cNvPr>
          <p:cNvSpPr/>
          <p:nvPr/>
        </p:nvSpPr>
        <p:spPr>
          <a:xfrm>
            <a:off x="10874917" y="4679471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0" y="0"/>
                </a:moveTo>
                <a:lnTo>
                  <a:pt x="0" y="0"/>
                </a:lnTo>
                <a:lnTo>
                  <a:pt x="0" y="139133"/>
                </a:lnTo>
                <a:lnTo>
                  <a:pt x="122660" y="139133"/>
                </a:lnTo>
                <a:lnTo>
                  <a:pt x="12266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1" name="object 377">
            <a:extLst>
              <a:ext uri="{FF2B5EF4-FFF2-40B4-BE49-F238E27FC236}">
                <a16:creationId xmlns:a16="http://schemas.microsoft.com/office/drawing/2014/main" id="{3471A693-5D6B-5A53-F095-9B673FA1AE11}"/>
              </a:ext>
            </a:extLst>
          </p:cNvPr>
          <p:cNvSpPr/>
          <p:nvPr/>
        </p:nvSpPr>
        <p:spPr>
          <a:xfrm>
            <a:off x="10997577" y="4638584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7" y="0"/>
                </a:moveTo>
                <a:lnTo>
                  <a:pt x="0" y="40886"/>
                </a:lnTo>
                <a:lnTo>
                  <a:pt x="0" y="180019"/>
                </a:lnTo>
                <a:lnTo>
                  <a:pt x="40887" y="139132"/>
                </a:lnTo>
                <a:lnTo>
                  <a:pt x="40887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2" name="object 378">
            <a:extLst>
              <a:ext uri="{FF2B5EF4-FFF2-40B4-BE49-F238E27FC236}">
                <a16:creationId xmlns:a16="http://schemas.microsoft.com/office/drawing/2014/main" id="{99515A3F-5B5E-4C32-4432-B5D822B438A0}"/>
              </a:ext>
            </a:extLst>
          </p:cNvPr>
          <p:cNvSpPr/>
          <p:nvPr/>
        </p:nvSpPr>
        <p:spPr>
          <a:xfrm>
            <a:off x="10874917" y="4638584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6" y="0"/>
                </a:lnTo>
                <a:lnTo>
                  <a:pt x="0" y="40886"/>
                </a:lnTo>
                <a:lnTo>
                  <a:pt x="122660" y="40886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3" name="object 379">
            <a:extLst>
              <a:ext uri="{FF2B5EF4-FFF2-40B4-BE49-F238E27FC236}">
                <a16:creationId xmlns:a16="http://schemas.microsoft.com/office/drawing/2014/main" id="{54976578-E74A-F2A3-230E-F81785BDCF06}"/>
              </a:ext>
            </a:extLst>
          </p:cNvPr>
          <p:cNvSpPr/>
          <p:nvPr/>
        </p:nvSpPr>
        <p:spPr>
          <a:xfrm>
            <a:off x="10874917" y="4638584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4" name="object 380">
            <a:extLst>
              <a:ext uri="{FF2B5EF4-FFF2-40B4-BE49-F238E27FC236}">
                <a16:creationId xmlns:a16="http://schemas.microsoft.com/office/drawing/2014/main" id="{92A4DFD3-8C7B-E388-70C4-9C0DBE83EA5F}"/>
              </a:ext>
            </a:extLst>
          </p:cNvPr>
          <p:cNvSpPr/>
          <p:nvPr/>
        </p:nvSpPr>
        <p:spPr>
          <a:xfrm>
            <a:off x="10874917" y="4638584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5" name="object 381">
            <a:extLst>
              <a:ext uri="{FF2B5EF4-FFF2-40B4-BE49-F238E27FC236}">
                <a16:creationId xmlns:a16="http://schemas.microsoft.com/office/drawing/2014/main" id="{58F47651-4EE0-2A15-C870-C44EBECCEEB2}"/>
              </a:ext>
            </a:extLst>
          </p:cNvPr>
          <p:cNvSpPr/>
          <p:nvPr/>
        </p:nvSpPr>
        <p:spPr>
          <a:xfrm>
            <a:off x="10997578" y="4679471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6" name="object 382">
            <a:extLst>
              <a:ext uri="{FF2B5EF4-FFF2-40B4-BE49-F238E27FC236}">
                <a16:creationId xmlns:a16="http://schemas.microsoft.com/office/drawing/2014/main" id="{354788E3-B734-46D2-A02F-9CF5EFC79519}"/>
              </a:ext>
            </a:extLst>
          </p:cNvPr>
          <p:cNvSpPr/>
          <p:nvPr/>
        </p:nvSpPr>
        <p:spPr>
          <a:xfrm>
            <a:off x="10999881" y="4615688"/>
            <a:ext cx="256031" cy="271272"/>
          </a:xfrm>
          <a:prstGeom prst="rect">
            <a:avLst/>
          </a:prstGeom>
          <a:blipFill>
            <a:blip r:embed="rId7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7" name="object 383">
            <a:extLst>
              <a:ext uri="{FF2B5EF4-FFF2-40B4-BE49-F238E27FC236}">
                <a16:creationId xmlns:a16="http://schemas.microsoft.com/office/drawing/2014/main" id="{7AB17560-BB66-C0AF-A4B2-AD46D0C8257A}"/>
              </a:ext>
            </a:extLst>
          </p:cNvPr>
          <p:cNvSpPr/>
          <p:nvPr/>
        </p:nvSpPr>
        <p:spPr>
          <a:xfrm>
            <a:off x="11047565" y="4679471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0" y="0"/>
                </a:moveTo>
                <a:lnTo>
                  <a:pt x="0" y="0"/>
                </a:lnTo>
                <a:lnTo>
                  <a:pt x="0" y="139133"/>
                </a:lnTo>
                <a:lnTo>
                  <a:pt x="122660" y="139133"/>
                </a:lnTo>
                <a:lnTo>
                  <a:pt x="12266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8" name="object 384">
            <a:extLst>
              <a:ext uri="{FF2B5EF4-FFF2-40B4-BE49-F238E27FC236}">
                <a16:creationId xmlns:a16="http://schemas.microsoft.com/office/drawing/2014/main" id="{1717235E-97A1-1118-16D2-35FB8E45FBE6}"/>
              </a:ext>
            </a:extLst>
          </p:cNvPr>
          <p:cNvSpPr/>
          <p:nvPr/>
        </p:nvSpPr>
        <p:spPr>
          <a:xfrm>
            <a:off x="11170225" y="4638584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6" y="0"/>
                </a:moveTo>
                <a:lnTo>
                  <a:pt x="0" y="40886"/>
                </a:lnTo>
                <a:lnTo>
                  <a:pt x="0" y="180019"/>
                </a:lnTo>
                <a:lnTo>
                  <a:pt x="40886" y="139132"/>
                </a:lnTo>
                <a:lnTo>
                  <a:pt x="40886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9" name="object 385">
            <a:extLst>
              <a:ext uri="{FF2B5EF4-FFF2-40B4-BE49-F238E27FC236}">
                <a16:creationId xmlns:a16="http://schemas.microsoft.com/office/drawing/2014/main" id="{1A8BCBBE-3B55-8545-34EE-DF18EF17B9BD}"/>
              </a:ext>
            </a:extLst>
          </p:cNvPr>
          <p:cNvSpPr/>
          <p:nvPr/>
        </p:nvSpPr>
        <p:spPr>
          <a:xfrm>
            <a:off x="11047565" y="4638584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6" y="0"/>
                </a:moveTo>
                <a:lnTo>
                  <a:pt x="40886" y="0"/>
                </a:lnTo>
                <a:lnTo>
                  <a:pt x="0" y="40886"/>
                </a:lnTo>
                <a:lnTo>
                  <a:pt x="122660" y="40886"/>
                </a:lnTo>
                <a:lnTo>
                  <a:pt x="163546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0" name="object 386">
            <a:extLst>
              <a:ext uri="{FF2B5EF4-FFF2-40B4-BE49-F238E27FC236}">
                <a16:creationId xmlns:a16="http://schemas.microsoft.com/office/drawing/2014/main" id="{5FC2C257-59F6-19B8-C1BF-5E7A419D8006}"/>
              </a:ext>
            </a:extLst>
          </p:cNvPr>
          <p:cNvSpPr/>
          <p:nvPr/>
        </p:nvSpPr>
        <p:spPr>
          <a:xfrm>
            <a:off x="11047565" y="4638584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1" name="object 387">
            <a:extLst>
              <a:ext uri="{FF2B5EF4-FFF2-40B4-BE49-F238E27FC236}">
                <a16:creationId xmlns:a16="http://schemas.microsoft.com/office/drawing/2014/main" id="{798A1F55-B654-D9D7-FF16-9FC22C9680C9}"/>
              </a:ext>
            </a:extLst>
          </p:cNvPr>
          <p:cNvSpPr/>
          <p:nvPr/>
        </p:nvSpPr>
        <p:spPr>
          <a:xfrm>
            <a:off x="11047565" y="4638584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2" name="object 388">
            <a:extLst>
              <a:ext uri="{FF2B5EF4-FFF2-40B4-BE49-F238E27FC236}">
                <a16:creationId xmlns:a16="http://schemas.microsoft.com/office/drawing/2014/main" id="{F60F69E6-60DF-D062-37DE-860FE62C4558}"/>
              </a:ext>
            </a:extLst>
          </p:cNvPr>
          <p:cNvSpPr/>
          <p:nvPr/>
        </p:nvSpPr>
        <p:spPr>
          <a:xfrm>
            <a:off x="11170226" y="4679471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3" name="object 389">
            <a:extLst>
              <a:ext uri="{FF2B5EF4-FFF2-40B4-BE49-F238E27FC236}">
                <a16:creationId xmlns:a16="http://schemas.microsoft.com/office/drawing/2014/main" id="{9ECE5F9F-B582-12ED-A023-5B30CFE00B9D}"/>
              </a:ext>
            </a:extLst>
          </p:cNvPr>
          <p:cNvSpPr/>
          <p:nvPr/>
        </p:nvSpPr>
        <p:spPr>
          <a:xfrm>
            <a:off x="11173618" y="4615688"/>
            <a:ext cx="256031" cy="271272"/>
          </a:xfrm>
          <a:prstGeom prst="rect">
            <a:avLst/>
          </a:prstGeom>
          <a:blipFill>
            <a:blip r:embed="rId6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4" name="object 390">
            <a:extLst>
              <a:ext uri="{FF2B5EF4-FFF2-40B4-BE49-F238E27FC236}">
                <a16:creationId xmlns:a16="http://schemas.microsoft.com/office/drawing/2014/main" id="{0EF78536-D085-427E-34C0-89AC0275F379}"/>
              </a:ext>
            </a:extLst>
          </p:cNvPr>
          <p:cNvSpPr/>
          <p:nvPr/>
        </p:nvSpPr>
        <p:spPr>
          <a:xfrm>
            <a:off x="11220217" y="4679471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0" y="0"/>
                </a:moveTo>
                <a:lnTo>
                  <a:pt x="0" y="0"/>
                </a:lnTo>
                <a:lnTo>
                  <a:pt x="0" y="139133"/>
                </a:lnTo>
                <a:lnTo>
                  <a:pt x="122660" y="139133"/>
                </a:lnTo>
                <a:lnTo>
                  <a:pt x="12266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5" name="object 391">
            <a:extLst>
              <a:ext uri="{FF2B5EF4-FFF2-40B4-BE49-F238E27FC236}">
                <a16:creationId xmlns:a16="http://schemas.microsoft.com/office/drawing/2014/main" id="{CC1E725A-AC06-9B22-C24F-DFF583E89598}"/>
              </a:ext>
            </a:extLst>
          </p:cNvPr>
          <p:cNvSpPr/>
          <p:nvPr/>
        </p:nvSpPr>
        <p:spPr>
          <a:xfrm>
            <a:off x="11342878" y="4638584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7" y="0"/>
                </a:moveTo>
                <a:lnTo>
                  <a:pt x="0" y="40886"/>
                </a:lnTo>
                <a:lnTo>
                  <a:pt x="0" y="180019"/>
                </a:lnTo>
                <a:lnTo>
                  <a:pt x="40887" y="139132"/>
                </a:lnTo>
                <a:lnTo>
                  <a:pt x="40887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6" name="object 392">
            <a:extLst>
              <a:ext uri="{FF2B5EF4-FFF2-40B4-BE49-F238E27FC236}">
                <a16:creationId xmlns:a16="http://schemas.microsoft.com/office/drawing/2014/main" id="{1785FBBE-5A45-E82E-B5F3-17EDFFAD9385}"/>
              </a:ext>
            </a:extLst>
          </p:cNvPr>
          <p:cNvSpPr/>
          <p:nvPr/>
        </p:nvSpPr>
        <p:spPr>
          <a:xfrm>
            <a:off x="11220217" y="4638584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7" y="0"/>
                </a:lnTo>
                <a:lnTo>
                  <a:pt x="0" y="40886"/>
                </a:lnTo>
                <a:lnTo>
                  <a:pt x="122660" y="40886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7" name="object 393">
            <a:extLst>
              <a:ext uri="{FF2B5EF4-FFF2-40B4-BE49-F238E27FC236}">
                <a16:creationId xmlns:a16="http://schemas.microsoft.com/office/drawing/2014/main" id="{7B5A8B7A-1B50-4DCE-6868-B229159DBF9F}"/>
              </a:ext>
            </a:extLst>
          </p:cNvPr>
          <p:cNvSpPr/>
          <p:nvPr/>
        </p:nvSpPr>
        <p:spPr>
          <a:xfrm>
            <a:off x="11220217" y="4638584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8" name="object 394">
            <a:extLst>
              <a:ext uri="{FF2B5EF4-FFF2-40B4-BE49-F238E27FC236}">
                <a16:creationId xmlns:a16="http://schemas.microsoft.com/office/drawing/2014/main" id="{F1245ED2-3105-07B5-64D3-0C2822A9C376}"/>
              </a:ext>
            </a:extLst>
          </p:cNvPr>
          <p:cNvSpPr/>
          <p:nvPr/>
        </p:nvSpPr>
        <p:spPr>
          <a:xfrm>
            <a:off x="11220217" y="4638584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9" name="object 395">
            <a:extLst>
              <a:ext uri="{FF2B5EF4-FFF2-40B4-BE49-F238E27FC236}">
                <a16:creationId xmlns:a16="http://schemas.microsoft.com/office/drawing/2014/main" id="{08E8546F-DFC7-B1F7-90A4-39EC9135FF17}"/>
              </a:ext>
            </a:extLst>
          </p:cNvPr>
          <p:cNvSpPr/>
          <p:nvPr/>
        </p:nvSpPr>
        <p:spPr>
          <a:xfrm>
            <a:off x="11342879" y="4679471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0" name="object 396">
            <a:extLst>
              <a:ext uri="{FF2B5EF4-FFF2-40B4-BE49-F238E27FC236}">
                <a16:creationId xmlns:a16="http://schemas.microsoft.com/office/drawing/2014/main" id="{5916A601-A405-FB68-3450-E47F02A29DD5}"/>
              </a:ext>
            </a:extLst>
          </p:cNvPr>
          <p:cNvSpPr/>
          <p:nvPr/>
        </p:nvSpPr>
        <p:spPr>
          <a:xfrm>
            <a:off x="7549545" y="5530088"/>
            <a:ext cx="256031" cy="271272"/>
          </a:xfrm>
          <a:prstGeom prst="rect">
            <a:avLst/>
          </a:prstGeom>
          <a:blipFill>
            <a:blip r:embed="rId7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1" name="object 397">
            <a:extLst>
              <a:ext uri="{FF2B5EF4-FFF2-40B4-BE49-F238E27FC236}">
                <a16:creationId xmlns:a16="http://schemas.microsoft.com/office/drawing/2014/main" id="{B17998EB-3E4F-36DD-3B99-863B490E389F}"/>
              </a:ext>
            </a:extLst>
          </p:cNvPr>
          <p:cNvSpPr/>
          <p:nvPr/>
        </p:nvSpPr>
        <p:spPr>
          <a:xfrm>
            <a:off x="7594624" y="5552834"/>
            <a:ext cx="163548" cy="180019"/>
          </a:xfrm>
          <a:prstGeom prst="rect">
            <a:avLst/>
          </a:prstGeom>
          <a:blipFill>
            <a:blip r:embed="rId7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2" name="object 398">
            <a:extLst>
              <a:ext uri="{FF2B5EF4-FFF2-40B4-BE49-F238E27FC236}">
                <a16:creationId xmlns:a16="http://schemas.microsoft.com/office/drawing/2014/main" id="{6D8A802A-BC00-F7B7-4381-8348D014635A}"/>
              </a:ext>
            </a:extLst>
          </p:cNvPr>
          <p:cNvSpPr/>
          <p:nvPr/>
        </p:nvSpPr>
        <p:spPr>
          <a:xfrm>
            <a:off x="7594624" y="5552834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E687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3" name="object 399">
            <a:extLst>
              <a:ext uri="{FF2B5EF4-FFF2-40B4-BE49-F238E27FC236}">
                <a16:creationId xmlns:a16="http://schemas.microsoft.com/office/drawing/2014/main" id="{ADB37073-CD92-8C6D-55F2-4C6AE82D80E4}"/>
              </a:ext>
            </a:extLst>
          </p:cNvPr>
          <p:cNvSpPr/>
          <p:nvPr/>
        </p:nvSpPr>
        <p:spPr>
          <a:xfrm>
            <a:off x="7594624" y="5552834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E687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4" name="object 400">
            <a:extLst>
              <a:ext uri="{FF2B5EF4-FFF2-40B4-BE49-F238E27FC236}">
                <a16:creationId xmlns:a16="http://schemas.microsoft.com/office/drawing/2014/main" id="{6D7119F0-9731-DD0E-7352-0E25C390532F}"/>
              </a:ext>
            </a:extLst>
          </p:cNvPr>
          <p:cNvSpPr/>
          <p:nvPr/>
        </p:nvSpPr>
        <p:spPr>
          <a:xfrm>
            <a:off x="7717285" y="5593721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E687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5" name="object 401">
            <a:extLst>
              <a:ext uri="{FF2B5EF4-FFF2-40B4-BE49-F238E27FC236}">
                <a16:creationId xmlns:a16="http://schemas.microsoft.com/office/drawing/2014/main" id="{D01BACFD-A150-9C8A-8775-04CB5B3DF6D6}"/>
              </a:ext>
            </a:extLst>
          </p:cNvPr>
          <p:cNvSpPr/>
          <p:nvPr/>
        </p:nvSpPr>
        <p:spPr>
          <a:xfrm>
            <a:off x="7720233" y="5530088"/>
            <a:ext cx="256031" cy="271272"/>
          </a:xfrm>
          <a:prstGeom prst="rect">
            <a:avLst/>
          </a:prstGeom>
          <a:blipFill>
            <a:blip r:embed="rId8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6" name="object 402">
            <a:extLst>
              <a:ext uri="{FF2B5EF4-FFF2-40B4-BE49-F238E27FC236}">
                <a16:creationId xmlns:a16="http://schemas.microsoft.com/office/drawing/2014/main" id="{39D06D7A-488C-38B1-2D83-909D9456FF9B}"/>
              </a:ext>
            </a:extLst>
          </p:cNvPr>
          <p:cNvSpPr/>
          <p:nvPr/>
        </p:nvSpPr>
        <p:spPr>
          <a:xfrm>
            <a:off x="7767271" y="5552834"/>
            <a:ext cx="163548" cy="180019"/>
          </a:xfrm>
          <a:prstGeom prst="rect">
            <a:avLst/>
          </a:prstGeom>
          <a:blipFill>
            <a:blip r:embed="rId8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7" name="object 403">
            <a:extLst>
              <a:ext uri="{FF2B5EF4-FFF2-40B4-BE49-F238E27FC236}">
                <a16:creationId xmlns:a16="http://schemas.microsoft.com/office/drawing/2014/main" id="{CCB340A7-45F9-AF08-AA0B-F3F9C5725C59}"/>
              </a:ext>
            </a:extLst>
          </p:cNvPr>
          <p:cNvSpPr/>
          <p:nvPr/>
        </p:nvSpPr>
        <p:spPr>
          <a:xfrm>
            <a:off x="7767271" y="5552834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E687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8" name="object 404">
            <a:extLst>
              <a:ext uri="{FF2B5EF4-FFF2-40B4-BE49-F238E27FC236}">
                <a16:creationId xmlns:a16="http://schemas.microsoft.com/office/drawing/2014/main" id="{6A95C39D-31A5-13A6-FAE0-CD077A8E5C38}"/>
              </a:ext>
            </a:extLst>
          </p:cNvPr>
          <p:cNvSpPr/>
          <p:nvPr/>
        </p:nvSpPr>
        <p:spPr>
          <a:xfrm>
            <a:off x="7767271" y="5552834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E687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9" name="object 405">
            <a:extLst>
              <a:ext uri="{FF2B5EF4-FFF2-40B4-BE49-F238E27FC236}">
                <a16:creationId xmlns:a16="http://schemas.microsoft.com/office/drawing/2014/main" id="{F19CAB27-23A1-A811-CD76-2BA72C26740A}"/>
              </a:ext>
            </a:extLst>
          </p:cNvPr>
          <p:cNvSpPr/>
          <p:nvPr/>
        </p:nvSpPr>
        <p:spPr>
          <a:xfrm>
            <a:off x="7889933" y="5593721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E687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0" name="object 406">
            <a:extLst>
              <a:ext uri="{FF2B5EF4-FFF2-40B4-BE49-F238E27FC236}">
                <a16:creationId xmlns:a16="http://schemas.microsoft.com/office/drawing/2014/main" id="{05344582-6CB8-69F1-36AB-62648A8A6075}"/>
              </a:ext>
            </a:extLst>
          </p:cNvPr>
          <p:cNvSpPr/>
          <p:nvPr/>
        </p:nvSpPr>
        <p:spPr>
          <a:xfrm>
            <a:off x="7893969" y="5530088"/>
            <a:ext cx="256031" cy="271272"/>
          </a:xfrm>
          <a:prstGeom prst="rect">
            <a:avLst/>
          </a:prstGeom>
          <a:blipFill>
            <a:blip r:embed="rId8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1" name="object 407">
            <a:extLst>
              <a:ext uri="{FF2B5EF4-FFF2-40B4-BE49-F238E27FC236}">
                <a16:creationId xmlns:a16="http://schemas.microsoft.com/office/drawing/2014/main" id="{D6180520-CC0D-30FC-2AF0-861965B561B0}"/>
              </a:ext>
            </a:extLst>
          </p:cNvPr>
          <p:cNvSpPr/>
          <p:nvPr/>
        </p:nvSpPr>
        <p:spPr>
          <a:xfrm>
            <a:off x="7939918" y="5552834"/>
            <a:ext cx="163548" cy="180019"/>
          </a:xfrm>
          <a:prstGeom prst="rect">
            <a:avLst/>
          </a:prstGeom>
          <a:blipFill>
            <a:blip r:embed="rId8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2" name="object 408">
            <a:extLst>
              <a:ext uri="{FF2B5EF4-FFF2-40B4-BE49-F238E27FC236}">
                <a16:creationId xmlns:a16="http://schemas.microsoft.com/office/drawing/2014/main" id="{2A2505A7-4E54-D98B-86F2-611900C6A012}"/>
              </a:ext>
            </a:extLst>
          </p:cNvPr>
          <p:cNvSpPr/>
          <p:nvPr/>
        </p:nvSpPr>
        <p:spPr>
          <a:xfrm>
            <a:off x="7939918" y="5552834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E687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3" name="object 409">
            <a:extLst>
              <a:ext uri="{FF2B5EF4-FFF2-40B4-BE49-F238E27FC236}">
                <a16:creationId xmlns:a16="http://schemas.microsoft.com/office/drawing/2014/main" id="{AF1C7B1B-C54E-904D-FF02-9E8A3826BB97}"/>
              </a:ext>
            </a:extLst>
          </p:cNvPr>
          <p:cNvSpPr/>
          <p:nvPr/>
        </p:nvSpPr>
        <p:spPr>
          <a:xfrm>
            <a:off x="7939918" y="5552834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E687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4" name="object 410">
            <a:extLst>
              <a:ext uri="{FF2B5EF4-FFF2-40B4-BE49-F238E27FC236}">
                <a16:creationId xmlns:a16="http://schemas.microsoft.com/office/drawing/2014/main" id="{59E2E3F8-8A0E-7B18-7338-F82E63BDEC02}"/>
              </a:ext>
            </a:extLst>
          </p:cNvPr>
          <p:cNvSpPr/>
          <p:nvPr/>
        </p:nvSpPr>
        <p:spPr>
          <a:xfrm>
            <a:off x="8062579" y="5593721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E687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5" name="object 411">
            <a:extLst>
              <a:ext uri="{FF2B5EF4-FFF2-40B4-BE49-F238E27FC236}">
                <a16:creationId xmlns:a16="http://schemas.microsoft.com/office/drawing/2014/main" id="{02F56ECD-B190-178C-CE31-46BFC987BD4E}"/>
              </a:ext>
            </a:extLst>
          </p:cNvPr>
          <p:cNvSpPr/>
          <p:nvPr/>
        </p:nvSpPr>
        <p:spPr>
          <a:xfrm>
            <a:off x="8067706" y="5530088"/>
            <a:ext cx="256031" cy="271272"/>
          </a:xfrm>
          <a:prstGeom prst="rect">
            <a:avLst/>
          </a:prstGeom>
          <a:blipFill>
            <a:blip r:embed="rId8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6" name="object 412">
            <a:extLst>
              <a:ext uri="{FF2B5EF4-FFF2-40B4-BE49-F238E27FC236}">
                <a16:creationId xmlns:a16="http://schemas.microsoft.com/office/drawing/2014/main" id="{78BA132B-144E-9C2B-6817-6AF4EEE65BB3}"/>
              </a:ext>
            </a:extLst>
          </p:cNvPr>
          <p:cNvSpPr/>
          <p:nvPr/>
        </p:nvSpPr>
        <p:spPr>
          <a:xfrm>
            <a:off x="8112566" y="5552834"/>
            <a:ext cx="163546" cy="180019"/>
          </a:xfrm>
          <a:prstGeom prst="rect">
            <a:avLst/>
          </a:prstGeom>
          <a:blipFill>
            <a:blip r:embed="rId8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7" name="object 413">
            <a:extLst>
              <a:ext uri="{FF2B5EF4-FFF2-40B4-BE49-F238E27FC236}">
                <a16:creationId xmlns:a16="http://schemas.microsoft.com/office/drawing/2014/main" id="{96457E68-3648-9E8F-B0FC-C0DA0FDCDD91}"/>
              </a:ext>
            </a:extLst>
          </p:cNvPr>
          <p:cNvSpPr/>
          <p:nvPr/>
        </p:nvSpPr>
        <p:spPr>
          <a:xfrm>
            <a:off x="8112566" y="5552834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8" name="object 414">
            <a:extLst>
              <a:ext uri="{FF2B5EF4-FFF2-40B4-BE49-F238E27FC236}">
                <a16:creationId xmlns:a16="http://schemas.microsoft.com/office/drawing/2014/main" id="{AB6CDDC5-E931-C9BB-65BD-46666DD14E75}"/>
              </a:ext>
            </a:extLst>
          </p:cNvPr>
          <p:cNvSpPr/>
          <p:nvPr/>
        </p:nvSpPr>
        <p:spPr>
          <a:xfrm>
            <a:off x="8112566" y="5552834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9" name="object 415">
            <a:extLst>
              <a:ext uri="{FF2B5EF4-FFF2-40B4-BE49-F238E27FC236}">
                <a16:creationId xmlns:a16="http://schemas.microsoft.com/office/drawing/2014/main" id="{E3ACDF6B-B084-8A93-136E-2C8450142C9E}"/>
              </a:ext>
            </a:extLst>
          </p:cNvPr>
          <p:cNvSpPr/>
          <p:nvPr/>
        </p:nvSpPr>
        <p:spPr>
          <a:xfrm>
            <a:off x="8235227" y="5593721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0" name="object 416">
            <a:extLst>
              <a:ext uri="{FF2B5EF4-FFF2-40B4-BE49-F238E27FC236}">
                <a16:creationId xmlns:a16="http://schemas.microsoft.com/office/drawing/2014/main" id="{0DF1FF0F-9FF2-34A8-9E3B-F125F27379B2}"/>
              </a:ext>
            </a:extLst>
          </p:cNvPr>
          <p:cNvSpPr/>
          <p:nvPr/>
        </p:nvSpPr>
        <p:spPr>
          <a:xfrm>
            <a:off x="8238393" y="5530088"/>
            <a:ext cx="256031" cy="271272"/>
          </a:xfrm>
          <a:prstGeom prst="rect">
            <a:avLst/>
          </a:prstGeom>
          <a:blipFill>
            <a:blip r:embed="rId8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1" name="object 417">
            <a:extLst>
              <a:ext uri="{FF2B5EF4-FFF2-40B4-BE49-F238E27FC236}">
                <a16:creationId xmlns:a16="http://schemas.microsoft.com/office/drawing/2014/main" id="{D9EA9830-799E-7DA8-D070-0EFD81AB4286}"/>
              </a:ext>
            </a:extLst>
          </p:cNvPr>
          <p:cNvSpPr/>
          <p:nvPr/>
        </p:nvSpPr>
        <p:spPr>
          <a:xfrm>
            <a:off x="8285212" y="5552834"/>
            <a:ext cx="163548" cy="180019"/>
          </a:xfrm>
          <a:prstGeom prst="rect">
            <a:avLst/>
          </a:prstGeom>
          <a:blipFill>
            <a:blip r:embed="rId8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2" name="object 418">
            <a:extLst>
              <a:ext uri="{FF2B5EF4-FFF2-40B4-BE49-F238E27FC236}">
                <a16:creationId xmlns:a16="http://schemas.microsoft.com/office/drawing/2014/main" id="{36F8BDBD-1A1A-6D82-2E7E-2A29048A98BF}"/>
              </a:ext>
            </a:extLst>
          </p:cNvPr>
          <p:cNvSpPr/>
          <p:nvPr/>
        </p:nvSpPr>
        <p:spPr>
          <a:xfrm>
            <a:off x="8285212" y="5552834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3" name="object 419">
            <a:extLst>
              <a:ext uri="{FF2B5EF4-FFF2-40B4-BE49-F238E27FC236}">
                <a16:creationId xmlns:a16="http://schemas.microsoft.com/office/drawing/2014/main" id="{144AEADA-D7AB-2C79-042D-24A207B6C496}"/>
              </a:ext>
            </a:extLst>
          </p:cNvPr>
          <p:cNvSpPr/>
          <p:nvPr/>
        </p:nvSpPr>
        <p:spPr>
          <a:xfrm>
            <a:off x="8285212" y="5552834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4" name="object 420">
            <a:extLst>
              <a:ext uri="{FF2B5EF4-FFF2-40B4-BE49-F238E27FC236}">
                <a16:creationId xmlns:a16="http://schemas.microsoft.com/office/drawing/2014/main" id="{A53697E9-A536-DB58-57FD-2F401980DC5A}"/>
              </a:ext>
            </a:extLst>
          </p:cNvPr>
          <p:cNvSpPr/>
          <p:nvPr/>
        </p:nvSpPr>
        <p:spPr>
          <a:xfrm>
            <a:off x="8407873" y="5593721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5" name="object 421">
            <a:extLst>
              <a:ext uri="{FF2B5EF4-FFF2-40B4-BE49-F238E27FC236}">
                <a16:creationId xmlns:a16="http://schemas.microsoft.com/office/drawing/2014/main" id="{70246EE6-E8AE-1F30-67C1-78327732720C}"/>
              </a:ext>
            </a:extLst>
          </p:cNvPr>
          <p:cNvSpPr/>
          <p:nvPr/>
        </p:nvSpPr>
        <p:spPr>
          <a:xfrm>
            <a:off x="8412130" y="5530088"/>
            <a:ext cx="256031" cy="271272"/>
          </a:xfrm>
          <a:prstGeom prst="rect">
            <a:avLst/>
          </a:prstGeom>
          <a:blipFill>
            <a:blip r:embed="rId8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6" name="object 422">
            <a:extLst>
              <a:ext uri="{FF2B5EF4-FFF2-40B4-BE49-F238E27FC236}">
                <a16:creationId xmlns:a16="http://schemas.microsoft.com/office/drawing/2014/main" id="{2E5158C7-F595-A164-39EC-F12919AABBB7}"/>
              </a:ext>
            </a:extLst>
          </p:cNvPr>
          <p:cNvSpPr/>
          <p:nvPr/>
        </p:nvSpPr>
        <p:spPr>
          <a:xfrm>
            <a:off x="8457859" y="5552834"/>
            <a:ext cx="163548" cy="180019"/>
          </a:xfrm>
          <a:prstGeom prst="rect">
            <a:avLst/>
          </a:prstGeom>
          <a:blipFill>
            <a:blip r:embed="rId8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7" name="object 423">
            <a:extLst>
              <a:ext uri="{FF2B5EF4-FFF2-40B4-BE49-F238E27FC236}">
                <a16:creationId xmlns:a16="http://schemas.microsoft.com/office/drawing/2014/main" id="{EEBA1059-8020-69C6-9FEB-EF643AD16721}"/>
              </a:ext>
            </a:extLst>
          </p:cNvPr>
          <p:cNvSpPr/>
          <p:nvPr/>
        </p:nvSpPr>
        <p:spPr>
          <a:xfrm>
            <a:off x="8457858" y="5552834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8" name="object 424">
            <a:extLst>
              <a:ext uri="{FF2B5EF4-FFF2-40B4-BE49-F238E27FC236}">
                <a16:creationId xmlns:a16="http://schemas.microsoft.com/office/drawing/2014/main" id="{FD23BBB2-9092-CD2A-68E3-5571C0B9C718}"/>
              </a:ext>
            </a:extLst>
          </p:cNvPr>
          <p:cNvSpPr/>
          <p:nvPr/>
        </p:nvSpPr>
        <p:spPr>
          <a:xfrm>
            <a:off x="8457858" y="5552834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9" name="object 425">
            <a:extLst>
              <a:ext uri="{FF2B5EF4-FFF2-40B4-BE49-F238E27FC236}">
                <a16:creationId xmlns:a16="http://schemas.microsoft.com/office/drawing/2014/main" id="{1A0CDA91-B14E-13C2-FB5A-B914E7C2746A}"/>
              </a:ext>
            </a:extLst>
          </p:cNvPr>
          <p:cNvSpPr/>
          <p:nvPr/>
        </p:nvSpPr>
        <p:spPr>
          <a:xfrm>
            <a:off x="8580520" y="5593721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0" name="object 426">
            <a:extLst>
              <a:ext uri="{FF2B5EF4-FFF2-40B4-BE49-F238E27FC236}">
                <a16:creationId xmlns:a16="http://schemas.microsoft.com/office/drawing/2014/main" id="{E8C16EBE-F8D6-C6FA-B46E-0B3325105395}"/>
              </a:ext>
            </a:extLst>
          </p:cNvPr>
          <p:cNvSpPr/>
          <p:nvPr/>
        </p:nvSpPr>
        <p:spPr>
          <a:xfrm>
            <a:off x="8582818" y="5530088"/>
            <a:ext cx="256031" cy="271272"/>
          </a:xfrm>
          <a:prstGeom prst="rect">
            <a:avLst/>
          </a:prstGeom>
          <a:blipFill>
            <a:blip r:embed="rId8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1" name="object 427">
            <a:extLst>
              <a:ext uri="{FF2B5EF4-FFF2-40B4-BE49-F238E27FC236}">
                <a16:creationId xmlns:a16="http://schemas.microsoft.com/office/drawing/2014/main" id="{38194C5F-15EA-FF82-5487-413E6608AE1E}"/>
              </a:ext>
            </a:extLst>
          </p:cNvPr>
          <p:cNvSpPr/>
          <p:nvPr/>
        </p:nvSpPr>
        <p:spPr>
          <a:xfrm>
            <a:off x="8630506" y="5552834"/>
            <a:ext cx="163548" cy="180019"/>
          </a:xfrm>
          <a:prstGeom prst="rect">
            <a:avLst/>
          </a:prstGeom>
          <a:blipFill>
            <a:blip r:embed="rId9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2" name="object 428">
            <a:extLst>
              <a:ext uri="{FF2B5EF4-FFF2-40B4-BE49-F238E27FC236}">
                <a16:creationId xmlns:a16="http://schemas.microsoft.com/office/drawing/2014/main" id="{AE957A4C-0380-1E6E-1212-E16D96AF971C}"/>
              </a:ext>
            </a:extLst>
          </p:cNvPr>
          <p:cNvSpPr/>
          <p:nvPr/>
        </p:nvSpPr>
        <p:spPr>
          <a:xfrm>
            <a:off x="8630506" y="5552834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3" name="object 429">
            <a:extLst>
              <a:ext uri="{FF2B5EF4-FFF2-40B4-BE49-F238E27FC236}">
                <a16:creationId xmlns:a16="http://schemas.microsoft.com/office/drawing/2014/main" id="{61A5CFCB-EAB5-5706-4DC0-5B0A8EE3743B}"/>
              </a:ext>
            </a:extLst>
          </p:cNvPr>
          <p:cNvSpPr/>
          <p:nvPr/>
        </p:nvSpPr>
        <p:spPr>
          <a:xfrm>
            <a:off x="8630506" y="5552834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4" name="object 430">
            <a:extLst>
              <a:ext uri="{FF2B5EF4-FFF2-40B4-BE49-F238E27FC236}">
                <a16:creationId xmlns:a16="http://schemas.microsoft.com/office/drawing/2014/main" id="{6DFF2465-9255-BE77-45E0-C024D1DA4EE3}"/>
              </a:ext>
            </a:extLst>
          </p:cNvPr>
          <p:cNvSpPr/>
          <p:nvPr/>
        </p:nvSpPr>
        <p:spPr>
          <a:xfrm>
            <a:off x="8753167" y="5593721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5" name="object 431">
            <a:extLst>
              <a:ext uri="{FF2B5EF4-FFF2-40B4-BE49-F238E27FC236}">
                <a16:creationId xmlns:a16="http://schemas.microsoft.com/office/drawing/2014/main" id="{48C6489C-696A-FCAC-0B1B-29E73AFC3BDB}"/>
              </a:ext>
            </a:extLst>
          </p:cNvPr>
          <p:cNvSpPr/>
          <p:nvPr/>
        </p:nvSpPr>
        <p:spPr>
          <a:xfrm>
            <a:off x="8756554" y="5530088"/>
            <a:ext cx="256031" cy="271272"/>
          </a:xfrm>
          <a:prstGeom prst="rect">
            <a:avLst/>
          </a:prstGeom>
          <a:blipFill>
            <a:blip r:embed="rId9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6" name="object 432">
            <a:extLst>
              <a:ext uri="{FF2B5EF4-FFF2-40B4-BE49-F238E27FC236}">
                <a16:creationId xmlns:a16="http://schemas.microsoft.com/office/drawing/2014/main" id="{416488F1-511E-4A3D-4B48-452A0936F9F9}"/>
              </a:ext>
            </a:extLst>
          </p:cNvPr>
          <p:cNvSpPr/>
          <p:nvPr/>
        </p:nvSpPr>
        <p:spPr>
          <a:xfrm>
            <a:off x="8803154" y="5552834"/>
            <a:ext cx="163548" cy="180019"/>
          </a:xfrm>
          <a:prstGeom prst="rect">
            <a:avLst/>
          </a:prstGeom>
          <a:blipFill>
            <a:blip r:embed="rId9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7" name="object 433">
            <a:extLst>
              <a:ext uri="{FF2B5EF4-FFF2-40B4-BE49-F238E27FC236}">
                <a16:creationId xmlns:a16="http://schemas.microsoft.com/office/drawing/2014/main" id="{F50C242D-9AC7-0DB8-ECD1-4EC204E02C1F}"/>
              </a:ext>
            </a:extLst>
          </p:cNvPr>
          <p:cNvSpPr/>
          <p:nvPr/>
        </p:nvSpPr>
        <p:spPr>
          <a:xfrm>
            <a:off x="8803153" y="5552834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8" name="object 434">
            <a:extLst>
              <a:ext uri="{FF2B5EF4-FFF2-40B4-BE49-F238E27FC236}">
                <a16:creationId xmlns:a16="http://schemas.microsoft.com/office/drawing/2014/main" id="{0DF1BBB5-7F3E-FB5A-E3B6-F5AC2C13E2E4}"/>
              </a:ext>
            </a:extLst>
          </p:cNvPr>
          <p:cNvSpPr/>
          <p:nvPr/>
        </p:nvSpPr>
        <p:spPr>
          <a:xfrm>
            <a:off x="8803153" y="5552834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9" name="object 435">
            <a:extLst>
              <a:ext uri="{FF2B5EF4-FFF2-40B4-BE49-F238E27FC236}">
                <a16:creationId xmlns:a16="http://schemas.microsoft.com/office/drawing/2014/main" id="{8CA18A07-5A4D-1121-AD17-9550023F76DF}"/>
              </a:ext>
            </a:extLst>
          </p:cNvPr>
          <p:cNvSpPr/>
          <p:nvPr/>
        </p:nvSpPr>
        <p:spPr>
          <a:xfrm>
            <a:off x="8925815" y="5593721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0" name="object 436">
            <a:extLst>
              <a:ext uri="{FF2B5EF4-FFF2-40B4-BE49-F238E27FC236}">
                <a16:creationId xmlns:a16="http://schemas.microsoft.com/office/drawing/2014/main" id="{FB159E7C-5A05-2FAD-DC69-9D36EA671DBD}"/>
              </a:ext>
            </a:extLst>
          </p:cNvPr>
          <p:cNvSpPr/>
          <p:nvPr/>
        </p:nvSpPr>
        <p:spPr>
          <a:xfrm>
            <a:off x="8930290" y="5530088"/>
            <a:ext cx="256031" cy="271272"/>
          </a:xfrm>
          <a:prstGeom prst="rect">
            <a:avLst/>
          </a:prstGeom>
          <a:blipFill>
            <a:blip r:embed="rId9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1" name="object 437">
            <a:extLst>
              <a:ext uri="{FF2B5EF4-FFF2-40B4-BE49-F238E27FC236}">
                <a16:creationId xmlns:a16="http://schemas.microsoft.com/office/drawing/2014/main" id="{C6D8BEC1-8A39-963B-8E41-FEA9BF02F43F}"/>
              </a:ext>
            </a:extLst>
          </p:cNvPr>
          <p:cNvSpPr/>
          <p:nvPr/>
        </p:nvSpPr>
        <p:spPr>
          <a:xfrm>
            <a:off x="8975799" y="5552834"/>
            <a:ext cx="163548" cy="180019"/>
          </a:xfrm>
          <a:prstGeom prst="rect">
            <a:avLst/>
          </a:prstGeom>
          <a:blipFill>
            <a:blip r:embed="rId9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2" name="object 438">
            <a:extLst>
              <a:ext uri="{FF2B5EF4-FFF2-40B4-BE49-F238E27FC236}">
                <a16:creationId xmlns:a16="http://schemas.microsoft.com/office/drawing/2014/main" id="{A63CC57F-CC0F-9ABB-D8DB-1D49316C3521}"/>
              </a:ext>
            </a:extLst>
          </p:cNvPr>
          <p:cNvSpPr/>
          <p:nvPr/>
        </p:nvSpPr>
        <p:spPr>
          <a:xfrm>
            <a:off x="8975800" y="5552834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3" name="object 439">
            <a:extLst>
              <a:ext uri="{FF2B5EF4-FFF2-40B4-BE49-F238E27FC236}">
                <a16:creationId xmlns:a16="http://schemas.microsoft.com/office/drawing/2014/main" id="{F711B94C-1406-2921-84FE-90CFBCF8AC98}"/>
              </a:ext>
            </a:extLst>
          </p:cNvPr>
          <p:cNvSpPr/>
          <p:nvPr/>
        </p:nvSpPr>
        <p:spPr>
          <a:xfrm>
            <a:off x="8975800" y="5552834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4" name="object 440">
            <a:extLst>
              <a:ext uri="{FF2B5EF4-FFF2-40B4-BE49-F238E27FC236}">
                <a16:creationId xmlns:a16="http://schemas.microsoft.com/office/drawing/2014/main" id="{88BFA513-1E45-3EAF-72F2-B938CE299260}"/>
              </a:ext>
            </a:extLst>
          </p:cNvPr>
          <p:cNvSpPr/>
          <p:nvPr/>
        </p:nvSpPr>
        <p:spPr>
          <a:xfrm>
            <a:off x="9098461" y="5593721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5" name="object 441">
            <a:extLst>
              <a:ext uri="{FF2B5EF4-FFF2-40B4-BE49-F238E27FC236}">
                <a16:creationId xmlns:a16="http://schemas.microsoft.com/office/drawing/2014/main" id="{F85A496D-1C8C-CED3-D328-8B1C5EA01162}"/>
              </a:ext>
            </a:extLst>
          </p:cNvPr>
          <p:cNvSpPr/>
          <p:nvPr/>
        </p:nvSpPr>
        <p:spPr>
          <a:xfrm>
            <a:off x="9100978" y="5530088"/>
            <a:ext cx="256031" cy="271272"/>
          </a:xfrm>
          <a:prstGeom prst="rect">
            <a:avLst/>
          </a:prstGeom>
          <a:blipFill>
            <a:blip r:embed="rId9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6" name="object 442">
            <a:extLst>
              <a:ext uri="{FF2B5EF4-FFF2-40B4-BE49-F238E27FC236}">
                <a16:creationId xmlns:a16="http://schemas.microsoft.com/office/drawing/2014/main" id="{DB9777CD-5EE8-E936-9A47-05ED8D4D4EFD}"/>
              </a:ext>
            </a:extLst>
          </p:cNvPr>
          <p:cNvSpPr/>
          <p:nvPr/>
        </p:nvSpPr>
        <p:spPr>
          <a:xfrm>
            <a:off x="9148447" y="5552834"/>
            <a:ext cx="163548" cy="180019"/>
          </a:xfrm>
          <a:prstGeom prst="rect">
            <a:avLst/>
          </a:prstGeom>
          <a:blipFill>
            <a:blip r:embed="rId8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7" name="object 443">
            <a:extLst>
              <a:ext uri="{FF2B5EF4-FFF2-40B4-BE49-F238E27FC236}">
                <a16:creationId xmlns:a16="http://schemas.microsoft.com/office/drawing/2014/main" id="{8FA843C9-A016-E825-16DE-5003902254BF}"/>
              </a:ext>
            </a:extLst>
          </p:cNvPr>
          <p:cNvSpPr/>
          <p:nvPr/>
        </p:nvSpPr>
        <p:spPr>
          <a:xfrm>
            <a:off x="9148448" y="5552834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8" name="object 444">
            <a:extLst>
              <a:ext uri="{FF2B5EF4-FFF2-40B4-BE49-F238E27FC236}">
                <a16:creationId xmlns:a16="http://schemas.microsoft.com/office/drawing/2014/main" id="{82FD1918-760D-84F3-56A1-760F2DDCB0BE}"/>
              </a:ext>
            </a:extLst>
          </p:cNvPr>
          <p:cNvSpPr/>
          <p:nvPr/>
        </p:nvSpPr>
        <p:spPr>
          <a:xfrm>
            <a:off x="9148448" y="5552834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9" name="object 445">
            <a:extLst>
              <a:ext uri="{FF2B5EF4-FFF2-40B4-BE49-F238E27FC236}">
                <a16:creationId xmlns:a16="http://schemas.microsoft.com/office/drawing/2014/main" id="{B43C35B2-82C5-0E63-7E23-A0D899C2A0DB}"/>
              </a:ext>
            </a:extLst>
          </p:cNvPr>
          <p:cNvSpPr/>
          <p:nvPr/>
        </p:nvSpPr>
        <p:spPr>
          <a:xfrm>
            <a:off x="9271108" y="5593721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0" name="object 446">
            <a:extLst>
              <a:ext uri="{FF2B5EF4-FFF2-40B4-BE49-F238E27FC236}">
                <a16:creationId xmlns:a16="http://schemas.microsoft.com/office/drawing/2014/main" id="{1D0BEB56-4842-BB97-D7EF-C0758B28C8F7}"/>
              </a:ext>
            </a:extLst>
          </p:cNvPr>
          <p:cNvSpPr/>
          <p:nvPr/>
        </p:nvSpPr>
        <p:spPr>
          <a:xfrm>
            <a:off x="9274714" y="5530088"/>
            <a:ext cx="256031" cy="271272"/>
          </a:xfrm>
          <a:prstGeom prst="rect">
            <a:avLst/>
          </a:prstGeom>
          <a:blipFill>
            <a:blip r:embed="rId9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1" name="object 447">
            <a:extLst>
              <a:ext uri="{FF2B5EF4-FFF2-40B4-BE49-F238E27FC236}">
                <a16:creationId xmlns:a16="http://schemas.microsoft.com/office/drawing/2014/main" id="{F61C491A-2C7B-8AF3-7CA2-1E010A12D508}"/>
              </a:ext>
            </a:extLst>
          </p:cNvPr>
          <p:cNvSpPr/>
          <p:nvPr/>
        </p:nvSpPr>
        <p:spPr>
          <a:xfrm>
            <a:off x="9321094" y="5552834"/>
            <a:ext cx="163548" cy="180019"/>
          </a:xfrm>
          <a:prstGeom prst="rect">
            <a:avLst/>
          </a:prstGeom>
          <a:blipFill>
            <a:blip r:embed="rId9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2" name="object 448">
            <a:extLst>
              <a:ext uri="{FF2B5EF4-FFF2-40B4-BE49-F238E27FC236}">
                <a16:creationId xmlns:a16="http://schemas.microsoft.com/office/drawing/2014/main" id="{DB735E82-AB77-9402-338D-058460A179C8}"/>
              </a:ext>
            </a:extLst>
          </p:cNvPr>
          <p:cNvSpPr/>
          <p:nvPr/>
        </p:nvSpPr>
        <p:spPr>
          <a:xfrm>
            <a:off x="9321094" y="5552834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3" name="object 449">
            <a:extLst>
              <a:ext uri="{FF2B5EF4-FFF2-40B4-BE49-F238E27FC236}">
                <a16:creationId xmlns:a16="http://schemas.microsoft.com/office/drawing/2014/main" id="{29857F91-AE17-D328-4ACF-9B7FDD245E57}"/>
              </a:ext>
            </a:extLst>
          </p:cNvPr>
          <p:cNvSpPr/>
          <p:nvPr/>
        </p:nvSpPr>
        <p:spPr>
          <a:xfrm>
            <a:off x="9321094" y="5552834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4" name="object 450">
            <a:extLst>
              <a:ext uri="{FF2B5EF4-FFF2-40B4-BE49-F238E27FC236}">
                <a16:creationId xmlns:a16="http://schemas.microsoft.com/office/drawing/2014/main" id="{EB2747A3-ACB6-80BD-8DE1-63246B95ADB8}"/>
              </a:ext>
            </a:extLst>
          </p:cNvPr>
          <p:cNvSpPr/>
          <p:nvPr/>
        </p:nvSpPr>
        <p:spPr>
          <a:xfrm>
            <a:off x="9443755" y="5593721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5" name="object 451">
            <a:extLst>
              <a:ext uri="{FF2B5EF4-FFF2-40B4-BE49-F238E27FC236}">
                <a16:creationId xmlns:a16="http://schemas.microsoft.com/office/drawing/2014/main" id="{55D80C4B-BB5F-0C46-8B43-A0931A1E1C0F}"/>
              </a:ext>
            </a:extLst>
          </p:cNvPr>
          <p:cNvSpPr/>
          <p:nvPr/>
        </p:nvSpPr>
        <p:spPr>
          <a:xfrm>
            <a:off x="9448450" y="5530088"/>
            <a:ext cx="256031" cy="271272"/>
          </a:xfrm>
          <a:prstGeom prst="rect">
            <a:avLst/>
          </a:prstGeom>
          <a:blipFill>
            <a:blip r:embed="rId9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6" name="object 452">
            <a:extLst>
              <a:ext uri="{FF2B5EF4-FFF2-40B4-BE49-F238E27FC236}">
                <a16:creationId xmlns:a16="http://schemas.microsoft.com/office/drawing/2014/main" id="{35F4D853-4EED-2FC4-FB13-4E821C909DBA}"/>
              </a:ext>
            </a:extLst>
          </p:cNvPr>
          <p:cNvSpPr/>
          <p:nvPr/>
        </p:nvSpPr>
        <p:spPr>
          <a:xfrm>
            <a:off x="9493741" y="5552834"/>
            <a:ext cx="163548" cy="180019"/>
          </a:xfrm>
          <a:prstGeom prst="rect">
            <a:avLst/>
          </a:prstGeom>
          <a:blipFill>
            <a:blip r:embed="rId8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7" name="object 453">
            <a:extLst>
              <a:ext uri="{FF2B5EF4-FFF2-40B4-BE49-F238E27FC236}">
                <a16:creationId xmlns:a16="http://schemas.microsoft.com/office/drawing/2014/main" id="{8B76D17D-BEFF-0942-D3F8-1C4EFAFC186E}"/>
              </a:ext>
            </a:extLst>
          </p:cNvPr>
          <p:cNvSpPr/>
          <p:nvPr/>
        </p:nvSpPr>
        <p:spPr>
          <a:xfrm>
            <a:off x="9493741" y="5552834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8" name="object 454">
            <a:extLst>
              <a:ext uri="{FF2B5EF4-FFF2-40B4-BE49-F238E27FC236}">
                <a16:creationId xmlns:a16="http://schemas.microsoft.com/office/drawing/2014/main" id="{9B7B4583-C736-B5FA-774C-EFA9AE871169}"/>
              </a:ext>
            </a:extLst>
          </p:cNvPr>
          <p:cNvSpPr/>
          <p:nvPr/>
        </p:nvSpPr>
        <p:spPr>
          <a:xfrm>
            <a:off x="9493741" y="5552834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9" name="object 455">
            <a:extLst>
              <a:ext uri="{FF2B5EF4-FFF2-40B4-BE49-F238E27FC236}">
                <a16:creationId xmlns:a16="http://schemas.microsoft.com/office/drawing/2014/main" id="{097CA0EA-508D-3372-601D-0CC56F7E94C3}"/>
              </a:ext>
            </a:extLst>
          </p:cNvPr>
          <p:cNvSpPr/>
          <p:nvPr/>
        </p:nvSpPr>
        <p:spPr>
          <a:xfrm>
            <a:off x="9616403" y="5593721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0" name="object 456">
            <a:extLst>
              <a:ext uri="{FF2B5EF4-FFF2-40B4-BE49-F238E27FC236}">
                <a16:creationId xmlns:a16="http://schemas.microsoft.com/office/drawing/2014/main" id="{78790060-90E7-8707-5A62-04E6B5A184D4}"/>
              </a:ext>
            </a:extLst>
          </p:cNvPr>
          <p:cNvSpPr/>
          <p:nvPr/>
        </p:nvSpPr>
        <p:spPr>
          <a:xfrm>
            <a:off x="9619138" y="5530088"/>
            <a:ext cx="256031" cy="271272"/>
          </a:xfrm>
          <a:prstGeom prst="rect">
            <a:avLst/>
          </a:prstGeom>
          <a:blipFill>
            <a:blip r:embed="rId9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1" name="object 457">
            <a:extLst>
              <a:ext uri="{FF2B5EF4-FFF2-40B4-BE49-F238E27FC236}">
                <a16:creationId xmlns:a16="http://schemas.microsoft.com/office/drawing/2014/main" id="{A0B0A933-8423-8BC4-CD76-0DD3DACCB6E3}"/>
              </a:ext>
            </a:extLst>
          </p:cNvPr>
          <p:cNvSpPr/>
          <p:nvPr/>
        </p:nvSpPr>
        <p:spPr>
          <a:xfrm>
            <a:off x="9666387" y="5552834"/>
            <a:ext cx="163548" cy="180019"/>
          </a:xfrm>
          <a:prstGeom prst="rect">
            <a:avLst/>
          </a:prstGeom>
          <a:blipFill>
            <a:blip r:embed="rId9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2" name="object 458">
            <a:extLst>
              <a:ext uri="{FF2B5EF4-FFF2-40B4-BE49-F238E27FC236}">
                <a16:creationId xmlns:a16="http://schemas.microsoft.com/office/drawing/2014/main" id="{17559C6D-45E0-770E-CE62-924F4D3E14C6}"/>
              </a:ext>
            </a:extLst>
          </p:cNvPr>
          <p:cNvSpPr/>
          <p:nvPr/>
        </p:nvSpPr>
        <p:spPr>
          <a:xfrm>
            <a:off x="9666388" y="5552834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3" name="object 459">
            <a:extLst>
              <a:ext uri="{FF2B5EF4-FFF2-40B4-BE49-F238E27FC236}">
                <a16:creationId xmlns:a16="http://schemas.microsoft.com/office/drawing/2014/main" id="{ED4A4780-E2BE-2B8A-C571-A3AD23A24A04}"/>
              </a:ext>
            </a:extLst>
          </p:cNvPr>
          <p:cNvSpPr/>
          <p:nvPr/>
        </p:nvSpPr>
        <p:spPr>
          <a:xfrm>
            <a:off x="9666388" y="5552834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4" name="object 460">
            <a:extLst>
              <a:ext uri="{FF2B5EF4-FFF2-40B4-BE49-F238E27FC236}">
                <a16:creationId xmlns:a16="http://schemas.microsoft.com/office/drawing/2014/main" id="{95EFA867-07B7-6DFD-0AA9-C8098F49CE96}"/>
              </a:ext>
            </a:extLst>
          </p:cNvPr>
          <p:cNvSpPr/>
          <p:nvPr/>
        </p:nvSpPr>
        <p:spPr>
          <a:xfrm>
            <a:off x="9789049" y="5593721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5" name="object 461">
            <a:extLst>
              <a:ext uri="{FF2B5EF4-FFF2-40B4-BE49-F238E27FC236}">
                <a16:creationId xmlns:a16="http://schemas.microsoft.com/office/drawing/2014/main" id="{C5D3D95D-4880-6E52-A580-84F89A304C8F}"/>
              </a:ext>
            </a:extLst>
          </p:cNvPr>
          <p:cNvSpPr/>
          <p:nvPr/>
        </p:nvSpPr>
        <p:spPr>
          <a:xfrm>
            <a:off x="9792873" y="5530088"/>
            <a:ext cx="256031" cy="271272"/>
          </a:xfrm>
          <a:prstGeom prst="rect">
            <a:avLst/>
          </a:prstGeom>
          <a:blipFill>
            <a:blip r:embed="rId10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6" name="object 462">
            <a:extLst>
              <a:ext uri="{FF2B5EF4-FFF2-40B4-BE49-F238E27FC236}">
                <a16:creationId xmlns:a16="http://schemas.microsoft.com/office/drawing/2014/main" id="{9F4F43D0-916E-46A7-AE0C-6A73EF9E0C40}"/>
              </a:ext>
            </a:extLst>
          </p:cNvPr>
          <p:cNvSpPr/>
          <p:nvPr/>
        </p:nvSpPr>
        <p:spPr>
          <a:xfrm>
            <a:off x="9839036" y="5552834"/>
            <a:ext cx="163548" cy="180019"/>
          </a:xfrm>
          <a:prstGeom prst="rect">
            <a:avLst/>
          </a:prstGeom>
          <a:blipFill>
            <a:blip r:embed="rId9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7" name="object 463">
            <a:extLst>
              <a:ext uri="{FF2B5EF4-FFF2-40B4-BE49-F238E27FC236}">
                <a16:creationId xmlns:a16="http://schemas.microsoft.com/office/drawing/2014/main" id="{D6686179-5CE6-DE81-51C3-7EDD7AF28293}"/>
              </a:ext>
            </a:extLst>
          </p:cNvPr>
          <p:cNvSpPr/>
          <p:nvPr/>
        </p:nvSpPr>
        <p:spPr>
          <a:xfrm>
            <a:off x="9839036" y="5552834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8" name="object 464">
            <a:extLst>
              <a:ext uri="{FF2B5EF4-FFF2-40B4-BE49-F238E27FC236}">
                <a16:creationId xmlns:a16="http://schemas.microsoft.com/office/drawing/2014/main" id="{1434A6EA-0D3C-6646-EC25-F62FACE1D33B}"/>
              </a:ext>
            </a:extLst>
          </p:cNvPr>
          <p:cNvSpPr/>
          <p:nvPr/>
        </p:nvSpPr>
        <p:spPr>
          <a:xfrm>
            <a:off x="9839036" y="5552834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9" name="object 465">
            <a:extLst>
              <a:ext uri="{FF2B5EF4-FFF2-40B4-BE49-F238E27FC236}">
                <a16:creationId xmlns:a16="http://schemas.microsoft.com/office/drawing/2014/main" id="{236AC9BC-4EA9-7C93-22CA-B22DE2458D89}"/>
              </a:ext>
            </a:extLst>
          </p:cNvPr>
          <p:cNvSpPr/>
          <p:nvPr/>
        </p:nvSpPr>
        <p:spPr>
          <a:xfrm>
            <a:off x="9961696" y="5593721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0" name="object 466">
            <a:extLst>
              <a:ext uri="{FF2B5EF4-FFF2-40B4-BE49-F238E27FC236}">
                <a16:creationId xmlns:a16="http://schemas.microsoft.com/office/drawing/2014/main" id="{6EA621AD-E2BA-1620-1E85-CF74EFEBC89B}"/>
              </a:ext>
            </a:extLst>
          </p:cNvPr>
          <p:cNvSpPr/>
          <p:nvPr/>
        </p:nvSpPr>
        <p:spPr>
          <a:xfrm>
            <a:off x="9966609" y="5530088"/>
            <a:ext cx="256031" cy="271272"/>
          </a:xfrm>
          <a:prstGeom prst="rect">
            <a:avLst/>
          </a:prstGeom>
          <a:blipFill>
            <a:blip r:embed="rId10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1" name="object 467">
            <a:extLst>
              <a:ext uri="{FF2B5EF4-FFF2-40B4-BE49-F238E27FC236}">
                <a16:creationId xmlns:a16="http://schemas.microsoft.com/office/drawing/2014/main" id="{3DB4EB4D-7AFA-0DD1-2244-43EF86A40C72}"/>
              </a:ext>
            </a:extLst>
          </p:cNvPr>
          <p:cNvSpPr/>
          <p:nvPr/>
        </p:nvSpPr>
        <p:spPr>
          <a:xfrm>
            <a:off x="10011683" y="5552834"/>
            <a:ext cx="163548" cy="180019"/>
          </a:xfrm>
          <a:prstGeom prst="rect">
            <a:avLst/>
          </a:prstGeom>
          <a:blipFill>
            <a:blip r:embed="rId8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2" name="object 468">
            <a:extLst>
              <a:ext uri="{FF2B5EF4-FFF2-40B4-BE49-F238E27FC236}">
                <a16:creationId xmlns:a16="http://schemas.microsoft.com/office/drawing/2014/main" id="{060E5518-29F0-5B08-9AB0-3EEE07F687CC}"/>
              </a:ext>
            </a:extLst>
          </p:cNvPr>
          <p:cNvSpPr/>
          <p:nvPr/>
        </p:nvSpPr>
        <p:spPr>
          <a:xfrm>
            <a:off x="10011683" y="5552834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3" name="object 469">
            <a:extLst>
              <a:ext uri="{FF2B5EF4-FFF2-40B4-BE49-F238E27FC236}">
                <a16:creationId xmlns:a16="http://schemas.microsoft.com/office/drawing/2014/main" id="{799D1F22-6B9A-41E5-B031-B39277983CA0}"/>
              </a:ext>
            </a:extLst>
          </p:cNvPr>
          <p:cNvSpPr/>
          <p:nvPr/>
        </p:nvSpPr>
        <p:spPr>
          <a:xfrm>
            <a:off x="10011683" y="5552834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4" name="object 470">
            <a:extLst>
              <a:ext uri="{FF2B5EF4-FFF2-40B4-BE49-F238E27FC236}">
                <a16:creationId xmlns:a16="http://schemas.microsoft.com/office/drawing/2014/main" id="{BC695EB2-7274-3EC7-6E77-A5FF974A7EC7}"/>
              </a:ext>
            </a:extLst>
          </p:cNvPr>
          <p:cNvSpPr/>
          <p:nvPr/>
        </p:nvSpPr>
        <p:spPr>
          <a:xfrm>
            <a:off x="10134344" y="5593721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5" name="object 471">
            <a:extLst>
              <a:ext uri="{FF2B5EF4-FFF2-40B4-BE49-F238E27FC236}">
                <a16:creationId xmlns:a16="http://schemas.microsoft.com/office/drawing/2014/main" id="{26BEFEBB-C3FB-8A1C-4B21-1DD169D90164}"/>
              </a:ext>
            </a:extLst>
          </p:cNvPr>
          <p:cNvSpPr/>
          <p:nvPr/>
        </p:nvSpPr>
        <p:spPr>
          <a:xfrm>
            <a:off x="10137297" y="5530088"/>
            <a:ext cx="256031" cy="271272"/>
          </a:xfrm>
          <a:prstGeom prst="rect">
            <a:avLst/>
          </a:prstGeom>
          <a:blipFill>
            <a:blip r:embed="rId10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6" name="object 472">
            <a:extLst>
              <a:ext uri="{FF2B5EF4-FFF2-40B4-BE49-F238E27FC236}">
                <a16:creationId xmlns:a16="http://schemas.microsoft.com/office/drawing/2014/main" id="{406722B3-40CD-BE39-F80E-64F03B0FD298}"/>
              </a:ext>
            </a:extLst>
          </p:cNvPr>
          <p:cNvSpPr/>
          <p:nvPr/>
        </p:nvSpPr>
        <p:spPr>
          <a:xfrm>
            <a:off x="10184329" y="5552834"/>
            <a:ext cx="163548" cy="180019"/>
          </a:xfrm>
          <a:prstGeom prst="rect">
            <a:avLst/>
          </a:prstGeom>
          <a:blipFill>
            <a:blip r:embed="rId8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7" name="object 473">
            <a:extLst>
              <a:ext uri="{FF2B5EF4-FFF2-40B4-BE49-F238E27FC236}">
                <a16:creationId xmlns:a16="http://schemas.microsoft.com/office/drawing/2014/main" id="{D2F21B32-270B-1E7D-E055-D01EBDD86331}"/>
              </a:ext>
            </a:extLst>
          </p:cNvPr>
          <p:cNvSpPr/>
          <p:nvPr/>
        </p:nvSpPr>
        <p:spPr>
          <a:xfrm>
            <a:off x="10184329" y="5552834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8" name="object 474">
            <a:extLst>
              <a:ext uri="{FF2B5EF4-FFF2-40B4-BE49-F238E27FC236}">
                <a16:creationId xmlns:a16="http://schemas.microsoft.com/office/drawing/2014/main" id="{4F84ECB8-E976-01D8-D72A-EFCFAA8605C2}"/>
              </a:ext>
            </a:extLst>
          </p:cNvPr>
          <p:cNvSpPr/>
          <p:nvPr/>
        </p:nvSpPr>
        <p:spPr>
          <a:xfrm>
            <a:off x="10184329" y="5552834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9" name="object 475">
            <a:extLst>
              <a:ext uri="{FF2B5EF4-FFF2-40B4-BE49-F238E27FC236}">
                <a16:creationId xmlns:a16="http://schemas.microsoft.com/office/drawing/2014/main" id="{E36F7172-9ADA-7228-9709-E547E537A829}"/>
              </a:ext>
            </a:extLst>
          </p:cNvPr>
          <p:cNvSpPr/>
          <p:nvPr/>
        </p:nvSpPr>
        <p:spPr>
          <a:xfrm>
            <a:off x="10306990" y="5593721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0" name="object 476">
            <a:extLst>
              <a:ext uri="{FF2B5EF4-FFF2-40B4-BE49-F238E27FC236}">
                <a16:creationId xmlns:a16="http://schemas.microsoft.com/office/drawing/2014/main" id="{8D82DBFA-2028-2EFF-9C5B-63AC78D9E910}"/>
              </a:ext>
            </a:extLst>
          </p:cNvPr>
          <p:cNvSpPr/>
          <p:nvPr/>
        </p:nvSpPr>
        <p:spPr>
          <a:xfrm>
            <a:off x="10311033" y="5530088"/>
            <a:ext cx="256031" cy="271272"/>
          </a:xfrm>
          <a:prstGeom prst="rect">
            <a:avLst/>
          </a:prstGeom>
          <a:blipFill>
            <a:blip r:embed="rId10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1" name="object 477">
            <a:extLst>
              <a:ext uri="{FF2B5EF4-FFF2-40B4-BE49-F238E27FC236}">
                <a16:creationId xmlns:a16="http://schemas.microsoft.com/office/drawing/2014/main" id="{9A1B79FC-D94A-F3E4-1783-CBC13836752F}"/>
              </a:ext>
            </a:extLst>
          </p:cNvPr>
          <p:cNvSpPr/>
          <p:nvPr/>
        </p:nvSpPr>
        <p:spPr>
          <a:xfrm>
            <a:off x="10356977" y="5552834"/>
            <a:ext cx="163548" cy="180019"/>
          </a:xfrm>
          <a:prstGeom prst="rect">
            <a:avLst/>
          </a:prstGeom>
          <a:blipFill>
            <a:blip r:embed="rId8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2" name="object 478">
            <a:extLst>
              <a:ext uri="{FF2B5EF4-FFF2-40B4-BE49-F238E27FC236}">
                <a16:creationId xmlns:a16="http://schemas.microsoft.com/office/drawing/2014/main" id="{0C4053F7-3838-6BC6-60E9-2EB9B9AA1E3E}"/>
              </a:ext>
            </a:extLst>
          </p:cNvPr>
          <p:cNvSpPr/>
          <p:nvPr/>
        </p:nvSpPr>
        <p:spPr>
          <a:xfrm>
            <a:off x="10356977" y="5552834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3" name="object 479">
            <a:extLst>
              <a:ext uri="{FF2B5EF4-FFF2-40B4-BE49-F238E27FC236}">
                <a16:creationId xmlns:a16="http://schemas.microsoft.com/office/drawing/2014/main" id="{DD338AD4-723F-5492-EFC9-3EE11606ABA3}"/>
              </a:ext>
            </a:extLst>
          </p:cNvPr>
          <p:cNvSpPr/>
          <p:nvPr/>
        </p:nvSpPr>
        <p:spPr>
          <a:xfrm>
            <a:off x="10356977" y="5552834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4" name="object 480">
            <a:extLst>
              <a:ext uri="{FF2B5EF4-FFF2-40B4-BE49-F238E27FC236}">
                <a16:creationId xmlns:a16="http://schemas.microsoft.com/office/drawing/2014/main" id="{1DC22C9F-8F22-A1B6-90B3-425F103B4049}"/>
              </a:ext>
            </a:extLst>
          </p:cNvPr>
          <p:cNvSpPr/>
          <p:nvPr/>
        </p:nvSpPr>
        <p:spPr>
          <a:xfrm>
            <a:off x="10479638" y="5593721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5" name="object 481">
            <a:extLst>
              <a:ext uri="{FF2B5EF4-FFF2-40B4-BE49-F238E27FC236}">
                <a16:creationId xmlns:a16="http://schemas.microsoft.com/office/drawing/2014/main" id="{A6D162AD-0BC2-8BA4-BC7E-92A16C5F0DB4}"/>
              </a:ext>
            </a:extLst>
          </p:cNvPr>
          <p:cNvSpPr/>
          <p:nvPr/>
        </p:nvSpPr>
        <p:spPr>
          <a:xfrm>
            <a:off x="10484769" y="5530088"/>
            <a:ext cx="256031" cy="271272"/>
          </a:xfrm>
          <a:prstGeom prst="rect">
            <a:avLst/>
          </a:prstGeom>
          <a:blipFill>
            <a:blip r:embed="rId10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6" name="object 482">
            <a:extLst>
              <a:ext uri="{FF2B5EF4-FFF2-40B4-BE49-F238E27FC236}">
                <a16:creationId xmlns:a16="http://schemas.microsoft.com/office/drawing/2014/main" id="{31108F9F-5A6D-9003-7D11-B4A58242BCE4}"/>
              </a:ext>
            </a:extLst>
          </p:cNvPr>
          <p:cNvSpPr/>
          <p:nvPr/>
        </p:nvSpPr>
        <p:spPr>
          <a:xfrm>
            <a:off x="10529624" y="5552834"/>
            <a:ext cx="163548" cy="180019"/>
          </a:xfrm>
          <a:prstGeom prst="rect">
            <a:avLst/>
          </a:prstGeom>
          <a:blipFill>
            <a:blip r:embed="rId9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7" name="object 483">
            <a:extLst>
              <a:ext uri="{FF2B5EF4-FFF2-40B4-BE49-F238E27FC236}">
                <a16:creationId xmlns:a16="http://schemas.microsoft.com/office/drawing/2014/main" id="{1F4F167A-B10E-4BD2-273B-4F82109826C0}"/>
              </a:ext>
            </a:extLst>
          </p:cNvPr>
          <p:cNvSpPr/>
          <p:nvPr/>
        </p:nvSpPr>
        <p:spPr>
          <a:xfrm>
            <a:off x="10529623" y="5552834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8" name="object 484">
            <a:extLst>
              <a:ext uri="{FF2B5EF4-FFF2-40B4-BE49-F238E27FC236}">
                <a16:creationId xmlns:a16="http://schemas.microsoft.com/office/drawing/2014/main" id="{AB2A83C6-5A4A-884A-9F3D-D609483B99E2}"/>
              </a:ext>
            </a:extLst>
          </p:cNvPr>
          <p:cNvSpPr/>
          <p:nvPr/>
        </p:nvSpPr>
        <p:spPr>
          <a:xfrm>
            <a:off x="10529623" y="5552834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9" name="object 485">
            <a:extLst>
              <a:ext uri="{FF2B5EF4-FFF2-40B4-BE49-F238E27FC236}">
                <a16:creationId xmlns:a16="http://schemas.microsoft.com/office/drawing/2014/main" id="{D1575EE1-0678-0212-0A38-E9D9EF10C603}"/>
              </a:ext>
            </a:extLst>
          </p:cNvPr>
          <p:cNvSpPr/>
          <p:nvPr/>
        </p:nvSpPr>
        <p:spPr>
          <a:xfrm>
            <a:off x="10652285" y="5593721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0" name="object 486">
            <a:extLst>
              <a:ext uri="{FF2B5EF4-FFF2-40B4-BE49-F238E27FC236}">
                <a16:creationId xmlns:a16="http://schemas.microsoft.com/office/drawing/2014/main" id="{7C9B1B33-62C1-BB6D-4A83-6574C3E0C84F}"/>
              </a:ext>
            </a:extLst>
          </p:cNvPr>
          <p:cNvSpPr/>
          <p:nvPr/>
        </p:nvSpPr>
        <p:spPr>
          <a:xfrm>
            <a:off x="10655457" y="5530088"/>
            <a:ext cx="256031" cy="271272"/>
          </a:xfrm>
          <a:prstGeom prst="rect">
            <a:avLst/>
          </a:prstGeom>
          <a:blipFill>
            <a:blip r:embed="rId10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1" name="object 487">
            <a:extLst>
              <a:ext uri="{FF2B5EF4-FFF2-40B4-BE49-F238E27FC236}">
                <a16:creationId xmlns:a16="http://schemas.microsoft.com/office/drawing/2014/main" id="{A5927027-6C93-A5A5-7C69-E08E8C764EBE}"/>
              </a:ext>
            </a:extLst>
          </p:cNvPr>
          <p:cNvSpPr/>
          <p:nvPr/>
        </p:nvSpPr>
        <p:spPr>
          <a:xfrm>
            <a:off x="10702271" y="5552834"/>
            <a:ext cx="163548" cy="180019"/>
          </a:xfrm>
          <a:prstGeom prst="rect">
            <a:avLst/>
          </a:prstGeom>
          <a:blipFill>
            <a:blip r:embed="rId9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2" name="object 488">
            <a:extLst>
              <a:ext uri="{FF2B5EF4-FFF2-40B4-BE49-F238E27FC236}">
                <a16:creationId xmlns:a16="http://schemas.microsoft.com/office/drawing/2014/main" id="{FBDE87E8-2E9B-4EC0-F0C3-7C1E460692FF}"/>
              </a:ext>
            </a:extLst>
          </p:cNvPr>
          <p:cNvSpPr/>
          <p:nvPr/>
        </p:nvSpPr>
        <p:spPr>
          <a:xfrm>
            <a:off x="10702271" y="5552834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3" name="object 489">
            <a:extLst>
              <a:ext uri="{FF2B5EF4-FFF2-40B4-BE49-F238E27FC236}">
                <a16:creationId xmlns:a16="http://schemas.microsoft.com/office/drawing/2014/main" id="{A36B335C-9D85-0EBC-6C29-FA15EE4061AB}"/>
              </a:ext>
            </a:extLst>
          </p:cNvPr>
          <p:cNvSpPr/>
          <p:nvPr/>
        </p:nvSpPr>
        <p:spPr>
          <a:xfrm>
            <a:off x="10702271" y="5552834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4" name="object 490">
            <a:extLst>
              <a:ext uri="{FF2B5EF4-FFF2-40B4-BE49-F238E27FC236}">
                <a16:creationId xmlns:a16="http://schemas.microsoft.com/office/drawing/2014/main" id="{F4E238D0-5507-EC7C-2532-3BD4C1DC3B22}"/>
              </a:ext>
            </a:extLst>
          </p:cNvPr>
          <p:cNvSpPr/>
          <p:nvPr/>
        </p:nvSpPr>
        <p:spPr>
          <a:xfrm>
            <a:off x="10824932" y="5593721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5" name="object 491">
            <a:extLst>
              <a:ext uri="{FF2B5EF4-FFF2-40B4-BE49-F238E27FC236}">
                <a16:creationId xmlns:a16="http://schemas.microsoft.com/office/drawing/2014/main" id="{CCAC1335-74B8-5D9E-BE0D-6017B2535FD4}"/>
              </a:ext>
            </a:extLst>
          </p:cNvPr>
          <p:cNvSpPr/>
          <p:nvPr/>
        </p:nvSpPr>
        <p:spPr>
          <a:xfrm>
            <a:off x="10829193" y="5530088"/>
            <a:ext cx="256031" cy="271272"/>
          </a:xfrm>
          <a:prstGeom prst="rect">
            <a:avLst/>
          </a:prstGeom>
          <a:blipFill>
            <a:blip r:embed="rId10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6" name="object 492">
            <a:extLst>
              <a:ext uri="{FF2B5EF4-FFF2-40B4-BE49-F238E27FC236}">
                <a16:creationId xmlns:a16="http://schemas.microsoft.com/office/drawing/2014/main" id="{82D8A16B-D70F-7E3C-8696-676DD9810D4B}"/>
              </a:ext>
            </a:extLst>
          </p:cNvPr>
          <p:cNvSpPr/>
          <p:nvPr/>
        </p:nvSpPr>
        <p:spPr>
          <a:xfrm>
            <a:off x="10874917" y="5552834"/>
            <a:ext cx="163548" cy="180019"/>
          </a:xfrm>
          <a:prstGeom prst="rect">
            <a:avLst/>
          </a:prstGeom>
          <a:blipFill>
            <a:blip r:embed="rId10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7" name="object 493">
            <a:extLst>
              <a:ext uri="{FF2B5EF4-FFF2-40B4-BE49-F238E27FC236}">
                <a16:creationId xmlns:a16="http://schemas.microsoft.com/office/drawing/2014/main" id="{6A71148A-FBC7-9A6D-C3B2-7552AF89EAAA}"/>
              </a:ext>
            </a:extLst>
          </p:cNvPr>
          <p:cNvSpPr/>
          <p:nvPr/>
        </p:nvSpPr>
        <p:spPr>
          <a:xfrm>
            <a:off x="10874917" y="5552834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E687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8" name="object 494">
            <a:extLst>
              <a:ext uri="{FF2B5EF4-FFF2-40B4-BE49-F238E27FC236}">
                <a16:creationId xmlns:a16="http://schemas.microsoft.com/office/drawing/2014/main" id="{8A73C7A4-C5C1-7590-2600-CF67797F68B2}"/>
              </a:ext>
            </a:extLst>
          </p:cNvPr>
          <p:cNvSpPr/>
          <p:nvPr/>
        </p:nvSpPr>
        <p:spPr>
          <a:xfrm>
            <a:off x="10874917" y="5552834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E687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9" name="object 495">
            <a:extLst>
              <a:ext uri="{FF2B5EF4-FFF2-40B4-BE49-F238E27FC236}">
                <a16:creationId xmlns:a16="http://schemas.microsoft.com/office/drawing/2014/main" id="{D4FC8953-4782-0D5F-E231-FB22BEB91F17}"/>
              </a:ext>
            </a:extLst>
          </p:cNvPr>
          <p:cNvSpPr/>
          <p:nvPr/>
        </p:nvSpPr>
        <p:spPr>
          <a:xfrm>
            <a:off x="10997578" y="5593721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E687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0" name="object 496">
            <a:extLst>
              <a:ext uri="{FF2B5EF4-FFF2-40B4-BE49-F238E27FC236}">
                <a16:creationId xmlns:a16="http://schemas.microsoft.com/office/drawing/2014/main" id="{2D055C16-5BBE-EE2D-7433-8477EFC59827}"/>
              </a:ext>
            </a:extLst>
          </p:cNvPr>
          <p:cNvSpPr/>
          <p:nvPr/>
        </p:nvSpPr>
        <p:spPr>
          <a:xfrm>
            <a:off x="10999881" y="5530088"/>
            <a:ext cx="256031" cy="271272"/>
          </a:xfrm>
          <a:prstGeom prst="rect">
            <a:avLst/>
          </a:prstGeom>
          <a:blipFill>
            <a:blip r:embed="rId10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1" name="object 497">
            <a:extLst>
              <a:ext uri="{FF2B5EF4-FFF2-40B4-BE49-F238E27FC236}">
                <a16:creationId xmlns:a16="http://schemas.microsoft.com/office/drawing/2014/main" id="{53A66D37-BF3E-80BC-FAB6-4430DB18D33C}"/>
              </a:ext>
            </a:extLst>
          </p:cNvPr>
          <p:cNvSpPr/>
          <p:nvPr/>
        </p:nvSpPr>
        <p:spPr>
          <a:xfrm>
            <a:off x="11047564" y="5552834"/>
            <a:ext cx="163546" cy="180019"/>
          </a:xfrm>
          <a:prstGeom prst="rect">
            <a:avLst/>
          </a:prstGeom>
          <a:blipFill>
            <a:blip r:embed="rId7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2" name="object 498">
            <a:extLst>
              <a:ext uri="{FF2B5EF4-FFF2-40B4-BE49-F238E27FC236}">
                <a16:creationId xmlns:a16="http://schemas.microsoft.com/office/drawing/2014/main" id="{0F1DCCCD-193F-29AE-AF98-7D021C5AFF80}"/>
              </a:ext>
            </a:extLst>
          </p:cNvPr>
          <p:cNvSpPr/>
          <p:nvPr/>
        </p:nvSpPr>
        <p:spPr>
          <a:xfrm>
            <a:off x="11047565" y="5552834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E687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3" name="object 499">
            <a:extLst>
              <a:ext uri="{FF2B5EF4-FFF2-40B4-BE49-F238E27FC236}">
                <a16:creationId xmlns:a16="http://schemas.microsoft.com/office/drawing/2014/main" id="{E64C567C-A75E-0405-5381-E14DEA216535}"/>
              </a:ext>
            </a:extLst>
          </p:cNvPr>
          <p:cNvSpPr/>
          <p:nvPr/>
        </p:nvSpPr>
        <p:spPr>
          <a:xfrm>
            <a:off x="11047565" y="5552834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E687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4" name="object 500">
            <a:extLst>
              <a:ext uri="{FF2B5EF4-FFF2-40B4-BE49-F238E27FC236}">
                <a16:creationId xmlns:a16="http://schemas.microsoft.com/office/drawing/2014/main" id="{BA057727-E95B-44E3-B788-F4C476892CC2}"/>
              </a:ext>
            </a:extLst>
          </p:cNvPr>
          <p:cNvSpPr/>
          <p:nvPr/>
        </p:nvSpPr>
        <p:spPr>
          <a:xfrm>
            <a:off x="11170226" y="5593721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E687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5" name="object 501">
            <a:extLst>
              <a:ext uri="{FF2B5EF4-FFF2-40B4-BE49-F238E27FC236}">
                <a16:creationId xmlns:a16="http://schemas.microsoft.com/office/drawing/2014/main" id="{6400EBF8-A88F-5997-DA5A-E8056160C377}"/>
              </a:ext>
            </a:extLst>
          </p:cNvPr>
          <p:cNvSpPr/>
          <p:nvPr/>
        </p:nvSpPr>
        <p:spPr>
          <a:xfrm>
            <a:off x="11173618" y="5530088"/>
            <a:ext cx="256031" cy="271272"/>
          </a:xfrm>
          <a:prstGeom prst="rect">
            <a:avLst/>
          </a:prstGeom>
          <a:blipFill>
            <a:blip r:embed="rId9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6" name="object 502">
            <a:extLst>
              <a:ext uri="{FF2B5EF4-FFF2-40B4-BE49-F238E27FC236}">
                <a16:creationId xmlns:a16="http://schemas.microsoft.com/office/drawing/2014/main" id="{F3305530-9B7D-3C17-74E5-6F108C1E1312}"/>
              </a:ext>
            </a:extLst>
          </p:cNvPr>
          <p:cNvSpPr/>
          <p:nvPr/>
        </p:nvSpPr>
        <p:spPr>
          <a:xfrm>
            <a:off x="11220217" y="5552834"/>
            <a:ext cx="163548" cy="180019"/>
          </a:xfrm>
          <a:prstGeom prst="rect">
            <a:avLst/>
          </a:prstGeom>
          <a:blipFill>
            <a:blip r:embed="rId7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7" name="object 503">
            <a:extLst>
              <a:ext uri="{FF2B5EF4-FFF2-40B4-BE49-F238E27FC236}">
                <a16:creationId xmlns:a16="http://schemas.microsoft.com/office/drawing/2014/main" id="{65859F6F-5681-76D2-FFEE-99DCF4679B8D}"/>
              </a:ext>
            </a:extLst>
          </p:cNvPr>
          <p:cNvSpPr/>
          <p:nvPr/>
        </p:nvSpPr>
        <p:spPr>
          <a:xfrm>
            <a:off x="11220217" y="5552834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E687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8" name="object 504">
            <a:extLst>
              <a:ext uri="{FF2B5EF4-FFF2-40B4-BE49-F238E27FC236}">
                <a16:creationId xmlns:a16="http://schemas.microsoft.com/office/drawing/2014/main" id="{37431C80-200C-6A8D-4AFD-38F3A1110156}"/>
              </a:ext>
            </a:extLst>
          </p:cNvPr>
          <p:cNvSpPr/>
          <p:nvPr/>
        </p:nvSpPr>
        <p:spPr>
          <a:xfrm>
            <a:off x="11220217" y="5552834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E687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9" name="object 505">
            <a:extLst>
              <a:ext uri="{FF2B5EF4-FFF2-40B4-BE49-F238E27FC236}">
                <a16:creationId xmlns:a16="http://schemas.microsoft.com/office/drawing/2014/main" id="{2DFD2AA5-39FB-4CD7-4F7F-247188032F33}"/>
              </a:ext>
            </a:extLst>
          </p:cNvPr>
          <p:cNvSpPr/>
          <p:nvPr/>
        </p:nvSpPr>
        <p:spPr>
          <a:xfrm>
            <a:off x="11342879" y="5593721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E687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510" name="直接箭头连接符 509">
            <a:extLst>
              <a:ext uri="{FF2B5EF4-FFF2-40B4-BE49-F238E27FC236}">
                <a16:creationId xmlns:a16="http://schemas.microsoft.com/office/drawing/2014/main" id="{12840F22-902D-671F-196D-EEDB7B1494E2}"/>
              </a:ext>
            </a:extLst>
          </p:cNvPr>
          <p:cNvCxnSpPr>
            <a:stCxn id="8" idx="1"/>
          </p:cNvCxnSpPr>
          <p:nvPr/>
        </p:nvCxnSpPr>
        <p:spPr>
          <a:xfrm flipH="1" flipV="1">
            <a:off x="6629050" y="2296106"/>
            <a:ext cx="920495" cy="7168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直接箭头连接符 510">
            <a:extLst>
              <a:ext uri="{FF2B5EF4-FFF2-40B4-BE49-F238E27FC236}">
                <a16:creationId xmlns:a16="http://schemas.microsoft.com/office/drawing/2014/main" id="{FEF3F478-4C72-5591-3A9F-B06A60B5B42A}"/>
              </a:ext>
            </a:extLst>
          </p:cNvPr>
          <p:cNvCxnSpPr/>
          <p:nvPr/>
        </p:nvCxnSpPr>
        <p:spPr>
          <a:xfrm flipH="1" flipV="1">
            <a:off x="4321615" y="3785388"/>
            <a:ext cx="3277248" cy="72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" name="直接箭头连接符 511">
            <a:extLst>
              <a:ext uri="{FF2B5EF4-FFF2-40B4-BE49-F238E27FC236}">
                <a16:creationId xmlns:a16="http://schemas.microsoft.com/office/drawing/2014/main" id="{8A4DE286-7080-AE40-6D20-CE33C2B8EDE9}"/>
              </a:ext>
            </a:extLst>
          </p:cNvPr>
          <p:cNvCxnSpPr>
            <a:stCxn id="284" idx="1"/>
          </p:cNvCxnSpPr>
          <p:nvPr/>
        </p:nvCxnSpPr>
        <p:spPr>
          <a:xfrm flipH="1" flipV="1">
            <a:off x="6629050" y="4435807"/>
            <a:ext cx="920495" cy="315517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" name="直接箭头连接符 512">
            <a:extLst>
              <a:ext uri="{FF2B5EF4-FFF2-40B4-BE49-F238E27FC236}">
                <a16:creationId xmlns:a16="http://schemas.microsoft.com/office/drawing/2014/main" id="{1B3F35C0-F3E8-D6B0-77FC-35DE573F8095}"/>
              </a:ext>
            </a:extLst>
          </p:cNvPr>
          <p:cNvCxnSpPr>
            <a:stCxn id="400" idx="1"/>
          </p:cNvCxnSpPr>
          <p:nvPr/>
        </p:nvCxnSpPr>
        <p:spPr>
          <a:xfrm flipH="1" flipV="1">
            <a:off x="4800251" y="4685948"/>
            <a:ext cx="2749294" cy="979776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4" name="右大括号 513">
            <a:extLst>
              <a:ext uri="{FF2B5EF4-FFF2-40B4-BE49-F238E27FC236}">
                <a16:creationId xmlns:a16="http://schemas.microsoft.com/office/drawing/2014/main" id="{2617F0FC-6536-176E-E49C-5575CE54B4DF}"/>
              </a:ext>
            </a:extLst>
          </p:cNvPr>
          <p:cNvSpPr/>
          <p:nvPr/>
        </p:nvSpPr>
        <p:spPr>
          <a:xfrm rot="16200000">
            <a:off x="9372275" y="2167261"/>
            <a:ext cx="271272" cy="2715821"/>
          </a:xfrm>
          <a:prstGeom prst="rightBrace">
            <a:avLst>
              <a:gd name="adj1" fmla="val 8333"/>
              <a:gd name="adj2" fmla="val 49729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5" name="文本框 514">
            <a:extLst>
              <a:ext uri="{FF2B5EF4-FFF2-40B4-BE49-F238E27FC236}">
                <a16:creationId xmlns:a16="http://schemas.microsoft.com/office/drawing/2014/main" id="{53602AD2-FC68-EFAE-913A-3E6303B0F1E8}"/>
              </a:ext>
            </a:extLst>
          </p:cNvPr>
          <p:cNvSpPr txBox="1"/>
          <p:nvPr/>
        </p:nvSpPr>
        <p:spPr>
          <a:xfrm>
            <a:off x="7349958" y="2952378"/>
            <a:ext cx="52565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A thread block</a:t>
            </a:r>
            <a:r>
              <a:rPr lang="en-US" altLang="zh-CN" dirty="0">
                <a:latin typeface="Comic Sans MS" panose="030F0702030302020204" pitchFamily="66" charset="0"/>
              </a:rPr>
              <a:t>[0-15]</a:t>
            </a:r>
            <a:r>
              <a:rPr lang="en-US" dirty="0">
                <a:latin typeface="Comic Sans MS" panose="030F0702030302020204" pitchFamily="66" charset="0"/>
              </a:rPr>
              <a:t> calculate stencil</a:t>
            </a:r>
          </a:p>
        </p:txBody>
      </p:sp>
      <p:sp>
        <p:nvSpPr>
          <p:cNvPr id="516" name="右大括号 515">
            <a:extLst>
              <a:ext uri="{FF2B5EF4-FFF2-40B4-BE49-F238E27FC236}">
                <a16:creationId xmlns:a16="http://schemas.microsoft.com/office/drawing/2014/main" id="{34D057D2-C670-E878-CA09-0CCEC50FEA16}"/>
              </a:ext>
            </a:extLst>
          </p:cNvPr>
          <p:cNvSpPr/>
          <p:nvPr/>
        </p:nvSpPr>
        <p:spPr>
          <a:xfrm rot="16200000">
            <a:off x="8302560" y="4286297"/>
            <a:ext cx="131502" cy="430521"/>
          </a:xfrm>
          <a:prstGeom prst="rightBrace">
            <a:avLst>
              <a:gd name="adj1" fmla="val 8333"/>
              <a:gd name="adj2" fmla="val 49729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7" name="文本框 516">
            <a:extLst>
              <a:ext uri="{FF2B5EF4-FFF2-40B4-BE49-F238E27FC236}">
                <a16:creationId xmlns:a16="http://schemas.microsoft.com/office/drawing/2014/main" id="{8626F653-1B26-6D53-AD6E-B2C5F885040F}"/>
              </a:ext>
            </a:extLst>
          </p:cNvPr>
          <p:cNvSpPr txBox="1"/>
          <p:nvPr/>
        </p:nvSpPr>
        <p:spPr>
          <a:xfrm>
            <a:off x="7747127" y="3909638"/>
            <a:ext cx="41026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mic Sans MS" panose="030F0702030302020204" pitchFamily="66" charset="0"/>
              </a:rPr>
              <a:t>The 3 CUDA threads move left 3 orange elements from in[] to temp[]</a:t>
            </a:r>
          </a:p>
        </p:txBody>
      </p:sp>
      <p:sp>
        <p:nvSpPr>
          <p:cNvPr id="518" name="右大括号 517">
            <a:extLst>
              <a:ext uri="{FF2B5EF4-FFF2-40B4-BE49-F238E27FC236}">
                <a16:creationId xmlns:a16="http://schemas.microsoft.com/office/drawing/2014/main" id="{E9F68308-53A6-5A1F-23C4-6A928B404A7D}"/>
              </a:ext>
            </a:extLst>
          </p:cNvPr>
          <p:cNvSpPr/>
          <p:nvPr/>
        </p:nvSpPr>
        <p:spPr>
          <a:xfrm rot="16200000">
            <a:off x="8329238" y="5222590"/>
            <a:ext cx="131502" cy="430521"/>
          </a:xfrm>
          <a:prstGeom prst="rightBrace">
            <a:avLst>
              <a:gd name="adj1" fmla="val 8333"/>
              <a:gd name="adj2" fmla="val 49729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9" name="文本框 518">
            <a:extLst>
              <a:ext uri="{FF2B5EF4-FFF2-40B4-BE49-F238E27FC236}">
                <a16:creationId xmlns:a16="http://schemas.microsoft.com/office/drawing/2014/main" id="{684C704C-DBB4-1B58-4042-0F03DA7A880D}"/>
              </a:ext>
            </a:extLst>
          </p:cNvPr>
          <p:cNvSpPr txBox="1"/>
          <p:nvPr/>
        </p:nvSpPr>
        <p:spPr>
          <a:xfrm>
            <a:off x="7391049" y="4872610"/>
            <a:ext cx="40987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mic Sans MS" panose="030F0702030302020204" pitchFamily="66" charset="0"/>
              </a:rPr>
              <a:t>The 3 CUDA threads move right 3 orange elements from in[] to temp[]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D4AEF1C-596B-A523-C559-429C91CA5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11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1346895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D7F05-C0A7-ED0D-25AD-E8DA881CB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E2919BF-6211-36CF-2467-5662B564E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spc="-5" dirty="0"/>
              <a:t>STENCIL</a:t>
            </a:r>
            <a:r>
              <a:rPr lang="en-US" altLang="zh-CN" sz="3600" b="1" spc="-80" dirty="0"/>
              <a:t> </a:t>
            </a:r>
            <a:r>
              <a:rPr lang="en-US" altLang="zh-CN" sz="3600" b="1" spc="-5" dirty="0"/>
              <a:t>KERNEL</a:t>
            </a:r>
            <a:endParaRPr lang="en-US" dirty="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439D4D6E-069D-3A1A-B3B8-0A773075146F}"/>
              </a:ext>
            </a:extLst>
          </p:cNvPr>
          <p:cNvSpPr txBox="1"/>
          <p:nvPr/>
        </p:nvSpPr>
        <p:spPr>
          <a:xfrm>
            <a:off x="1815265" y="2144013"/>
            <a:ext cx="9277982" cy="2912873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285115">
              <a:lnSpc>
                <a:spcPct val="100000"/>
              </a:lnSpc>
              <a:spcBef>
                <a:spcPts val="530"/>
              </a:spcBef>
            </a:pPr>
            <a:r>
              <a:rPr sz="2000" b="1" i="1" spc="-5" dirty="0">
                <a:solidFill>
                  <a:srgbClr val="CDCDCD"/>
                </a:solidFill>
                <a:latin typeface="Courier New" panose="02070309020205020404"/>
                <a:cs typeface="Courier New" panose="02070309020205020404"/>
              </a:rPr>
              <a:t>// </a:t>
            </a:r>
            <a:r>
              <a:rPr sz="2000" b="1" i="1" spc="-10" dirty="0">
                <a:solidFill>
                  <a:srgbClr val="CDCDCD"/>
                </a:solidFill>
                <a:latin typeface="Courier New" panose="02070309020205020404"/>
                <a:cs typeface="Courier New" panose="02070309020205020404"/>
              </a:rPr>
              <a:t>Apply the</a:t>
            </a:r>
            <a:r>
              <a:rPr sz="2000" b="1" i="1" spc="-40" dirty="0">
                <a:solidFill>
                  <a:srgbClr val="CDCDCD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i="1" spc="-10" dirty="0">
                <a:solidFill>
                  <a:srgbClr val="CDCDCD"/>
                </a:solidFill>
                <a:latin typeface="Courier New" panose="02070309020205020404"/>
                <a:cs typeface="Courier New" panose="02070309020205020404"/>
              </a:rPr>
              <a:t>stencil</a:t>
            </a:r>
            <a:r>
              <a:rPr lang="zh-CN" altLang="en-US" sz="2000" b="1" i="1" spc="-10" dirty="0">
                <a:solidFill>
                  <a:srgbClr val="CDCDCD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altLang="zh-CN" sz="2000" b="1" i="1" spc="-10" dirty="0">
                <a:solidFill>
                  <a:srgbClr val="CDCDCD"/>
                </a:solidFill>
                <a:latin typeface="Courier New" panose="02070309020205020404"/>
                <a:cs typeface="Courier New" panose="02070309020205020404"/>
              </a:rPr>
              <a:t>in</a:t>
            </a:r>
            <a:r>
              <a:rPr lang="zh-CN" altLang="en-US" sz="2000" b="1" i="1" spc="-10" dirty="0">
                <a:solidFill>
                  <a:srgbClr val="CDCDCD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altLang="zh-CN" sz="2000" b="1" i="1" spc="-10" dirty="0">
                <a:solidFill>
                  <a:srgbClr val="CDCDCD"/>
                </a:solidFill>
                <a:latin typeface="Courier New" panose="02070309020205020404"/>
                <a:cs typeface="Courier New" panose="02070309020205020404"/>
              </a:rPr>
              <a:t>shared</a:t>
            </a:r>
            <a:r>
              <a:rPr lang="zh-CN" altLang="en-US" sz="2000" b="1" i="1" spc="-10" dirty="0">
                <a:solidFill>
                  <a:srgbClr val="CDCDCD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altLang="zh-CN" sz="2000" b="1" i="1" spc="-10" dirty="0">
                <a:solidFill>
                  <a:srgbClr val="CDCDCD"/>
                </a:solidFill>
                <a:latin typeface="Courier New" panose="02070309020205020404"/>
                <a:cs typeface="Courier New" panose="02070309020205020404"/>
              </a:rPr>
              <a:t>memory</a:t>
            </a:r>
            <a:endParaRPr sz="2000" dirty="0">
              <a:latin typeface="Courier New" panose="02070309020205020404"/>
              <a:cs typeface="Courier New" panose="02070309020205020404"/>
            </a:endParaRPr>
          </a:p>
          <a:p>
            <a:pPr marL="148590">
              <a:lnSpc>
                <a:spcPct val="100000"/>
              </a:lnSpc>
              <a:spcBef>
                <a:spcPts val="435"/>
              </a:spcBef>
            </a:pPr>
            <a:r>
              <a:rPr sz="2000" b="1" spc="-10" dirty="0">
                <a:solidFill>
                  <a:srgbClr val="8AAD00"/>
                </a:solidFill>
                <a:latin typeface="Courier New" panose="02070309020205020404"/>
                <a:cs typeface="Courier New" panose="02070309020205020404"/>
              </a:rPr>
              <a:t>int </a:t>
            </a:r>
            <a:r>
              <a:rPr sz="2000" b="1" spc="-10" dirty="0">
                <a:latin typeface="Courier New" panose="02070309020205020404"/>
                <a:cs typeface="Courier New" panose="02070309020205020404"/>
              </a:rPr>
              <a:t>result </a:t>
            </a:r>
            <a:r>
              <a:rPr sz="2000" b="1" dirty="0">
                <a:latin typeface="Courier New" panose="02070309020205020404"/>
                <a:cs typeface="Courier New" panose="02070309020205020404"/>
              </a:rPr>
              <a:t>=</a:t>
            </a:r>
            <a:r>
              <a:rPr sz="2000" b="1" spc="-3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-10" dirty="0">
                <a:latin typeface="Courier New" panose="02070309020205020404"/>
                <a:cs typeface="Courier New" panose="02070309020205020404"/>
              </a:rPr>
              <a:t>0;</a:t>
            </a:r>
            <a:endParaRPr sz="2000" dirty="0">
              <a:latin typeface="Courier New" panose="02070309020205020404"/>
              <a:cs typeface="Courier New" panose="02070309020205020404"/>
            </a:endParaRPr>
          </a:p>
          <a:p>
            <a:pPr marL="558165" marR="5080" indent="-273050">
              <a:lnSpc>
                <a:spcPct val="120000"/>
              </a:lnSpc>
              <a:spcBef>
                <a:spcPts val="20"/>
              </a:spcBef>
            </a:pPr>
            <a:r>
              <a:rPr sz="2000" b="1" spc="-10" dirty="0">
                <a:latin typeface="Courier New" panose="02070309020205020404"/>
                <a:cs typeface="Courier New" panose="02070309020205020404"/>
              </a:rPr>
              <a:t>for (</a:t>
            </a:r>
            <a:r>
              <a:rPr sz="2000" b="1" spc="-10" dirty="0">
                <a:solidFill>
                  <a:srgbClr val="8AAD00"/>
                </a:solidFill>
                <a:latin typeface="Courier New" panose="02070309020205020404"/>
                <a:cs typeface="Courier New" panose="02070309020205020404"/>
              </a:rPr>
              <a:t>int </a:t>
            </a:r>
            <a:r>
              <a:rPr sz="2000" b="1" spc="-10" dirty="0">
                <a:latin typeface="Courier New" panose="02070309020205020404"/>
                <a:cs typeface="Courier New" panose="02070309020205020404"/>
              </a:rPr>
              <a:t>offset </a:t>
            </a:r>
            <a:r>
              <a:rPr sz="2000" b="1" dirty="0">
                <a:latin typeface="Courier New" panose="02070309020205020404"/>
                <a:cs typeface="Courier New" panose="02070309020205020404"/>
              </a:rPr>
              <a:t>= </a:t>
            </a:r>
            <a:r>
              <a:rPr sz="2000" b="1" spc="-10" dirty="0">
                <a:latin typeface="Courier New" panose="02070309020205020404"/>
                <a:cs typeface="Courier New" panose="02070309020205020404"/>
              </a:rPr>
              <a:t>-RADIUS </a:t>
            </a:r>
            <a:r>
              <a:rPr sz="2000" b="1" dirty="0">
                <a:latin typeface="Courier New" panose="02070309020205020404"/>
                <a:cs typeface="Courier New" panose="02070309020205020404"/>
              </a:rPr>
              <a:t>; </a:t>
            </a:r>
            <a:r>
              <a:rPr sz="2000" b="1" spc="-10" dirty="0">
                <a:latin typeface="Courier New" panose="02070309020205020404"/>
                <a:cs typeface="Courier New" panose="02070309020205020404"/>
              </a:rPr>
              <a:t>offset </a:t>
            </a:r>
            <a:r>
              <a:rPr sz="2000" b="1" spc="-5" dirty="0">
                <a:latin typeface="Courier New" panose="02070309020205020404"/>
                <a:cs typeface="Courier New" panose="02070309020205020404"/>
              </a:rPr>
              <a:t>&lt;= </a:t>
            </a:r>
            <a:r>
              <a:rPr sz="2000" b="1" spc="-10" dirty="0">
                <a:latin typeface="Courier New" panose="02070309020205020404"/>
                <a:cs typeface="Courier New" panose="02070309020205020404"/>
              </a:rPr>
              <a:t>RADIUS </a:t>
            </a:r>
            <a:r>
              <a:rPr sz="2000" b="1" dirty="0">
                <a:latin typeface="Courier New" panose="02070309020205020404"/>
                <a:cs typeface="Courier New" panose="02070309020205020404"/>
              </a:rPr>
              <a:t>; </a:t>
            </a:r>
            <a:r>
              <a:rPr sz="2000" b="1" spc="-10" dirty="0">
                <a:latin typeface="Courier New" panose="02070309020205020404"/>
                <a:cs typeface="Courier New" panose="02070309020205020404"/>
              </a:rPr>
              <a:t>offset++)  result </a:t>
            </a:r>
            <a:r>
              <a:rPr sz="2000" b="1" spc="-5" dirty="0">
                <a:latin typeface="Courier New" panose="02070309020205020404"/>
                <a:cs typeface="Courier New" panose="02070309020205020404"/>
              </a:rPr>
              <a:t>+= </a:t>
            </a:r>
            <a:r>
              <a:rPr sz="2000" b="1" spc="-10" dirty="0">
                <a:latin typeface="Courier New" panose="02070309020205020404"/>
                <a:cs typeface="Courier New" panose="02070309020205020404"/>
              </a:rPr>
              <a:t>temp[lindex </a:t>
            </a:r>
            <a:r>
              <a:rPr sz="2000" b="1" dirty="0">
                <a:latin typeface="Courier New" panose="02070309020205020404"/>
                <a:cs typeface="Courier New" panose="02070309020205020404"/>
              </a:rPr>
              <a:t>+</a:t>
            </a:r>
            <a:r>
              <a:rPr sz="2000" b="1" spc="-5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-10" dirty="0">
                <a:latin typeface="Courier New" panose="02070309020205020404"/>
                <a:cs typeface="Courier New" panose="02070309020205020404"/>
              </a:rPr>
              <a:t>offset];</a:t>
            </a:r>
            <a:endParaRPr sz="2000" dirty="0">
              <a:latin typeface="Courier New" panose="02070309020205020404"/>
              <a:cs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800" dirty="0">
              <a:latin typeface="Courier New" panose="02070309020205020404"/>
              <a:cs typeface="Courier New" panose="02070309020205020404"/>
            </a:endParaRPr>
          </a:p>
          <a:p>
            <a:pPr marL="285115">
              <a:lnSpc>
                <a:spcPct val="100000"/>
              </a:lnSpc>
              <a:spcBef>
                <a:spcPts val="5"/>
              </a:spcBef>
            </a:pPr>
            <a:r>
              <a:rPr sz="2000" b="1" i="1" spc="-5" dirty="0">
                <a:solidFill>
                  <a:srgbClr val="CDCDCD"/>
                </a:solidFill>
                <a:latin typeface="Courier New" panose="02070309020205020404"/>
                <a:cs typeface="Courier New" panose="02070309020205020404"/>
              </a:rPr>
              <a:t>// </a:t>
            </a:r>
            <a:r>
              <a:rPr sz="2000" b="1" i="1" spc="-10" dirty="0">
                <a:solidFill>
                  <a:srgbClr val="CDCDCD"/>
                </a:solidFill>
                <a:latin typeface="Courier New" panose="02070309020205020404"/>
                <a:cs typeface="Courier New" panose="02070309020205020404"/>
              </a:rPr>
              <a:t>Store the</a:t>
            </a:r>
            <a:r>
              <a:rPr sz="2000" b="1" i="1" spc="-40" dirty="0">
                <a:solidFill>
                  <a:srgbClr val="CDCDCD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i="1" spc="-10" dirty="0">
                <a:solidFill>
                  <a:srgbClr val="CDCDCD"/>
                </a:solidFill>
                <a:latin typeface="Courier New" panose="02070309020205020404"/>
                <a:cs typeface="Courier New" panose="02070309020205020404"/>
              </a:rPr>
              <a:t>result</a:t>
            </a:r>
            <a:endParaRPr sz="2000" dirty="0">
              <a:latin typeface="Courier New" panose="02070309020205020404"/>
              <a:cs typeface="Courier New" panose="02070309020205020404"/>
            </a:endParaRPr>
          </a:p>
          <a:p>
            <a:pPr marL="285115">
              <a:lnSpc>
                <a:spcPct val="100000"/>
              </a:lnSpc>
              <a:spcBef>
                <a:spcPts val="430"/>
              </a:spcBef>
            </a:pPr>
            <a:r>
              <a:rPr sz="2000" b="1" spc="-10" dirty="0">
                <a:latin typeface="Courier New" panose="02070309020205020404"/>
                <a:cs typeface="Courier New" panose="02070309020205020404"/>
              </a:rPr>
              <a:t>out[gindex] </a:t>
            </a:r>
            <a:r>
              <a:rPr sz="2000" b="1" dirty="0">
                <a:latin typeface="Courier New" panose="02070309020205020404"/>
                <a:cs typeface="Courier New" panose="02070309020205020404"/>
              </a:rPr>
              <a:t>=</a:t>
            </a:r>
            <a:r>
              <a:rPr sz="2000" b="1" spc="-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-10" dirty="0">
                <a:latin typeface="Courier New" panose="02070309020205020404"/>
                <a:cs typeface="Courier New" panose="02070309020205020404"/>
              </a:rPr>
              <a:t>result;</a:t>
            </a:r>
            <a:endParaRPr sz="2000" dirty="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2000" b="1" dirty="0">
                <a:latin typeface="Courier New" panose="02070309020205020404"/>
                <a:cs typeface="Courier New" panose="02070309020205020404"/>
              </a:rPr>
              <a:t>}</a:t>
            </a:r>
            <a:endParaRPr sz="2000" dirty="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46A6836-511F-0F12-82BB-661E172FB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12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1510650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ACFA1-DBC2-2336-F933-3B60567B0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D8F2D26-A407-2BA9-A012-C1EFD0300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RACE!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712F96E-7D02-3115-3B71-20710BA47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104" y="1224187"/>
            <a:ext cx="12313368" cy="1656183"/>
          </a:xfrm>
        </p:spPr>
        <p:txBody>
          <a:bodyPr/>
          <a:lstStyle/>
          <a:p>
            <a:pPr lvl="2"/>
            <a:r>
              <a:rPr lang="en-US" dirty="0"/>
              <a:t>The stencil example will not work…</a:t>
            </a:r>
          </a:p>
          <a:p>
            <a:pPr lvl="2"/>
            <a:r>
              <a:rPr lang="en-US" dirty="0"/>
              <a:t>Suppose thread 15 reads the temp[19] for calculating stencil before thread 0 has fetched temp[19] from global memory in[].</a:t>
            </a:r>
          </a:p>
          <a:p>
            <a:endParaRPr lang="en-US" dirty="0"/>
          </a:p>
        </p:txBody>
      </p:sp>
      <p:sp>
        <p:nvSpPr>
          <p:cNvPr id="2" name="object 7">
            <a:extLst>
              <a:ext uri="{FF2B5EF4-FFF2-40B4-BE49-F238E27FC236}">
                <a16:creationId xmlns:a16="http://schemas.microsoft.com/office/drawing/2014/main" id="{46218D1E-8AEB-27F6-427A-DDECB863BA13}"/>
              </a:ext>
            </a:extLst>
          </p:cNvPr>
          <p:cNvSpPr txBox="1"/>
          <p:nvPr/>
        </p:nvSpPr>
        <p:spPr>
          <a:xfrm>
            <a:off x="659271" y="3218311"/>
            <a:ext cx="3869357" cy="577722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lang="en-US" sz="1600" b="1" dirty="0">
                <a:solidFill>
                  <a:srgbClr val="5E5E5E"/>
                </a:solidFill>
                <a:latin typeface="Courier New" panose="02070309020205020404"/>
                <a:cs typeface="Courier New" panose="02070309020205020404"/>
              </a:rPr>
              <a:t>   </a:t>
            </a:r>
            <a:r>
              <a:rPr sz="1600" b="1" dirty="0">
                <a:solidFill>
                  <a:srgbClr val="5E5E5E"/>
                </a:solidFill>
                <a:latin typeface="Courier New" panose="02070309020205020404"/>
                <a:cs typeface="Courier New" panose="02070309020205020404"/>
              </a:rPr>
              <a:t>temp[lindex] =</a:t>
            </a:r>
            <a:r>
              <a:rPr sz="1600" b="1" spc="-20" dirty="0">
                <a:solidFill>
                  <a:srgbClr val="5E5E5E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600" b="1" dirty="0">
                <a:solidFill>
                  <a:srgbClr val="5E5E5E"/>
                </a:solidFill>
                <a:latin typeface="Courier New" panose="02070309020205020404"/>
                <a:cs typeface="Courier New" panose="02070309020205020404"/>
              </a:rPr>
              <a:t>in[gindex];</a:t>
            </a:r>
            <a:endParaRPr sz="1600" dirty="0">
              <a:latin typeface="Courier New" panose="02070309020205020404"/>
              <a:cs typeface="Courier New" panose="02070309020205020404"/>
            </a:endParaRPr>
          </a:p>
          <a:p>
            <a:pPr marL="381000">
              <a:lnSpc>
                <a:spcPct val="100000"/>
              </a:lnSpc>
              <a:spcBef>
                <a:spcPts val="260"/>
              </a:spcBef>
            </a:pPr>
            <a:r>
              <a:rPr sz="1600" b="1" dirty="0">
                <a:solidFill>
                  <a:srgbClr val="5E5E5E"/>
                </a:solidFill>
                <a:latin typeface="Courier New" panose="02070309020205020404"/>
                <a:cs typeface="Courier New" panose="02070309020205020404"/>
              </a:rPr>
              <a:t>if (threadIdx.x &lt; RADIUS)</a:t>
            </a:r>
            <a:r>
              <a:rPr sz="1600" b="1" spc="-70" dirty="0">
                <a:solidFill>
                  <a:srgbClr val="5E5E5E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600" b="1" dirty="0">
                <a:solidFill>
                  <a:srgbClr val="5E5E5E"/>
                </a:solidFill>
                <a:latin typeface="Courier New" panose="02070309020205020404"/>
                <a:cs typeface="Courier New" panose="02070309020205020404"/>
              </a:rPr>
              <a:t>{</a:t>
            </a:r>
            <a:endParaRPr sz="1600" dirty="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46DC7C6D-D9D3-E35F-C966-519C11FBDF67}"/>
              </a:ext>
            </a:extLst>
          </p:cNvPr>
          <p:cNvSpPr txBox="1"/>
          <p:nvPr/>
        </p:nvSpPr>
        <p:spPr>
          <a:xfrm>
            <a:off x="1395873" y="3747685"/>
            <a:ext cx="5925766" cy="920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600" b="1" dirty="0">
                <a:solidFill>
                  <a:srgbClr val="5E5E5E"/>
                </a:solidFill>
                <a:latin typeface="Courier New" panose="02070309020205020404"/>
                <a:cs typeface="Courier New" panose="02070309020205020404"/>
              </a:rPr>
              <a:t>temp[lindex – RADIUS] = in[gindex – RADIUS];  temp[lindex + BLOCK_SIZE] = in[gindex +</a:t>
            </a:r>
            <a:r>
              <a:rPr sz="1600" b="1" spc="-65" dirty="0">
                <a:solidFill>
                  <a:srgbClr val="5E5E5E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600" b="1" dirty="0">
                <a:solidFill>
                  <a:srgbClr val="5E5E5E"/>
                </a:solidFill>
                <a:latin typeface="Courier New" panose="02070309020205020404"/>
                <a:cs typeface="Courier New" panose="02070309020205020404"/>
              </a:rPr>
              <a:t>BLOCK_SIZE];</a:t>
            </a:r>
            <a:endParaRPr sz="1600" dirty="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" name="object 9">
            <a:extLst>
              <a:ext uri="{FF2B5EF4-FFF2-40B4-BE49-F238E27FC236}">
                <a16:creationId xmlns:a16="http://schemas.microsoft.com/office/drawing/2014/main" id="{EB724EEF-588C-2B36-25E0-464F61CEF1FD}"/>
              </a:ext>
            </a:extLst>
          </p:cNvPr>
          <p:cNvSpPr txBox="1"/>
          <p:nvPr/>
        </p:nvSpPr>
        <p:spPr>
          <a:xfrm>
            <a:off x="1040492" y="4641513"/>
            <a:ext cx="3365037" cy="775212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1600" b="1" dirty="0">
                <a:solidFill>
                  <a:srgbClr val="5E5E5E"/>
                </a:solidFill>
                <a:latin typeface="Courier New" panose="02070309020205020404"/>
                <a:cs typeface="Courier New" panose="02070309020205020404"/>
              </a:rPr>
              <a:t>}</a:t>
            </a:r>
            <a:endParaRPr sz="1600" dirty="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lang="en-US" altLang="zh-CN" sz="2800" dirty="0">
                <a:latin typeface="Courier New" panose="02070309020205020404"/>
                <a:cs typeface="Courier New" panose="02070309020205020404"/>
              </a:rPr>
              <a:t>……</a:t>
            </a:r>
            <a:endParaRPr sz="2800" dirty="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" name="object 10">
            <a:extLst>
              <a:ext uri="{FF2B5EF4-FFF2-40B4-BE49-F238E27FC236}">
                <a16:creationId xmlns:a16="http://schemas.microsoft.com/office/drawing/2014/main" id="{FB4C5596-3C80-1163-6DF4-67A792C9A830}"/>
              </a:ext>
            </a:extLst>
          </p:cNvPr>
          <p:cNvSpPr/>
          <p:nvPr/>
        </p:nvSpPr>
        <p:spPr>
          <a:xfrm>
            <a:off x="6669653" y="4701970"/>
            <a:ext cx="256031" cy="2743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1">
            <a:extLst>
              <a:ext uri="{FF2B5EF4-FFF2-40B4-BE49-F238E27FC236}">
                <a16:creationId xmlns:a16="http://schemas.microsoft.com/office/drawing/2014/main" id="{FF7F3F97-EB9E-3E2D-05E2-84CD3C41D1E7}"/>
              </a:ext>
            </a:extLst>
          </p:cNvPr>
          <p:cNvSpPr/>
          <p:nvPr/>
        </p:nvSpPr>
        <p:spPr>
          <a:xfrm>
            <a:off x="6714732" y="4766379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1" y="0"/>
                </a:moveTo>
                <a:lnTo>
                  <a:pt x="0" y="0"/>
                </a:lnTo>
                <a:lnTo>
                  <a:pt x="0" y="139132"/>
                </a:lnTo>
                <a:lnTo>
                  <a:pt x="122661" y="139132"/>
                </a:lnTo>
                <a:lnTo>
                  <a:pt x="122661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2">
            <a:extLst>
              <a:ext uri="{FF2B5EF4-FFF2-40B4-BE49-F238E27FC236}">
                <a16:creationId xmlns:a16="http://schemas.microsoft.com/office/drawing/2014/main" id="{23F34F88-AC12-B8CB-4363-A1F718ABCA7A}"/>
              </a:ext>
            </a:extLst>
          </p:cNvPr>
          <p:cNvSpPr/>
          <p:nvPr/>
        </p:nvSpPr>
        <p:spPr>
          <a:xfrm>
            <a:off x="6837394" y="4725491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6" y="0"/>
                </a:moveTo>
                <a:lnTo>
                  <a:pt x="0" y="40887"/>
                </a:lnTo>
                <a:lnTo>
                  <a:pt x="0" y="180019"/>
                </a:lnTo>
                <a:lnTo>
                  <a:pt x="40886" y="139133"/>
                </a:lnTo>
                <a:lnTo>
                  <a:pt x="40886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3">
            <a:extLst>
              <a:ext uri="{FF2B5EF4-FFF2-40B4-BE49-F238E27FC236}">
                <a16:creationId xmlns:a16="http://schemas.microsoft.com/office/drawing/2014/main" id="{B5C631AB-9DEE-052A-B302-6E01AF489211}"/>
              </a:ext>
            </a:extLst>
          </p:cNvPr>
          <p:cNvSpPr/>
          <p:nvPr/>
        </p:nvSpPr>
        <p:spPr>
          <a:xfrm>
            <a:off x="6714732" y="4725491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7" y="0"/>
                </a:lnTo>
                <a:lnTo>
                  <a:pt x="0" y="40887"/>
                </a:lnTo>
                <a:lnTo>
                  <a:pt x="122661" y="40887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4">
            <a:extLst>
              <a:ext uri="{FF2B5EF4-FFF2-40B4-BE49-F238E27FC236}">
                <a16:creationId xmlns:a16="http://schemas.microsoft.com/office/drawing/2014/main" id="{29D5D11A-DED2-F3F9-A92D-7F1197822FE5}"/>
              </a:ext>
            </a:extLst>
          </p:cNvPr>
          <p:cNvSpPr/>
          <p:nvPr/>
        </p:nvSpPr>
        <p:spPr>
          <a:xfrm>
            <a:off x="6714732" y="4725491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5">
            <a:extLst>
              <a:ext uri="{FF2B5EF4-FFF2-40B4-BE49-F238E27FC236}">
                <a16:creationId xmlns:a16="http://schemas.microsoft.com/office/drawing/2014/main" id="{FE897621-9B6B-899B-5D4C-23430A7B6DC3}"/>
              </a:ext>
            </a:extLst>
          </p:cNvPr>
          <p:cNvSpPr/>
          <p:nvPr/>
        </p:nvSpPr>
        <p:spPr>
          <a:xfrm>
            <a:off x="6714732" y="4725491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6">
            <a:extLst>
              <a:ext uri="{FF2B5EF4-FFF2-40B4-BE49-F238E27FC236}">
                <a16:creationId xmlns:a16="http://schemas.microsoft.com/office/drawing/2014/main" id="{8F2A89C3-D578-2A0D-553F-BBCFDA44D9C3}"/>
              </a:ext>
            </a:extLst>
          </p:cNvPr>
          <p:cNvSpPr/>
          <p:nvPr/>
        </p:nvSpPr>
        <p:spPr>
          <a:xfrm>
            <a:off x="6837393" y="4766378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7">
            <a:extLst>
              <a:ext uri="{FF2B5EF4-FFF2-40B4-BE49-F238E27FC236}">
                <a16:creationId xmlns:a16="http://schemas.microsoft.com/office/drawing/2014/main" id="{AA147501-62B5-183A-C27B-DC569EB86002}"/>
              </a:ext>
            </a:extLst>
          </p:cNvPr>
          <p:cNvSpPr/>
          <p:nvPr/>
        </p:nvSpPr>
        <p:spPr>
          <a:xfrm>
            <a:off x="6840341" y="4701970"/>
            <a:ext cx="256031" cy="2743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8">
            <a:extLst>
              <a:ext uri="{FF2B5EF4-FFF2-40B4-BE49-F238E27FC236}">
                <a16:creationId xmlns:a16="http://schemas.microsoft.com/office/drawing/2014/main" id="{6BCF1FAA-C467-CB24-63B8-611DC486AFDB}"/>
              </a:ext>
            </a:extLst>
          </p:cNvPr>
          <p:cNvSpPr/>
          <p:nvPr/>
        </p:nvSpPr>
        <p:spPr>
          <a:xfrm>
            <a:off x="6887379" y="4766379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0" y="0"/>
                </a:moveTo>
                <a:lnTo>
                  <a:pt x="0" y="0"/>
                </a:lnTo>
                <a:lnTo>
                  <a:pt x="0" y="139132"/>
                </a:lnTo>
                <a:lnTo>
                  <a:pt x="122660" y="139132"/>
                </a:lnTo>
                <a:lnTo>
                  <a:pt x="12266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9">
            <a:extLst>
              <a:ext uri="{FF2B5EF4-FFF2-40B4-BE49-F238E27FC236}">
                <a16:creationId xmlns:a16="http://schemas.microsoft.com/office/drawing/2014/main" id="{490D12CF-BE7F-E186-B29C-A0E18153521B}"/>
              </a:ext>
            </a:extLst>
          </p:cNvPr>
          <p:cNvSpPr/>
          <p:nvPr/>
        </p:nvSpPr>
        <p:spPr>
          <a:xfrm>
            <a:off x="7010040" y="4725491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7" y="0"/>
                </a:moveTo>
                <a:lnTo>
                  <a:pt x="0" y="40887"/>
                </a:lnTo>
                <a:lnTo>
                  <a:pt x="0" y="180019"/>
                </a:lnTo>
                <a:lnTo>
                  <a:pt x="40887" y="139133"/>
                </a:lnTo>
                <a:lnTo>
                  <a:pt x="40887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20">
            <a:extLst>
              <a:ext uri="{FF2B5EF4-FFF2-40B4-BE49-F238E27FC236}">
                <a16:creationId xmlns:a16="http://schemas.microsoft.com/office/drawing/2014/main" id="{AF8B33F4-F135-5166-9863-2202E118395A}"/>
              </a:ext>
            </a:extLst>
          </p:cNvPr>
          <p:cNvSpPr/>
          <p:nvPr/>
        </p:nvSpPr>
        <p:spPr>
          <a:xfrm>
            <a:off x="6887379" y="4725491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6" y="0"/>
                </a:lnTo>
                <a:lnTo>
                  <a:pt x="0" y="40887"/>
                </a:lnTo>
                <a:lnTo>
                  <a:pt x="122660" y="40887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21">
            <a:extLst>
              <a:ext uri="{FF2B5EF4-FFF2-40B4-BE49-F238E27FC236}">
                <a16:creationId xmlns:a16="http://schemas.microsoft.com/office/drawing/2014/main" id="{0BD606F3-6DA2-EA6E-3207-75BFD0DA6328}"/>
              </a:ext>
            </a:extLst>
          </p:cNvPr>
          <p:cNvSpPr/>
          <p:nvPr/>
        </p:nvSpPr>
        <p:spPr>
          <a:xfrm>
            <a:off x="6887379" y="4725491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22">
            <a:extLst>
              <a:ext uri="{FF2B5EF4-FFF2-40B4-BE49-F238E27FC236}">
                <a16:creationId xmlns:a16="http://schemas.microsoft.com/office/drawing/2014/main" id="{A1AA0D86-CEFB-EF5B-B540-79E88552501C}"/>
              </a:ext>
            </a:extLst>
          </p:cNvPr>
          <p:cNvSpPr/>
          <p:nvPr/>
        </p:nvSpPr>
        <p:spPr>
          <a:xfrm>
            <a:off x="6887379" y="4725491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3">
            <a:extLst>
              <a:ext uri="{FF2B5EF4-FFF2-40B4-BE49-F238E27FC236}">
                <a16:creationId xmlns:a16="http://schemas.microsoft.com/office/drawing/2014/main" id="{6A7DFF9B-43BB-38DC-3B3E-5AD2B742EDDB}"/>
              </a:ext>
            </a:extLst>
          </p:cNvPr>
          <p:cNvSpPr/>
          <p:nvPr/>
        </p:nvSpPr>
        <p:spPr>
          <a:xfrm>
            <a:off x="7010041" y="4766378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4">
            <a:extLst>
              <a:ext uri="{FF2B5EF4-FFF2-40B4-BE49-F238E27FC236}">
                <a16:creationId xmlns:a16="http://schemas.microsoft.com/office/drawing/2014/main" id="{A8AF68E3-016F-8DA9-5FA7-5F7FF46D0A17}"/>
              </a:ext>
            </a:extLst>
          </p:cNvPr>
          <p:cNvSpPr/>
          <p:nvPr/>
        </p:nvSpPr>
        <p:spPr>
          <a:xfrm>
            <a:off x="6983436" y="4641513"/>
            <a:ext cx="256031" cy="2743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5">
            <a:extLst>
              <a:ext uri="{FF2B5EF4-FFF2-40B4-BE49-F238E27FC236}">
                <a16:creationId xmlns:a16="http://schemas.microsoft.com/office/drawing/2014/main" id="{B56EE865-3DF4-A3A2-2A29-9B296FB8F49A}"/>
              </a:ext>
            </a:extLst>
          </p:cNvPr>
          <p:cNvSpPr/>
          <p:nvPr/>
        </p:nvSpPr>
        <p:spPr>
          <a:xfrm>
            <a:off x="7060026" y="4766379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1" y="0"/>
                </a:moveTo>
                <a:lnTo>
                  <a:pt x="0" y="0"/>
                </a:lnTo>
                <a:lnTo>
                  <a:pt x="0" y="139132"/>
                </a:lnTo>
                <a:lnTo>
                  <a:pt x="122661" y="139132"/>
                </a:lnTo>
                <a:lnTo>
                  <a:pt x="122661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6">
            <a:extLst>
              <a:ext uri="{FF2B5EF4-FFF2-40B4-BE49-F238E27FC236}">
                <a16:creationId xmlns:a16="http://schemas.microsoft.com/office/drawing/2014/main" id="{B1541713-E891-B909-2D61-B7C37F745AEC}"/>
              </a:ext>
            </a:extLst>
          </p:cNvPr>
          <p:cNvSpPr/>
          <p:nvPr/>
        </p:nvSpPr>
        <p:spPr>
          <a:xfrm>
            <a:off x="7182688" y="4725491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6" y="0"/>
                </a:moveTo>
                <a:lnTo>
                  <a:pt x="0" y="40887"/>
                </a:lnTo>
                <a:lnTo>
                  <a:pt x="0" y="180019"/>
                </a:lnTo>
                <a:lnTo>
                  <a:pt x="40886" y="139133"/>
                </a:lnTo>
                <a:lnTo>
                  <a:pt x="4088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7">
            <a:extLst>
              <a:ext uri="{FF2B5EF4-FFF2-40B4-BE49-F238E27FC236}">
                <a16:creationId xmlns:a16="http://schemas.microsoft.com/office/drawing/2014/main" id="{78B606B7-C531-F16F-EB31-D1851FEBD71D}"/>
              </a:ext>
            </a:extLst>
          </p:cNvPr>
          <p:cNvSpPr/>
          <p:nvPr/>
        </p:nvSpPr>
        <p:spPr>
          <a:xfrm>
            <a:off x="7060026" y="4725491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7" y="0"/>
                </a:lnTo>
                <a:lnTo>
                  <a:pt x="0" y="40887"/>
                </a:lnTo>
                <a:lnTo>
                  <a:pt x="122661" y="40887"/>
                </a:lnTo>
                <a:lnTo>
                  <a:pt x="16354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8">
            <a:extLst>
              <a:ext uri="{FF2B5EF4-FFF2-40B4-BE49-F238E27FC236}">
                <a16:creationId xmlns:a16="http://schemas.microsoft.com/office/drawing/2014/main" id="{D97592CB-57AF-5ED6-90C4-E18CFB08BB09}"/>
              </a:ext>
            </a:extLst>
          </p:cNvPr>
          <p:cNvSpPr/>
          <p:nvPr/>
        </p:nvSpPr>
        <p:spPr>
          <a:xfrm>
            <a:off x="7060026" y="4725491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9">
            <a:extLst>
              <a:ext uri="{FF2B5EF4-FFF2-40B4-BE49-F238E27FC236}">
                <a16:creationId xmlns:a16="http://schemas.microsoft.com/office/drawing/2014/main" id="{B2464577-4AB3-3366-276B-C28CEE692BA8}"/>
              </a:ext>
            </a:extLst>
          </p:cNvPr>
          <p:cNvSpPr/>
          <p:nvPr/>
        </p:nvSpPr>
        <p:spPr>
          <a:xfrm>
            <a:off x="7060026" y="4725491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30">
            <a:extLst>
              <a:ext uri="{FF2B5EF4-FFF2-40B4-BE49-F238E27FC236}">
                <a16:creationId xmlns:a16="http://schemas.microsoft.com/office/drawing/2014/main" id="{B69D483D-344F-92A1-2EFA-7CE8201CFE8B}"/>
              </a:ext>
            </a:extLst>
          </p:cNvPr>
          <p:cNvSpPr/>
          <p:nvPr/>
        </p:nvSpPr>
        <p:spPr>
          <a:xfrm>
            <a:off x="7182687" y="4766378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31">
            <a:extLst>
              <a:ext uri="{FF2B5EF4-FFF2-40B4-BE49-F238E27FC236}">
                <a16:creationId xmlns:a16="http://schemas.microsoft.com/office/drawing/2014/main" id="{86AA241A-F4E9-9F30-4573-11D1D3887752}"/>
              </a:ext>
            </a:extLst>
          </p:cNvPr>
          <p:cNvSpPr/>
          <p:nvPr/>
        </p:nvSpPr>
        <p:spPr>
          <a:xfrm>
            <a:off x="7187814" y="4701970"/>
            <a:ext cx="256031" cy="27431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32">
            <a:extLst>
              <a:ext uri="{FF2B5EF4-FFF2-40B4-BE49-F238E27FC236}">
                <a16:creationId xmlns:a16="http://schemas.microsoft.com/office/drawing/2014/main" id="{16B6DAA2-1883-094C-8528-26CA3115BC05}"/>
              </a:ext>
            </a:extLst>
          </p:cNvPr>
          <p:cNvSpPr/>
          <p:nvPr/>
        </p:nvSpPr>
        <p:spPr>
          <a:xfrm>
            <a:off x="7232674" y="4766379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0" y="0"/>
                </a:moveTo>
                <a:lnTo>
                  <a:pt x="0" y="0"/>
                </a:lnTo>
                <a:lnTo>
                  <a:pt x="0" y="139132"/>
                </a:lnTo>
                <a:lnTo>
                  <a:pt x="122660" y="139132"/>
                </a:lnTo>
                <a:lnTo>
                  <a:pt x="122660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3">
            <a:extLst>
              <a:ext uri="{FF2B5EF4-FFF2-40B4-BE49-F238E27FC236}">
                <a16:creationId xmlns:a16="http://schemas.microsoft.com/office/drawing/2014/main" id="{A698B025-B686-B62B-829E-8FE330DF157D}"/>
              </a:ext>
            </a:extLst>
          </p:cNvPr>
          <p:cNvSpPr/>
          <p:nvPr/>
        </p:nvSpPr>
        <p:spPr>
          <a:xfrm>
            <a:off x="7355334" y="4725491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6" y="0"/>
                </a:moveTo>
                <a:lnTo>
                  <a:pt x="0" y="40887"/>
                </a:lnTo>
                <a:lnTo>
                  <a:pt x="0" y="180019"/>
                </a:lnTo>
                <a:lnTo>
                  <a:pt x="40886" y="139133"/>
                </a:lnTo>
                <a:lnTo>
                  <a:pt x="40886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4">
            <a:extLst>
              <a:ext uri="{FF2B5EF4-FFF2-40B4-BE49-F238E27FC236}">
                <a16:creationId xmlns:a16="http://schemas.microsoft.com/office/drawing/2014/main" id="{025007EF-C4FF-631B-6C6E-F7767C59525A}"/>
              </a:ext>
            </a:extLst>
          </p:cNvPr>
          <p:cNvSpPr/>
          <p:nvPr/>
        </p:nvSpPr>
        <p:spPr>
          <a:xfrm>
            <a:off x="7232674" y="4725491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6" y="0"/>
                </a:moveTo>
                <a:lnTo>
                  <a:pt x="40886" y="0"/>
                </a:lnTo>
                <a:lnTo>
                  <a:pt x="0" y="40887"/>
                </a:lnTo>
                <a:lnTo>
                  <a:pt x="122660" y="40887"/>
                </a:lnTo>
                <a:lnTo>
                  <a:pt x="163546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5">
            <a:extLst>
              <a:ext uri="{FF2B5EF4-FFF2-40B4-BE49-F238E27FC236}">
                <a16:creationId xmlns:a16="http://schemas.microsoft.com/office/drawing/2014/main" id="{A32C4FCB-FBC1-2B88-99D7-6F5B06477EB3}"/>
              </a:ext>
            </a:extLst>
          </p:cNvPr>
          <p:cNvSpPr/>
          <p:nvPr/>
        </p:nvSpPr>
        <p:spPr>
          <a:xfrm>
            <a:off x="7232674" y="4725491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solidFill>
            <a:srgbClr val="92D050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6">
            <a:extLst>
              <a:ext uri="{FF2B5EF4-FFF2-40B4-BE49-F238E27FC236}">
                <a16:creationId xmlns:a16="http://schemas.microsoft.com/office/drawing/2014/main" id="{84AC4D06-6FDF-012E-F043-E363F10D76F1}"/>
              </a:ext>
            </a:extLst>
          </p:cNvPr>
          <p:cNvSpPr/>
          <p:nvPr/>
        </p:nvSpPr>
        <p:spPr>
          <a:xfrm>
            <a:off x="7232674" y="4725491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solidFill>
            <a:srgbClr val="92D050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7">
            <a:extLst>
              <a:ext uri="{FF2B5EF4-FFF2-40B4-BE49-F238E27FC236}">
                <a16:creationId xmlns:a16="http://schemas.microsoft.com/office/drawing/2014/main" id="{FAD13E22-85AD-053F-17AD-3A683F2C9749}"/>
              </a:ext>
            </a:extLst>
          </p:cNvPr>
          <p:cNvSpPr/>
          <p:nvPr/>
        </p:nvSpPr>
        <p:spPr>
          <a:xfrm>
            <a:off x="7355335" y="4766378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8">
            <a:extLst>
              <a:ext uri="{FF2B5EF4-FFF2-40B4-BE49-F238E27FC236}">
                <a16:creationId xmlns:a16="http://schemas.microsoft.com/office/drawing/2014/main" id="{6239C165-4284-CEA4-F8F1-AF9F38E1BFE4}"/>
              </a:ext>
            </a:extLst>
          </p:cNvPr>
          <p:cNvSpPr/>
          <p:nvPr/>
        </p:nvSpPr>
        <p:spPr>
          <a:xfrm>
            <a:off x="7358501" y="4701970"/>
            <a:ext cx="256031" cy="27431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9">
            <a:extLst>
              <a:ext uri="{FF2B5EF4-FFF2-40B4-BE49-F238E27FC236}">
                <a16:creationId xmlns:a16="http://schemas.microsoft.com/office/drawing/2014/main" id="{B23128D3-B46C-F628-AA8E-07F3832A6BBE}"/>
              </a:ext>
            </a:extLst>
          </p:cNvPr>
          <p:cNvSpPr/>
          <p:nvPr/>
        </p:nvSpPr>
        <p:spPr>
          <a:xfrm>
            <a:off x="7405320" y="4766379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1" y="0"/>
                </a:moveTo>
                <a:lnTo>
                  <a:pt x="0" y="0"/>
                </a:lnTo>
                <a:lnTo>
                  <a:pt x="0" y="139132"/>
                </a:lnTo>
                <a:lnTo>
                  <a:pt x="122661" y="139132"/>
                </a:lnTo>
                <a:lnTo>
                  <a:pt x="122661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40">
            <a:extLst>
              <a:ext uri="{FF2B5EF4-FFF2-40B4-BE49-F238E27FC236}">
                <a16:creationId xmlns:a16="http://schemas.microsoft.com/office/drawing/2014/main" id="{887E822F-25CB-1E7B-FE1D-BC879E62332D}"/>
              </a:ext>
            </a:extLst>
          </p:cNvPr>
          <p:cNvSpPr/>
          <p:nvPr/>
        </p:nvSpPr>
        <p:spPr>
          <a:xfrm>
            <a:off x="7527981" y="4725491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6" y="0"/>
                </a:moveTo>
                <a:lnTo>
                  <a:pt x="0" y="40887"/>
                </a:lnTo>
                <a:lnTo>
                  <a:pt x="0" y="180019"/>
                </a:lnTo>
                <a:lnTo>
                  <a:pt x="40886" y="139133"/>
                </a:lnTo>
                <a:lnTo>
                  <a:pt x="40886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41">
            <a:extLst>
              <a:ext uri="{FF2B5EF4-FFF2-40B4-BE49-F238E27FC236}">
                <a16:creationId xmlns:a16="http://schemas.microsoft.com/office/drawing/2014/main" id="{00F878B4-0F84-3E38-9361-308A96E26F41}"/>
              </a:ext>
            </a:extLst>
          </p:cNvPr>
          <p:cNvSpPr/>
          <p:nvPr/>
        </p:nvSpPr>
        <p:spPr>
          <a:xfrm>
            <a:off x="7405320" y="4725491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7" y="0"/>
                </a:lnTo>
                <a:lnTo>
                  <a:pt x="0" y="40887"/>
                </a:lnTo>
                <a:lnTo>
                  <a:pt x="122661" y="40887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42">
            <a:extLst>
              <a:ext uri="{FF2B5EF4-FFF2-40B4-BE49-F238E27FC236}">
                <a16:creationId xmlns:a16="http://schemas.microsoft.com/office/drawing/2014/main" id="{CE588FAF-7AA2-4665-6DD2-051F44028624}"/>
              </a:ext>
            </a:extLst>
          </p:cNvPr>
          <p:cNvSpPr/>
          <p:nvPr/>
        </p:nvSpPr>
        <p:spPr>
          <a:xfrm>
            <a:off x="7405320" y="4725491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3">
            <a:extLst>
              <a:ext uri="{FF2B5EF4-FFF2-40B4-BE49-F238E27FC236}">
                <a16:creationId xmlns:a16="http://schemas.microsoft.com/office/drawing/2014/main" id="{45C8FA00-35D9-A0BB-33A9-99A2C6B6926F}"/>
              </a:ext>
            </a:extLst>
          </p:cNvPr>
          <p:cNvSpPr/>
          <p:nvPr/>
        </p:nvSpPr>
        <p:spPr>
          <a:xfrm>
            <a:off x="7405320" y="4725491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4">
            <a:extLst>
              <a:ext uri="{FF2B5EF4-FFF2-40B4-BE49-F238E27FC236}">
                <a16:creationId xmlns:a16="http://schemas.microsoft.com/office/drawing/2014/main" id="{E49722CD-CFCF-9FE2-3907-752F71E7D7FB}"/>
              </a:ext>
            </a:extLst>
          </p:cNvPr>
          <p:cNvSpPr/>
          <p:nvPr/>
        </p:nvSpPr>
        <p:spPr>
          <a:xfrm>
            <a:off x="7527981" y="4766378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5">
            <a:extLst>
              <a:ext uri="{FF2B5EF4-FFF2-40B4-BE49-F238E27FC236}">
                <a16:creationId xmlns:a16="http://schemas.microsoft.com/office/drawing/2014/main" id="{9F4DC3B2-3556-07CE-6D68-9F37D2BE6955}"/>
              </a:ext>
            </a:extLst>
          </p:cNvPr>
          <p:cNvSpPr/>
          <p:nvPr/>
        </p:nvSpPr>
        <p:spPr>
          <a:xfrm>
            <a:off x="7532238" y="4701970"/>
            <a:ext cx="256031" cy="27431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6">
            <a:extLst>
              <a:ext uri="{FF2B5EF4-FFF2-40B4-BE49-F238E27FC236}">
                <a16:creationId xmlns:a16="http://schemas.microsoft.com/office/drawing/2014/main" id="{1FF1FDD6-E53E-913B-6D36-82505858C971}"/>
              </a:ext>
            </a:extLst>
          </p:cNvPr>
          <p:cNvSpPr/>
          <p:nvPr/>
        </p:nvSpPr>
        <p:spPr>
          <a:xfrm>
            <a:off x="7577966" y="4766379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1" y="0"/>
                </a:moveTo>
                <a:lnTo>
                  <a:pt x="0" y="0"/>
                </a:lnTo>
                <a:lnTo>
                  <a:pt x="0" y="139132"/>
                </a:lnTo>
                <a:lnTo>
                  <a:pt x="122661" y="139132"/>
                </a:lnTo>
                <a:lnTo>
                  <a:pt x="122661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7">
            <a:extLst>
              <a:ext uri="{FF2B5EF4-FFF2-40B4-BE49-F238E27FC236}">
                <a16:creationId xmlns:a16="http://schemas.microsoft.com/office/drawing/2014/main" id="{DF01A1F6-7D13-89D8-8A0E-08C1BC62462D}"/>
              </a:ext>
            </a:extLst>
          </p:cNvPr>
          <p:cNvSpPr/>
          <p:nvPr/>
        </p:nvSpPr>
        <p:spPr>
          <a:xfrm>
            <a:off x="7700628" y="4725491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6" y="0"/>
                </a:moveTo>
                <a:lnTo>
                  <a:pt x="0" y="40887"/>
                </a:lnTo>
                <a:lnTo>
                  <a:pt x="0" y="180019"/>
                </a:lnTo>
                <a:lnTo>
                  <a:pt x="40886" y="139133"/>
                </a:lnTo>
                <a:lnTo>
                  <a:pt x="40886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8">
            <a:extLst>
              <a:ext uri="{FF2B5EF4-FFF2-40B4-BE49-F238E27FC236}">
                <a16:creationId xmlns:a16="http://schemas.microsoft.com/office/drawing/2014/main" id="{69F3B765-E717-61A0-9BB2-D739618BB17B}"/>
              </a:ext>
            </a:extLst>
          </p:cNvPr>
          <p:cNvSpPr/>
          <p:nvPr/>
        </p:nvSpPr>
        <p:spPr>
          <a:xfrm>
            <a:off x="7577966" y="4725491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7" y="0"/>
                </a:lnTo>
                <a:lnTo>
                  <a:pt x="0" y="40887"/>
                </a:lnTo>
                <a:lnTo>
                  <a:pt x="122661" y="40887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9">
            <a:extLst>
              <a:ext uri="{FF2B5EF4-FFF2-40B4-BE49-F238E27FC236}">
                <a16:creationId xmlns:a16="http://schemas.microsoft.com/office/drawing/2014/main" id="{2569705A-550D-9313-EF3B-F9DC4BE28941}"/>
              </a:ext>
            </a:extLst>
          </p:cNvPr>
          <p:cNvSpPr/>
          <p:nvPr/>
        </p:nvSpPr>
        <p:spPr>
          <a:xfrm>
            <a:off x="7577966" y="4725491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50">
            <a:extLst>
              <a:ext uri="{FF2B5EF4-FFF2-40B4-BE49-F238E27FC236}">
                <a16:creationId xmlns:a16="http://schemas.microsoft.com/office/drawing/2014/main" id="{C58CEE68-2034-94F1-B717-49217605FEB4}"/>
              </a:ext>
            </a:extLst>
          </p:cNvPr>
          <p:cNvSpPr/>
          <p:nvPr/>
        </p:nvSpPr>
        <p:spPr>
          <a:xfrm>
            <a:off x="7577966" y="4725491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51">
            <a:extLst>
              <a:ext uri="{FF2B5EF4-FFF2-40B4-BE49-F238E27FC236}">
                <a16:creationId xmlns:a16="http://schemas.microsoft.com/office/drawing/2014/main" id="{89F81F3E-F55A-C842-BB21-E00F283A25FF}"/>
              </a:ext>
            </a:extLst>
          </p:cNvPr>
          <p:cNvSpPr/>
          <p:nvPr/>
        </p:nvSpPr>
        <p:spPr>
          <a:xfrm>
            <a:off x="7700628" y="4766378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52">
            <a:extLst>
              <a:ext uri="{FF2B5EF4-FFF2-40B4-BE49-F238E27FC236}">
                <a16:creationId xmlns:a16="http://schemas.microsoft.com/office/drawing/2014/main" id="{5FB5C892-F743-87A3-E67F-9E35BE451B6C}"/>
              </a:ext>
            </a:extLst>
          </p:cNvPr>
          <p:cNvSpPr/>
          <p:nvPr/>
        </p:nvSpPr>
        <p:spPr>
          <a:xfrm>
            <a:off x="7702926" y="4701970"/>
            <a:ext cx="256031" cy="27431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3">
            <a:extLst>
              <a:ext uri="{FF2B5EF4-FFF2-40B4-BE49-F238E27FC236}">
                <a16:creationId xmlns:a16="http://schemas.microsoft.com/office/drawing/2014/main" id="{BC550563-09DF-6807-54F4-C2896B5A9E92}"/>
              </a:ext>
            </a:extLst>
          </p:cNvPr>
          <p:cNvSpPr/>
          <p:nvPr/>
        </p:nvSpPr>
        <p:spPr>
          <a:xfrm>
            <a:off x="7750614" y="4766379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1" y="0"/>
                </a:moveTo>
                <a:lnTo>
                  <a:pt x="0" y="0"/>
                </a:lnTo>
                <a:lnTo>
                  <a:pt x="0" y="139132"/>
                </a:lnTo>
                <a:lnTo>
                  <a:pt x="122661" y="139132"/>
                </a:lnTo>
                <a:lnTo>
                  <a:pt x="122661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4">
            <a:extLst>
              <a:ext uri="{FF2B5EF4-FFF2-40B4-BE49-F238E27FC236}">
                <a16:creationId xmlns:a16="http://schemas.microsoft.com/office/drawing/2014/main" id="{7AA9047F-8C58-D4FF-4753-6E794136C25B}"/>
              </a:ext>
            </a:extLst>
          </p:cNvPr>
          <p:cNvSpPr/>
          <p:nvPr/>
        </p:nvSpPr>
        <p:spPr>
          <a:xfrm>
            <a:off x="7873276" y="4725491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6" y="0"/>
                </a:moveTo>
                <a:lnTo>
                  <a:pt x="0" y="40887"/>
                </a:lnTo>
                <a:lnTo>
                  <a:pt x="0" y="180019"/>
                </a:lnTo>
                <a:lnTo>
                  <a:pt x="40886" y="139133"/>
                </a:lnTo>
                <a:lnTo>
                  <a:pt x="40886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5">
            <a:extLst>
              <a:ext uri="{FF2B5EF4-FFF2-40B4-BE49-F238E27FC236}">
                <a16:creationId xmlns:a16="http://schemas.microsoft.com/office/drawing/2014/main" id="{B4F29A6A-2430-1419-B7D9-A221F1773722}"/>
              </a:ext>
            </a:extLst>
          </p:cNvPr>
          <p:cNvSpPr/>
          <p:nvPr/>
        </p:nvSpPr>
        <p:spPr>
          <a:xfrm>
            <a:off x="7750614" y="4725491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7" y="0"/>
                </a:lnTo>
                <a:lnTo>
                  <a:pt x="0" y="40887"/>
                </a:lnTo>
                <a:lnTo>
                  <a:pt x="122661" y="40887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6">
            <a:extLst>
              <a:ext uri="{FF2B5EF4-FFF2-40B4-BE49-F238E27FC236}">
                <a16:creationId xmlns:a16="http://schemas.microsoft.com/office/drawing/2014/main" id="{E25BDE25-60DB-4F30-34DB-E0E393686912}"/>
              </a:ext>
            </a:extLst>
          </p:cNvPr>
          <p:cNvSpPr/>
          <p:nvPr/>
        </p:nvSpPr>
        <p:spPr>
          <a:xfrm>
            <a:off x="7750614" y="4725491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7">
            <a:extLst>
              <a:ext uri="{FF2B5EF4-FFF2-40B4-BE49-F238E27FC236}">
                <a16:creationId xmlns:a16="http://schemas.microsoft.com/office/drawing/2014/main" id="{011F6743-CDF6-DE80-5B83-532EEE847BD7}"/>
              </a:ext>
            </a:extLst>
          </p:cNvPr>
          <p:cNvSpPr/>
          <p:nvPr/>
        </p:nvSpPr>
        <p:spPr>
          <a:xfrm>
            <a:off x="7750614" y="4725491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8">
            <a:extLst>
              <a:ext uri="{FF2B5EF4-FFF2-40B4-BE49-F238E27FC236}">
                <a16:creationId xmlns:a16="http://schemas.microsoft.com/office/drawing/2014/main" id="{600F0F08-3125-1BBF-A250-DE87BE567097}"/>
              </a:ext>
            </a:extLst>
          </p:cNvPr>
          <p:cNvSpPr/>
          <p:nvPr/>
        </p:nvSpPr>
        <p:spPr>
          <a:xfrm>
            <a:off x="7873275" y="4766378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9">
            <a:extLst>
              <a:ext uri="{FF2B5EF4-FFF2-40B4-BE49-F238E27FC236}">
                <a16:creationId xmlns:a16="http://schemas.microsoft.com/office/drawing/2014/main" id="{D5F40A31-7EBF-5E5A-038C-9B4ED88A963D}"/>
              </a:ext>
            </a:extLst>
          </p:cNvPr>
          <p:cNvSpPr/>
          <p:nvPr/>
        </p:nvSpPr>
        <p:spPr>
          <a:xfrm>
            <a:off x="7876662" y="4701970"/>
            <a:ext cx="256031" cy="27431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60">
            <a:extLst>
              <a:ext uri="{FF2B5EF4-FFF2-40B4-BE49-F238E27FC236}">
                <a16:creationId xmlns:a16="http://schemas.microsoft.com/office/drawing/2014/main" id="{BD0D7A55-B669-F7F6-252C-83836C455134}"/>
              </a:ext>
            </a:extLst>
          </p:cNvPr>
          <p:cNvSpPr/>
          <p:nvPr/>
        </p:nvSpPr>
        <p:spPr>
          <a:xfrm>
            <a:off x="7923261" y="4766379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0" y="0"/>
                </a:moveTo>
                <a:lnTo>
                  <a:pt x="0" y="0"/>
                </a:lnTo>
                <a:lnTo>
                  <a:pt x="0" y="139132"/>
                </a:lnTo>
                <a:lnTo>
                  <a:pt x="122660" y="139132"/>
                </a:lnTo>
                <a:lnTo>
                  <a:pt x="12266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61">
            <a:extLst>
              <a:ext uri="{FF2B5EF4-FFF2-40B4-BE49-F238E27FC236}">
                <a16:creationId xmlns:a16="http://schemas.microsoft.com/office/drawing/2014/main" id="{77D2197C-8C14-7873-CF3F-08FCCAA1F62E}"/>
              </a:ext>
            </a:extLst>
          </p:cNvPr>
          <p:cNvSpPr/>
          <p:nvPr/>
        </p:nvSpPr>
        <p:spPr>
          <a:xfrm>
            <a:off x="8045922" y="4725491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7" y="0"/>
                </a:moveTo>
                <a:lnTo>
                  <a:pt x="0" y="40887"/>
                </a:lnTo>
                <a:lnTo>
                  <a:pt x="0" y="180019"/>
                </a:lnTo>
                <a:lnTo>
                  <a:pt x="40887" y="139133"/>
                </a:lnTo>
                <a:lnTo>
                  <a:pt x="40887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62">
            <a:extLst>
              <a:ext uri="{FF2B5EF4-FFF2-40B4-BE49-F238E27FC236}">
                <a16:creationId xmlns:a16="http://schemas.microsoft.com/office/drawing/2014/main" id="{55230EE4-D42C-5ADD-3075-74902A0A5FAB}"/>
              </a:ext>
            </a:extLst>
          </p:cNvPr>
          <p:cNvSpPr/>
          <p:nvPr/>
        </p:nvSpPr>
        <p:spPr>
          <a:xfrm>
            <a:off x="7923261" y="4725491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7" y="0"/>
                </a:lnTo>
                <a:lnTo>
                  <a:pt x="0" y="40887"/>
                </a:lnTo>
                <a:lnTo>
                  <a:pt x="122660" y="40887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3">
            <a:extLst>
              <a:ext uri="{FF2B5EF4-FFF2-40B4-BE49-F238E27FC236}">
                <a16:creationId xmlns:a16="http://schemas.microsoft.com/office/drawing/2014/main" id="{9D78E27D-1EDC-3C52-0004-6F2509EB42C3}"/>
              </a:ext>
            </a:extLst>
          </p:cNvPr>
          <p:cNvSpPr/>
          <p:nvPr/>
        </p:nvSpPr>
        <p:spPr>
          <a:xfrm>
            <a:off x="7923261" y="4725491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4">
            <a:extLst>
              <a:ext uri="{FF2B5EF4-FFF2-40B4-BE49-F238E27FC236}">
                <a16:creationId xmlns:a16="http://schemas.microsoft.com/office/drawing/2014/main" id="{E02A957F-0DFC-2710-CA8D-21F3F8CB097B}"/>
              </a:ext>
            </a:extLst>
          </p:cNvPr>
          <p:cNvSpPr/>
          <p:nvPr/>
        </p:nvSpPr>
        <p:spPr>
          <a:xfrm>
            <a:off x="7923261" y="4725491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5">
            <a:extLst>
              <a:ext uri="{FF2B5EF4-FFF2-40B4-BE49-F238E27FC236}">
                <a16:creationId xmlns:a16="http://schemas.microsoft.com/office/drawing/2014/main" id="{424C923E-D696-90E8-F5D0-183EE8A8704E}"/>
              </a:ext>
            </a:extLst>
          </p:cNvPr>
          <p:cNvSpPr/>
          <p:nvPr/>
        </p:nvSpPr>
        <p:spPr>
          <a:xfrm>
            <a:off x="8045923" y="4766378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6">
            <a:extLst>
              <a:ext uri="{FF2B5EF4-FFF2-40B4-BE49-F238E27FC236}">
                <a16:creationId xmlns:a16="http://schemas.microsoft.com/office/drawing/2014/main" id="{5A621B99-6F16-2BCB-9B35-308673182ACC}"/>
              </a:ext>
            </a:extLst>
          </p:cNvPr>
          <p:cNvSpPr/>
          <p:nvPr/>
        </p:nvSpPr>
        <p:spPr>
          <a:xfrm>
            <a:off x="8050398" y="4701970"/>
            <a:ext cx="256031" cy="27431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7">
            <a:extLst>
              <a:ext uri="{FF2B5EF4-FFF2-40B4-BE49-F238E27FC236}">
                <a16:creationId xmlns:a16="http://schemas.microsoft.com/office/drawing/2014/main" id="{552F0CAE-2A74-E704-4A23-FCD66DB7BEB1}"/>
              </a:ext>
            </a:extLst>
          </p:cNvPr>
          <p:cNvSpPr/>
          <p:nvPr/>
        </p:nvSpPr>
        <p:spPr>
          <a:xfrm>
            <a:off x="8095908" y="4766379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1" y="0"/>
                </a:moveTo>
                <a:lnTo>
                  <a:pt x="0" y="0"/>
                </a:lnTo>
                <a:lnTo>
                  <a:pt x="0" y="139132"/>
                </a:lnTo>
                <a:lnTo>
                  <a:pt x="122661" y="139132"/>
                </a:lnTo>
                <a:lnTo>
                  <a:pt x="122661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8">
            <a:extLst>
              <a:ext uri="{FF2B5EF4-FFF2-40B4-BE49-F238E27FC236}">
                <a16:creationId xmlns:a16="http://schemas.microsoft.com/office/drawing/2014/main" id="{D6350F18-F60B-3826-8FF1-6CCD6D4037CF}"/>
              </a:ext>
            </a:extLst>
          </p:cNvPr>
          <p:cNvSpPr/>
          <p:nvPr/>
        </p:nvSpPr>
        <p:spPr>
          <a:xfrm>
            <a:off x="8218570" y="4725491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6" y="0"/>
                </a:moveTo>
                <a:lnTo>
                  <a:pt x="0" y="40887"/>
                </a:lnTo>
                <a:lnTo>
                  <a:pt x="0" y="180019"/>
                </a:lnTo>
                <a:lnTo>
                  <a:pt x="40886" y="139133"/>
                </a:lnTo>
                <a:lnTo>
                  <a:pt x="40886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9">
            <a:extLst>
              <a:ext uri="{FF2B5EF4-FFF2-40B4-BE49-F238E27FC236}">
                <a16:creationId xmlns:a16="http://schemas.microsoft.com/office/drawing/2014/main" id="{A3D2198C-4450-FEED-3C8E-AE4BE54D0D53}"/>
              </a:ext>
            </a:extLst>
          </p:cNvPr>
          <p:cNvSpPr/>
          <p:nvPr/>
        </p:nvSpPr>
        <p:spPr>
          <a:xfrm>
            <a:off x="8095908" y="4725491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7" y="0"/>
                </a:lnTo>
                <a:lnTo>
                  <a:pt x="0" y="40887"/>
                </a:lnTo>
                <a:lnTo>
                  <a:pt x="122661" y="40887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70">
            <a:extLst>
              <a:ext uri="{FF2B5EF4-FFF2-40B4-BE49-F238E27FC236}">
                <a16:creationId xmlns:a16="http://schemas.microsoft.com/office/drawing/2014/main" id="{AD2D3E16-058B-1781-157A-062080B0FAD5}"/>
              </a:ext>
            </a:extLst>
          </p:cNvPr>
          <p:cNvSpPr/>
          <p:nvPr/>
        </p:nvSpPr>
        <p:spPr>
          <a:xfrm>
            <a:off x="8095908" y="4725491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71">
            <a:extLst>
              <a:ext uri="{FF2B5EF4-FFF2-40B4-BE49-F238E27FC236}">
                <a16:creationId xmlns:a16="http://schemas.microsoft.com/office/drawing/2014/main" id="{C78905BA-1369-D128-5AA9-A571A3908CC0}"/>
              </a:ext>
            </a:extLst>
          </p:cNvPr>
          <p:cNvSpPr/>
          <p:nvPr/>
        </p:nvSpPr>
        <p:spPr>
          <a:xfrm>
            <a:off x="8095908" y="4725491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72">
            <a:extLst>
              <a:ext uri="{FF2B5EF4-FFF2-40B4-BE49-F238E27FC236}">
                <a16:creationId xmlns:a16="http://schemas.microsoft.com/office/drawing/2014/main" id="{D5FD1835-B1AB-1B00-4CCA-5B970D283FA1}"/>
              </a:ext>
            </a:extLst>
          </p:cNvPr>
          <p:cNvSpPr/>
          <p:nvPr/>
        </p:nvSpPr>
        <p:spPr>
          <a:xfrm>
            <a:off x="8218569" y="4766378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3">
            <a:extLst>
              <a:ext uri="{FF2B5EF4-FFF2-40B4-BE49-F238E27FC236}">
                <a16:creationId xmlns:a16="http://schemas.microsoft.com/office/drawing/2014/main" id="{6E617B64-183F-CC1D-1BA9-9FC098E06FBD}"/>
              </a:ext>
            </a:extLst>
          </p:cNvPr>
          <p:cNvSpPr/>
          <p:nvPr/>
        </p:nvSpPr>
        <p:spPr>
          <a:xfrm>
            <a:off x="8221086" y="4701970"/>
            <a:ext cx="256031" cy="27431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4">
            <a:extLst>
              <a:ext uri="{FF2B5EF4-FFF2-40B4-BE49-F238E27FC236}">
                <a16:creationId xmlns:a16="http://schemas.microsoft.com/office/drawing/2014/main" id="{1EACFAAC-EC79-F568-1241-DCDA79000C82}"/>
              </a:ext>
            </a:extLst>
          </p:cNvPr>
          <p:cNvSpPr/>
          <p:nvPr/>
        </p:nvSpPr>
        <p:spPr>
          <a:xfrm>
            <a:off x="8268556" y="4766379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0" y="0"/>
                </a:moveTo>
                <a:lnTo>
                  <a:pt x="0" y="0"/>
                </a:lnTo>
                <a:lnTo>
                  <a:pt x="0" y="139132"/>
                </a:lnTo>
                <a:lnTo>
                  <a:pt x="122660" y="139132"/>
                </a:lnTo>
                <a:lnTo>
                  <a:pt x="12266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5">
            <a:extLst>
              <a:ext uri="{FF2B5EF4-FFF2-40B4-BE49-F238E27FC236}">
                <a16:creationId xmlns:a16="http://schemas.microsoft.com/office/drawing/2014/main" id="{DECD015C-159E-9113-0549-C0F562D6493B}"/>
              </a:ext>
            </a:extLst>
          </p:cNvPr>
          <p:cNvSpPr/>
          <p:nvPr/>
        </p:nvSpPr>
        <p:spPr>
          <a:xfrm>
            <a:off x="8391216" y="4725491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7" y="0"/>
                </a:moveTo>
                <a:lnTo>
                  <a:pt x="0" y="40887"/>
                </a:lnTo>
                <a:lnTo>
                  <a:pt x="0" y="180019"/>
                </a:lnTo>
                <a:lnTo>
                  <a:pt x="40887" y="139133"/>
                </a:lnTo>
                <a:lnTo>
                  <a:pt x="40887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6">
            <a:extLst>
              <a:ext uri="{FF2B5EF4-FFF2-40B4-BE49-F238E27FC236}">
                <a16:creationId xmlns:a16="http://schemas.microsoft.com/office/drawing/2014/main" id="{B70552B1-41FE-04B5-E245-32F83DDD5C75}"/>
              </a:ext>
            </a:extLst>
          </p:cNvPr>
          <p:cNvSpPr/>
          <p:nvPr/>
        </p:nvSpPr>
        <p:spPr>
          <a:xfrm>
            <a:off x="8268556" y="4725491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7" y="0"/>
                </a:lnTo>
                <a:lnTo>
                  <a:pt x="0" y="40887"/>
                </a:lnTo>
                <a:lnTo>
                  <a:pt x="122660" y="40887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7">
            <a:extLst>
              <a:ext uri="{FF2B5EF4-FFF2-40B4-BE49-F238E27FC236}">
                <a16:creationId xmlns:a16="http://schemas.microsoft.com/office/drawing/2014/main" id="{150A7F0D-822B-5515-5EF1-77FEF91C6562}"/>
              </a:ext>
            </a:extLst>
          </p:cNvPr>
          <p:cNvSpPr/>
          <p:nvPr/>
        </p:nvSpPr>
        <p:spPr>
          <a:xfrm>
            <a:off x="8268556" y="4725491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8">
            <a:extLst>
              <a:ext uri="{FF2B5EF4-FFF2-40B4-BE49-F238E27FC236}">
                <a16:creationId xmlns:a16="http://schemas.microsoft.com/office/drawing/2014/main" id="{CEF93E81-8185-F8AD-70D8-67B9EB5C6877}"/>
              </a:ext>
            </a:extLst>
          </p:cNvPr>
          <p:cNvSpPr/>
          <p:nvPr/>
        </p:nvSpPr>
        <p:spPr>
          <a:xfrm>
            <a:off x="8268556" y="4725491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9">
            <a:extLst>
              <a:ext uri="{FF2B5EF4-FFF2-40B4-BE49-F238E27FC236}">
                <a16:creationId xmlns:a16="http://schemas.microsoft.com/office/drawing/2014/main" id="{A05D627E-17F7-8825-46C5-C562D6D905A6}"/>
              </a:ext>
            </a:extLst>
          </p:cNvPr>
          <p:cNvSpPr/>
          <p:nvPr/>
        </p:nvSpPr>
        <p:spPr>
          <a:xfrm>
            <a:off x="8391216" y="4766378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80">
            <a:extLst>
              <a:ext uri="{FF2B5EF4-FFF2-40B4-BE49-F238E27FC236}">
                <a16:creationId xmlns:a16="http://schemas.microsoft.com/office/drawing/2014/main" id="{DECF4447-AA33-1177-988D-A371E4251F86}"/>
              </a:ext>
            </a:extLst>
          </p:cNvPr>
          <p:cNvSpPr/>
          <p:nvPr/>
        </p:nvSpPr>
        <p:spPr>
          <a:xfrm>
            <a:off x="8394822" y="4701970"/>
            <a:ext cx="256031" cy="27431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81">
            <a:extLst>
              <a:ext uri="{FF2B5EF4-FFF2-40B4-BE49-F238E27FC236}">
                <a16:creationId xmlns:a16="http://schemas.microsoft.com/office/drawing/2014/main" id="{38C140CE-A220-6F18-24BD-EA0B0AE5F5D0}"/>
              </a:ext>
            </a:extLst>
          </p:cNvPr>
          <p:cNvSpPr/>
          <p:nvPr/>
        </p:nvSpPr>
        <p:spPr>
          <a:xfrm>
            <a:off x="8441202" y="4766379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1" y="0"/>
                </a:moveTo>
                <a:lnTo>
                  <a:pt x="0" y="0"/>
                </a:lnTo>
                <a:lnTo>
                  <a:pt x="0" y="139132"/>
                </a:lnTo>
                <a:lnTo>
                  <a:pt x="122661" y="139132"/>
                </a:lnTo>
                <a:lnTo>
                  <a:pt x="122661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82">
            <a:extLst>
              <a:ext uri="{FF2B5EF4-FFF2-40B4-BE49-F238E27FC236}">
                <a16:creationId xmlns:a16="http://schemas.microsoft.com/office/drawing/2014/main" id="{7384AA66-30C7-61DC-7CEF-18490EEB2E69}"/>
              </a:ext>
            </a:extLst>
          </p:cNvPr>
          <p:cNvSpPr/>
          <p:nvPr/>
        </p:nvSpPr>
        <p:spPr>
          <a:xfrm>
            <a:off x="8563863" y="4725491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6" y="0"/>
                </a:moveTo>
                <a:lnTo>
                  <a:pt x="0" y="40887"/>
                </a:lnTo>
                <a:lnTo>
                  <a:pt x="0" y="180019"/>
                </a:lnTo>
                <a:lnTo>
                  <a:pt x="40886" y="139133"/>
                </a:lnTo>
                <a:lnTo>
                  <a:pt x="40886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3">
            <a:extLst>
              <a:ext uri="{FF2B5EF4-FFF2-40B4-BE49-F238E27FC236}">
                <a16:creationId xmlns:a16="http://schemas.microsoft.com/office/drawing/2014/main" id="{E1BB48C5-AF5E-ED68-E85B-D96066B1A882}"/>
              </a:ext>
            </a:extLst>
          </p:cNvPr>
          <p:cNvSpPr/>
          <p:nvPr/>
        </p:nvSpPr>
        <p:spPr>
          <a:xfrm>
            <a:off x="8441202" y="4725491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7" y="0"/>
                </a:lnTo>
                <a:lnTo>
                  <a:pt x="0" y="40887"/>
                </a:lnTo>
                <a:lnTo>
                  <a:pt x="122661" y="40887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4">
            <a:extLst>
              <a:ext uri="{FF2B5EF4-FFF2-40B4-BE49-F238E27FC236}">
                <a16:creationId xmlns:a16="http://schemas.microsoft.com/office/drawing/2014/main" id="{92B37DF2-47DD-3A4F-5BC8-7C8D72C1A5AB}"/>
              </a:ext>
            </a:extLst>
          </p:cNvPr>
          <p:cNvSpPr/>
          <p:nvPr/>
        </p:nvSpPr>
        <p:spPr>
          <a:xfrm>
            <a:off x="8441202" y="4725491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5">
            <a:extLst>
              <a:ext uri="{FF2B5EF4-FFF2-40B4-BE49-F238E27FC236}">
                <a16:creationId xmlns:a16="http://schemas.microsoft.com/office/drawing/2014/main" id="{A2F14F2F-857E-348F-9C4D-175BFFD2EAF9}"/>
              </a:ext>
            </a:extLst>
          </p:cNvPr>
          <p:cNvSpPr/>
          <p:nvPr/>
        </p:nvSpPr>
        <p:spPr>
          <a:xfrm>
            <a:off x="8441202" y="4725491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6">
            <a:extLst>
              <a:ext uri="{FF2B5EF4-FFF2-40B4-BE49-F238E27FC236}">
                <a16:creationId xmlns:a16="http://schemas.microsoft.com/office/drawing/2014/main" id="{8564E16D-0612-4BDE-8A87-854F13939FED}"/>
              </a:ext>
            </a:extLst>
          </p:cNvPr>
          <p:cNvSpPr/>
          <p:nvPr/>
        </p:nvSpPr>
        <p:spPr>
          <a:xfrm>
            <a:off x="8563863" y="4766378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7">
            <a:extLst>
              <a:ext uri="{FF2B5EF4-FFF2-40B4-BE49-F238E27FC236}">
                <a16:creationId xmlns:a16="http://schemas.microsoft.com/office/drawing/2014/main" id="{38D48BBB-19EA-A48D-0877-22A36A97A97E}"/>
              </a:ext>
            </a:extLst>
          </p:cNvPr>
          <p:cNvSpPr/>
          <p:nvPr/>
        </p:nvSpPr>
        <p:spPr>
          <a:xfrm>
            <a:off x="8568558" y="4701970"/>
            <a:ext cx="256031" cy="27431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8">
            <a:extLst>
              <a:ext uri="{FF2B5EF4-FFF2-40B4-BE49-F238E27FC236}">
                <a16:creationId xmlns:a16="http://schemas.microsoft.com/office/drawing/2014/main" id="{35114B61-11EF-CDBB-DDFD-377A3ECFF0D2}"/>
              </a:ext>
            </a:extLst>
          </p:cNvPr>
          <p:cNvSpPr/>
          <p:nvPr/>
        </p:nvSpPr>
        <p:spPr>
          <a:xfrm>
            <a:off x="8613849" y="4766379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0" y="0"/>
                </a:moveTo>
                <a:lnTo>
                  <a:pt x="0" y="0"/>
                </a:lnTo>
                <a:lnTo>
                  <a:pt x="0" y="139132"/>
                </a:lnTo>
                <a:lnTo>
                  <a:pt x="122660" y="139132"/>
                </a:lnTo>
                <a:lnTo>
                  <a:pt x="12266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9">
            <a:extLst>
              <a:ext uri="{FF2B5EF4-FFF2-40B4-BE49-F238E27FC236}">
                <a16:creationId xmlns:a16="http://schemas.microsoft.com/office/drawing/2014/main" id="{0823737F-D825-D219-2E85-1C927E92065B}"/>
              </a:ext>
            </a:extLst>
          </p:cNvPr>
          <p:cNvSpPr/>
          <p:nvPr/>
        </p:nvSpPr>
        <p:spPr>
          <a:xfrm>
            <a:off x="8736510" y="4725491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7" y="0"/>
                </a:moveTo>
                <a:lnTo>
                  <a:pt x="0" y="40887"/>
                </a:lnTo>
                <a:lnTo>
                  <a:pt x="0" y="180019"/>
                </a:lnTo>
                <a:lnTo>
                  <a:pt x="40887" y="139133"/>
                </a:lnTo>
                <a:lnTo>
                  <a:pt x="40887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90">
            <a:extLst>
              <a:ext uri="{FF2B5EF4-FFF2-40B4-BE49-F238E27FC236}">
                <a16:creationId xmlns:a16="http://schemas.microsoft.com/office/drawing/2014/main" id="{6858F5BB-6FDA-975E-BEC8-3192FC63B905}"/>
              </a:ext>
            </a:extLst>
          </p:cNvPr>
          <p:cNvSpPr/>
          <p:nvPr/>
        </p:nvSpPr>
        <p:spPr>
          <a:xfrm>
            <a:off x="8613849" y="4725491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6" y="0"/>
                </a:lnTo>
                <a:lnTo>
                  <a:pt x="0" y="40887"/>
                </a:lnTo>
                <a:lnTo>
                  <a:pt x="122660" y="40887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91">
            <a:extLst>
              <a:ext uri="{FF2B5EF4-FFF2-40B4-BE49-F238E27FC236}">
                <a16:creationId xmlns:a16="http://schemas.microsoft.com/office/drawing/2014/main" id="{7B409488-3F3C-C642-D58F-EB28CD2B51DD}"/>
              </a:ext>
            </a:extLst>
          </p:cNvPr>
          <p:cNvSpPr/>
          <p:nvPr/>
        </p:nvSpPr>
        <p:spPr>
          <a:xfrm>
            <a:off x="8613849" y="4725491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92">
            <a:extLst>
              <a:ext uri="{FF2B5EF4-FFF2-40B4-BE49-F238E27FC236}">
                <a16:creationId xmlns:a16="http://schemas.microsoft.com/office/drawing/2014/main" id="{AEA73A35-BF25-C783-175E-B1E064BF4768}"/>
              </a:ext>
            </a:extLst>
          </p:cNvPr>
          <p:cNvSpPr/>
          <p:nvPr/>
        </p:nvSpPr>
        <p:spPr>
          <a:xfrm>
            <a:off x="8613849" y="4725491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3">
            <a:extLst>
              <a:ext uri="{FF2B5EF4-FFF2-40B4-BE49-F238E27FC236}">
                <a16:creationId xmlns:a16="http://schemas.microsoft.com/office/drawing/2014/main" id="{024FA1E7-CC37-D2F1-6BC7-B4EF5F1FB49F}"/>
              </a:ext>
            </a:extLst>
          </p:cNvPr>
          <p:cNvSpPr/>
          <p:nvPr/>
        </p:nvSpPr>
        <p:spPr>
          <a:xfrm>
            <a:off x="8736511" y="4766378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4">
            <a:extLst>
              <a:ext uri="{FF2B5EF4-FFF2-40B4-BE49-F238E27FC236}">
                <a16:creationId xmlns:a16="http://schemas.microsoft.com/office/drawing/2014/main" id="{AF572BA8-4899-E03B-E5A1-2C15FB57B529}"/>
              </a:ext>
            </a:extLst>
          </p:cNvPr>
          <p:cNvSpPr/>
          <p:nvPr/>
        </p:nvSpPr>
        <p:spPr>
          <a:xfrm>
            <a:off x="8739246" y="4701970"/>
            <a:ext cx="256031" cy="27431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5">
            <a:extLst>
              <a:ext uri="{FF2B5EF4-FFF2-40B4-BE49-F238E27FC236}">
                <a16:creationId xmlns:a16="http://schemas.microsoft.com/office/drawing/2014/main" id="{9321970A-4597-AD00-3BCB-18716659F6CE}"/>
              </a:ext>
            </a:extLst>
          </p:cNvPr>
          <p:cNvSpPr/>
          <p:nvPr/>
        </p:nvSpPr>
        <p:spPr>
          <a:xfrm>
            <a:off x="8786496" y="4766379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1" y="0"/>
                </a:moveTo>
                <a:lnTo>
                  <a:pt x="0" y="0"/>
                </a:lnTo>
                <a:lnTo>
                  <a:pt x="0" y="139132"/>
                </a:lnTo>
                <a:lnTo>
                  <a:pt x="122661" y="139132"/>
                </a:lnTo>
                <a:lnTo>
                  <a:pt x="122661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6">
            <a:extLst>
              <a:ext uri="{FF2B5EF4-FFF2-40B4-BE49-F238E27FC236}">
                <a16:creationId xmlns:a16="http://schemas.microsoft.com/office/drawing/2014/main" id="{72FF4066-63CD-8DB3-ACA0-7E18BCB46803}"/>
              </a:ext>
            </a:extLst>
          </p:cNvPr>
          <p:cNvSpPr/>
          <p:nvPr/>
        </p:nvSpPr>
        <p:spPr>
          <a:xfrm>
            <a:off x="8909158" y="4725491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6" y="0"/>
                </a:moveTo>
                <a:lnTo>
                  <a:pt x="0" y="40887"/>
                </a:lnTo>
                <a:lnTo>
                  <a:pt x="0" y="180019"/>
                </a:lnTo>
                <a:lnTo>
                  <a:pt x="40886" y="139133"/>
                </a:lnTo>
                <a:lnTo>
                  <a:pt x="40886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7">
            <a:extLst>
              <a:ext uri="{FF2B5EF4-FFF2-40B4-BE49-F238E27FC236}">
                <a16:creationId xmlns:a16="http://schemas.microsoft.com/office/drawing/2014/main" id="{AC10CEC4-4093-F35A-6923-700BA8E6C42B}"/>
              </a:ext>
            </a:extLst>
          </p:cNvPr>
          <p:cNvSpPr/>
          <p:nvPr/>
        </p:nvSpPr>
        <p:spPr>
          <a:xfrm>
            <a:off x="8786496" y="4725491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7" y="0"/>
                </a:lnTo>
                <a:lnTo>
                  <a:pt x="0" y="40887"/>
                </a:lnTo>
                <a:lnTo>
                  <a:pt x="122661" y="40887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8">
            <a:extLst>
              <a:ext uri="{FF2B5EF4-FFF2-40B4-BE49-F238E27FC236}">
                <a16:creationId xmlns:a16="http://schemas.microsoft.com/office/drawing/2014/main" id="{CF93A297-23BB-193F-4956-4E4F42A4668A}"/>
              </a:ext>
            </a:extLst>
          </p:cNvPr>
          <p:cNvSpPr/>
          <p:nvPr/>
        </p:nvSpPr>
        <p:spPr>
          <a:xfrm>
            <a:off x="8786496" y="4725491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9">
            <a:extLst>
              <a:ext uri="{FF2B5EF4-FFF2-40B4-BE49-F238E27FC236}">
                <a16:creationId xmlns:a16="http://schemas.microsoft.com/office/drawing/2014/main" id="{CE9BECFD-A2D8-AB24-4140-16EF26426E4C}"/>
              </a:ext>
            </a:extLst>
          </p:cNvPr>
          <p:cNvSpPr/>
          <p:nvPr/>
        </p:nvSpPr>
        <p:spPr>
          <a:xfrm>
            <a:off x="8786496" y="4725491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100">
            <a:extLst>
              <a:ext uri="{FF2B5EF4-FFF2-40B4-BE49-F238E27FC236}">
                <a16:creationId xmlns:a16="http://schemas.microsoft.com/office/drawing/2014/main" id="{71F052D4-C8D4-C9F8-8C23-B050EEFE7CE2}"/>
              </a:ext>
            </a:extLst>
          </p:cNvPr>
          <p:cNvSpPr/>
          <p:nvPr/>
        </p:nvSpPr>
        <p:spPr>
          <a:xfrm>
            <a:off x="8909157" y="4766378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101">
            <a:extLst>
              <a:ext uri="{FF2B5EF4-FFF2-40B4-BE49-F238E27FC236}">
                <a16:creationId xmlns:a16="http://schemas.microsoft.com/office/drawing/2014/main" id="{2ABDA610-46E0-7FA7-EBCF-C33ACF34A3FD}"/>
              </a:ext>
            </a:extLst>
          </p:cNvPr>
          <p:cNvSpPr/>
          <p:nvPr/>
        </p:nvSpPr>
        <p:spPr>
          <a:xfrm>
            <a:off x="8912981" y="4701970"/>
            <a:ext cx="256031" cy="27431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102">
            <a:extLst>
              <a:ext uri="{FF2B5EF4-FFF2-40B4-BE49-F238E27FC236}">
                <a16:creationId xmlns:a16="http://schemas.microsoft.com/office/drawing/2014/main" id="{B70F0A5D-9629-A712-DA4B-513D5CAAC316}"/>
              </a:ext>
            </a:extLst>
          </p:cNvPr>
          <p:cNvSpPr/>
          <p:nvPr/>
        </p:nvSpPr>
        <p:spPr>
          <a:xfrm>
            <a:off x="8959144" y="4766379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0" y="0"/>
                </a:moveTo>
                <a:lnTo>
                  <a:pt x="0" y="0"/>
                </a:lnTo>
                <a:lnTo>
                  <a:pt x="0" y="139132"/>
                </a:lnTo>
                <a:lnTo>
                  <a:pt x="122660" y="139132"/>
                </a:lnTo>
                <a:lnTo>
                  <a:pt x="12266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3">
            <a:extLst>
              <a:ext uri="{FF2B5EF4-FFF2-40B4-BE49-F238E27FC236}">
                <a16:creationId xmlns:a16="http://schemas.microsoft.com/office/drawing/2014/main" id="{F1733637-8AA8-4237-F61A-9425BC0D90A6}"/>
              </a:ext>
            </a:extLst>
          </p:cNvPr>
          <p:cNvSpPr/>
          <p:nvPr/>
        </p:nvSpPr>
        <p:spPr>
          <a:xfrm>
            <a:off x="9081804" y="4725491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7" y="0"/>
                </a:moveTo>
                <a:lnTo>
                  <a:pt x="0" y="40887"/>
                </a:lnTo>
                <a:lnTo>
                  <a:pt x="0" y="180019"/>
                </a:lnTo>
                <a:lnTo>
                  <a:pt x="40887" y="139133"/>
                </a:lnTo>
                <a:lnTo>
                  <a:pt x="40887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4">
            <a:extLst>
              <a:ext uri="{FF2B5EF4-FFF2-40B4-BE49-F238E27FC236}">
                <a16:creationId xmlns:a16="http://schemas.microsoft.com/office/drawing/2014/main" id="{B67F9A62-2EBE-F9C7-472B-30527F50B95C}"/>
              </a:ext>
            </a:extLst>
          </p:cNvPr>
          <p:cNvSpPr/>
          <p:nvPr/>
        </p:nvSpPr>
        <p:spPr>
          <a:xfrm>
            <a:off x="8959144" y="4725491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6" y="0"/>
                </a:lnTo>
                <a:lnTo>
                  <a:pt x="0" y="40887"/>
                </a:lnTo>
                <a:lnTo>
                  <a:pt x="122660" y="40887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5">
            <a:extLst>
              <a:ext uri="{FF2B5EF4-FFF2-40B4-BE49-F238E27FC236}">
                <a16:creationId xmlns:a16="http://schemas.microsoft.com/office/drawing/2014/main" id="{2546762B-755C-3320-4170-E882F96A5102}"/>
              </a:ext>
            </a:extLst>
          </p:cNvPr>
          <p:cNvSpPr/>
          <p:nvPr/>
        </p:nvSpPr>
        <p:spPr>
          <a:xfrm>
            <a:off x="8959144" y="4725491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6">
            <a:extLst>
              <a:ext uri="{FF2B5EF4-FFF2-40B4-BE49-F238E27FC236}">
                <a16:creationId xmlns:a16="http://schemas.microsoft.com/office/drawing/2014/main" id="{D65EB53F-84C6-5CD5-0C00-BED67860E1D9}"/>
              </a:ext>
            </a:extLst>
          </p:cNvPr>
          <p:cNvSpPr/>
          <p:nvPr/>
        </p:nvSpPr>
        <p:spPr>
          <a:xfrm>
            <a:off x="8959144" y="4725491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7">
            <a:extLst>
              <a:ext uri="{FF2B5EF4-FFF2-40B4-BE49-F238E27FC236}">
                <a16:creationId xmlns:a16="http://schemas.microsoft.com/office/drawing/2014/main" id="{90CA5108-E66D-66DA-36B2-4191C056E6CC}"/>
              </a:ext>
            </a:extLst>
          </p:cNvPr>
          <p:cNvSpPr/>
          <p:nvPr/>
        </p:nvSpPr>
        <p:spPr>
          <a:xfrm>
            <a:off x="9081804" y="4766378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8">
            <a:extLst>
              <a:ext uri="{FF2B5EF4-FFF2-40B4-BE49-F238E27FC236}">
                <a16:creationId xmlns:a16="http://schemas.microsoft.com/office/drawing/2014/main" id="{F45A60AD-C4CF-F94B-EF43-4F56E40BECAF}"/>
              </a:ext>
            </a:extLst>
          </p:cNvPr>
          <p:cNvSpPr/>
          <p:nvPr/>
        </p:nvSpPr>
        <p:spPr>
          <a:xfrm>
            <a:off x="9086717" y="4701970"/>
            <a:ext cx="256031" cy="27431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9">
            <a:extLst>
              <a:ext uri="{FF2B5EF4-FFF2-40B4-BE49-F238E27FC236}">
                <a16:creationId xmlns:a16="http://schemas.microsoft.com/office/drawing/2014/main" id="{2B46E09C-034E-FB75-76D8-B928796E0233}"/>
              </a:ext>
            </a:extLst>
          </p:cNvPr>
          <p:cNvSpPr/>
          <p:nvPr/>
        </p:nvSpPr>
        <p:spPr>
          <a:xfrm>
            <a:off x="9131791" y="4766379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0" y="0"/>
                </a:moveTo>
                <a:lnTo>
                  <a:pt x="0" y="0"/>
                </a:lnTo>
                <a:lnTo>
                  <a:pt x="0" y="139132"/>
                </a:lnTo>
                <a:lnTo>
                  <a:pt x="122660" y="139132"/>
                </a:lnTo>
                <a:lnTo>
                  <a:pt x="12266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10">
            <a:extLst>
              <a:ext uri="{FF2B5EF4-FFF2-40B4-BE49-F238E27FC236}">
                <a16:creationId xmlns:a16="http://schemas.microsoft.com/office/drawing/2014/main" id="{9ADC03C5-9395-6E7A-ED33-CBF2FC5798AF}"/>
              </a:ext>
            </a:extLst>
          </p:cNvPr>
          <p:cNvSpPr/>
          <p:nvPr/>
        </p:nvSpPr>
        <p:spPr>
          <a:xfrm>
            <a:off x="9254451" y="4725491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7" y="0"/>
                </a:moveTo>
                <a:lnTo>
                  <a:pt x="0" y="40887"/>
                </a:lnTo>
                <a:lnTo>
                  <a:pt x="0" y="180019"/>
                </a:lnTo>
                <a:lnTo>
                  <a:pt x="40887" y="139133"/>
                </a:lnTo>
                <a:lnTo>
                  <a:pt x="40887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11">
            <a:extLst>
              <a:ext uri="{FF2B5EF4-FFF2-40B4-BE49-F238E27FC236}">
                <a16:creationId xmlns:a16="http://schemas.microsoft.com/office/drawing/2014/main" id="{D63E4B94-B49E-40E4-A13B-5F79DB074E58}"/>
              </a:ext>
            </a:extLst>
          </p:cNvPr>
          <p:cNvSpPr/>
          <p:nvPr/>
        </p:nvSpPr>
        <p:spPr>
          <a:xfrm>
            <a:off x="9131791" y="4725491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6" y="0"/>
                </a:lnTo>
                <a:lnTo>
                  <a:pt x="0" y="40887"/>
                </a:lnTo>
                <a:lnTo>
                  <a:pt x="122660" y="40887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12">
            <a:extLst>
              <a:ext uri="{FF2B5EF4-FFF2-40B4-BE49-F238E27FC236}">
                <a16:creationId xmlns:a16="http://schemas.microsoft.com/office/drawing/2014/main" id="{FCD442AB-62ED-2C47-807D-8FA95BE255AF}"/>
              </a:ext>
            </a:extLst>
          </p:cNvPr>
          <p:cNvSpPr/>
          <p:nvPr/>
        </p:nvSpPr>
        <p:spPr>
          <a:xfrm>
            <a:off x="9131791" y="4725491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3">
            <a:extLst>
              <a:ext uri="{FF2B5EF4-FFF2-40B4-BE49-F238E27FC236}">
                <a16:creationId xmlns:a16="http://schemas.microsoft.com/office/drawing/2014/main" id="{6790C7ED-2E0E-887C-5033-7876FD7953DA}"/>
              </a:ext>
            </a:extLst>
          </p:cNvPr>
          <p:cNvSpPr/>
          <p:nvPr/>
        </p:nvSpPr>
        <p:spPr>
          <a:xfrm>
            <a:off x="9131791" y="4725491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4">
            <a:extLst>
              <a:ext uri="{FF2B5EF4-FFF2-40B4-BE49-F238E27FC236}">
                <a16:creationId xmlns:a16="http://schemas.microsoft.com/office/drawing/2014/main" id="{F51D7371-311E-FCC9-B79D-622A214E8B37}"/>
              </a:ext>
            </a:extLst>
          </p:cNvPr>
          <p:cNvSpPr/>
          <p:nvPr/>
        </p:nvSpPr>
        <p:spPr>
          <a:xfrm>
            <a:off x="9254452" y="4766378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5">
            <a:extLst>
              <a:ext uri="{FF2B5EF4-FFF2-40B4-BE49-F238E27FC236}">
                <a16:creationId xmlns:a16="http://schemas.microsoft.com/office/drawing/2014/main" id="{09FC7A4C-0AC8-C131-5742-D1D495ED8FDB}"/>
              </a:ext>
            </a:extLst>
          </p:cNvPr>
          <p:cNvSpPr/>
          <p:nvPr/>
        </p:nvSpPr>
        <p:spPr>
          <a:xfrm>
            <a:off x="9257405" y="4701970"/>
            <a:ext cx="256031" cy="274319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6">
            <a:extLst>
              <a:ext uri="{FF2B5EF4-FFF2-40B4-BE49-F238E27FC236}">
                <a16:creationId xmlns:a16="http://schemas.microsoft.com/office/drawing/2014/main" id="{FC892CEC-61BE-9361-C138-C24A1992311F}"/>
              </a:ext>
            </a:extLst>
          </p:cNvPr>
          <p:cNvSpPr/>
          <p:nvPr/>
        </p:nvSpPr>
        <p:spPr>
          <a:xfrm>
            <a:off x="9304437" y="4766379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0" y="0"/>
                </a:moveTo>
                <a:lnTo>
                  <a:pt x="0" y="0"/>
                </a:lnTo>
                <a:lnTo>
                  <a:pt x="0" y="139132"/>
                </a:lnTo>
                <a:lnTo>
                  <a:pt x="122660" y="139132"/>
                </a:lnTo>
                <a:lnTo>
                  <a:pt x="12266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7">
            <a:extLst>
              <a:ext uri="{FF2B5EF4-FFF2-40B4-BE49-F238E27FC236}">
                <a16:creationId xmlns:a16="http://schemas.microsoft.com/office/drawing/2014/main" id="{C59FFE27-31C9-3D95-B610-F4F1515DB994}"/>
              </a:ext>
            </a:extLst>
          </p:cNvPr>
          <p:cNvSpPr/>
          <p:nvPr/>
        </p:nvSpPr>
        <p:spPr>
          <a:xfrm>
            <a:off x="9427098" y="4725491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7" y="0"/>
                </a:moveTo>
                <a:lnTo>
                  <a:pt x="0" y="40887"/>
                </a:lnTo>
                <a:lnTo>
                  <a:pt x="0" y="180019"/>
                </a:lnTo>
                <a:lnTo>
                  <a:pt x="40887" y="139133"/>
                </a:lnTo>
                <a:lnTo>
                  <a:pt x="40887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8">
            <a:extLst>
              <a:ext uri="{FF2B5EF4-FFF2-40B4-BE49-F238E27FC236}">
                <a16:creationId xmlns:a16="http://schemas.microsoft.com/office/drawing/2014/main" id="{A90EC228-72EE-1D9A-7AC7-5022980080F2}"/>
              </a:ext>
            </a:extLst>
          </p:cNvPr>
          <p:cNvSpPr/>
          <p:nvPr/>
        </p:nvSpPr>
        <p:spPr>
          <a:xfrm>
            <a:off x="9304437" y="4725491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6" y="0"/>
                </a:lnTo>
                <a:lnTo>
                  <a:pt x="0" y="40887"/>
                </a:lnTo>
                <a:lnTo>
                  <a:pt x="122660" y="40887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9">
            <a:extLst>
              <a:ext uri="{FF2B5EF4-FFF2-40B4-BE49-F238E27FC236}">
                <a16:creationId xmlns:a16="http://schemas.microsoft.com/office/drawing/2014/main" id="{633D67F1-5C73-600C-C405-9FDF4E551482}"/>
              </a:ext>
            </a:extLst>
          </p:cNvPr>
          <p:cNvSpPr/>
          <p:nvPr/>
        </p:nvSpPr>
        <p:spPr>
          <a:xfrm>
            <a:off x="9304437" y="4725491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20">
            <a:extLst>
              <a:ext uri="{FF2B5EF4-FFF2-40B4-BE49-F238E27FC236}">
                <a16:creationId xmlns:a16="http://schemas.microsoft.com/office/drawing/2014/main" id="{DB4AC03D-00E6-F3C2-3416-414859DE5AEB}"/>
              </a:ext>
            </a:extLst>
          </p:cNvPr>
          <p:cNvSpPr/>
          <p:nvPr/>
        </p:nvSpPr>
        <p:spPr>
          <a:xfrm>
            <a:off x="9304437" y="4725491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21">
            <a:extLst>
              <a:ext uri="{FF2B5EF4-FFF2-40B4-BE49-F238E27FC236}">
                <a16:creationId xmlns:a16="http://schemas.microsoft.com/office/drawing/2014/main" id="{3769A878-8498-4EB8-BDBA-40C1473D2832}"/>
              </a:ext>
            </a:extLst>
          </p:cNvPr>
          <p:cNvSpPr/>
          <p:nvPr/>
        </p:nvSpPr>
        <p:spPr>
          <a:xfrm>
            <a:off x="9427098" y="4766378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22">
            <a:extLst>
              <a:ext uri="{FF2B5EF4-FFF2-40B4-BE49-F238E27FC236}">
                <a16:creationId xmlns:a16="http://schemas.microsoft.com/office/drawing/2014/main" id="{DA48DB67-2BA8-467E-6C67-0BA98E52865E}"/>
              </a:ext>
            </a:extLst>
          </p:cNvPr>
          <p:cNvSpPr/>
          <p:nvPr/>
        </p:nvSpPr>
        <p:spPr>
          <a:xfrm>
            <a:off x="9431141" y="4701970"/>
            <a:ext cx="256031" cy="274319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3">
            <a:extLst>
              <a:ext uri="{FF2B5EF4-FFF2-40B4-BE49-F238E27FC236}">
                <a16:creationId xmlns:a16="http://schemas.microsoft.com/office/drawing/2014/main" id="{89CAF14C-DF76-236D-60ED-E131DD406847}"/>
              </a:ext>
            </a:extLst>
          </p:cNvPr>
          <p:cNvSpPr/>
          <p:nvPr/>
        </p:nvSpPr>
        <p:spPr>
          <a:xfrm>
            <a:off x="9477085" y="4766379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0" y="0"/>
                </a:moveTo>
                <a:lnTo>
                  <a:pt x="0" y="0"/>
                </a:lnTo>
                <a:lnTo>
                  <a:pt x="0" y="139132"/>
                </a:lnTo>
                <a:lnTo>
                  <a:pt x="122660" y="139132"/>
                </a:lnTo>
                <a:lnTo>
                  <a:pt x="12266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4">
            <a:extLst>
              <a:ext uri="{FF2B5EF4-FFF2-40B4-BE49-F238E27FC236}">
                <a16:creationId xmlns:a16="http://schemas.microsoft.com/office/drawing/2014/main" id="{6F048A4E-6B2D-413A-9D62-814D46E14190}"/>
              </a:ext>
            </a:extLst>
          </p:cNvPr>
          <p:cNvSpPr/>
          <p:nvPr/>
        </p:nvSpPr>
        <p:spPr>
          <a:xfrm>
            <a:off x="9599746" y="4725491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7" y="0"/>
                </a:moveTo>
                <a:lnTo>
                  <a:pt x="0" y="40887"/>
                </a:lnTo>
                <a:lnTo>
                  <a:pt x="0" y="180019"/>
                </a:lnTo>
                <a:lnTo>
                  <a:pt x="40887" y="139133"/>
                </a:lnTo>
                <a:lnTo>
                  <a:pt x="40887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5">
            <a:extLst>
              <a:ext uri="{FF2B5EF4-FFF2-40B4-BE49-F238E27FC236}">
                <a16:creationId xmlns:a16="http://schemas.microsoft.com/office/drawing/2014/main" id="{D7CEC92E-3A09-6183-F2A2-7B6E94133812}"/>
              </a:ext>
            </a:extLst>
          </p:cNvPr>
          <p:cNvSpPr/>
          <p:nvPr/>
        </p:nvSpPr>
        <p:spPr>
          <a:xfrm>
            <a:off x="9477085" y="4725491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6" y="0"/>
                </a:lnTo>
                <a:lnTo>
                  <a:pt x="0" y="40887"/>
                </a:lnTo>
                <a:lnTo>
                  <a:pt x="122660" y="40887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6">
            <a:extLst>
              <a:ext uri="{FF2B5EF4-FFF2-40B4-BE49-F238E27FC236}">
                <a16:creationId xmlns:a16="http://schemas.microsoft.com/office/drawing/2014/main" id="{C72296E0-204B-ABBB-013D-0875C022C603}"/>
              </a:ext>
            </a:extLst>
          </p:cNvPr>
          <p:cNvSpPr/>
          <p:nvPr/>
        </p:nvSpPr>
        <p:spPr>
          <a:xfrm>
            <a:off x="9477085" y="4725491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7">
            <a:extLst>
              <a:ext uri="{FF2B5EF4-FFF2-40B4-BE49-F238E27FC236}">
                <a16:creationId xmlns:a16="http://schemas.microsoft.com/office/drawing/2014/main" id="{1B70D00E-7885-BCE0-3C4D-0277A355A2CE}"/>
              </a:ext>
            </a:extLst>
          </p:cNvPr>
          <p:cNvSpPr/>
          <p:nvPr/>
        </p:nvSpPr>
        <p:spPr>
          <a:xfrm>
            <a:off x="9477085" y="4725491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8">
            <a:extLst>
              <a:ext uri="{FF2B5EF4-FFF2-40B4-BE49-F238E27FC236}">
                <a16:creationId xmlns:a16="http://schemas.microsoft.com/office/drawing/2014/main" id="{E6E943FA-6326-082A-9B3F-FF57C5648D47}"/>
              </a:ext>
            </a:extLst>
          </p:cNvPr>
          <p:cNvSpPr/>
          <p:nvPr/>
        </p:nvSpPr>
        <p:spPr>
          <a:xfrm>
            <a:off x="9599746" y="4766378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9">
            <a:extLst>
              <a:ext uri="{FF2B5EF4-FFF2-40B4-BE49-F238E27FC236}">
                <a16:creationId xmlns:a16="http://schemas.microsoft.com/office/drawing/2014/main" id="{8F1F1ACD-8417-0EF2-2EC3-649711199437}"/>
              </a:ext>
            </a:extLst>
          </p:cNvPr>
          <p:cNvSpPr/>
          <p:nvPr/>
        </p:nvSpPr>
        <p:spPr>
          <a:xfrm>
            <a:off x="9604877" y="4701970"/>
            <a:ext cx="256031" cy="274319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30">
            <a:extLst>
              <a:ext uri="{FF2B5EF4-FFF2-40B4-BE49-F238E27FC236}">
                <a16:creationId xmlns:a16="http://schemas.microsoft.com/office/drawing/2014/main" id="{E585FB84-9112-20EC-1EFD-D84E3D535F0C}"/>
              </a:ext>
            </a:extLst>
          </p:cNvPr>
          <p:cNvSpPr/>
          <p:nvPr/>
        </p:nvSpPr>
        <p:spPr>
          <a:xfrm>
            <a:off x="9649731" y="4766379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0" y="0"/>
                </a:moveTo>
                <a:lnTo>
                  <a:pt x="0" y="0"/>
                </a:lnTo>
                <a:lnTo>
                  <a:pt x="0" y="139132"/>
                </a:lnTo>
                <a:lnTo>
                  <a:pt x="122660" y="139132"/>
                </a:lnTo>
                <a:lnTo>
                  <a:pt x="12266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31">
            <a:extLst>
              <a:ext uri="{FF2B5EF4-FFF2-40B4-BE49-F238E27FC236}">
                <a16:creationId xmlns:a16="http://schemas.microsoft.com/office/drawing/2014/main" id="{DF5EBD4E-396D-DC76-7CB5-DB2D90CC65D6}"/>
              </a:ext>
            </a:extLst>
          </p:cNvPr>
          <p:cNvSpPr/>
          <p:nvPr/>
        </p:nvSpPr>
        <p:spPr>
          <a:xfrm>
            <a:off x="9772392" y="4725491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7" y="0"/>
                </a:moveTo>
                <a:lnTo>
                  <a:pt x="0" y="40887"/>
                </a:lnTo>
                <a:lnTo>
                  <a:pt x="0" y="180019"/>
                </a:lnTo>
                <a:lnTo>
                  <a:pt x="40887" y="139133"/>
                </a:lnTo>
                <a:lnTo>
                  <a:pt x="40887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32">
            <a:extLst>
              <a:ext uri="{FF2B5EF4-FFF2-40B4-BE49-F238E27FC236}">
                <a16:creationId xmlns:a16="http://schemas.microsoft.com/office/drawing/2014/main" id="{9DE2937D-A242-9A6C-5E12-E400BCA36A1D}"/>
              </a:ext>
            </a:extLst>
          </p:cNvPr>
          <p:cNvSpPr/>
          <p:nvPr/>
        </p:nvSpPr>
        <p:spPr>
          <a:xfrm>
            <a:off x="9649731" y="4725491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6" y="0"/>
                </a:lnTo>
                <a:lnTo>
                  <a:pt x="0" y="40887"/>
                </a:lnTo>
                <a:lnTo>
                  <a:pt x="122660" y="40887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3">
            <a:extLst>
              <a:ext uri="{FF2B5EF4-FFF2-40B4-BE49-F238E27FC236}">
                <a16:creationId xmlns:a16="http://schemas.microsoft.com/office/drawing/2014/main" id="{E6ECE15E-BE04-E0B7-CC6D-17F40A6A0FC7}"/>
              </a:ext>
            </a:extLst>
          </p:cNvPr>
          <p:cNvSpPr/>
          <p:nvPr/>
        </p:nvSpPr>
        <p:spPr>
          <a:xfrm>
            <a:off x="9649731" y="4725491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4">
            <a:extLst>
              <a:ext uri="{FF2B5EF4-FFF2-40B4-BE49-F238E27FC236}">
                <a16:creationId xmlns:a16="http://schemas.microsoft.com/office/drawing/2014/main" id="{36B2660F-B76D-B852-1ED7-C660A464171A}"/>
              </a:ext>
            </a:extLst>
          </p:cNvPr>
          <p:cNvSpPr/>
          <p:nvPr/>
        </p:nvSpPr>
        <p:spPr>
          <a:xfrm>
            <a:off x="9649731" y="4725491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5">
            <a:extLst>
              <a:ext uri="{FF2B5EF4-FFF2-40B4-BE49-F238E27FC236}">
                <a16:creationId xmlns:a16="http://schemas.microsoft.com/office/drawing/2014/main" id="{8FB308E2-B5FC-56C9-6965-99B3446C0EE2}"/>
              </a:ext>
            </a:extLst>
          </p:cNvPr>
          <p:cNvSpPr/>
          <p:nvPr/>
        </p:nvSpPr>
        <p:spPr>
          <a:xfrm>
            <a:off x="9772393" y="4766378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6">
            <a:extLst>
              <a:ext uri="{FF2B5EF4-FFF2-40B4-BE49-F238E27FC236}">
                <a16:creationId xmlns:a16="http://schemas.microsoft.com/office/drawing/2014/main" id="{885A36A5-BF07-C01F-A26D-4BA3D3AFC944}"/>
              </a:ext>
            </a:extLst>
          </p:cNvPr>
          <p:cNvSpPr/>
          <p:nvPr/>
        </p:nvSpPr>
        <p:spPr>
          <a:xfrm>
            <a:off x="9775565" y="4701970"/>
            <a:ext cx="256031" cy="274319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7">
            <a:extLst>
              <a:ext uri="{FF2B5EF4-FFF2-40B4-BE49-F238E27FC236}">
                <a16:creationId xmlns:a16="http://schemas.microsoft.com/office/drawing/2014/main" id="{0A7B9A52-9D80-42DC-E3F4-07BE38263CF6}"/>
              </a:ext>
            </a:extLst>
          </p:cNvPr>
          <p:cNvSpPr/>
          <p:nvPr/>
        </p:nvSpPr>
        <p:spPr>
          <a:xfrm>
            <a:off x="9822379" y="4725491"/>
            <a:ext cx="163548" cy="180019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8">
            <a:extLst>
              <a:ext uri="{FF2B5EF4-FFF2-40B4-BE49-F238E27FC236}">
                <a16:creationId xmlns:a16="http://schemas.microsoft.com/office/drawing/2014/main" id="{70FFA103-2A84-8865-D15D-365BAFEDA0F3}"/>
              </a:ext>
            </a:extLst>
          </p:cNvPr>
          <p:cNvSpPr/>
          <p:nvPr/>
        </p:nvSpPr>
        <p:spPr>
          <a:xfrm>
            <a:off x="9822379" y="4725491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9">
            <a:extLst>
              <a:ext uri="{FF2B5EF4-FFF2-40B4-BE49-F238E27FC236}">
                <a16:creationId xmlns:a16="http://schemas.microsoft.com/office/drawing/2014/main" id="{C48A216E-C77D-1703-8E13-8EEB250F6189}"/>
              </a:ext>
            </a:extLst>
          </p:cNvPr>
          <p:cNvSpPr/>
          <p:nvPr/>
        </p:nvSpPr>
        <p:spPr>
          <a:xfrm>
            <a:off x="9822379" y="4725491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40">
            <a:extLst>
              <a:ext uri="{FF2B5EF4-FFF2-40B4-BE49-F238E27FC236}">
                <a16:creationId xmlns:a16="http://schemas.microsoft.com/office/drawing/2014/main" id="{9765DF8C-51B0-9FAC-9589-5CD72CF8B59C}"/>
              </a:ext>
            </a:extLst>
          </p:cNvPr>
          <p:cNvSpPr/>
          <p:nvPr/>
        </p:nvSpPr>
        <p:spPr>
          <a:xfrm>
            <a:off x="9945040" y="4766378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41">
            <a:extLst>
              <a:ext uri="{FF2B5EF4-FFF2-40B4-BE49-F238E27FC236}">
                <a16:creationId xmlns:a16="http://schemas.microsoft.com/office/drawing/2014/main" id="{BB984088-A753-1381-C87E-EAAE9FE957D7}"/>
              </a:ext>
            </a:extLst>
          </p:cNvPr>
          <p:cNvSpPr/>
          <p:nvPr/>
        </p:nvSpPr>
        <p:spPr>
          <a:xfrm>
            <a:off x="9949301" y="4701970"/>
            <a:ext cx="256031" cy="274319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42">
            <a:extLst>
              <a:ext uri="{FF2B5EF4-FFF2-40B4-BE49-F238E27FC236}">
                <a16:creationId xmlns:a16="http://schemas.microsoft.com/office/drawing/2014/main" id="{EB69B2D5-8E9F-56ED-6A29-7172275D3EC5}"/>
              </a:ext>
            </a:extLst>
          </p:cNvPr>
          <p:cNvSpPr/>
          <p:nvPr/>
        </p:nvSpPr>
        <p:spPr>
          <a:xfrm>
            <a:off x="9995025" y="4725491"/>
            <a:ext cx="163548" cy="180019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3">
            <a:extLst>
              <a:ext uri="{FF2B5EF4-FFF2-40B4-BE49-F238E27FC236}">
                <a16:creationId xmlns:a16="http://schemas.microsoft.com/office/drawing/2014/main" id="{E2B1D7E4-32F8-BE48-7566-33D2E97BC068}"/>
              </a:ext>
            </a:extLst>
          </p:cNvPr>
          <p:cNvSpPr/>
          <p:nvPr/>
        </p:nvSpPr>
        <p:spPr>
          <a:xfrm>
            <a:off x="9995025" y="4725491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solidFill>
            <a:schemeClr val="accent2"/>
          </a:solidFill>
          <a:ln w="9525">
            <a:solidFill>
              <a:schemeClr val="bg1">
                <a:lumMod val="65000"/>
              </a:schemeClr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4">
            <a:extLst>
              <a:ext uri="{FF2B5EF4-FFF2-40B4-BE49-F238E27FC236}">
                <a16:creationId xmlns:a16="http://schemas.microsoft.com/office/drawing/2014/main" id="{1FB34D32-32C7-B94E-2988-877761354868}"/>
              </a:ext>
            </a:extLst>
          </p:cNvPr>
          <p:cNvSpPr/>
          <p:nvPr/>
        </p:nvSpPr>
        <p:spPr>
          <a:xfrm>
            <a:off x="9995025" y="4725491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bg1">
                <a:lumMod val="65000"/>
              </a:schemeClr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5">
            <a:extLst>
              <a:ext uri="{FF2B5EF4-FFF2-40B4-BE49-F238E27FC236}">
                <a16:creationId xmlns:a16="http://schemas.microsoft.com/office/drawing/2014/main" id="{134431A9-435C-18BE-2131-87855B1D624F}"/>
              </a:ext>
            </a:extLst>
          </p:cNvPr>
          <p:cNvSpPr/>
          <p:nvPr/>
        </p:nvSpPr>
        <p:spPr>
          <a:xfrm>
            <a:off x="10117686" y="4766378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chemeClr val="bg1">
                <a:lumMod val="65000"/>
              </a:schemeClr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6">
            <a:extLst>
              <a:ext uri="{FF2B5EF4-FFF2-40B4-BE49-F238E27FC236}">
                <a16:creationId xmlns:a16="http://schemas.microsoft.com/office/drawing/2014/main" id="{D1968E68-01B1-AF50-F675-2C8BF6FB5C09}"/>
              </a:ext>
            </a:extLst>
          </p:cNvPr>
          <p:cNvSpPr/>
          <p:nvPr/>
        </p:nvSpPr>
        <p:spPr>
          <a:xfrm>
            <a:off x="10119989" y="4701970"/>
            <a:ext cx="256031" cy="274319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7">
            <a:extLst>
              <a:ext uri="{FF2B5EF4-FFF2-40B4-BE49-F238E27FC236}">
                <a16:creationId xmlns:a16="http://schemas.microsoft.com/office/drawing/2014/main" id="{4D82C032-91AD-8D4B-2D4E-F31C4773A8BC}"/>
              </a:ext>
            </a:extLst>
          </p:cNvPr>
          <p:cNvSpPr/>
          <p:nvPr/>
        </p:nvSpPr>
        <p:spPr>
          <a:xfrm>
            <a:off x="10167673" y="4766379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0" y="0"/>
                </a:moveTo>
                <a:lnTo>
                  <a:pt x="0" y="0"/>
                </a:lnTo>
                <a:lnTo>
                  <a:pt x="0" y="139132"/>
                </a:lnTo>
                <a:lnTo>
                  <a:pt x="122660" y="139132"/>
                </a:lnTo>
                <a:lnTo>
                  <a:pt x="12266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8">
            <a:extLst>
              <a:ext uri="{FF2B5EF4-FFF2-40B4-BE49-F238E27FC236}">
                <a16:creationId xmlns:a16="http://schemas.microsoft.com/office/drawing/2014/main" id="{B42F911E-B2E5-BA7C-1F7F-3B493FDADBDD}"/>
              </a:ext>
            </a:extLst>
          </p:cNvPr>
          <p:cNvSpPr/>
          <p:nvPr/>
        </p:nvSpPr>
        <p:spPr>
          <a:xfrm>
            <a:off x="10290333" y="4725491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6" y="0"/>
                </a:moveTo>
                <a:lnTo>
                  <a:pt x="0" y="40887"/>
                </a:lnTo>
                <a:lnTo>
                  <a:pt x="0" y="180019"/>
                </a:lnTo>
                <a:lnTo>
                  <a:pt x="40886" y="139133"/>
                </a:lnTo>
                <a:lnTo>
                  <a:pt x="40886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9">
            <a:extLst>
              <a:ext uri="{FF2B5EF4-FFF2-40B4-BE49-F238E27FC236}">
                <a16:creationId xmlns:a16="http://schemas.microsoft.com/office/drawing/2014/main" id="{62FDB9F5-9357-E6DF-FD1A-6D1EF6FDE626}"/>
              </a:ext>
            </a:extLst>
          </p:cNvPr>
          <p:cNvSpPr/>
          <p:nvPr/>
        </p:nvSpPr>
        <p:spPr>
          <a:xfrm>
            <a:off x="10167673" y="4725491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6" y="0"/>
                </a:moveTo>
                <a:lnTo>
                  <a:pt x="40886" y="0"/>
                </a:lnTo>
                <a:lnTo>
                  <a:pt x="0" y="40887"/>
                </a:lnTo>
                <a:lnTo>
                  <a:pt x="122660" y="40887"/>
                </a:lnTo>
                <a:lnTo>
                  <a:pt x="163546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50">
            <a:extLst>
              <a:ext uri="{FF2B5EF4-FFF2-40B4-BE49-F238E27FC236}">
                <a16:creationId xmlns:a16="http://schemas.microsoft.com/office/drawing/2014/main" id="{A391C865-7C5D-3BC5-5A94-83987BC7B3E9}"/>
              </a:ext>
            </a:extLst>
          </p:cNvPr>
          <p:cNvSpPr/>
          <p:nvPr/>
        </p:nvSpPr>
        <p:spPr>
          <a:xfrm>
            <a:off x="10167673" y="4725491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51">
            <a:extLst>
              <a:ext uri="{FF2B5EF4-FFF2-40B4-BE49-F238E27FC236}">
                <a16:creationId xmlns:a16="http://schemas.microsoft.com/office/drawing/2014/main" id="{4FD2E399-B50D-C535-066A-D955C9CB4117}"/>
              </a:ext>
            </a:extLst>
          </p:cNvPr>
          <p:cNvSpPr/>
          <p:nvPr/>
        </p:nvSpPr>
        <p:spPr>
          <a:xfrm>
            <a:off x="10167673" y="4725491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52">
            <a:extLst>
              <a:ext uri="{FF2B5EF4-FFF2-40B4-BE49-F238E27FC236}">
                <a16:creationId xmlns:a16="http://schemas.microsoft.com/office/drawing/2014/main" id="{FDE726C2-FA92-F052-BFA4-15F6EF372FF1}"/>
              </a:ext>
            </a:extLst>
          </p:cNvPr>
          <p:cNvSpPr/>
          <p:nvPr/>
        </p:nvSpPr>
        <p:spPr>
          <a:xfrm>
            <a:off x="10290334" y="4766378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3">
            <a:extLst>
              <a:ext uri="{FF2B5EF4-FFF2-40B4-BE49-F238E27FC236}">
                <a16:creationId xmlns:a16="http://schemas.microsoft.com/office/drawing/2014/main" id="{DCB813B0-36A2-54B5-ADDA-E5A323F6BE88}"/>
              </a:ext>
            </a:extLst>
          </p:cNvPr>
          <p:cNvSpPr/>
          <p:nvPr/>
        </p:nvSpPr>
        <p:spPr>
          <a:xfrm>
            <a:off x="10293726" y="4701970"/>
            <a:ext cx="256031" cy="27431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4">
            <a:extLst>
              <a:ext uri="{FF2B5EF4-FFF2-40B4-BE49-F238E27FC236}">
                <a16:creationId xmlns:a16="http://schemas.microsoft.com/office/drawing/2014/main" id="{DD1EA43D-91FF-94CA-45B6-6137F76017A7}"/>
              </a:ext>
            </a:extLst>
          </p:cNvPr>
          <p:cNvSpPr/>
          <p:nvPr/>
        </p:nvSpPr>
        <p:spPr>
          <a:xfrm>
            <a:off x="10340325" y="4766379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0" y="0"/>
                </a:moveTo>
                <a:lnTo>
                  <a:pt x="0" y="0"/>
                </a:lnTo>
                <a:lnTo>
                  <a:pt x="0" y="139132"/>
                </a:lnTo>
                <a:lnTo>
                  <a:pt x="122660" y="139132"/>
                </a:lnTo>
                <a:lnTo>
                  <a:pt x="12266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5">
            <a:extLst>
              <a:ext uri="{FF2B5EF4-FFF2-40B4-BE49-F238E27FC236}">
                <a16:creationId xmlns:a16="http://schemas.microsoft.com/office/drawing/2014/main" id="{83B6A479-DE84-2E0D-DE28-2D287BFF8169}"/>
              </a:ext>
            </a:extLst>
          </p:cNvPr>
          <p:cNvSpPr/>
          <p:nvPr/>
        </p:nvSpPr>
        <p:spPr>
          <a:xfrm>
            <a:off x="10462986" y="4725491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7" y="0"/>
                </a:moveTo>
                <a:lnTo>
                  <a:pt x="0" y="40887"/>
                </a:lnTo>
                <a:lnTo>
                  <a:pt x="0" y="180019"/>
                </a:lnTo>
                <a:lnTo>
                  <a:pt x="40887" y="139133"/>
                </a:lnTo>
                <a:lnTo>
                  <a:pt x="40887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6">
            <a:extLst>
              <a:ext uri="{FF2B5EF4-FFF2-40B4-BE49-F238E27FC236}">
                <a16:creationId xmlns:a16="http://schemas.microsoft.com/office/drawing/2014/main" id="{F6BDDC93-D134-C7BD-90FE-37ADBB4E0D94}"/>
              </a:ext>
            </a:extLst>
          </p:cNvPr>
          <p:cNvSpPr/>
          <p:nvPr/>
        </p:nvSpPr>
        <p:spPr>
          <a:xfrm>
            <a:off x="10340325" y="4725491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7" y="0"/>
                </a:lnTo>
                <a:lnTo>
                  <a:pt x="0" y="40887"/>
                </a:lnTo>
                <a:lnTo>
                  <a:pt x="122660" y="40887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7">
            <a:extLst>
              <a:ext uri="{FF2B5EF4-FFF2-40B4-BE49-F238E27FC236}">
                <a16:creationId xmlns:a16="http://schemas.microsoft.com/office/drawing/2014/main" id="{EFC8E805-48C0-EFEF-010B-CED4123E412C}"/>
              </a:ext>
            </a:extLst>
          </p:cNvPr>
          <p:cNvSpPr/>
          <p:nvPr/>
        </p:nvSpPr>
        <p:spPr>
          <a:xfrm>
            <a:off x="10340325" y="4725491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8">
            <a:extLst>
              <a:ext uri="{FF2B5EF4-FFF2-40B4-BE49-F238E27FC236}">
                <a16:creationId xmlns:a16="http://schemas.microsoft.com/office/drawing/2014/main" id="{BF0238D5-A8C1-5B58-9E9E-64703082E2FE}"/>
              </a:ext>
            </a:extLst>
          </p:cNvPr>
          <p:cNvSpPr/>
          <p:nvPr/>
        </p:nvSpPr>
        <p:spPr>
          <a:xfrm>
            <a:off x="10340325" y="4725491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9">
            <a:extLst>
              <a:ext uri="{FF2B5EF4-FFF2-40B4-BE49-F238E27FC236}">
                <a16:creationId xmlns:a16="http://schemas.microsoft.com/office/drawing/2014/main" id="{E09CBE57-9AD0-8DB9-4F1C-305984E2F5FC}"/>
              </a:ext>
            </a:extLst>
          </p:cNvPr>
          <p:cNvSpPr/>
          <p:nvPr/>
        </p:nvSpPr>
        <p:spPr>
          <a:xfrm>
            <a:off x="10462987" y="4766378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63">
            <a:extLst>
              <a:ext uri="{FF2B5EF4-FFF2-40B4-BE49-F238E27FC236}">
                <a16:creationId xmlns:a16="http://schemas.microsoft.com/office/drawing/2014/main" id="{3F96FEC4-E238-51E1-EAC9-351200E205CE}"/>
              </a:ext>
            </a:extLst>
          </p:cNvPr>
          <p:cNvSpPr/>
          <p:nvPr/>
        </p:nvSpPr>
        <p:spPr>
          <a:xfrm>
            <a:off x="6657462" y="3607737"/>
            <a:ext cx="256031" cy="274320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64">
            <a:extLst>
              <a:ext uri="{FF2B5EF4-FFF2-40B4-BE49-F238E27FC236}">
                <a16:creationId xmlns:a16="http://schemas.microsoft.com/office/drawing/2014/main" id="{187544F5-B17E-8863-4178-0CABFDEDAD7F}"/>
              </a:ext>
            </a:extLst>
          </p:cNvPr>
          <p:cNvSpPr/>
          <p:nvPr/>
        </p:nvSpPr>
        <p:spPr>
          <a:xfrm>
            <a:off x="6703578" y="3672458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0" y="0"/>
                </a:moveTo>
                <a:lnTo>
                  <a:pt x="0" y="0"/>
                </a:lnTo>
                <a:lnTo>
                  <a:pt x="0" y="139133"/>
                </a:lnTo>
                <a:lnTo>
                  <a:pt x="122660" y="139133"/>
                </a:lnTo>
                <a:lnTo>
                  <a:pt x="12266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65">
            <a:extLst>
              <a:ext uri="{FF2B5EF4-FFF2-40B4-BE49-F238E27FC236}">
                <a16:creationId xmlns:a16="http://schemas.microsoft.com/office/drawing/2014/main" id="{90F21178-2ED0-9D3A-976C-EA8B5FB1271D}"/>
              </a:ext>
            </a:extLst>
          </p:cNvPr>
          <p:cNvSpPr/>
          <p:nvPr/>
        </p:nvSpPr>
        <p:spPr>
          <a:xfrm>
            <a:off x="6826238" y="3631572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7" y="0"/>
                </a:moveTo>
                <a:lnTo>
                  <a:pt x="0" y="40886"/>
                </a:lnTo>
                <a:lnTo>
                  <a:pt x="0" y="180019"/>
                </a:lnTo>
                <a:lnTo>
                  <a:pt x="40887" y="139132"/>
                </a:lnTo>
                <a:lnTo>
                  <a:pt x="40887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6">
            <a:extLst>
              <a:ext uri="{FF2B5EF4-FFF2-40B4-BE49-F238E27FC236}">
                <a16:creationId xmlns:a16="http://schemas.microsoft.com/office/drawing/2014/main" id="{F97BCB8A-EF1D-E977-78F4-46A14ACEA4B3}"/>
              </a:ext>
            </a:extLst>
          </p:cNvPr>
          <p:cNvSpPr/>
          <p:nvPr/>
        </p:nvSpPr>
        <p:spPr>
          <a:xfrm>
            <a:off x="6703578" y="3631572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6" y="0"/>
                </a:lnTo>
                <a:lnTo>
                  <a:pt x="0" y="40886"/>
                </a:lnTo>
                <a:lnTo>
                  <a:pt x="122660" y="40886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7">
            <a:extLst>
              <a:ext uri="{FF2B5EF4-FFF2-40B4-BE49-F238E27FC236}">
                <a16:creationId xmlns:a16="http://schemas.microsoft.com/office/drawing/2014/main" id="{F0E9E1D6-ED0E-4CD2-BA6D-838898C14AEA}"/>
              </a:ext>
            </a:extLst>
          </p:cNvPr>
          <p:cNvSpPr/>
          <p:nvPr/>
        </p:nvSpPr>
        <p:spPr>
          <a:xfrm>
            <a:off x="6703578" y="3631572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8">
            <a:extLst>
              <a:ext uri="{FF2B5EF4-FFF2-40B4-BE49-F238E27FC236}">
                <a16:creationId xmlns:a16="http://schemas.microsoft.com/office/drawing/2014/main" id="{2AF96001-534A-ABDA-6241-BF2DE37FA93E}"/>
              </a:ext>
            </a:extLst>
          </p:cNvPr>
          <p:cNvSpPr/>
          <p:nvPr/>
        </p:nvSpPr>
        <p:spPr>
          <a:xfrm>
            <a:off x="6703578" y="3631572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9">
            <a:extLst>
              <a:ext uri="{FF2B5EF4-FFF2-40B4-BE49-F238E27FC236}">
                <a16:creationId xmlns:a16="http://schemas.microsoft.com/office/drawing/2014/main" id="{95CBF25B-CEFD-FBAD-F7A5-241A82849F4A}"/>
              </a:ext>
            </a:extLst>
          </p:cNvPr>
          <p:cNvSpPr/>
          <p:nvPr/>
        </p:nvSpPr>
        <p:spPr>
          <a:xfrm>
            <a:off x="6826239" y="3672459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70">
            <a:extLst>
              <a:ext uri="{FF2B5EF4-FFF2-40B4-BE49-F238E27FC236}">
                <a16:creationId xmlns:a16="http://schemas.microsoft.com/office/drawing/2014/main" id="{D9390B77-3A6E-8529-2590-757F330786E8}"/>
              </a:ext>
            </a:extLst>
          </p:cNvPr>
          <p:cNvSpPr/>
          <p:nvPr/>
        </p:nvSpPr>
        <p:spPr>
          <a:xfrm>
            <a:off x="6831198" y="3607737"/>
            <a:ext cx="256031" cy="27432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71">
            <a:extLst>
              <a:ext uri="{FF2B5EF4-FFF2-40B4-BE49-F238E27FC236}">
                <a16:creationId xmlns:a16="http://schemas.microsoft.com/office/drawing/2014/main" id="{1F64A54A-D95D-4172-6D92-228EAD48DB72}"/>
              </a:ext>
            </a:extLst>
          </p:cNvPr>
          <p:cNvSpPr/>
          <p:nvPr/>
        </p:nvSpPr>
        <p:spPr>
          <a:xfrm>
            <a:off x="6876224" y="3672458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1" y="0"/>
                </a:moveTo>
                <a:lnTo>
                  <a:pt x="0" y="0"/>
                </a:lnTo>
                <a:lnTo>
                  <a:pt x="0" y="139133"/>
                </a:lnTo>
                <a:lnTo>
                  <a:pt x="122661" y="139133"/>
                </a:lnTo>
                <a:lnTo>
                  <a:pt x="122661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72">
            <a:extLst>
              <a:ext uri="{FF2B5EF4-FFF2-40B4-BE49-F238E27FC236}">
                <a16:creationId xmlns:a16="http://schemas.microsoft.com/office/drawing/2014/main" id="{6E2CFA2E-A461-ABD1-6F73-AB305EE50851}"/>
              </a:ext>
            </a:extLst>
          </p:cNvPr>
          <p:cNvSpPr/>
          <p:nvPr/>
        </p:nvSpPr>
        <p:spPr>
          <a:xfrm>
            <a:off x="6998886" y="3631572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6" y="0"/>
                </a:moveTo>
                <a:lnTo>
                  <a:pt x="0" y="40886"/>
                </a:lnTo>
                <a:lnTo>
                  <a:pt x="0" y="180019"/>
                </a:lnTo>
                <a:lnTo>
                  <a:pt x="40886" y="139132"/>
                </a:lnTo>
                <a:lnTo>
                  <a:pt x="40886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73">
            <a:extLst>
              <a:ext uri="{FF2B5EF4-FFF2-40B4-BE49-F238E27FC236}">
                <a16:creationId xmlns:a16="http://schemas.microsoft.com/office/drawing/2014/main" id="{F87A8009-7263-FAD4-9CE2-DC66EC9A2EB8}"/>
              </a:ext>
            </a:extLst>
          </p:cNvPr>
          <p:cNvSpPr/>
          <p:nvPr/>
        </p:nvSpPr>
        <p:spPr>
          <a:xfrm>
            <a:off x="6876224" y="3631572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7" y="0"/>
                </a:lnTo>
                <a:lnTo>
                  <a:pt x="0" y="40886"/>
                </a:lnTo>
                <a:lnTo>
                  <a:pt x="122661" y="40886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74">
            <a:extLst>
              <a:ext uri="{FF2B5EF4-FFF2-40B4-BE49-F238E27FC236}">
                <a16:creationId xmlns:a16="http://schemas.microsoft.com/office/drawing/2014/main" id="{09D7F85E-7E65-D2A5-D1F1-B37C1DA63D93}"/>
              </a:ext>
            </a:extLst>
          </p:cNvPr>
          <p:cNvSpPr/>
          <p:nvPr/>
        </p:nvSpPr>
        <p:spPr>
          <a:xfrm>
            <a:off x="6876224" y="3631572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75">
            <a:extLst>
              <a:ext uri="{FF2B5EF4-FFF2-40B4-BE49-F238E27FC236}">
                <a16:creationId xmlns:a16="http://schemas.microsoft.com/office/drawing/2014/main" id="{BBFC3255-B56B-A548-B9C5-B2161139AE37}"/>
              </a:ext>
            </a:extLst>
          </p:cNvPr>
          <p:cNvSpPr/>
          <p:nvPr/>
        </p:nvSpPr>
        <p:spPr>
          <a:xfrm>
            <a:off x="6876224" y="3631572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6">
            <a:extLst>
              <a:ext uri="{FF2B5EF4-FFF2-40B4-BE49-F238E27FC236}">
                <a16:creationId xmlns:a16="http://schemas.microsoft.com/office/drawing/2014/main" id="{89FA46AB-7A7B-9B3F-EB1A-123F71488623}"/>
              </a:ext>
            </a:extLst>
          </p:cNvPr>
          <p:cNvSpPr/>
          <p:nvPr/>
        </p:nvSpPr>
        <p:spPr>
          <a:xfrm>
            <a:off x="6998885" y="3672459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7">
            <a:extLst>
              <a:ext uri="{FF2B5EF4-FFF2-40B4-BE49-F238E27FC236}">
                <a16:creationId xmlns:a16="http://schemas.microsoft.com/office/drawing/2014/main" id="{78FD474C-F457-EFF5-3CE2-E6ACECCC4242}"/>
              </a:ext>
            </a:extLst>
          </p:cNvPr>
          <p:cNvSpPr/>
          <p:nvPr/>
        </p:nvSpPr>
        <p:spPr>
          <a:xfrm>
            <a:off x="7001886" y="3607737"/>
            <a:ext cx="256031" cy="274320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8">
            <a:extLst>
              <a:ext uri="{FF2B5EF4-FFF2-40B4-BE49-F238E27FC236}">
                <a16:creationId xmlns:a16="http://schemas.microsoft.com/office/drawing/2014/main" id="{1309DB6D-DFA7-014B-59CE-AB84FE247CF9}"/>
              </a:ext>
            </a:extLst>
          </p:cNvPr>
          <p:cNvSpPr/>
          <p:nvPr/>
        </p:nvSpPr>
        <p:spPr>
          <a:xfrm>
            <a:off x="7048872" y="3672458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0" y="0"/>
                </a:moveTo>
                <a:lnTo>
                  <a:pt x="0" y="0"/>
                </a:lnTo>
                <a:lnTo>
                  <a:pt x="0" y="139133"/>
                </a:lnTo>
                <a:lnTo>
                  <a:pt x="122660" y="139133"/>
                </a:lnTo>
                <a:lnTo>
                  <a:pt x="12266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9">
            <a:extLst>
              <a:ext uri="{FF2B5EF4-FFF2-40B4-BE49-F238E27FC236}">
                <a16:creationId xmlns:a16="http://schemas.microsoft.com/office/drawing/2014/main" id="{E9349ACF-0BE8-81D9-497E-132953B0CFCB}"/>
              </a:ext>
            </a:extLst>
          </p:cNvPr>
          <p:cNvSpPr/>
          <p:nvPr/>
        </p:nvSpPr>
        <p:spPr>
          <a:xfrm>
            <a:off x="7171532" y="3631572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7" y="0"/>
                </a:moveTo>
                <a:lnTo>
                  <a:pt x="0" y="40886"/>
                </a:lnTo>
                <a:lnTo>
                  <a:pt x="0" y="180019"/>
                </a:lnTo>
                <a:lnTo>
                  <a:pt x="40887" y="139132"/>
                </a:lnTo>
                <a:lnTo>
                  <a:pt x="40887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80">
            <a:extLst>
              <a:ext uri="{FF2B5EF4-FFF2-40B4-BE49-F238E27FC236}">
                <a16:creationId xmlns:a16="http://schemas.microsoft.com/office/drawing/2014/main" id="{E469F3DD-A0E1-9B99-30CA-6B24234AC021}"/>
              </a:ext>
            </a:extLst>
          </p:cNvPr>
          <p:cNvSpPr/>
          <p:nvPr/>
        </p:nvSpPr>
        <p:spPr>
          <a:xfrm>
            <a:off x="7048872" y="3631572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6" y="0"/>
                </a:lnTo>
                <a:lnTo>
                  <a:pt x="0" y="40886"/>
                </a:lnTo>
                <a:lnTo>
                  <a:pt x="122660" y="40886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81">
            <a:extLst>
              <a:ext uri="{FF2B5EF4-FFF2-40B4-BE49-F238E27FC236}">
                <a16:creationId xmlns:a16="http://schemas.microsoft.com/office/drawing/2014/main" id="{19701C0E-F58A-FDDE-D83F-56A3977D9537}"/>
              </a:ext>
            </a:extLst>
          </p:cNvPr>
          <p:cNvSpPr/>
          <p:nvPr/>
        </p:nvSpPr>
        <p:spPr>
          <a:xfrm>
            <a:off x="7048872" y="3631572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82">
            <a:extLst>
              <a:ext uri="{FF2B5EF4-FFF2-40B4-BE49-F238E27FC236}">
                <a16:creationId xmlns:a16="http://schemas.microsoft.com/office/drawing/2014/main" id="{3617636F-7975-3A2F-DE6F-6EF7D48B34EE}"/>
              </a:ext>
            </a:extLst>
          </p:cNvPr>
          <p:cNvSpPr/>
          <p:nvPr/>
        </p:nvSpPr>
        <p:spPr>
          <a:xfrm>
            <a:off x="7048872" y="3631572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83">
            <a:extLst>
              <a:ext uri="{FF2B5EF4-FFF2-40B4-BE49-F238E27FC236}">
                <a16:creationId xmlns:a16="http://schemas.microsoft.com/office/drawing/2014/main" id="{2C2268FE-E116-26E3-7F07-AD66597E259C}"/>
              </a:ext>
            </a:extLst>
          </p:cNvPr>
          <p:cNvSpPr/>
          <p:nvPr/>
        </p:nvSpPr>
        <p:spPr>
          <a:xfrm>
            <a:off x="7171533" y="3672459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84">
            <a:extLst>
              <a:ext uri="{FF2B5EF4-FFF2-40B4-BE49-F238E27FC236}">
                <a16:creationId xmlns:a16="http://schemas.microsoft.com/office/drawing/2014/main" id="{86F207A0-223F-198B-4A04-3308134FA248}"/>
              </a:ext>
            </a:extLst>
          </p:cNvPr>
          <p:cNvSpPr/>
          <p:nvPr/>
        </p:nvSpPr>
        <p:spPr>
          <a:xfrm>
            <a:off x="7175622" y="3607737"/>
            <a:ext cx="256031" cy="274320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85">
            <a:extLst>
              <a:ext uri="{FF2B5EF4-FFF2-40B4-BE49-F238E27FC236}">
                <a16:creationId xmlns:a16="http://schemas.microsoft.com/office/drawing/2014/main" id="{C754BC49-463C-2BF2-ABD5-9038B1AE4E6F}"/>
              </a:ext>
            </a:extLst>
          </p:cNvPr>
          <p:cNvSpPr/>
          <p:nvPr/>
        </p:nvSpPr>
        <p:spPr>
          <a:xfrm>
            <a:off x="7221518" y="3672458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1" y="0"/>
                </a:moveTo>
                <a:lnTo>
                  <a:pt x="0" y="0"/>
                </a:lnTo>
                <a:lnTo>
                  <a:pt x="0" y="139133"/>
                </a:lnTo>
                <a:lnTo>
                  <a:pt x="122661" y="139133"/>
                </a:lnTo>
                <a:lnTo>
                  <a:pt x="122661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6">
            <a:extLst>
              <a:ext uri="{FF2B5EF4-FFF2-40B4-BE49-F238E27FC236}">
                <a16:creationId xmlns:a16="http://schemas.microsoft.com/office/drawing/2014/main" id="{B9040282-930D-10CD-D8F8-1F514F2B4D2D}"/>
              </a:ext>
            </a:extLst>
          </p:cNvPr>
          <p:cNvSpPr/>
          <p:nvPr/>
        </p:nvSpPr>
        <p:spPr>
          <a:xfrm>
            <a:off x="7344180" y="3631572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6" y="0"/>
                </a:moveTo>
                <a:lnTo>
                  <a:pt x="0" y="40886"/>
                </a:lnTo>
                <a:lnTo>
                  <a:pt x="0" y="180019"/>
                </a:lnTo>
                <a:lnTo>
                  <a:pt x="40886" y="139132"/>
                </a:lnTo>
                <a:lnTo>
                  <a:pt x="40886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7">
            <a:extLst>
              <a:ext uri="{FF2B5EF4-FFF2-40B4-BE49-F238E27FC236}">
                <a16:creationId xmlns:a16="http://schemas.microsoft.com/office/drawing/2014/main" id="{D58833CF-1424-1658-7C1E-B82E8541427B}"/>
              </a:ext>
            </a:extLst>
          </p:cNvPr>
          <p:cNvSpPr/>
          <p:nvPr/>
        </p:nvSpPr>
        <p:spPr>
          <a:xfrm>
            <a:off x="7221518" y="3631572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7" y="0"/>
                </a:lnTo>
                <a:lnTo>
                  <a:pt x="0" y="40886"/>
                </a:lnTo>
                <a:lnTo>
                  <a:pt x="122661" y="40886"/>
                </a:lnTo>
                <a:lnTo>
                  <a:pt x="163548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8">
            <a:extLst>
              <a:ext uri="{FF2B5EF4-FFF2-40B4-BE49-F238E27FC236}">
                <a16:creationId xmlns:a16="http://schemas.microsoft.com/office/drawing/2014/main" id="{5A9C2A2A-637D-3E83-9F61-85FA43040DE4}"/>
              </a:ext>
            </a:extLst>
          </p:cNvPr>
          <p:cNvSpPr/>
          <p:nvPr/>
        </p:nvSpPr>
        <p:spPr>
          <a:xfrm>
            <a:off x="7221518" y="3631572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solidFill>
            <a:srgbClr val="92D050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9">
            <a:extLst>
              <a:ext uri="{FF2B5EF4-FFF2-40B4-BE49-F238E27FC236}">
                <a16:creationId xmlns:a16="http://schemas.microsoft.com/office/drawing/2014/main" id="{3E7F2BF3-6304-8067-25B0-2E20FB96F888}"/>
              </a:ext>
            </a:extLst>
          </p:cNvPr>
          <p:cNvSpPr/>
          <p:nvPr/>
        </p:nvSpPr>
        <p:spPr>
          <a:xfrm>
            <a:off x="7221518" y="3631572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solidFill>
            <a:srgbClr val="92D050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90">
            <a:extLst>
              <a:ext uri="{FF2B5EF4-FFF2-40B4-BE49-F238E27FC236}">
                <a16:creationId xmlns:a16="http://schemas.microsoft.com/office/drawing/2014/main" id="{26132E49-B700-4CC3-1C68-6E6E9412AF79}"/>
              </a:ext>
            </a:extLst>
          </p:cNvPr>
          <p:cNvSpPr/>
          <p:nvPr/>
        </p:nvSpPr>
        <p:spPr>
          <a:xfrm>
            <a:off x="7344179" y="3672459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91">
            <a:extLst>
              <a:ext uri="{FF2B5EF4-FFF2-40B4-BE49-F238E27FC236}">
                <a16:creationId xmlns:a16="http://schemas.microsoft.com/office/drawing/2014/main" id="{D4009461-9294-0F69-DF39-AA151F6BB1D7}"/>
              </a:ext>
            </a:extLst>
          </p:cNvPr>
          <p:cNvSpPr/>
          <p:nvPr/>
        </p:nvSpPr>
        <p:spPr>
          <a:xfrm>
            <a:off x="7349358" y="3607737"/>
            <a:ext cx="256031" cy="274320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92">
            <a:extLst>
              <a:ext uri="{FF2B5EF4-FFF2-40B4-BE49-F238E27FC236}">
                <a16:creationId xmlns:a16="http://schemas.microsoft.com/office/drawing/2014/main" id="{415A83C5-D537-7799-F8AC-1B81DC000667}"/>
              </a:ext>
            </a:extLst>
          </p:cNvPr>
          <p:cNvSpPr/>
          <p:nvPr/>
        </p:nvSpPr>
        <p:spPr>
          <a:xfrm>
            <a:off x="7394166" y="3672458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0" y="0"/>
                </a:moveTo>
                <a:lnTo>
                  <a:pt x="0" y="0"/>
                </a:lnTo>
                <a:lnTo>
                  <a:pt x="0" y="139133"/>
                </a:lnTo>
                <a:lnTo>
                  <a:pt x="122660" y="139133"/>
                </a:lnTo>
                <a:lnTo>
                  <a:pt x="12266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93">
            <a:extLst>
              <a:ext uri="{FF2B5EF4-FFF2-40B4-BE49-F238E27FC236}">
                <a16:creationId xmlns:a16="http://schemas.microsoft.com/office/drawing/2014/main" id="{346B9BD9-9A5C-FE50-A6F5-4A402FC90F9C}"/>
              </a:ext>
            </a:extLst>
          </p:cNvPr>
          <p:cNvSpPr/>
          <p:nvPr/>
        </p:nvSpPr>
        <p:spPr>
          <a:xfrm>
            <a:off x="7516826" y="3631572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6" y="0"/>
                </a:moveTo>
                <a:lnTo>
                  <a:pt x="0" y="40886"/>
                </a:lnTo>
                <a:lnTo>
                  <a:pt x="0" y="180019"/>
                </a:lnTo>
                <a:lnTo>
                  <a:pt x="40886" y="139132"/>
                </a:lnTo>
                <a:lnTo>
                  <a:pt x="40886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94">
            <a:extLst>
              <a:ext uri="{FF2B5EF4-FFF2-40B4-BE49-F238E27FC236}">
                <a16:creationId xmlns:a16="http://schemas.microsoft.com/office/drawing/2014/main" id="{58E35595-D6AB-7FF0-E4F7-02996E0A7069}"/>
              </a:ext>
            </a:extLst>
          </p:cNvPr>
          <p:cNvSpPr/>
          <p:nvPr/>
        </p:nvSpPr>
        <p:spPr>
          <a:xfrm>
            <a:off x="7394166" y="3631572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6" y="0"/>
                </a:moveTo>
                <a:lnTo>
                  <a:pt x="40886" y="0"/>
                </a:lnTo>
                <a:lnTo>
                  <a:pt x="0" y="40886"/>
                </a:lnTo>
                <a:lnTo>
                  <a:pt x="122660" y="40886"/>
                </a:lnTo>
                <a:lnTo>
                  <a:pt x="163546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95">
            <a:extLst>
              <a:ext uri="{FF2B5EF4-FFF2-40B4-BE49-F238E27FC236}">
                <a16:creationId xmlns:a16="http://schemas.microsoft.com/office/drawing/2014/main" id="{0A70ED56-0EB0-D8F8-A090-4B5CC0CF1A84}"/>
              </a:ext>
            </a:extLst>
          </p:cNvPr>
          <p:cNvSpPr/>
          <p:nvPr/>
        </p:nvSpPr>
        <p:spPr>
          <a:xfrm>
            <a:off x="7394166" y="3631572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96">
            <a:extLst>
              <a:ext uri="{FF2B5EF4-FFF2-40B4-BE49-F238E27FC236}">
                <a16:creationId xmlns:a16="http://schemas.microsoft.com/office/drawing/2014/main" id="{3A4BEA5B-BC5C-25EE-E880-CBEC3A0973CD}"/>
              </a:ext>
            </a:extLst>
          </p:cNvPr>
          <p:cNvSpPr/>
          <p:nvPr/>
        </p:nvSpPr>
        <p:spPr>
          <a:xfrm>
            <a:off x="7394166" y="3631572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97">
            <a:extLst>
              <a:ext uri="{FF2B5EF4-FFF2-40B4-BE49-F238E27FC236}">
                <a16:creationId xmlns:a16="http://schemas.microsoft.com/office/drawing/2014/main" id="{835C5986-4166-0A0A-F445-1D133C791651}"/>
              </a:ext>
            </a:extLst>
          </p:cNvPr>
          <p:cNvSpPr/>
          <p:nvPr/>
        </p:nvSpPr>
        <p:spPr>
          <a:xfrm>
            <a:off x="7516826" y="3672459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98">
            <a:extLst>
              <a:ext uri="{FF2B5EF4-FFF2-40B4-BE49-F238E27FC236}">
                <a16:creationId xmlns:a16="http://schemas.microsoft.com/office/drawing/2014/main" id="{FD0EB8AF-0A0E-A2E4-8EE7-FE6DC969A117}"/>
              </a:ext>
            </a:extLst>
          </p:cNvPr>
          <p:cNvSpPr/>
          <p:nvPr/>
        </p:nvSpPr>
        <p:spPr>
          <a:xfrm>
            <a:off x="7520046" y="3607737"/>
            <a:ext cx="256031" cy="274320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99">
            <a:extLst>
              <a:ext uri="{FF2B5EF4-FFF2-40B4-BE49-F238E27FC236}">
                <a16:creationId xmlns:a16="http://schemas.microsoft.com/office/drawing/2014/main" id="{6A3857C9-3434-2395-150A-CD16B5B93678}"/>
              </a:ext>
            </a:extLst>
          </p:cNvPr>
          <p:cNvSpPr/>
          <p:nvPr/>
        </p:nvSpPr>
        <p:spPr>
          <a:xfrm>
            <a:off x="7566812" y="3672458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1" y="0"/>
                </a:moveTo>
                <a:lnTo>
                  <a:pt x="0" y="0"/>
                </a:lnTo>
                <a:lnTo>
                  <a:pt x="0" y="139133"/>
                </a:lnTo>
                <a:lnTo>
                  <a:pt x="122661" y="139133"/>
                </a:lnTo>
                <a:lnTo>
                  <a:pt x="122661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200">
            <a:extLst>
              <a:ext uri="{FF2B5EF4-FFF2-40B4-BE49-F238E27FC236}">
                <a16:creationId xmlns:a16="http://schemas.microsoft.com/office/drawing/2014/main" id="{D23F188C-DFEF-F1BF-2B08-F5F73718CD5D}"/>
              </a:ext>
            </a:extLst>
          </p:cNvPr>
          <p:cNvSpPr/>
          <p:nvPr/>
        </p:nvSpPr>
        <p:spPr>
          <a:xfrm>
            <a:off x="7689474" y="3631572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6" y="0"/>
                </a:moveTo>
                <a:lnTo>
                  <a:pt x="0" y="40886"/>
                </a:lnTo>
                <a:lnTo>
                  <a:pt x="0" y="180019"/>
                </a:lnTo>
                <a:lnTo>
                  <a:pt x="40886" y="139132"/>
                </a:lnTo>
                <a:lnTo>
                  <a:pt x="40886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201">
            <a:extLst>
              <a:ext uri="{FF2B5EF4-FFF2-40B4-BE49-F238E27FC236}">
                <a16:creationId xmlns:a16="http://schemas.microsoft.com/office/drawing/2014/main" id="{AD07A361-BBCB-5173-1699-77791FDA849D}"/>
              </a:ext>
            </a:extLst>
          </p:cNvPr>
          <p:cNvSpPr/>
          <p:nvPr/>
        </p:nvSpPr>
        <p:spPr>
          <a:xfrm>
            <a:off x="7566812" y="3631572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7" y="0"/>
                </a:lnTo>
                <a:lnTo>
                  <a:pt x="0" y="40886"/>
                </a:lnTo>
                <a:lnTo>
                  <a:pt x="122661" y="40886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202">
            <a:extLst>
              <a:ext uri="{FF2B5EF4-FFF2-40B4-BE49-F238E27FC236}">
                <a16:creationId xmlns:a16="http://schemas.microsoft.com/office/drawing/2014/main" id="{DEFE9DEE-F7A2-3D9B-2B4B-2C3C63A88E7C}"/>
              </a:ext>
            </a:extLst>
          </p:cNvPr>
          <p:cNvSpPr/>
          <p:nvPr/>
        </p:nvSpPr>
        <p:spPr>
          <a:xfrm>
            <a:off x="7566812" y="3631572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203">
            <a:extLst>
              <a:ext uri="{FF2B5EF4-FFF2-40B4-BE49-F238E27FC236}">
                <a16:creationId xmlns:a16="http://schemas.microsoft.com/office/drawing/2014/main" id="{B46D8119-628F-2D1C-3E5F-19646B01E929}"/>
              </a:ext>
            </a:extLst>
          </p:cNvPr>
          <p:cNvSpPr/>
          <p:nvPr/>
        </p:nvSpPr>
        <p:spPr>
          <a:xfrm>
            <a:off x="7566812" y="3631572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204">
            <a:extLst>
              <a:ext uri="{FF2B5EF4-FFF2-40B4-BE49-F238E27FC236}">
                <a16:creationId xmlns:a16="http://schemas.microsoft.com/office/drawing/2014/main" id="{55D9C557-BD35-4197-4174-8DFB839AE432}"/>
              </a:ext>
            </a:extLst>
          </p:cNvPr>
          <p:cNvSpPr/>
          <p:nvPr/>
        </p:nvSpPr>
        <p:spPr>
          <a:xfrm>
            <a:off x="7689473" y="3672459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205">
            <a:extLst>
              <a:ext uri="{FF2B5EF4-FFF2-40B4-BE49-F238E27FC236}">
                <a16:creationId xmlns:a16="http://schemas.microsoft.com/office/drawing/2014/main" id="{6D2F7CB5-69E1-C458-E3F9-F47D5C99A5E3}"/>
              </a:ext>
            </a:extLst>
          </p:cNvPr>
          <p:cNvSpPr/>
          <p:nvPr/>
        </p:nvSpPr>
        <p:spPr>
          <a:xfrm>
            <a:off x="7693781" y="3607737"/>
            <a:ext cx="256031" cy="274320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6">
            <a:extLst>
              <a:ext uri="{FF2B5EF4-FFF2-40B4-BE49-F238E27FC236}">
                <a16:creationId xmlns:a16="http://schemas.microsoft.com/office/drawing/2014/main" id="{E2AF8F8E-0E06-1C14-6BB5-CC76E489A523}"/>
              </a:ext>
            </a:extLst>
          </p:cNvPr>
          <p:cNvSpPr/>
          <p:nvPr/>
        </p:nvSpPr>
        <p:spPr>
          <a:xfrm>
            <a:off x="7739459" y="3672458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0" y="0"/>
                </a:moveTo>
                <a:lnTo>
                  <a:pt x="0" y="0"/>
                </a:lnTo>
                <a:lnTo>
                  <a:pt x="0" y="139133"/>
                </a:lnTo>
                <a:lnTo>
                  <a:pt x="122660" y="139133"/>
                </a:lnTo>
                <a:lnTo>
                  <a:pt x="12266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07">
            <a:extLst>
              <a:ext uri="{FF2B5EF4-FFF2-40B4-BE49-F238E27FC236}">
                <a16:creationId xmlns:a16="http://schemas.microsoft.com/office/drawing/2014/main" id="{9DE4E177-9D91-FC8D-88EF-CD2463BBD40A}"/>
              </a:ext>
            </a:extLst>
          </p:cNvPr>
          <p:cNvSpPr/>
          <p:nvPr/>
        </p:nvSpPr>
        <p:spPr>
          <a:xfrm>
            <a:off x="7862120" y="3631572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7" y="0"/>
                </a:moveTo>
                <a:lnTo>
                  <a:pt x="0" y="40886"/>
                </a:lnTo>
                <a:lnTo>
                  <a:pt x="0" y="180019"/>
                </a:lnTo>
                <a:lnTo>
                  <a:pt x="40887" y="139132"/>
                </a:lnTo>
                <a:lnTo>
                  <a:pt x="40887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8">
            <a:extLst>
              <a:ext uri="{FF2B5EF4-FFF2-40B4-BE49-F238E27FC236}">
                <a16:creationId xmlns:a16="http://schemas.microsoft.com/office/drawing/2014/main" id="{2F09B638-EAEE-5676-552F-EBC372F86A04}"/>
              </a:ext>
            </a:extLst>
          </p:cNvPr>
          <p:cNvSpPr/>
          <p:nvPr/>
        </p:nvSpPr>
        <p:spPr>
          <a:xfrm>
            <a:off x="7739459" y="3631572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7" y="0"/>
                </a:lnTo>
                <a:lnTo>
                  <a:pt x="0" y="40886"/>
                </a:lnTo>
                <a:lnTo>
                  <a:pt x="122660" y="40886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209">
            <a:extLst>
              <a:ext uri="{FF2B5EF4-FFF2-40B4-BE49-F238E27FC236}">
                <a16:creationId xmlns:a16="http://schemas.microsoft.com/office/drawing/2014/main" id="{834EFA67-6A19-5ACF-6743-BE623A647FEB}"/>
              </a:ext>
            </a:extLst>
          </p:cNvPr>
          <p:cNvSpPr/>
          <p:nvPr/>
        </p:nvSpPr>
        <p:spPr>
          <a:xfrm>
            <a:off x="7739459" y="3631572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10">
            <a:extLst>
              <a:ext uri="{FF2B5EF4-FFF2-40B4-BE49-F238E27FC236}">
                <a16:creationId xmlns:a16="http://schemas.microsoft.com/office/drawing/2014/main" id="{D0D4527C-D524-DAB8-3674-26F980C9FC40}"/>
              </a:ext>
            </a:extLst>
          </p:cNvPr>
          <p:cNvSpPr/>
          <p:nvPr/>
        </p:nvSpPr>
        <p:spPr>
          <a:xfrm>
            <a:off x="7739459" y="3631572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11">
            <a:extLst>
              <a:ext uri="{FF2B5EF4-FFF2-40B4-BE49-F238E27FC236}">
                <a16:creationId xmlns:a16="http://schemas.microsoft.com/office/drawing/2014/main" id="{6354C47A-D799-F6E1-F8BD-E55A3E6E135F}"/>
              </a:ext>
            </a:extLst>
          </p:cNvPr>
          <p:cNvSpPr/>
          <p:nvPr/>
        </p:nvSpPr>
        <p:spPr>
          <a:xfrm>
            <a:off x="7862121" y="3672459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12">
            <a:extLst>
              <a:ext uri="{FF2B5EF4-FFF2-40B4-BE49-F238E27FC236}">
                <a16:creationId xmlns:a16="http://schemas.microsoft.com/office/drawing/2014/main" id="{BA98CF65-9669-5B44-6CE0-ADB2105C30A3}"/>
              </a:ext>
            </a:extLst>
          </p:cNvPr>
          <p:cNvSpPr/>
          <p:nvPr/>
        </p:nvSpPr>
        <p:spPr>
          <a:xfrm>
            <a:off x="7864469" y="3607737"/>
            <a:ext cx="256031" cy="274320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object 213">
            <a:extLst>
              <a:ext uri="{FF2B5EF4-FFF2-40B4-BE49-F238E27FC236}">
                <a16:creationId xmlns:a16="http://schemas.microsoft.com/office/drawing/2014/main" id="{D3302A8C-BD00-AD71-BC0B-727B09E6FE83}"/>
              </a:ext>
            </a:extLst>
          </p:cNvPr>
          <p:cNvSpPr/>
          <p:nvPr/>
        </p:nvSpPr>
        <p:spPr>
          <a:xfrm>
            <a:off x="7912106" y="3672458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1" y="0"/>
                </a:moveTo>
                <a:lnTo>
                  <a:pt x="0" y="0"/>
                </a:lnTo>
                <a:lnTo>
                  <a:pt x="0" y="139133"/>
                </a:lnTo>
                <a:lnTo>
                  <a:pt x="122661" y="139133"/>
                </a:lnTo>
                <a:lnTo>
                  <a:pt x="122661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14">
            <a:extLst>
              <a:ext uri="{FF2B5EF4-FFF2-40B4-BE49-F238E27FC236}">
                <a16:creationId xmlns:a16="http://schemas.microsoft.com/office/drawing/2014/main" id="{C2D8F617-6A5B-5A8F-40DE-9A36577EDD27}"/>
              </a:ext>
            </a:extLst>
          </p:cNvPr>
          <p:cNvSpPr/>
          <p:nvPr/>
        </p:nvSpPr>
        <p:spPr>
          <a:xfrm>
            <a:off x="8034768" y="3631572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6" y="0"/>
                </a:moveTo>
                <a:lnTo>
                  <a:pt x="0" y="40886"/>
                </a:lnTo>
                <a:lnTo>
                  <a:pt x="0" y="180019"/>
                </a:lnTo>
                <a:lnTo>
                  <a:pt x="40886" y="139132"/>
                </a:lnTo>
                <a:lnTo>
                  <a:pt x="40886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215">
            <a:extLst>
              <a:ext uri="{FF2B5EF4-FFF2-40B4-BE49-F238E27FC236}">
                <a16:creationId xmlns:a16="http://schemas.microsoft.com/office/drawing/2014/main" id="{1EA38D8A-7F8E-08CD-3BF8-0F07540C1EFB}"/>
              </a:ext>
            </a:extLst>
          </p:cNvPr>
          <p:cNvSpPr/>
          <p:nvPr/>
        </p:nvSpPr>
        <p:spPr>
          <a:xfrm>
            <a:off x="7912106" y="3631572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7" y="0"/>
                </a:lnTo>
                <a:lnTo>
                  <a:pt x="0" y="40886"/>
                </a:lnTo>
                <a:lnTo>
                  <a:pt x="122661" y="40886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216">
            <a:extLst>
              <a:ext uri="{FF2B5EF4-FFF2-40B4-BE49-F238E27FC236}">
                <a16:creationId xmlns:a16="http://schemas.microsoft.com/office/drawing/2014/main" id="{6B9F5EFE-4B7A-4E7F-7869-CA140D271E10}"/>
              </a:ext>
            </a:extLst>
          </p:cNvPr>
          <p:cNvSpPr/>
          <p:nvPr/>
        </p:nvSpPr>
        <p:spPr>
          <a:xfrm>
            <a:off x="7912106" y="3631572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217">
            <a:extLst>
              <a:ext uri="{FF2B5EF4-FFF2-40B4-BE49-F238E27FC236}">
                <a16:creationId xmlns:a16="http://schemas.microsoft.com/office/drawing/2014/main" id="{382F8118-C5B9-3189-B8F2-AEAA1D410DA7}"/>
              </a:ext>
            </a:extLst>
          </p:cNvPr>
          <p:cNvSpPr/>
          <p:nvPr/>
        </p:nvSpPr>
        <p:spPr>
          <a:xfrm>
            <a:off x="7912106" y="3631572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object 218">
            <a:extLst>
              <a:ext uri="{FF2B5EF4-FFF2-40B4-BE49-F238E27FC236}">
                <a16:creationId xmlns:a16="http://schemas.microsoft.com/office/drawing/2014/main" id="{CBDF2698-F6DE-06FE-0E7E-753A02C21788}"/>
              </a:ext>
            </a:extLst>
          </p:cNvPr>
          <p:cNvSpPr/>
          <p:nvPr/>
        </p:nvSpPr>
        <p:spPr>
          <a:xfrm>
            <a:off x="8034767" y="3672459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object 219">
            <a:extLst>
              <a:ext uri="{FF2B5EF4-FFF2-40B4-BE49-F238E27FC236}">
                <a16:creationId xmlns:a16="http://schemas.microsoft.com/office/drawing/2014/main" id="{0884CBEE-31CF-33B0-347C-2E18D0A81DBB}"/>
              </a:ext>
            </a:extLst>
          </p:cNvPr>
          <p:cNvSpPr/>
          <p:nvPr/>
        </p:nvSpPr>
        <p:spPr>
          <a:xfrm>
            <a:off x="8038205" y="3607737"/>
            <a:ext cx="256031" cy="274320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object 220">
            <a:extLst>
              <a:ext uri="{FF2B5EF4-FFF2-40B4-BE49-F238E27FC236}">
                <a16:creationId xmlns:a16="http://schemas.microsoft.com/office/drawing/2014/main" id="{FEDCD21F-6304-068F-5D39-A9CA1EC17044}"/>
              </a:ext>
            </a:extLst>
          </p:cNvPr>
          <p:cNvSpPr/>
          <p:nvPr/>
        </p:nvSpPr>
        <p:spPr>
          <a:xfrm>
            <a:off x="8084754" y="3672458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0" y="0"/>
                </a:moveTo>
                <a:lnTo>
                  <a:pt x="0" y="0"/>
                </a:lnTo>
                <a:lnTo>
                  <a:pt x="0" y="139133"/>
                </a:lnTo>
                <a:lnTo>
                  <a:pt x="122660" y="139133"/>
                </a:lnTo>
                <a:lnTo>
                  <a:pt x="12266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object 221">
            <a:extLst>
              <a:ext uri="{FF2B5EF4-FFF2-40B4-BE49-F238E27FC236}">
                <a16:creationId xmlns:a16="http://schemas.microsoft.com/office/drawing/2014/main" id="{B6DCD778-F394-4ECD-6872-ABAB85574A3A}"/>
              </a:ext>
            </a:extLst>
          </p:cNvPr>
          <p:cNvSpPr/>
          <p:nvPr/>
        </p:nvSpPr>
        <p:spPr>
          <a:xfrm>
            <a:off x="8207414" y="3631572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7" y="0"/>
                </a:moveTo>
                <a:lnTo>
                  <a:pt x="0" y="40886"/>
                </a:lnTo>
                <a:lnTo>
                  <a:pt x="0" y="180019"/>
                </a:lnTo>
                <a:lnTo>
                  <a:pt x="40887" y="139132"/>
                </a:lnTo>
                <a:lnTo>
                  <a:pt x="40887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object 222">
            <a:extLst>
              <a:ext uri="{FF2B5EF4-FFF2-40B4-BE49-F238E27FC236}">
                <a16:creationId xmlns:a16="http://schemas.microsoft.com/office/drawing/2014/main" id="{90DA78EC-2905-692E-D69A-227794FA3D51}"/>
              </a:ext>
            </a:extLst>
          </p:cNvPr>
          <p:cNvSpPr/>
          <p:nvPr/>
        </p:nvSpPr>
        <p:spPr>
          <a:xfrm>
            <a:off x="8084754" y="3631572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7" y="0"/>
                </a:lnTo>
                <a:lnTo>
                  <a:pt x="0" y="40886"/>
                </a:lnTo>
                <a:lnTo>
                  <a:pt x="122660" y="40886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object 223">
            <a:extLst>
              <a:ext uri="{FF2B5EF4-FFF2-40B4-BE49-F238E27FC236}">
                <a16:creationId xmlns:a16="http://schemas.microsoft.com/office/drawing/2014/main" id="{DFEF2A3C-573C-EB43-DB83-A0BCB37091D9}"/>
              </a:ext>
            </a:extLst>
          </p:cNvPr>
          <p:cNvSpPr/>
          <p:nvPr/>
        </p:nvSpPr>
        <p:spPr>
          <a:xfrm>
            <a:off x="8084754" y="3631572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object 224">
            <a:extLst>
              <a:ext uri="{FF2B5EF4-FFF2-40B4-BE49-F238E27FC236}">
                <a16:creationId xmlns:a16="http://schemas.microsoft.com/office/drawing/2014/main" id="{D0E4CB51-17A2-27F3-ABA5-647F4308830B}"/>
              </a:ext>
            </a:extLst>
          </p:cNvPr>
          <p:cNvSpPr/>
          <p:nvPr/>
        </p:nvSpPr>
        <p:spPr>
          <a:xfrm>
            <a:off x="8084754" y="3631572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object 225">
            <a:extLst>
              <a:ext uri="{FF2B5EF4-FFF2-40B4-BE49-F238E27FC236}">
                <a16:creationId xmlns:a16="http://schemas.microsoft.com/office/drawing/2014/main" id="{A87237E0-ABBE-E96C-A78E-CD2B3D760F24}"/>
              </a:ext>
            </a:extLst>
          </p:cNvPr>
          <p:cNvSpPr/>
          <p:nvPr/>
        </p:nvSpPr>
        <p:spPr>
          <a:xfrm>
            <a:off x="8207414" y="3672459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object 226">
            <a:extLst>
              <a:ext uri="{FF2B5EF4-FFF2-40B4-BE49-F238E27FC236}">
                <a16:creationId xmlns:a16="http://schemas.microsoft.com/office/drawing/2014/main" id="{F4A3D9F6-88CA-86B2-7C99-8F9BAA202D4B}"/>
              </a:ext>
            </a:extLst>
          </p:cNvPr>
          <p:cNvSpPr/>
          <p:nvPr/>
        </p:nvSpPr>
        <p:spPr>
          <a:xfrm>
            <a:off x="8211941" y="3607737"/>
            <a:ext cx="256031" cy="274320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object 227">
            <a:extLst>
              <a:ext uri="{FF2B5EF4-FFF2-40B4-BE49-F238E27FC236}">
                <a16:creationId xmlns:a16="http://schemas.microsoft.com/office/drawing/2014/main" id="{DAF2F477-A937-5953-C4A3-B16EC2A87EE4}"/>
              </a:ext>
            </a:extLst>
          </p:cNvPr>
          <p:cNvSpPr/>
          <p:nvPr/>
        </p:nvSpPr>
        <p:spPr>
          <a:xfrm>
            <a:off x="8257400" y="3672458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1" y="0"/>
                </a:moveTo>
                <a:lnTo>
                  <a:pt x="0" y="0"/>
                </a:lnTo>
                <a:lnTo>
                  <a:pt x="0" y="139133"/>
                </a:lnTo>
                <a:lnTo>
                  <a:pt x="122661" y="139133"/>
                </a:lnTo>
                <a:lnTo>
                  <a:pt x="122661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object 228">
            <a:extLst>
              <a:ext uri="{FF2B5EF4-FFF2-40B4-BE49-F238E27FC236}">
                <a16:creationId xmlns:a16="http://schemas.microsoft.com/office/drawing/2014/main" id="{4A7FEAE3-FD7A-3785-7876-FD20D72F6F3A}"/>
              </a:ext>
            </a:extLst>
          </p:cNvPr>
          <p:cNvSpPr/>
          <p:nvPr/>
        </p:nvSpPr>
        <p:spPr>
          <a:xfrm>
            <a:off x="8380061" y="3631572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6" y="0"/>
                </a:moveTo>
                <a:lnTo>
                  <a:pt x="0" y="40886"/>
                </a:lnTo>
                <a:lnTo>
                  <a:pt x="0" y="180019"/>
                </a:lnTo>
                <a:lnTo>
                  <a:pt x="40886" y="139132"/>
                </a:lnTo>
                <a:lnTo>
                  <a:pt x="40886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object 229">
            <a:extLst>
              <a:ext uri="{FF2B5EF4-FFF2-40B4-BE49-F238E27FC236}">
                <a16:creationId xmlns:a16="http://schemas.microsoft.com/office/drawing/2014/main" id="{7DBE8902-13DA-FA60-ADE5-2B3675B3487C}"/>
              </a:ext>
            </a:extLst>
          </p:cNvPr>
          <p:cNvSpPr/>
          <p:nvPr/>
        </p:nvSpPr>
        <p:spPr>
          <a:xfrm>
            <a:off x="8257400" y="3631572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7" y="0"/>
                </a:lnTo>
                <a:lnTo>
                  <a:pt x="0" y="40886"/>
                </a:lnTo>
                <a:lnTo>
                  <a:pt x="122661" y="40886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object 230">
            <a:extLst>
              <a:ext uri="{FF2B5EF4-FFF2-40B4-BE49-F238E27FC236}">
                <a16:creationId xmlns:a16="http://schemas.microsoft.com/office/drawing/2014/main" id="{F5106ACC-8E28-3167-75AB-A5FD83A4E346}"/>
              </a:ext>
            </a:extLst>
          </p:cNvPr>
          <p:cNvSpPr/>
          <p:nvPr/>
        </p:nvSpPr>
        <p:spPr>
          <a:xfrm>
            <a:off x="8257400" y="3631572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object 231">
            <a:extLst>
              <a:ext uri="{FF2B5EF4-FFF2-40B4-BE49-F238E27FC236}">
                <a16:creationId xmlns:a16="http://schemas.microsoft.com/office/drawing/2014/main" id="{2B95D516-AC6E-1457-C14F-AEB3F583967D}"/>
              </a:ext>
            </a:extLst>
          </p:cNvPr>
          <p:cNvSpPr/>
          <p:nvPr/>
        </p:nvSpPr>
        <p:spPr>
          <a:xfrm>
            <a:off x="8257400" y="3631572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object 232">
            <a:extLst>
              <a:ext uri="{FF2B5EF4-FFF2-40B4-BE49-F238E27FC236}">
                <a16:creationId xmlns:a16="http://schemas.microsoft.com/office/drawing/2014/main" id="{367FBB1A-7F33-165E-7A13-6829B4084857}"/>
              </a:ext>
            </a:extLst>
          </p:cNvPr>
          <p:cNvSpPr/>
          <p:nvPr/>
        </p:nvSpPr>
        <p:spPr>
          <a:xfrm>
            <a:off x="8380061" y="3672459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object 233">
            <a:extLst>
              <a:ext uri="{FF2B5EF4-FFF2-40B4-BE49-F238E27FC236}">
                <a16:creationId xmlns:a16="http://schemas.microsoft.com/office/drawing/2014/main" id="{B2E6E407-254B-DD28-265C-7B8D49C7C837}"/>
              </a:ext>
            </a:extLst>
          </p:cNvPr>
          <p:cNvSpPr/>
          <p:nvPr/>
        </p:nvSpPr>
        <p:spPr>
          <a:xfrm>
            <a:off x="8382629" y="3607737"/>
            <a:ext cx="256031" cy="274320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object 234">
            <a:extLst>
              <a:ext uri="{FF2B5EF4-FFF2-40B4-BE49-F238E27FC236}">
                <a16:creationId xmlns:a16="http://schemas.microsoft.com/office/drawing/2014/main" id="{61A85130-A7B1-8D83-0316-0059F72438A1}"/>
              </a:ext>
            </a:extLst>
          </p:cNvPr>
          <p:cNvSpPr/>
          <p:nvPr/>
        </p:nvSpPr>
        <p:spPr>
          <a:xfrm>
            <a:off x="8430047" y="3672458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0" y="0"/>
                </a:moveTo>
                <a:lnTo>
                  <a:pt x="0" y="0"/>
                </a:lnTo>
                <a:lnTo>
                  <a:pt x="0" y="139133"/>
                </a:lnTo>
                <a:lnTo>
                  <a:pt x="122660" y="139133"/>
                </a:lnTo>
                <a:lnTo>
                  <a:pt x="12266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object 235">
            <a:extLst>
              <a:ext uri="{FF2B5EF4-FFF2-40B4-BE49-F238E27FC236}">
                <a16:creationId xmlns:a16="http://schemas.microsoft.com/office/drawing/2014/main" id="{8B4F8490-F993-2305-2499-128B0A46BB51}"/>
              </a:ext>
            </a:extLst>
          </p:cNvPr>
          <p:cNvSpPr/>
          <p:nvPr/>
        </p:nvSpPr>
        <p:spPr>
          <a:xfrm>
            <a:off x="8552708" y="3631572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7" y="0"/>
                </a:moveTo>
                <a:lnTo>
                  <a:pt x="0" y="40886"/>
                </a:lnTo>
                <a:lnTo>
                  <a:pt x="0" y="180019"/>
                </a:lnTo>
                <a:lnTo>
                  <a:pt x="40887" y="139132"/>
                </a:lnTo>
                <a:lnTo>
                  <a:pt x="40887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object 236">
            <a:extLst>
              <a:ext uri="{FF2B5EF4-FFF2-40B4-BE49-F238E27FC236}">
                <a16:creationId xmlns:a16="http://schemas.microsoft.com/office/drawing/2014/main" id="{DA09C72F-C5AE-B064-8F5C-0B70C4B5D9A8}"/>
              </a:ext>
            </a:extLst>
          </p:cNvPr>
          <p:cNvSpPr/>
          <p:nvPr/>
        </p:nvSpPr>
        <p:spPr>
          <a:xfrm>
            <a:off x="8430047" y="3631572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6" y="0"/>
                </a:lnTo>
                <a:lnTo>
                  <a:pt x="0" y="40886"/>
                </a:lnTo>
                <a:lnTo>
                  <a:pt x="122660" y="40886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object 237">
            <a:extLst>
              <a:ext uri="{FF2B5EF4-FFF2-40B4-BE49-F238E27FC236}">
                <a16:creationId xmlns:a16="http://schemas.microsoft.com/office/drawing/2014/main" id="{0C3AD0B4-E146-6B2A-1EF8-2369E634EF1B}"/>
              </a:ext>
            </a:extLst>
          </p:cNvPr>
          <p:cNvSpPr/>
          <p:nvPr/>
        </p:nvSpPr>
        <p:spPr>
          <a:xfrm>
            <a:off x="8430047" y="3631572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object 238">
            <a:extLst>
              <a:ext uri="{FF2B5EF4-FFF2-40B4-BE49-F238E27FC236}">
                <a16:creationId xmlns:a16="http://schemas.microsoft.com/office/drawing/2014/main" id="{292FF3EB-0192-7F0E-8DCB-9413C784C5A6}"/>
              </a:ext>
            </a:extLst>
          </p:cNvPr>
          <p:cNvSpPr/>
          <p:nvPr/>
        </p:nvSpPr>
        <p:spPr>
          <a:xfrm>
            <a:off x="8430047" y="3631572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object 239">
            <a:extLst>
              <a:ext uri="{FF2B5EF4-FFF2-40B4-BE49-F238E27FC236}">
                <a16:creationId xmlns:a16="http://schemas.microsoft.com/office/drawing/2014/main" id="{D3F4C0CA-00CC-4CC0-67C4-E096CDDF9F9F}"/>
              </a:ext>
            </a:extLst>
          </p:cNvPr>
          <p:cNvSpPr/>
          <p:nvPr/>
        </p:nvSpPr>
        <p:spPr>
          <a:xfrm>
            <a:off x="8552709" y="3672459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object 240">
            <a:extLst>
              <a:ext uri="{FF2B5EF4-FFF2-40B4-BE49-F238E27FC236}">
                <a16:creationId xmlns:a16="http://schemas.microsoft.com/office/drawing/2014/main" id="{703FAEE5-D9C5-2D79-1C30-AA6A667A5B20}"/>
              </a:ext>
            </a:extLst>
          </p:cNvPr>
          <p:cNvSpPr/>
          <p:nvPr/>
        </p:nvSpPr>
        <p:spPr>
          <a:xfrm>
            <a:off x="8556365" y="3607737"/>
            <a:ext cx="256031" cy="274320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object 241">
            <a:extLst>
              <a:ext uri="{FF2B5EF4-FFF2-40B4-BE49-F238E27FC236}">
                <a16:creationId xmlns:a16="http://schemas.microsoft.com/office/drawing/2014/main" id="{B81B2B7C-A247-E54E-B0B0-3CEC0E823330}"/>
              </a:ext>
            </a:extLst>
          </p:cNvPr>
          <p:cNvSpPr/>
          <p:nvPr/>
        </p:nvSpPr>
        <p:spPr>
          <a:xfrm>
            <a:off x="8602694" y="3672458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1" y="0"/>
                </a:moveTo>
                <a:lnTo>
                  <a:pt x="0" y="0"/>
                </a:lnTo>
                <a:lnTo>
                  <a:pt x="0" y="139133"/>
                </a:lnTo>
                <a:lnTo>
                  <a:pt x="122661" y="139133"/>
                </a:lnTo>
                <a:lnTo>
                  <a:pt x="122661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object 242">
            <a:extLst>
              <a:ext uri="{FF2B5EF4-FFF2-40B4-BE49-F238E27FC236}">
                <a16:creationId xmlns:a16="http://schemas.microsoft.com/office/drawing/2014/main" id="{F6949221-2C92-4150-0E1D-4752D5366054}"/>
              </a:ext>
            </a:extLst>
          </p:cNvPr>
          <p:cNvSpPr/>
          <p:nvPr/>
        </p:nvSpPr>
        <p:spPr>
          <a:xfrm>
            <a:off x="8725356" y="3631572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6" y="0"/>
                </a:moveTo>
                <a:lnTo>
                  <a:pt x="0" y="40886"/>
                </a:lnTo>
                <a:lnTo>
                  <a:pt x="0" y="180019"/>
                </a:lnTo>
                <a:lnTo>
                  <a:pt x="40886" y="139132"/>
                </a:lnTo>
                <a:lnTo>
                  <a:pt x="40886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object 243">
            <a:extLst>
              <a:ext uri="{FF2B5EF4-FFF2-40B4-BE49-F238E27FC236}">
                <a16:creationId xmlns:a16="http://schemas.microsoft.com/office/drawing/2014/main" id="{573FFF00-B57B-FCEA-214B-D5837468B1CF}"/>
              </a:ext>
            </a:extLst>
          </p:cNvPr>
          <p:cNvSpPr/>
          <p:nvPr/>
        </p:nvSpPr>
        <p:spPr>
          <a:xfrm>
            <a:off x="8602694" y="3631572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7" y="0"/>
                </a:lnTo>
                <a:lnTo>
                  <a:pt x="0" y="40886"/>
                </a:lnTo>
                <a:lnTo>
                  <a:pt x="122661" y="40886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object 244">
            <a:extLst>
              <a:ext uri="{FF2B5EF4-FFF2-40B4-BE49-F238E27FC236}">
                <a16:creationId xmlns:a16="http://schemas.microsoft.com/office/drawing/2014/main" id="{C94491FE-A083-44F4-C1EF-DE8792A62CD5}"/>
              </a:ext>
            </a:extLst>
          </p:cNvPr>
          <p:cNvSpPr/>
          <p:nvPr/>
        </p:nvSpPr>
        <p:spPr>
          <a:xfrm>
            <a:off x="8602694" y="3631572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object 245">
            <a:extLst>
              <a:ext uri="{FF2B5EF4-FFF2-40B4-BE49-F238E27FC236}">
                <a16:creationId xmlns:a16="http://schemas.microsoft.com/office/drawing/2014/main" id="{36F9E23D-71EB-B557-F43E-692BF5D40D19}"/>
              </a:ext>
            </a:extLst>
          </p:cNvPr>
          <p:cNvSpPr/>
          <p:nvPr/>
        </p:nvSpPr>
        <p:spPr>
          <a:xfrm>
            <a:off x="8602694" y="3631572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object 246">
            <a:extLst>
              <a:ext uri="{FF2B5EF4-FFF2-40B4-BE49-F238E27FC236}">
                <a16:creationId xmlns:a16="http://schemas.microsoft.com/office/drawing/2014/main" id="{437974B4-3350-37E6-DA9F-373892B9C5DD}"/>
              </a:ext>
            </a:extLst>
          </p:cNvPr>
          <p:cNvSpPr/>
          <p:nvPr/>
        </p:nvSpPr>
        <p:spPr>
          <a:xfrm>
            <a:off x="8725355" y="3672459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object 247">
            <a:extLst>
              <a:ext uri="{FF2B5EF4-FFF2-40B4-BE49-F238E27FC236}">
                <a16:creationId xmlns:a16="http://schemas.microsoft.com/office/drawing/2014/main" id="{2ED49DF0-F0D9-3141-FAF8-73B344880468}"/>
              </a:ext>
            </a:extLst>
          </p:cNvPr>
          <p:cNvSpPr/>
          <p:nvPr/>
        </p:nvSpPr>
        <p:spPr>
          <a:xfrm>
            <a:off x="8730101" y="3607737"/>
            <a:ext cx="256031" cy="274320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" name="object 248">
            <a:extLst>
              <a:ext uri="{FF2B5EF4-FFF2-40B4-BE49-F238E27FC236}">
                <a16:creationId xmlns:a16="http://schemas.microsoft.com/office/drawing/2014/main" id="{1763A255-4C0A-63DE-EABE-BC0CFE3C074F}"/>
              </a:ext>
            </a:extLst>
          </p:cNvPr>
          <p:cNvSpPr/>
          <p:nvPr/>
        </p:nvSpPr>
        <p:spPr>
          <a:xfrm>
            <a:off x="8775342" y="3672458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0" y="0"/>
                </a:moveTo>
                <a:lnTo>
                  <a:pt x="0" y="0"/>
                </a:lnTo>
                <a:lnTo>
                  <a:pt x="0" y="139133"/>
                </a:lnTo>
                <a:lnTo>
                  <a:pt x="122660" y="139133"/>
                </a:lnTo>
                <a:lnTo>
                  <a:pt x="12266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" name="object 249">
            <a:extLst>
              <a:ext uri="{FF2B5EF4-FFF2-40B4-BE49-F238E27FC236}">
                <a16:creationId xmlns:a16="http://schemas.microsoft.com/office/drawing/2014/main" id="{94A9572D-EC85-F842-FD5B-E4B3AACD6057}"/>
              </a:ext>
            </a:extLst>
          </p:cNvPr>
          <p:cNvSpPr/>
          <p:nvPr/>
        </p:nvSpPr>
        <p:spPr>
          <a:xfrm>
            <a:off x="8898002" y="3631572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7" y="0"/>
                </a:moveTo>
                <a:lnTo>
                  <a:pt x="0" y="40886"/>
                </a:lnTo>
                <a:lnTo>
                  <a:pt x="0" y="180019"/>
                </a:lnTo>
                <a:lnTo>
                  <a:pt x="40887" y="139132"/>
                </a:lnTo>
                <a:lnTo>
                  <a:pt x="40887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object 250">
            <a:extLst>
              <a:ext uri="{FF2B5EF4-FFF2-40B4-BE49-F238E27FC236}">
                <a16:creationId xmlns:a16="http://schemas.microsoft.com/office/drawing/2014/main" id="{0EDB4283-799D-6F73-A275-B858FFCDDBA2}"/>
              </a:ext>
            </a:extLst>
          </p:cNvPr>
          <p:cNvSpPr/>
          <p:nvPr/>
        </p:nvSpPr>
        <p:spPr>
          <a:xfrm>
            <a:off x="8775342" y="3631572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6" y="0"/>
                </a:lnTo>
                <a:lnTo>
                  <a:pt x="0" y="40886"/>
                </a:lnTo>
                <a:lnTo>
                  <a:pt x="122660" y="40886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" name="object 251">
            <a:extLst>
              <a:ext uri="{FF2B5EF4-FFF2-40B4-BE49-F238E27FC236}">
                <a16:creationId xmlns:a16="http://schemas.microsoft.com/office/drawing/2014/main" id="{E9569352-1961-08B6-0612-AE77DFBA663B}"/>
              </a:ext>
            </a:extLst>
          </p:cNvPr>
          <p:cNvSpPr/>
          <p:nvPr/>
        </p:nvSpPr>
        <p:spPr>
          <a:xfrm>
            <a:off x="8775342" y="3631572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object 252">
            <a:extLst>
              <a:ext uri="{FF2B5EF4-FFF2-40B4-BE49-F238E27FC236}">
                <a16:creationId xmlns:a16="http://schemas.microsoft.com/office/drawing/2014/main" id="{EBBD3F93-35A8-33F1-0221-E8744CD740E0}"/>
              </a:ext>
            </a:extLst>
          </p:cNvPr>
          <p:cNvSpPr/>
          <p:nvPr/>
        </p:nvSpPr>
        <p:spPr>
          <a:xfrm>
            <a:off x="8775342" y="3631572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" name="object 253">
            <a:extLst>
              <a:ext uri="{FF2B5EF4-FFF2-40B4-BE49-F238E27FC236}">
                <a16:creationId xmlns:a16="http://schemas.microsoft.com/office/drawing/2014/main" id="{651F4A58-B578-0673-800D-88B8814BB145}"/>
              </a:ext>
            </a:extLst>
          </p:cNvPr>
          <p:cNvSpPr/>
          <p:nvPr/>
        </p:nvSpPr>
        <p:spPr>
          <a:xfrm>
            <a:off x="8898003" y="3672459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object 254">
            <a:extLst>
              <a:ext uri="{FF2B5EF4-FFF2-40B4-BE49-F238E27FC236}">
                <a16:creationId xmlns:a16="http://schemas.microsoft.com/office/drawing/2014/main" id="{247246D0-3FD7-A7F0-6DEF-A259A7D98D0B}"/>
              </a:ext>
            </a:extLst>
          </p:cNvPr>
          <p:cNvSpPr/>
          <p:nvPr/>
        </p:nvSpPr>
        <p:spPr>
          <a:xfrm>
            <a:off x="8900789" y="3607737"/>
            <a:ext cx="256031" cy="274320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" name="object 255">
            <a:extLst>
              <a:ext uri="{FF2B5EF4-FFF2-40B4-BE49-F238E27FC236}">
                <a16:creationId xmlns:a16="http://schemas.microsoft.com/office/drawing/2014/main" id="{76E903E7-4A0F-18A1-17AF-E1E8FE6788B7}"/>
              </a:ext>
            </a:extLst>
          </p:cNvPr>
          <p:cNvSpPr/>
          <p:nvPr/>
        </p:nvSpPr>
        <p:spPr>
          <a:xfrm>
            <a:off x="8947989" y="3672458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0" y="0"/>
                </a:moveTo>
                <a:lnTo>
                  <a:pt x="0" y="0"/>
                </a:lnTo>
                <a:lnTo>
                  <a:pt x="0" y="139133"/>
                </a:lnTo>
                <a:lnTo>
                  <a:pt x="122660" y="139133"/>
                </a:lnTo>
                <a:lnTo>
                  <a:pt x="12266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object 256">
            <a:extLst>
              <a:ext uri="{FF2B5EF4-FFF2-40B4-BE49-F238E27FC236}">
                <a16:creationId xmlns:a16="http://schemas.microsoft.com/office/drawing/2014/main" id="{819FC133-16BC-D87E-600C-CC998AAC81C5}"/>
              </a:ext>
            </a:extLst>
          </p:cNvPr>
          <p:cNvSpPr/>
          <p:nvPr/>
        </p:nvSpPr>
        <p:spPr>
          <a:xfrm>
            <a:off x="9070649" y="3631572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7" y="0"/>
                </a:moveTo>
                <a:lnTo>
                  <a:pt x="0" y="40886"/>
                </a:lnTo>
                <a:lnTo>
                  <a:pt x="0" y="180019"/>
                </a:lnTo>
                <a:lnTo>
                  <a:pt x="40887" y="139132"/>
                </a:lnTo>
                <a:lnTo>
                  <a:pt x="40887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" name="object 257">
            <a:extLst>
              <a:ext uri="{FF2B5EF4-FFF2-40B4-BE49-F238E27FC236}">
                <a16:creationId xmlns:a16="http://schemas.microsoft.com/office/drawing/2014/main" id="{696CADEB-5920-1DFE-C6EF-74BF7BA39CC1}"/>
              </a:ext>
            </a:extLst>
          </p:cNvPr>
          <p:cNvSpPr/>
          <p:nvPr/>
        </p:nvSpPr>
        <p:spPr>
          <a:xfrm>
            <a:off x="8947989" y="3631572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6" y="0"/>
                </a:lnTo>
                <a:lnTo>
                  <a:pt x="0" y="40886"/>
                </a:lnTo>
                <a:lnTo>
                  <a:pt x="122660" y="40886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" name="object 258">
            <a:extLst>
              <a:ext uri="{FF2B5EF4-FFF2-40B4-BE49-F238E27FC236}">
                <a16:creationId xmlns:a16="http://schemas.microsoft.com/office/drawing/2014/main" id="{EAFB0108-6F1E-E075-E729-59E421CFC957}"/>
              </a:ext>
            </a:extLst>
          </p:cNvPr>
          <p:cNvSpPr/>
          <p:nvPr/>
        </p:nvSpPr>
        <p:spPr>
          <a:xfrm>
            <a:off x="8947989" y="3631572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" name="object 259">
            <a:extLst>
              <a:ext uri="{FF2B5EF4-FFF2-40B4-BE49-F238E27FC236}">
                <a16:creationId xmlns:a16="http://schemas.microsoft.com/office/drawing/2014/main" id="{FE67E2F9-6EC3-F55F-3F3F-B2D60ECE8DAB}"/>
              </a:ext>
            </a:extLst>
          </p:cNvPr>
          <p:cNvSpPr/>
          <p:nvPr/>
        </p:nvSpPr>
        <p:spPr>
          <a:xfrm>
            <a:off x="8947989" y="3631572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" name="object 260">
            <a:extLst>
              <a:ext uri="{FF2B5EF4-FFF2-40B4-BE49-F238E27FC236}">
                <a16:creationId xmlns:a16="http://schemas.microsoft.com/office/drawing/2014/main" id="{E0F25A1B-43F6-E0A6-5976-F63F51063ADC}"/>
              </a:ext>
            </a:extLst>
          </p:cNvPr>
          <p:cNvSpPr/>
          <p:nvPr/>
        </p:nvSpPr>
        <p:spPr>
          <a:xfrm>
            <a:off x="9070650" y="3672459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" name="object 261">
            <a:extLst>
              <a:ext uri="{FF2B5EF4-FFF2-40B4-BE49-F238E27FC236}">
                <a16:creationId xmlns:a16="http://schemas.microsoft.com/office/drawing/2014/main" id="{70FEA70C-0863-6949-6AAC-904A502AE722}"/>
              </a:ext>
            </a:extLst>
          </p:cNvPr>
          <p:cNvSpPr/>
          <p:nvPr/>
        </p:nvSpPr>
        <p:spPr>
          <a:xfrm>
            <a:off x="9074526" y="3607737"/>
            <a:ext cx="256031" cy="274320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" name="object 262">
            <a:extLst>
              <a:ext uri="{FF2B5EF4-FFF2-40B4-BE49-F238E27FC236}">
                <a16:creationId xmlns:a16="http://schemas.microsoft.com/office/drawing/2014/main" id="{CF3561A9-5AD0-0D72-4707-B596EE281C4D}"/>
              </a:ext>
            </a:extLst>
          </p:cNvPr>
          <p:cNvSpPr/>
          <p:nvPr/>
        </p:nvSpPr>
        <p:spPr>
          <a:xfrm>
            <a:off x="9120635" y="3672458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0" y="0"/>
                </a:moveTo>
                <a:lnTo>
                  <a:pt x="0" y="0"/>
                </a:lnTo>
                <a:lnTo>
                  <a:pt x="0" y="139133"/>
                </a:lnTo>
                <a:lnTo>
                  <a:pt x="122660" y="139133"/>
                </a:lnTo>
                <a:lnTo>
                  <a:pt x="12266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" name="object 263">
            <a:extLst>
              <a:ext uri="{FF2B5EF4-FFF2-40B4-BE49-F238E27FC236}">
                <a16:creationId xmlns:a16="http://schemas.microsoft.com/office/drawing/2014/main" id="{2B544478-C906-FEA1-63CE-C0DBD134E156}"/>
              </a:ext>
            </a:extLst>
          </p:cNvPr>
          <p:cNvSpPr/>
          <p:nvPr/>
        </p:nvSpPr>
        <p:spPr>
          <a:xfrm>
            <a:off x="9243296" y="3631572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7" y="0"/>
                </a:moveTo>
                <a:lnTo>
                  <a:pt x="0" y="40886"/>
                </a:lnTo>
                <a:lnTo>
                  <a:pt x="0" y="180019"/>
                </a:lnTo>
                <a:lnTo>
                  <a:pt x="40887" y="139132"/>
                </a:lnTo>
                <a:lnTo>
                  <a:pt x="40887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" name="object 264">
            <a:extLst>
              <a:ext uri="{FF2B5EF4-FFF2-40B4-BE49-F238E27FC236}">
                <a16:creationId xmlns:a16="http://schemas.microsoft.com/office/drawing/2014/main" id="{B8AF16F6-CBB9-D0DF-EFAB-0A9726397AB9}"/>
              </a:ext>
            </a:extLst>
          </p:cNvPr>
          <p:cNvSpPr/>
          <p:nvPr/>
        </p:nvSpPr>
        <p:spPr>
          <a:xfrm>
            <a:off x="9120635" y="3631572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6" y="0"/>
                </a:lnTo>
                <a:lnTo>
                  <a:pt x="0" y="40886"/>
                </a:lnTo>
                <a:lnTo>
                  <a:pt x="122660" y="40886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" name="object 265">
            <a:extLst>
              <a:ext uri="{FF2B5EF4-FFF2-40B4-BE49-F238E27FC236}">
                <a16:creationId xmlns:a16="http://schemas.microsoft.com/office/drawing/2014/main" id="{BDF424BF-30FF-F149-5DB1-1BF7D1527149}"/>
              </a:ext>
            </a:extLst>
          </p:cNvPr>
          <p:cNvSpPr/>
          <p:nvPr/>
        </p:nvSpPr>
        <p:spPr>
          <a:xfrm>
            <a:off x="9120635" y="3631572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" name="object 266">
            <a:extLst>
              <a:ext uri="{FF2B5EF4-FFF2-40B4-BE49-F238E27FC236}">
                <a16:creationId xmlns:a16="http://schemas.microsoft.com/office/drawing/2014/main" id="{95829C60-F816-4F52-0121-257D7CF99383}"/>
              </a:ext>
            </a:extLst>
          </p:cNvPr>
          <p:cNvSpPr/>
          <p:nvPr/>
        </p:nvSpPr>
        <p:spPr>
          <a:xfrm>
            <a:off x="9120635" y="3631572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" name="object 267">
            <a:extLst>
              <a:ext uri="{FF2B5EF4-FFF2-40B4-BE49-F238E27FC236}">
                <a16:creationId xmlns:a16="http://schemas.microsoft.com/office/drawing/2014/main" id="{49083EAA-FF8A-8442-EC36-8B87135E47B6}"/>
              </a:ext>
            </a:extLst>
          </p:cNvPr>
          <p:cNvSpPr/>
          <p:nvPr/>
        </p:nvSpPr>
        <p:spPr>
          <a:xfrm>
            <a:off x="9243296" y="3672459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" name="object 268">
            <a:extLst>
              <a:ext uri="{FF2B5EF4-FFF2-40B4-BE49-F238E27FC236}">
                <a16:creationId xmlns:a16="http://schemas.microsoft.com/office/drawing/2014/main" id="{8FADB204-691C-676B-498A-45FD0F1406BF}"/>
              </a:ext>
            </a:extLst>
          </p:cNvPr>
          <p:cNvSpPr/>
          <p:nvPr/>
        </p:nvSpPr>
        <p:spPr>
          <a:xfrm>
            <a:off x="9248262" y="3607737"/>
            <a:ext cx="256031" cy="274320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" name="object 269">
            <a:extLst>
              <a:ext uri="{FF2B5EF4-FFF2-40B4-BE49-F238E27FC236}">
                <a16:creationId xmlns:a16="http://schemas.microsoft.com/office/drawing/2014/main" id="{82CE0EB8-E76B-E8BD-27A2-3A71A6FD6EBC}"/>
              </a:ext>
            </a:extLst>
          </p:cNvPr>
          <p:cNvSpPr/>
          <p:nvPr/>
        </p:nvSpPr>
        <p:spPr>
          <a:xfrm>
            <a:off x="9293283" y="3672458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0" y="0"/>
                </a:moveTo>
                <a:lnTo>
                  <a:pt x="0" y="0"/>
                </a:lnTo>
                <a:lnTo>
                  <a:pt x="0" y="139133"/>
                </a:lnTo>
                <a:lnTo>
                  <a:pt x="122660" y="139133"/>
                </a:lnTo>
                <a:lnTo>
                  <a:pt x="12266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" name="object 270">
            <a:extLst>
              <a:ext uri="{FF2B5EF4-FFF2-40B4-BE49-F238E27FC236}">
                <a16:creationId xmlns:a16="http://schemas.microsoft.com/office/drawing/2014/main" id="{6F66BADE-D02F-BF05-171F-417B30D8DF28}"/>
              </a:ext>
            </a:extLst>
          </p:cNvPr>
          <p:cNvSpPr/>
          <p:nvPr/>
        </p:nvSpPr>
        <p:spPr>
          <a:xfrm>
            <a:off x="9415944" y="3631572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7" y="0"/>
                </a:moveTo>
                <a:lnTo>
                  <a:pt x="0" y="40886"/>
                </a:lnTo>
                <a:lnTo>
                  <a:pt x="0" y="180019"/>
                </a:lnTo>
                <a:lnTo>
                  <a:pt x="40887" y="139132"/>
                </a:lnTo>
                <a:lnTo>
                  <a:pt x="40887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" name="object 271">
            <a:extLst>
              <a:ext uri="{FF2B5EF4-FFF2-40B4-BE49-F238E27FC236}">
                <a16:creationId xmlns:a16="http://schemas.microsoft.com/office/drawing/2014/main" id="{20428233-9192-A1F0-A53F-D9E32C284D2F}"/>
              </a:ext>
            </a:extLst>
          </p:cNvPr>
          <p:cNvSpPr/>
          <p:nvPr/>
        </p:nvSpPr>
        <p:spPr>
          <a:xfrm>
            <a:off x="9293283" y="3631572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6" y="0"/>
                </a:lnTo>
                <a:lnTo>
                  <a:pt x="0" y="40886"/>
                </a:lnTo>
                <a:lnTo>
                  <a:pt x="122660" y="40886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" name="object 272">
            <a:extLst>
              <a:ext uri="{FF2B5EF4-FFF2-40B4-BE49-F238E27FC236}">
                <a16:creationId xmlns:a16="http://schemas.microsoft.com/office/drawing/2014/main" id="{CA4F7ACE-3EEA-02F9-337C-B618504A89EB}"/>
              </a:ext>
            </a:extLst>
          </p:cNvPr>
          <p:cNvSpPr/>
          <p:nvPr/>
        </p:nvSpPr>
        <p:spPr>
          <a:xfrm>
            <a:off x="9293283" y="3631572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" name="object 273">
            <a:extLst>
              <a:ext uri="{FF2B5EF4-FFF2-40B4-BE49-F238E27FC236}">
                <a16:creationId xmlns:a16="http://schemas.microsoft.com/office/drawing/2014/main" id="{CED9E161-8739-E228-5C62-52D163D41D25}"/>
              </a:ext>
            </a:extLst>
          </p:cNvPr>
          <p:cNvSpPr/>
          <p:nvPr/>
        </p:nvSpPr>
        <p:spPr>
          <a:xfrm>
            <a:off x="9293283" y="3631572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" name="object 274">
            <a:extLst>
              <a:ext uri="{FF2B5EF4-FFF2-40B4-BE49-F238E27FC236}">
                <a16:creationId xmlns:a16="http://schemas.microsoft.com/office/drawing/2014/main" id="{B6C5455B-C336-E536-D4E8-63B206666617}"/>
              </a:ext>
            </a:extLst>
          </p:cNvPr>
          <p:cNvSpPr/>
          <p:nvPr/>
        </p:nvSpPr>
        <p:spPr>
          <a:xfrm>
            <a:off x="9415944" y="3672459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" name="object 275">
            <a:extLst>
              <a:ext uri="{FF2B5EF4-FFF2-40B4-BE49-F238E27FC236}">
                <a16:creationId xmlns:a16="http://schemas.microsoft.com/office/drawing/2014/main" id="{C0990A0D-BEB5-3ED1-0285-BE4B6FEB310C}"/>
              </a:ext>
            </a:extLst>
          </p:cNvPr>
          <p:cNvSpPr/>
          <p:nvPr/>
        </p:nvSpPr>
        <p:spPr>
          <a:xfrm>
            <a:off x="9418950" y="3607737"/>
            <a:ext cx="256031" cy="274320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" name="object 276">
            <a:extLst>
              <a:ext uri="{FF2B5EF4-FFF2-40B4-BE49-F238E27FC236}">
                <a16:creationId xmlns:a16="http://schemas.microsoft.com/office/drawing/2014/main" id="{BEB32A38-22AB-DD8C-6B8F-59CFFDA7B0D2}"/>
              </a:ext>
            </a:extLst>
          </p:cNvPr>
          <p:cNvSpPr/>
          <p:nvPr/>
        </p:nvSpPr>
        <p:spPr>
          <a:xfrm>
            <a:off x="9465929" y="3672458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0" y="0"/>
                </a:moveTo>
                <a:lnTo>
                  <a:pt x="0" y="0"/>
                </a:lnTo>
                <a:lnTo>
                  <a:pt x="0" y="139133"/>
                </a:lnTo>
                <a:lnTo>
                  <a:pt x="122660" y="139133"/>
                </a:lnTo>
                <a:lnTo>
                  <a:pt x="12266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" name="object 277">
            <a:extLst>
              <a:ext uri="{FF2B5EF4-FFF2-40B4-BE49-F238E27FC236}">
                <a16:creationId xmlns:a16="http://schemas.microsoft.com/office/drawing/2014/main" id="{4E7810E0-7C38-F00F-A3B6-B6E9A9CAF362}"/>
              </a:ext>
            </a:extLst>
          </p:cNvPr>
          <p:cNvSpPr/>
          <p:nvPr/>
        </p:nvSpPr>
        <p:spPr>
          <a:xfrm>
            <a:off x="9588590" y="3631572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7" y="0"/>
                </a:moveTo>
                <a:lnTo>
                  <a:pt x="0" y="40886"/>
                </a:lnTo>
                <a:lnTo>
                  <a:pt x="0" y="180019"/>
                </a:lnTo>
                <a:lnTo>
                  <a:pt x="40887" y="139132"/>
                </a:lnTo>
                <a:lnTo>
                  <a:pt x="40887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" name="object 278">
            <a:extLst>
              <a:ext uri="{FF2B5EF4-FFF2-40B4-BE49-F238E27FC236}">
                <a16:creationId xmlns:a16="http://schemas.microsoft.com/office/drawing/2014/main" id="{FAA3887C-230D-61C9-EFDB-BE722A864561}"/>
              </a:ext>
            </a:extLst>
          </p:cNvPr>
          <p:cNvSpPr/>
          <p:nvPr/>
        </p:nvSpPr>
        <p:spPr>
          <a:xfrm>
            <a:off x="9465929" y="3631572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6" y="0"/>
                </a:lnTo>
                <a:lnTo>
                  <a:pt x="0" y="40886"/>
                </a:lnTo>
                <a:lnTo>
                  <a:pt x="122660" y="40886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3" name="object 279">
            <a:extLst>
              <a:ext uri="{FF2B5EF4-FFF2-40B4-BE49-F238E27FC236}">
                <a16:creationId xmlns:a16="http://schemas.microsoft.com/office/drawing/2014/main" id="{6B32C5BB-B00F-3320-8217-1CAD919CB398}"/>
              </a:ext>
            </a:extLst>
          </p:cNvPr>
          <p:cNvSpPr/>
          <p:nvPr/>
        </p:nvSpPr>
        <p:spPr>
          <a:xfrm>
            <a:off x="9465929" y="3631572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" name="object 280">
            <a:extLst>
              <a:ext uri="{FF2B5EF4-FFF2-40B4-BE49-F238E27FC236}">
                <a16:creationId xmlns:a16="http://schemas.microsoft.com/office/drawing/2014/main" id="{A542873F-5431-B8AA-E253-89B34E85F3C3}"/>
              </a:ext>
            </a:extLst>
          </p:cNvPr>
          <p:cNvSpPr/>
          <p:nvPr/>
        </p:nvSpPr>
        <p:spPr>
          <a:xfrm>
            <a:off x="9465929" y="3631572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5" name="object 281">
            <a:extLst>
              <a:ext uri="{FF2B5EF4-FFF2-40B4-BE49-F238E27FC236}">
                <a16:creationId xmlns:a16="http://schemas.microsoft.com/office/drawing/2014/main" id="{4A33EBAE-89DB-D3FD-1267-DB077AAA71DC}"/>
              </a:ext>
            </a:extLst>
          </p:cNvPr>
          <p:cNvSpPr/>
          <p:nvPr/>
        </p:nvSpPr>
        <p:spPr>
          <a:xfrm>
            <a:off x="9588591" y="3672459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6" name="object 282">
            <a:extLst>
              <a:ext uri="{FF2B5EF4-FFF2-40B4-BE49-F238E27FC236}">
                <a16:creationId xmlns:a16="http://schemas.microsoft.com/office/drawing/2014/main" id="{ED1D1B6D-9EB0-4C7D-2761-3054881C7B33}"/>
              </a:ext>
            </a:extLst>
          </p:cNvPr>
          <p:cNvSpPr/>
          <p:nvPr/>
        </p:nvSpPr>
        <p:spPr>
          <a:xfrm>
            <a:off x="9592686" y="3607737"/>
            <a:ext cx="256031" cy="274320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7" name="object 283">
            <a:extLst>
              <a:ext uri="{FF2B5EF4-FFF2-40B4-BE49-F238E27FC236}">
                <a16:creationId xmlns:a16="http://schemas.microsoft.com/office/drawing/2014/main" id="{D2781CF4-D418-2969-9326-AA4E0B63AC87}"/>
              </a:ext>
            </a:extLst>
          </p:cNvPr>
          <p:cNvSpPr/>
          <p:nvPr/>
        </p:nvSpPr>
        <p:spPr>
          <a:xfrm>
            <a:off x="9638577" y="3672458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0" y="0"/>
                </a:moveTo>
                <a:lnTo>
                  <a:pt x="0" y="0"/>
                </a:lnTo>
                <a:lnTo>
                  <a:pt x="0" y="139133"/>
                </a:lnTo>
                <a:lnTo>
                  <a:pt x="122660" y="139133"/>
                </a:lnTo>
                <a:lnTo>
                  <a:pt x="12266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8" name="object 284">
            <a:extLst>
              <a:ext uri="{FF2B5EF4-FFF2-40B4-BE49-F238E27FC236}">
                <a16:creationId xmlns:a16="http://schemas.microsoft.com/office/drawing/2014/main" id="{71D4BC1E-A1CF-FA44-08F6-456908799059}"/>
              </a:ext>
            </a:extLst>
          </p:cNvPr>
          <p:cNvSpPr/>
          <p:nvPr/>
        </p:nvSpPr>
        <p:spPr>
          <a:xfrm>
            <a:off x="9761237" y="3631572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7" y="0"/>
                </a:moveTo>
                <a:lnTo>
                  <a:pt x="0" y="40886"/>
                </a:lnTo>
                <a:lnTo>
                  <a:pt x="0" y="180019"/>
                </a:lnTo>
                <a:lnTo>
                  <a:pt x="40887" y="139132"/>
                </a:lnTo>
                <a:lnTo>
                  <a:pt x="40887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9" name="object 285">
            <a:extLst>
              <a:ext uri="{FF2B5EF4-FFF2-40B4-BE49-F238E27FC236}">
                <a16:creationId xmlns:a16="http://schemas.microsoft.com/office/drawing/2014/main" id="{C6D82F6F-DD6A-C025-3115-110EBE037499}"/>
              </a:ext>
            </a:extLst>
          </p:cNvPr>
          <p:cNvSpPr/>
          <p:nvPr/>
        </p:nvSpPr>
        <p:spPr>
          <a:xfrm>
            <a:off x="9638577" y="3631572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6" y="0"/>
                </a:lnTo>
                <a:lnTo>
                  <a:pt x="0" y="40886"/>
                </a:lnTo>
                <a:lnTo>
                  <a:pt x="122660" y="40886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0" name="object 286">
            <a:extLst>
              <a:ext uri="{FF2B5EF4-FFF2-40B4-BE49-F238E27FC236}">
                <a16:creationId xmlns:a16="http://schemas.microsoft.com/office/drawing/2014/main" id="{E2051B4D-CAE2-2748-D317-BD05ED967960}"/>
              </a:ext>
            </a:extLst>
          </p:cNvPr>
          <p:cNvSpPr/>
          <p:nvPr/>
        </p:nvSpPr>
        <p:spPr>
          <a:xfrm>
            <a:off x="9638577" y="3631572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1" name="object 287">
            <a:extLst>
              <a:ext uri="{FF2B5EF4-FFF2-40B4-BE49-F238E27FC236}">
                <a16:creationId xmlns:a16="http://schemas.microsoft.com/office/drawing/2014/main" id="{997CC422-E192-9FF1-132B-07518E1751A5}"/>
              </a:ext>
            </a:extLst>
          </p:cNvPr>
          <p:cNvSpPr/>
          <p:nvPr/>
        </p:nvSpPr>
        <p:spPr>
          <a:xfrm>
            <a:off x="9638577" y="3631572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2" name="object 288">
            <a:extLst>
              <a:ext uri="{FF2B5EF4-FFF2-40B4-BE49-F238E27FC236}">
                <a16:creationId xmlns:a16="http://schemas.microsoft.com/office/drawing/2014/main" id="{306EAB85-BE27-05FC-9AB4-AD78DE09E4F0}"/>
              </a:ext>
            </a:extLst>
          </p:cNvPr>
          <p:cNvSpPr/>
          <p:nvPr/>
        </p:nvSpPr>
        <p:spPr>
          <a:xfrm>
            <a:off x="9761238" y="3672459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3" name="object 289">
            <a:extLst>
              <a:ext uri="{FF2B5EF4-FFF2-40B4-BE49-F238E27FC236}">
                <a16:creationId xmlns:a16="http://schemas.microsoft.com/office/drawing/2014/main" id="{7B29CB56-1393-2EC8-6EA9-CFF55FA07D11}"/>
              </a:ext>
            </a:extLst>
          </p:cNvPr>
          <p:cNvSpPr/>
          <p:nvPr/>
        </p:nvSpPr>
        <p:spPr>
          <a:xfrm>
            <a:off x="9766422" y="3607737"/>
            <a:ext cx="256031" cy="274320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4" name="object 290">
            <a:extLst>
              <a:ext uri="{FF2B5EF4-FFF2-40B4-BE49-F238E27FC236}">
                <a16:creationId xmlns:a16="http://schemas.microsoft.com/office/drawing/2014/main" id="{A0485F29-4265-71FF-3CD1-6B40B26C90BC}"/>
              </a:ext>
            </a:extLst>
          </p:cNvPr>
          <p:cNvSpPr/>
          <p:nvPr/>
        </p:nvSpPr>
        <p:spPr>
          <a:xfrm>
            <a:off x="9811223" y="3631572"/>
            <a:ext cx="163548" cy="180019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5" name="object 291">
            <a:extLst>
              <a:ext uri="{FF2B5EF4-FFF2-40B4-BE49-F238E27FC236}">
                <a16:creationId xmlns:a16="http://schemas.microsoft.com/office/drawing/2014/main" id="{19E8B709-BC0C-CEDA-7B5D-11DBF5CCC6C4}"/>
              </a:ext>
            </a:extLst>
          </p:cNvPr>
          <p:cNvSpPr/>
          <p:nvPr/>
        </p:nvSpPr>
        <p:spPr>
          <a:xfrm>
            <a:off x="9811224" y="3631572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6" name="object 292">
            <a:extLst>
              <a:ext uri="{FF2B5EF4-FFF2-40B4-BE49-F238E27FC236}">
                <a16:creationId xmlns:a16="http://schemas.microsoft.com/office/drawing/2014/main" id="{AEC3B198-B669-C2D6-48BA-1A25C9D894D5}"/>
              </a:ext>
            </a:extLst>
          </p:cNvPr>
          <p:cNvSpPr/>
          <p:nvPr/>
        </p:nvSpPr>
        <p:spPr>
          <a:xfrm>
            <a:off x="9811224" y="3631572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7" name="object 293">
            <a:extLst>
              <a:ext uri="{FF2B5EF4-FFF2-40B4-BE49-F238E27FC236}">
                <a16:creationId xmlns:a16="http://schemas.microsoft.com/office/drawing/2014/main" id="{CA4B6C27-933E-9FAD-7E9C-18BA04D1AD48}"/>
              </a:ext>
            </a:extLst>
          </p:cNvPr>
          <p:cNvSpPr/>
          <p:nvPr/>
        </p:nvSpPr>
        <p:spPr>
          <a:xfrm>
            <a:off x="9933884" y="3672459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8" name="object 294">
            <a:extLst>
              <a:ext uri="{FF2B5EF4-FFF2-40B4-BE49-F238E27FC236}">
                <a16:creationId xmlns:a16="http://schemas.microsoft.com/office/drawing/2014/main" id="{B1050904-F484-1C03-4288-0F064EF77F3C}"/>
              </a:ext>
            </a:extLst>
          </p:cNvPr>
          <p:cNvSpPr/>
          <p:nvPr/>
        </p:nvSpPr>
        <p:spPr>
          <a:xfrm>
            <a:off x="9937110" y="3607737"/>
            <a:ext cx="256031" cy="274320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9" name="object 295">
            <a:extLst>
              <a:ext uri="{FF2B5EF4-FFF2-40B4-BE49-F238E27FC236}">
                <a16:creationId xmlns:a16="http://schemas.microsoft.com/office/drawing/2014/main" id="{F5FA6845-221D-6A38-F03C-BA69089C889F}"/>
              </a:ext>
            </a:extLst>
          </p:cNvPr>
          <p:cNvSpPr/>
          <p:nvPr/>
        </p:nvSpPr>
        <p:spPr>
          <a:xfrm>
            <a:off x="9983871" y="3672458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0" y="0"/>
                </a:moveTo>
                <a:lnTo>
                  <a:pt x="0" y="0"/>
                </a:lnTo>
                <a:lnTo>
                  <a:pt x="0" y="139133"/>
                </a:lnTo>
                <a:lnTo>
                  <a:pt x="122660" y="139133"/>
                </a:lnTo>
                <a:lnTo>
                  <a:pt x="12266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0" name="object 296">
            <a:extLst>
              <a:ext uri="{FF2B5EF4-FFF2-40B4-BE49-F238E27FC236}">
                <a16:creationId xmlns:a16="http://schemas.microsoft.com/office/drawing/2014/main" id="{E00C08AB-C04A-40F3-09DB-8C74E3D7EC58}"/>
              </a:ext>
            </a:extLst>
          </p:cNvPr>
          <p:cNvSpPr/>
          <p:nvPr/>
        </p:nvSpPr>
        <p:spPr>
          <a:xfrm>
            <a:off x="10106531" y="3631572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6" y="0"/>
                </a:moveTo>
                <a:lnTo>
                  <a:pt x="0" y="40886"/>
                </a:lnTo>
                <a:lnTo>
                  <a:pt x="0" y="180019"/>
                </a:lnTo>
                <a:lnTo>
                  <a:pt x="40886" y="139132"/>
                </a:lnTo>
                <a:lnTo>
                  <a:pt x="40886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1" name="object 297">
            <a:extLst>
              <a:ext uri="{FF2B5EF4-FFF2-40B4-BE49-F238E27FC236}">
                <a16:creationId xmlns:a16="http://schemas.microsoft.com/office/drawing/2014/main" id="{034ECF9B-F0C9-FC78-0C30-2B7807C49FA6}"/>
              </a:ext>
            </a:extLst>
          </p:cNvPr>
          <p:cNvSpPr/>
          <p:nvPr/>
        </p:nvSpPr>
        <p:spPr>
          <a:xfrm>
            <a:off x="9983871" y="3631572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6" y="0"/>
                </a:moveTo>
                <a:lnTo>
                  <a:pt x="40886" y="0"/>
                </a:lnTo>
                <a:lnTo>
                  <a:pt x="0" y="40886"/>
                </a:lnTo>
                <a:lnTo>
                  <a:pt x="122660" y="40886"/>
                </a:lnTo>
                <a:lnTo>
                  <a:pt x="163546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2" name="object 298">
            <a:extLst>
              <a:ext uri="{FF2B5EF4-FFF2-40B4-BE49-F238E27FC236}">
                <a16:creationId xmlns:a16="http://schemas.microsoft.com/office/drawing/2014/main" id="{8A4753D8-8507-4DFB-E6B0-73EC4772D983}"/>
              </a:ext>
            </a:extLst>
          </p:cNvPr>
          <p:cNvSpPr/>
          <p:nvPr/>
        </p:nvSpPr>
        <p:spPr>
          <a:xfrm>
            <a:off x="9983871" y="3631572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3" name="object 299">
            <a:extLst>
              <a:ext uri="{FF2B5EF4-FFF2-40B4-BE49-F238E27FC236}">
                <a16:creationId xmlns:a16="http://schemas.microsoft.com/office/drawing/2014/main" id="{C1BDD41A-1F7F-BD79-09F7-7F20098BABE0}"/>
              </a:ext>
            </a:extLst>
          </p:cNvPr>
          <p:cNvSpPr/>
          <p:nvPr/>
        </p:nvSpPr>
        <p:spPr>
          <a:xfrm>
            <a:off x="9983871" y="3631572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4" name="object 300">
            <a:extLst>
              <a:ext uri="{FF2B5EF4-FFF2-40B4-BE49-F238E27FC236}">
                <a16:creationId xmlns:a16="http://schemas.microsoft.com/office/drawing/2014/main" id="{66D04F7B-F512-2BFB-C602-7F65FB686C30}"/>
              </a:ext>
            </a:extLst>
          </p:cNvPr>
          <p:cNvSpPr/>
          <p:nvPr/>
        </p:nvSpPr>
        <p:spPr>
          <a:xfrm>
            <a:off x="10106532" y="3672459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5" name="object 301">
            <a:extLst>
              <a:ext uri="{FF2B5EF4-FFF2-40B4-BE49-F238E27FC236}">
                <a16:creationId xmlns:a16="http://schemas.microsoft.com/office/drawing/2014/main" id="{2EBEAE02-1545-09DE-A1E8-1DB0851D360F}"/>
              </a:ext>
            </a:extLst>
          </p:cNvPr>
          <p:cNvSpPr/>
          <p:nvPr/>
        </p:nvSpPr>
        <p:spPr>
          <a:xfrm>
            <a:off x="10110846" y="3607737"/>
            <a:ext cx="256031" cy="274320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6" name="object 302">
            <a:extLst>
              <a:ext uri="{FF2B5EF4-FFF2-40B4-BE49-F238E27FC236}">
                <a16:creationId xmlns:a16="http://schemas.microsoft.com/office/drawing/2014/main" id="{DB53D2EC-A808-764C-8FBD-2748514115D0}"/>
              </a:ext>
            </a:extLst>
          </p:cNvPr>
          <p:cNvSpPr/>
          <p:nvPr/>
        </p:nvSpPr>
        <p:spPr>
          <a:xfrm>
            <a:off x="10156517" y="3672458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0" y="0"/>
                </a:moveTo>
                <a:lnTo>
                  <a:pt x="0" y="0"/>
                </a:lnTo>
                <a:lnTo>
                  <a:pt x="0" y="139133"/>
                </a:lnTo>
                <a:lnTo>
                  <a:pt x="122660" y="139133"/>
                </a:lnTo>
                <a:lnTo>
                  <a:pt x="12266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7" name="object 303">
            <a:extLst>
              <a:ext uri="{FF2B5EF4-FFF2-40B4-BE49-F238E27FC236}">
                <a16:creationId xmlns:a16="http://schemas.microsoft.com/office/drawing/2014/main" id="{62D45692-12C4-E7C1-2A54-9EB3D63E8645}"/>
              </a:ext>
            </a:extLst>
          </p:cNvPr>
          <p:cNvSpPr/>
          <p:nvPr/>
        </p:nvSpPr>
        <p:spPr>
          <a:xfrm>
            <a:off x="10279178" y="3631572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7" y="0"/>
                </a:moveTo>
                <a:lnTo>
                  <a:pt x="0" y="40886"/>
                </a:lnTo>
                <a:lnTo>
                  <a:pt x="0" y="180019"/>
                </a:lnTo>
                <a:lnTo>
                  <a:pt x="40887" y="139132"/>
                </a:lnTo>
                <a:lnTo>
                  <a:pt x="40887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8" name="object 304">
            <a:extLst>
              <a:ext uri="{FF2B5EF4-FFF2-40B4-BE49-F238E27FC236}">
                <a16:creationId xmlns:a16="http://schemas.microsoft.com/office/drawing/2014/main" id="{CD0AE25F-A348-2122-51C5-DE904838C485}"/>
              </a:ext>
            </a:extLst>
          </p:cNvPr>
          <p:cNvSpPr/>
          <p:nvPr/>
        </p:nvSpPr>
        <p:spPr>
          <a:xfrm>
            <a:off x="10156517" y="3631572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6" y="0"/>
                </a:lnTo>
                <a:lnTo>
                  <a:pt x="0" y="40886"/>
                </a:lnTo>
                <a:lnTo>
                  <a:pt x="122660" y="40886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9" name="object 305">
            <a:extLst>
              <a:ext uri="{FF2B5EF4-FFF2-40B4-BE49-F238E27FC236}">
                <a16:creationId xmlns:a16="http://schemas.microsoft.com/office/drawing/2014/main" id="{38DC3521-1DD9-81A1-F5CF-60BDCFD67E1C}"/>
              </a:ext>
            </a:extLst>
          </p:cNvPr>
          <p:cNvSpPr/>
          <p:nvPr/>
        </p:nvSpPr>
        <p:spPr>
          <a:xfrm>
            <a:off x="10156517" y="3631572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0" name="object 306">
            <a:extLst>
              <a:ext uri="{FF2B5EF4-FFF2-40B4-BE49-F238E27FC236}">
                <a16:creationId xmlns:a16="http://schemas.microsoft.com/office/drawing/2014/main" id="{8F9BA028-36D0-8C53-F07A-35F47EDFF295}"/>
              </a:ext>
            </a:extLst>
          </p:cNvPr>
          <p:cNvSpPr/>
          <p:nvPr/>
        </p:nvSpPr>
        <p:spPr>
          <a:xfrm>
            <a:off x="10156517" y="3631572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1" name="object 307">
            <a:extLst>
              <a:ext uri="{FF2B5EF4-FFF2-40B4-BE49-F238E27FC236}">
                <a16:creationId xmlns:a16="http://schemas.microsoft.com/office/drawing/2014/main" id="{CC3DDBB3-28A6-D437-F52F-1C653B3453C9}"/>
              </a:ext>
            </a:extLst>
          </p:cNvPr>
          <p:cNvSpPr/>
          <p:nvPr/>
        </p:nvSpPr>
        <p:spPr>
          <a:xfrm>
            <a:off x="10279178" y="3672459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2" name="object 308">
            <a:extLst>
              <a:ext uri="{FF2B5EF4-FFF2-40B4-BE49-F238E27FC236}">
                <a16:creationId xmlns:a16="http://schemas.microsoft.com/office/drawing/2014/main" id="{D0B5E113-0754-BFDA-F003-6B495F1D10D0}"/>
              </a:ext>
            </a:extLst>
          </p:cNvPr>
          <p:cNvSpPr/>
          <p:nvPr/>
        </p:nvSpPr>
        <p:spPr>
          <a:xfrm>
            <a:off x="10281534" y="3607737"/>
            <a:ext cx="256031" cy="274320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3" name="object 309">
            <a:extLst>
              <a:ext uri="{FF2B5EF4-FFF2-40B4-BE49-F238E27FC236}">
                <a16:creationId xmlns:a16="http://schemas.microsoft.com/office/drawing/2014/main" id="{14CF8EDD-8002-904D-E36B-326E0E75D18F}"/>
              </a:ext>
            </a:extLst>
          </p:cNvPr>
          <p:cNvSpPr/>
          <p:nvPr/>
        </p:nvSpPr>
        <p:spPr>
          <a:xfrm>
            <a:off x="10329170" y="3672458"/>
            <a:ext cx="123189" cy="139700"/>
          </a:xfrm>
          <a:custGeom>
            <a:avLst/>
            <a:gdLst/>
            <a:ahLst/>
            <a:cxnLst/>
            <a:rect l="l" t="t" r="r" b="b"/>
            <a:pathLst>
              <a:path w="123190" h="139700">
                <a:moveTo>
                  <a:pt x="122661" y="0"/>
                </a:moveTo>
                <a:lnTo>
                  <a:pt x="0" y="0"/>
                </a:lnTo>
                <a:lnTo>
                  <a:pt x="0" y="139133"/>
                </a:lnTo>
                <a:lnTo>
                  <a:pt x="122661" y="139133"/>
                </a:lnTo>
                <a:lnTo>
                  <a:pt x="122661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4" name="object 310">
            <a:extLst>
              <a:ext uri="{FF2B5EF4-FFF2-40B4-BE49-F238E27FC236}">
                <a16:creationId xmlns:a16="http://schemas.microsoft.com/office/drawing/2014/main" id="{50479F80-7D09-01CC-DCAD-F0F0363C505C}"/>
              </a:ext>
            </a:extLst>
          </p:cNvPr>
          <p:cNvSpPr/>
          <p:nvPr/>
        </p:nvSpPr>
        <p:spPr>
          <a:xfrm>
            <a:off x="10451832" y="3631572"/>
            <a:ext cx="41275" cy="180340"/>
          </a:xfrm>
          <a:custGeom>
            <a:avLst/>
            <a:gdLst/>
            <a:ahLst/>
            <a:cxnLst/>
            <a:rect l="l" t="t" r="r" b="b"/>
            <a:pathLst>
              <a:path w="41275" h="180339">
                <a:moveTo>
                  <a:pt x="40886" y="0"/>
                </a:moveTo>
                <a:lnTo>
                  <a:pt x="0" y="40886"/>
                </a:lnTo>
                <a:lnTo>
                  <a:pt x="0" y="180019"/>
                </a:lnTo>
                <a:lnTo>
                  <a:pt x="40886" y="139132"/>
                </a:lnTo>
                <a:lnTo>
                  <a:pt x="40886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5" name="object 311">
            <a:extLst>
              <a:ext uri="{FF2B5EF4-FFF2-40B4-BE49-F238E27FC236}">
                <a16:creationId xmlns:a16="http://schemas.microsoft.com/office/drawing/2014/main" id="{674F5B14-D25B-ABFF-CF67-A6FF1100FD25}"/>
              </a:ext>
            </a:extLst>
          </p:cNvPr>
          <p:cNvSpPr/>
          <p:nvPr/>
        </p:nvSpPr>
        <p:spPr>
          <a:xfrm>
            <a:off x="10329170" y="3631572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163548" y="0"/>
                </a:moveTo>
                <a:lnTo>
                  <a:pt x="40887" y="0"/>
                </a:lnTo>
                <a:lnTo>
                  <a:pt x="0" y="40886"/>
                </a:lnTo>
                <a:lnTo>
                  <a:pt x="122661" y="40886"/>
                </a:lnTo>
                <a:lnTo>
                  <a:pt x="163548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6" name="object 312">
            <a:extLst>
              <a:ext uri="{FF2B5EF4-FFF2-40B4-BE49-F238E27FC236}">
                <a16:creationId xmlns:a16="http://schemas.microsoft.com/office/drawing/2014/main" id="{26A55325-B724-F393-5C76-34D21F6A6D44}"/>
              </a:ext>
            </a:extLst>
          </p:cNvPr>
          <p:cNvSpPr/>
          <p:nvPr/>
        </p:nvSpPr>
        <p:spPr>
          <a:xfrm>
            <a:off x="10329170" y="3631572"/>
            <a:ext cx="163830" cy="180340"/>
          </a:xfrm>
          <a:custGeom>
            <a:avLst/>
            <a:gdLst/>
            <a:ahLst/>
            <a:cxnLst/>
            <a:rect l="l" t="t" r="r" b="b"/>
            <a:pathLst>
              <a:path w="163829" h="180339">
                <a:moveTo>
                  <a:pt x="0" y="40887"/>
                </a:moveTo>
                <a:lnTo>
                  <a:pt x="40887" y="0"/>
                </a:lnTo>
                <a:lnTo>
                  <a:pt x="163548" y="0"/>
                </a:lnTo>
                <a:lnTo>
                  <a:pt x="163548" y="139133"/>
                </a:lnTo>
                <a:lnTo>
                  <a:pt x="122661" y="180020"/>
                </a:lnTo>
                <a:lnTo>
                  <a:pt x="0" y="180020"/>
                </a:lnTo>
                <a:lnTo>
                  <a:pt x="0" y="4088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7" name="object 313">
            <a:extLst>
              <a:ext uri="{FF2B5EF4-FFF2-40B4-BE49-F238E27FC236}">
                <a16:creationId xmlns:a16="http://schemas.microsoft.com/office/drawing/2014/main" id="{0F6D4A55-BD77-0520-24E5-A2E94927232D}"/>
              </a:ext>
            </a:extLst>
          </p:cNvPr>
          <p:cNvSpPr/>
          <p:nvPr/>
        </p:nvSpPr>
        <p:spPr>
          <a:xfrm>
            <a:off x="10329170" y="3631572"/>
            <a:ext cx="163830" cy="41275"/>
          </a:xfrm>
          <a:custGeom>
            <a:avLst/>
            <a:gdLst/>
            <a:ahLst/>
            <a:cxnLst/>
            <a:rect l="l" t="t" r="r" b="b"/>
            <a:pathLst>
              <a:path w="163829" h="41275">
                <a:moveTo>
                  <a:pt x="0" y="40887"/>
                </a:moveTo>
                <a:lnTo>
                  <a:pt x="122661" y="40887"/>
                </a:lnTo>
                <a:lnTo>
                  <a:pt x="163548" y="0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8" name="object 314">
            <a:extLst>
              <a:ext uri="{FF2B5EF4-FFF2-40B4-BE49-F238E27FC236}">
                <a16:creationId xmlns:a16="http://schemas.microsoft.com/office/drawing/2014/main" id="{18D2EF22-4DA9-D63A-C512-29AB854A8078}"/>
              </a:ext>
            </a:extLst>
          </p:cNvPr>
          <p:cNvSpPr/>
          <p:nvPr/>
        </p:nvSpPr>
        <p:spPr>
          <a:xfrm>
            <a:off x="10451831" y="3672459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0"/>
                </a:moveTo>
                <a:lnTo>
                  <a:pt x="0" y="139132"/>
                </a:lnTo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9" name="文本框 308">
            <a:extLst>
              <a:ext uri="{FF2B5EF4-FFF2-40B4-BE49-F238E27FC236}">
                <a16:creationId xmlns:a16="http://schemas.microsoft.com/office/drawing/2014/main" id="{02DFCCB1-5D01-14DC-3A4F-80FDDC34A1AC}"/>
              </a:ext>
            </a:extLst>
          </p:cNvPr>
          <p:cNvSpPr txBox="1"/>
          <p:nvPr/>
        </p:nvSpPr>
        <p:spPr>
          <a:xfrm>
            <a:off x="7572138" y="5512223"/>
            <a:ext cx="502135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Might cause write-read hazard!</a:t>
            </a:r>
          </a:p>
          <a:p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E.g. one thread reads an element of in[]; another thread writes the same element.</a:t>
            </a:r>
          </a:p>
        </p:txBody>
      </p:sp>
      <p:sp>
        <p:nvSpPr>
          <p:cNvPr id="310" name="对话气泡: 矩形 309">
            <a:extLst>
              <a:ext uri="{FF2B5EF4-FFF2-40B4-BE49-F238E27FC236}">
                <a16:creationId xmlns:a16="http://schemas.microsoft.com/office/drawing/2014/main" id="{CB4CA087-68F4-E82F-968E-3D2ACB0701C7}"/>
              </a:ext>
            </a:extLst>
          </p:cNvPr>
          <p:cNvSpPr/>
          <p:nvPr/>
        </p:nvSpPr>
        <p:spPr>
          <a:xfrm>
            <a:off x="4263949" y="2708947"/>
            <a:ext cx="2481851" cy="774051"/>
          </a:xfrm>
          <a:prstGeom prst="wedgeRectCallout">
            <a:avLst>
              <a:gd name="adj1" fmla="val 74939"/>
              <a:gd name="adj2" fmla="val 69315"/>
            </a:avLst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92D050"/>
                </a:solidFill>
                <a:latin typeface="Comic Sans MS" panose="030F0702030302020204" pitchFamily="66" charset="0"/>
              </a:rPr>
              <a:t>Block1, Thread 0, </a:t>
            </a:r>
          </a:p>
          <a:p>
            <a:pPr algn="ctr"/>
            <a:r>
              <a:rPr lang="en-US" altLang="zh-CN" dirty="0">
                <a:solidFill>
                  <a:srgbClr val="92D050"/>
                </a:solidFill>
                <a:latin typeface="Comic Sans MS" panose="030F0702030302020204" pitchFamily="66" charset="0"/>
              </a:rPr>
              <a:t>write</a:t>
            </a:r>
            <a:r>
              <a:rPr lang="zh-CN" altLang="en-US" dirty="0">
                <a:solidFill>
                  <a:srgbClr val="92D050"/>
                </a:solidFill>
                <a:latin typeface="Comic Sans MS" panose="030F0702030302020204" pitchFamily="66" charset="0"/>
              </a:rPr>
              <a:t> </a:t>
            </a:r>
            <a:r>
              <a:rPr lang="en-US" altLang="zh-CN" dirty="0">
                <a:solidFill>
                  <a:srgbClr val="92D050"/>
                </a:solidFill>
                <a:latin typeface="Comic Sans MS" panose="030F0702030302020204" pitchFamily="66" charset="0"/>
              </a:rPr>
              <a:t>temp[3] </a:t>
            </a:r>
            <a:endParaRPr lang="en-US" dirty="0">
              <a:solidFill>
                <a:srgbClr val="92D050"/>
              </a:solidFill>
              <a:latin typeface="Comic Sans MS" panose="030F0702030302020204" pitchFamily="66" charset="0"/>
            </a:endParaRPr>
          </a:p>
        </p:txBody>
      </p:sp>
      <p:sp>
        <p:nvSpPr>
          <p:cNvPr id="311" name="对话气泡: 矩形 310">
            <a:extLst>
              <a:ext uri="{FF2B5EF4-FFF2-40B4-BE49-F238E27FC236}">
                <a16:creationId xmlns:a16="http://schemas.microsoft.com/office/drawing/2014/main" id="{FF2412AE-6D13-80BB-45FD-3A1487DEE921}"/>
              </a:ext>
            </a:extLst>
          </p:cNvPr>
          <p:cNvSpPr/>
          <p:nvPr/>
        </p:nvSpPr>
        <p:spPr>
          <a:xfrm>
            <a:off x="8411853" y="2170618"/>
            <a:ext cx="2998478" cy="792613"/>
          </a:xfrm>
          <a:prstGeom prst="wedgeRectCallout">
            <a:avLst>
              <a:gd name="adj1" fmla="val 223"/>
              <a:gd name="adj2" fmla="val 141477"/>
            </a:avLst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92D050"/>
                </a:solidFill>
                <a:latin typeface="Comic Sans MS" panose="030F0702030302020204" pitchFamily="66" charset="0"/>
              </a:rPr>
              <a:t>Block 1,  Thread 15, write</a:t>
            </a:r>
            <a:r>
              <a:rPr lang="zh-CN" altLang="en-US" dirty="0">
                <a:solidFill>
                  <a:srgbClr val="92D050"/>
                </a:solidFill>
                <a:latin typeface="Comic Sans MS" panose="030F0702030302020204" pitchFamily="66" charset="0"/>
              </a:rPr>
              <a:t> </a:t>
            </a:r>
            <a:r>
              <a:rPr lang="en-US" altLang="zh-CN" dirty="0">
                <a:solidFill>
                  <a:srgbClr val="92D050"/>
                </a:solidFill>
                <a:latin typeface="Comic Sans MS" panose="030F0702030302020204" pitchFamily="66" charset="0"/>
              </a:rPr>
              <a:t>temp[18] </a:t>
            </a:r>
            <a:endParaRPr lang="en-US" dirty="0">
              <a:solidFill>
                <a:srgbClr val="92D050"/>
              </a:solidFill>
              <a:latin typeface="Comic Sans MS" panose="030F0702030302020204" pitchFamily="66" charset="0"/>
            </a:endParaRPr>
          </a:p>
        </p:txBody>
      </p:sp>
      <p:sp>
        <p:nvSpPr>
          <p:cNvPr id="312" name="对话气泡: 矩形 311">
            <a:extLst>
              <a:ext uri="{FF2B5EF4-FFF2-40B4-BE49-F238E27FC236}">
                <a16:creationId xmlns:a16="http://schemas.microsoft.com/office/drawing/2014/main" id="{FE27E488-1947-7298-E245-42D56B138264}"/>
              </a:ext>
            </a:extLst>
          </p:cNvPr>
          <p:cNvSpPr/>
          <p:nvPr/>
        </p:nvSpPr>
        <p:spPr>
          <a:xfrm>
            <a:off x="6910929" y="4016767"/>
            <a:ext cx="4818463" cy="432049"/>
          </a:xfrm>
          <a:prstGeom prst="wedgeRectCallout">
            <a:avLst>
              <a:gd name="adj1" fmla="val 16473"/>
              <a:gd name="adj2" fmla="val 125792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C00000"/>
                </a:solidFill>
                <a:latin typeface="Comic Sans MS" panose="030F0702030302020204" pitchFamily="66" charset="0"/>
              </a:rPr>
              <a:t>Block 2, Thread 0, write temp[19] </a:t>
            </a:r>
            <a:endParaRPr lang="en-US" dirty="0">
              <a:solidFill>
                <a:srgbClr val="C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13" name="对话气泡: 矩形 4">
            <a:extLst>
              <a:ext uri="{FF2B5EF4-FFF2-40B4-BE49-F238E27FC236}">
                <a16:creationId xmlns:a16="http://schemas.microsoft.com/office/drawing/2014/main" id="{8FEBD6AC-22E2-2315-6B9F-95C7571BB680}"/>
              </a:ext>
            </a:extLst>
          </p:cNvPr>
          <p:cNvSpPr/>
          <p:nvPr/>
        </p:nvSpPr>
        <p:spPr>
          <a:xfrm>
            <a:off x="4420332" y="5197824"/>
            <a:ext cx="2026549" cy="577721"/>
          </a:xfrm>
          <a:prstGeom prst="wedgeRectCallout">
            <a:avLst>
              <a:gd name="adj1" fmla="val 84102"/>
              <a:gd name="adj2" fmla="val -98384"/>
            </a:avLst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z="1600" spc="-5" dirty="0">
                <a:solidFill>
                  <a:schemeClr val="accent6"/>
                </a:solidFill>
                <a:latin typeface="Comic Sans MS" panose="030F0702030302020204" pitchFamily="66" charset="0"/>
                <a:cs typeface="Arial" panose="020B0604020202020204"/>
              </a:rPr>
              <a:t>Load</a:t>
            </a:r>
            <a:r>
              <a:rPr lang="en-US" sz="1600" spc="-5" dirty="0">
                <a:solidFill>
                  <a:schemeClr val="accent6"/>
                </a:solidFill>
                <a:latin typeface="Comic Sans MS" panose="030F0702030302020204" pitchFamily="66" charset="0"/>
                <a:cs typeface="Arial" panose="020B0604020202020204"/>
              </a:rPr>
              <a:t> at</a:t>
            </a:r>
            <a:r>
              <a:rPr lang="en-US" sz="1600" spc="-60" dirty="0">
                <a:solidFill>
                  <a:schemeClr val="accent6"/>
                </a:solidFill>
                <a:latin typeface="Comic Sans MS" panose="030F0702030302020204" pitchFamily="66" charset="0"/>
                <a:cs typeface="Arial" panose="020B0604020202020204"/>
              </a:rPr>
              <a:t> </a:t>
            </a:r>
            <a:r>
              <a:rPr lang="en-US" sz="1600" spc="-5" dirty="0">
                <a:solidFill>
                  <a:schemeClr val="accent6"/>
                </a:solidFill>
                <a:latin typeface="Comic Sans MS" panose="030F0702030302020204" pitchFamily="66" charset="0"/>
                <a:cs typeface="Arial" panose="020B0604020202020204"/>
              </a:rPr>
              <a:t>temp[2] by block </a:t>
            </a:r>
            <a:r>
              <a:rPr lang="en-US" altLang="zh-CN" sz="1600" spc="-5" dirty="0">
                <a:solidFill>
                  <a:schemeClr val="accent6"/>
                </a:solidFill>
                <a:latin typeface="Comic Sans MS" panose="030F0702030302020204" pitchFamily="66" charset="0"/>
                <a:cs typeface="Arial" panose="020B0604020202020204"/>
              </a:rPr>
              <a:t>1</a:t>
            </a:r>
            <a:r>
              <a:rPr lang="en-US" sz="1600" spc="-5" dirty="0">
                <a:solidFill>
                  <a:schemeClr val="accent6"/>
                </a:solidFill>
                <a:latin typeface="Comic Sans MS" panose="030F0702030302020204" pitchFamily="66" charset="0"/>
                <a:cs typeface="Arial" panose="020B0604020202020204"/>
              </a:rPr>
              <a:t>, thread 0</a:t>
            </a:r>
            <a:endParaRPr lang="en-US" sz="1600" dirty="0">
              <a:solidFill>
                <a:schemeClr val="accent6"/>
              </a:solidFill>
              <a:latin typeface="Comic Sans MS" panose="030F0702030302020204" pitchFamily="66" charset="0"/>
              <a:cs typeface="Arial" panose="020B0604020202020204"/>
            </a:endParaRPr>
          </a:p>
        </p:txBody>
      </p:sp>
      <p:sp>
        <p:nvSpPr>
          <p:cNvPr id="314" name="对话气泡: 矩形 4">
            <a:extLst>
              <a:ext uri="{FF2B5EF4-FFF2-40B4-BE49-F238E27FC236}">
                <a16:creationId xmlns:a16="http://schemas.microsoft.com/office/drawing/2014/main" id="{A71E9815-EBC2-95F5-0820-831E0BFAFA33}"/>
              </a:ext>
            </a:extLst>
          </p:cNvPr>
          <p:cNvSpPr/>
          <p:nvPr/>
        </p:nvSpPr>
        <p:spPr>
          <a:xfrm>
            <a:off x="5011046" y="5932000"/>
            <a:ext cx="2283222" cy="577721"/>
          </a:xfrm>
          <a:prstGeom prst="wedgeRectCallout">
            <a:avLst>
              <a:gd name="adj1" fmla="val 42995"/>
              <a:gd name="adj2" fmla="val -224629"/>
            </a:avLst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z="1600" spc="-5" dirty="0">
                <a:solidFill>
                  <a:schemeClr val="accent6"/>
                </a:solidFill>
                <a:latin typeface="Comic Sans MS" panose="030F0702030302020204" pitchFamily="66" charset="0"/>
                <a:cs typeface="Arial" panose="020B0604020202020204"/>
              </a:rPr>
              <a:t>Store</a:t>
            </a:r>
            <a:r>
              <a:rPr lang="en-US" sz="1600" spc="-5" dirty="0">
                <a:solidFill>
                  <a:schemeClr val="accent6"/>
                </a:solidFill>
                <a:latin typeface="Comic Sans MS" panose="030F0702030302020204" pitchFamily="66" charset="0"/>
                <a:cs typeface="Arial" panose="020B0604020202020204"/>
              </a:rPr>
              <a:t> from temp[2] by block 0, thread 15</a:t>
            </a:r>
          </a:p>
        </p:txBody>
      </p:sp>
      <p:sp>
        <p:nvSpPr>
          <p:cNvPr id="315" name="Left Brace 161">
            <a:extLst>
              <a:ext uri="{FF2B5EF4-FFF2-40B4-BE49-F238E27FC236}">
                <a16:creationId xmlns:a16="http://schemas.microsoft.com/office/drawing/2014/main" id="{D81D2BE0-F5E3-EC6F-2680-530D773A4332}"/>
              </a:ext>
            </a:extLst>
          </p:cNvPr>
          <p:cNvSpPr/>
          <p:nvPr/>
        </p:nvSpPr>
        <p:spPr>
          <a:xfrm rot="5400000">
            <a:off x="8464420" y="2186568"/>
            <a:ext cx="274318" cy="2518657"/>
          </a:xfrm>
          <a:prstGeom prst="leftBrac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16" name="TextBox 319">
            <a:extLst>
              <a:ext uri="{FF2B5EF4-FFF2-40B4-BE49-F238E27FC236}">
                <a16:creationId xmlns:a16="http://schemas.microsoft.com/office/drawing/2014/main" id="{EBF9D86C-E8F5-7840-382A-640DE50EB287}"/>
              </a:ext>
            </a:extLst>
          </p:cNvPr>
          <p:cNvSpPr txBox="1"/>
          <p:nvPr/>
        </p:nvSpPr>
        <p:spPr>
          <a:xfrm>
            <a:off x="7294268" y="3033645"/>
            <a:ext cx="27526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rgbClr val="00B050"/>
                </a:solidFill>
                <a:latin typeface="Comic Sans MS" panose="030F0702030302020204" pitchFamily="66" charset="0"/>
              </a:rPr>
              <a:t>Thread</a:t>
            </a:r>
            <a:r>
              <a:rPr lang="zh-CN" altLang="en-US" sz="1600" dirty="0">
                <a:solidFill>
                  <a:srgbClr val="00B050"/>
                </a:solidFill>
                <a:latin typeface="Comic Sans MS" panose="030F0702030302020204" pitchFamily="66" charset="0"/>
              </a:rPr>
              <a:t> </a:t>
            </a:r>
            <a:r>
              <a:rPr lang="en-US" altLang="zh-CN" sz="1600" dirty="0">
                <a:solidFill>
                  <a:srgbClr val="00B050"/>
                </a:solidFill>
                <a:latin typeface="Comic Sans MS" panose="030F0702030302020204" pitchFamily="66" charset="0"/>
              </a:rPr>
              <a:t>Block</a:t>
            </a:r>
            <a:r>
              <a:rPr lang="zh-CN" altLang="en-US" sz="1600" dirty="0">
                <a:solidFill>
                  <a:srgbClr val="00B050"/>
                </a:solidFill>
                <a:latin typeface="Comic Sans MS" panose="030F0702030302020204" pitchFamily="66" charset="0"/>
              </a:rPr>
              <a:t> </a:t>
            </a:r>
            <a:r>
              <a:rPr lang="en-US" altLang="zh-CN" sz="1600" dirty="0">
                <a:solidFill>
                  <a:srgbClr val="00B050"/>
                </a:solidFill>
                <a:latin typeface="Comic Sans MS" panose="030F0702030302020204" pitchFamily="66" charset="0"/>
              </a:rPr>
              <a:t>1,</a:t>
            </a:r>
            <a:r>
              <a:rPr lang="zh-CN" altLang="en-US" sz="1600" dirty="0">
                <a:solidFill>
                  <a:srgbClr val="00B050"/>
                </a:solidFill>
                <a:latin typeface="Comic Sans MS" panose="030F0702030302020204" pitchFamily="66" charset="0"/>
              </a:rPr>
              <a:t> </a:t>
            </a:r>
            <a:r>
              <a:rPr lang="en-US" altLang="zh-CN" sz="1600" dirty="0">
                <a:solidFill>
                  <a:srgbClr val="00B050"/>
                </a:solidFill>
                <a:latin typeface="Comic Sans MS" panose="030F0702030302020204" pitchFamily="66" charset="0"/>
              </a:rPr>
              <a:t>16</a:t>
            </a:r>
            <a:r>
              <a:rPr lang="zh-CN" altLang="en-US" sz="1600" dirty="0">
                <a:solidFill>
                  <a:srgbClr val="00B050"/>
                </a:solidFill>
                <a:latin typeface="Comic Sans MS" panose="030F0702030302020204" pitchFamily="66" charset="0"/>
              </a:rPr>
              <a:t> </a:t>
            </a:r>
            <a:r>
              <a:rPr lang="en-US" altLang="zh-CN" sz="1600" dirty="0">
                <a:solidFill>
                  <a:srgbClr val="00B050"/>
                </a:solidFill>
                <a:latin typeface="Comic Sans MS" panose="030F0702030302020204" pitchFamily="66" charset="0"/>
              </a:rPr>
              <a:t>threads</a:t>
            </a:r>
            <a:endParaRPr lang="en-CN" sz="1600" dirty="0">
              <a:solidFill>
                <a:srgbClr val="00B050"/>
              </a:solidFill>
              <a:latin typeface="Comic Sans MS" panose="030F0702030302020204" pitchFamily="66" charset="0"/>
            </a:endParaRPr>
          </a:p>
        </p:txBody>
      </p:sp>
      <p:sp>
        <p:nvSpPr>
          <p:cNvPr id="317" name="Left Brace 320">
            <a:extLst>
              <a:ext uri="{FF2B5EF4-FFF2-40B4-BE49-F238E27FC236}">
                <a16:creationId xmlns:a16="http://schemas.microsoft.com/office/drawing/2014/main" id="{61C05192-DD93-76B0-5B11-82A65640DFE6}"/>
              </a:ext>
            </a:extLst>
          </p:cNvPr>
          <p:cNvSpPr/>
          <p:nvPr/>
        </p:nvSpPr>
        <p:spPr>
          <a:xfrm rot="16200000" flipV="1">
            <a:off x="8490091" y="3708402"/>
            <a:ext cx="196589" cy="2606610"/>
          </a:xfrm>
          <a:prstGeom prst="leftBrac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18" name="TextBox 321">
            <a:extLst>
              <a:ext uri="{FF2B5EF4-FFF2-40B4-BE49-F238E27FC236}">
                <a16:creationId xmlns:a16="http://schemas.microsoft.com/office/drawing/2014/main" id="{6A32EA29-7AD8-0DE1-646C-070603941571}"/>
              </a:ext>
            </a:extLst>
          </p:cNvPr>
          <p:cNvSpPr txBox="1"/>
          <p:nvPr/>
        </p:nvSpPr>
        <p:spPr>
          <a:xfrm>
            <a:off x="7373481" y="5078798"/>
            <a:ext cx="23994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rgbClr val="00B050"/>
                </a:solidFill>
              </a:rPr>
              <a:t>Thread</a:t>
            </a:r>
            <a:r>
              <a:rPr lang="zh-CN" altLang="en-US" sz="1600" dirty="0">
                <a:solidFill>
                  <a:srgbClr val="00B050"/>
                </a:solidFill>
              </a:rPr>
              <a:t> </a:t>
            </a:r>
            <a:r>
              <a:rPr lang="en-US" altLang="zh-CN" sz="1600" dirty="0">
                <a:solidFill>
                  <a:srgbClr val="00B050"/>
                </a:solidFill>
              </a:rPr>
              <a:t>Block</a:t>
            </a:r>
            <a:r>
              <a:rPr lang="zh-CN" altLang="en-US" sz="1600" dirty="0">
                <a:solidFill>
                  <a:srgbClr val="00B050"/>
                </a:solidFill>
              </a:rPr>
              <a:t> </a:t>
            </a:r>
            <a:r>
              <a:rPr lang="en-US" altLang="zh-CN" sz="1600" dirty="0">
                <a:solidFill>
                  <a:srgbClr val="00B050"/>
                </a:solidFill>
              </a:rPr>
              <a:t>1,</a:t>
            </a:r>
            <a:r>
              <a:rPr lang="zh-CN" altLang="en-US" sz="1600" dirty="0">
                <a:solidFill>
                  <a:srgbClr val="00B050"/>
                </a:solidFill>
              </a:rPr>
              <a:t> </a:t>
            </a:r>
            <a:r>
              <a:rPr lang="en-US" altLang="zh-CN" sz="1600" dirty="0">
                <a:solidFill>
                  <a:srgbClr val="00B050"/>
                </a:solidFill>
              </a:rPr>
              <a:t>16</a:t>
            </a:r>
            <a:r>
              <a:rPr lang="zh-CN" altLang="en-US" sz="1600" dirty="0">
                <a:solidFill>
                  <a:srgbClr val="00B050"/>
                </a:solidFill>
              </a:rPr>
              <a:t> </a:t>
            </a:r>
            <a:r>
              <a:rPr lang="en-US" altLang="zh-CN" sz="1600" dirty="0">
                <a:solidFill>
                  <a:srgbClr val="00B050"/>
                </a:solidFill>
              </a:rPr>
              <a:t>threads</a:t>
            </a:r>
            <a:endParaRPr lang="en-CN" sz="1600" dirty="0">
              <a:solidFill>
                <a:srgbClr val="00B050"/>
              </a:solidFill>
            </a:endParaRPr>
          </a:p>
        </p:txBody>
      </p:sp>
      <p:sp>
        <p:nvSpPr>
          <p:cNvPr id="319" name="灯片编号占位符 318">
            <a:extLst>
              <a:ext uri="{FF2B5EF4-FFF2-40B4-BE49-F238E27FC236}">
                <a16:creationId xmlns:a16="http://schemas.microsoft.com/office/drawing/2014/main" id="{B8602C8F-CE60-ACCC-D01E-33DBF1E90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13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4110670"/>
      </p:ext>
    </p:extLst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F21ED-9DC4-FE51-6F24-C3A8064D4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2A1CBFF-5FFB-17F5-FC27-FB3F86EB3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u="heavy" dirty="0">
                <a:uFill>
                  <a:solidFill>
                    <a:srgbClr val="000000"/>
                  </a:solidFill>
                </a:uFill>
              </a:rPr>
              <a:t> 	</a:t>
            </a:r>
            <a:r>
              <a:rPr lang="en-US" altLang="zh-CN" sz="3600" b="1" spc="-5" dirty="0"/>
              <a:t>SYNCTHREADS()</a:t>
            </a:r>
            <a:endParaRPr 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2CBE6F3-E9AA-6E42-9756-FA484D8A1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128" y="1548222"/>
            <a:ext cx="12097344" cy="4104455"/>
          </a:xfrm>
        </p:spPr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void</a:t>
            </a:r>
            <a:r>
              <a:rPr lang="en-US" dirty="0"/>
              <a:t> </a:t>
            </a:r>
            <a:r>
              <a:rPr lang="en-US" dirty="0">
                <a:solidFill>
                  <a:srgbClr val="FFC000"/>
                </a:solidFill>
              </a:rPr>
              <a:t>__</a:t>
            </a:r>
            <a:r>
              <a:rPr lang="en-US" dirty="0" err="1">
                <a:solidFill>
                  <a:srgbClr val="FFC000"/>
                </a:solidFill>
              </a:rPr>
              <a:t>syncthreads</a:t>
            </a:r>
            <a:r>
              <a:rPr lang="en-US" dirty="0">
                <a:solidFill>
                  <a:srgbClr val="FFC000"/>
                </a:solidFill>
              </a:rPr>
              <a:t>();</a:t>
            </a:r>
          </a:p>
          <a:p>
            <a:r>
              <a:rPr lang="en-US" dirty="0"/>
              <a:t>Synchronizes all threads within a CUDA block, how to explain in GPU architecture</a:t>
            </a:r>
          </a:p>
          <a:p>
            <a:pPr lvl="1"/>
            <a:r>
              <a:rPr lang="en-US" dirty="0"/>
              <a:t>Used to prevent RAW / WAR / WAW hazards</a:t>
            </a:r>
          </a:p>
          <a:p>
            <a:r>
              <a:rPr lang="en-US" dirty="0"/>
              <a:t>All threads must reach the barrier</a:t>
            </a:r>
          </a:p>
          <a:p>
            <a:pPr lvl="1"/>
            <a:r>
              <a:rPr lang="en-US" dirty="0"/>
              <a:t>In conditional code, the condition must be uniform across the block</a:t>
            </a:r>
          </a:p>
          <a:p>
            <a:endParaRPr 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72920AA-EFD7-DD2F-0FD2-031034012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1627084"/>
      </p:ext>
    </p:extLst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2FF9C-F8FF-8129-9CA3-D4FA53FA6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D1A1A63-6B19-EBA6-6E0E-05B67F499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STENCIL KERNEL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C3F4683B-34D3-3ECB-9EA4-3806A1587E85}"/>
              </a:ext>
            </a:extLst>
          </p:cNvPr>
          <p:cNvSpPr txBox="1"/>
          <p:nvPr/>
        </p:nvSpPr>
        <p:spPr>
          <a:xfrm>
            <a:off x="2345806" y="1424277"/>
            <a:ext cx="8216900" cy="435234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800" b="1" u="heavy" dirty="0">
                <a:solidFill>
                  <a:srgbClr val="8AAD00"/>
                </a:solidFill>
                <a:uFill>
                  <a:solidFill>
                    <a:srgbClr val="89AC00"/>
                  </a:solidFill>
                </a:uFill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u="heavy" spc="-15" dirty="0">
                <a:solidFill>
                  <a:srgbClr val="8AAD00"/>
                </a:solidFill>
                <a:uFill>
                  <a:solidFill>
                    <a:srgbClr val="89AC00"/>
                  </a:solidFill>
                </a:uFill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10" dirty="0">
                <a:solidFill>
                  <a:srgbClr val="8AAD00"/>
                </a:solidFill>
                <a:latin typeface="Courier New" panose="02070309020205020404"/>
                <a:cs typeface="Courier New" panose="02070309020205020404"/>
              </a:rPr>
              <a:t>global</a:t>
            </a:r>
            <a:r>
              <a:rPr lang="en-US" altLang="zh-CN" sz="1800" b="1" spc="-10" dirty="0">
                <a:solidFill>
                  <a:srgbClr val="8AAD00"/>
                </a:solidFill>
                <a:latin typeface="Courier New" panose="02070309020205020404"/>
                <a:cs typeface="Courier New" panose="02070309020205020404"/>
              </a:rPr>
              <a:t>__</a:t>
            </a:r>
            <a:r>
              <a:rPr sz="1800" b="1" spc="-10" dirty="0">
                <a:solidFill>
                  <a:srgbClr val="8AAD00"/>
                </a:solidFill>
                <a:latin typeface="Courier New" panose="02070309020205020404"/>
                <a:cs typeface="Courier New" panose="02070309020205020404"/>
              </a:rPr>
              <a:t> void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stencil_1d(</a:t>
            </a:r>
            <a:r>
              <a:rPr sz="1800" b="1" spc="-10" dirty="0">
                <a:solidFill>
                  <a:srgbClr val="8AAD00"/>
                </a:solidFill>
                <a:latin typeface="Courier New" panose="02070309020205020404"/>
                <a:cs typeface="Courier New" panose="02070309020205020404"/>
              </a:rPr>
              <a:t>int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*in, </a:t>
            </a:r>
            <a:r>
              <a:rPr sz="1800" b="1" spc="-10" dirty="0">
                <a:solidFill>
                  <a:srgbClr val="8AAD00"/>
                </a:solidFill>
                <a:latin typeface="Courier New" panose="02070309020205020404"/>
                <a:cs typeface="Courier New" panose="02070309020205020404"/>
              </a:rPr>
              <a:t>int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*out)</a:t>
            </a:r>
            <a:r>
              <a:rPr sz="1800" b="1" spc="-4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dirty="0">
                <a:latin typeface="Courier New" panose="02070309020205020404"/>
                <a:cs typeface="Courier New" panose="02070309020205020404"/>
              </a:rPr>
              <a:t>{</a:t>
            </a:r>
            <a:endParaRPr sz="1800" dirty="0">
              <a:latin typeface="Courier New" panose="02070309020205020404"/>
              <a:cs typeface="Courier New" panose="02070309020205020404"/>
            </a:endParaRPr>
          </a:p>
          <a:p>
            <a:pPr marL="558165">
              <a:lnSpc>
                <a:spcPct val="100000"/>
              </a:lnSpc>
              <a:spcBef>
                <a:spcPts val="455"/>
              </a:spcBef>
            </a:pPr>
            <a:r>
              <a:rPr sz="1800" b="1" u="heavy">
                <a:uFill>
                  <a:solidFill>
                    <a:srgbClr val="000000"/>
                  </a:solidFill>
                </a:uFill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u="heavy" spc="-15">
                <a:uFill>
                  <a:solidFill>
                    <a:srgbClr val="000000"/>
                  </a:solidFill>
                </a:uFill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10">
                <a:latin typeface="Courier New" panose="02070309020205020404"/>
                <a:cs typeface="Courier New" panose="02070309020205020404"/>
              </a:rPr>
              <a:t>shared</a:t>
            </a:r>
            <a:r>
              <a:rPr lang="en-US" altLang="zh-CN" sz="1800" b="1" spc="-10">
                <a:latin typeface="Courier New" panose="02070309020205020404"/>
                <a:cs typeface="Courier New" panose="02070309020205020404"/>
              </a:rPr>
              <a:t>__</a:t>
            </a:r>
            <a:r>
              <a:rPr sz="1800" b="1" spc="-1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10" dirty="0">
                <a:solidFill>
                  <a:srgbClr val="8AAD00"/>
                </a:solidFill>
                <a:latin typeface="Courier New" panose="02070309020205020404"/>
                <a:cs typeface="Courier New" panose="02070309020205020404"/>
              </a:rPr>
              <a:t>int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temp[BLOCK_SIZE </a:t>
            </a:r>
            <a:r>
              <a:rPr sz="1800" b="1" dirty="0">
                <a:latin typeface="Courier New" panose="02070309020205020404"/>
                <a:cs typeface="Courier New" panose="02070309020205020404"/>
              </a:rPr>
              <a:t>+ 2 *</a:t>
            </a:r>
            <a:r>
              <a:rPr sz="1800" b="1" spc="-8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RADIUS];</a:t>
            </a:r>
            <a:endParaRPr sz="1800" dirty="0">
              <a:latin typeface="Courier New" panose="02070309020205020404"/>
              <a:cs typeface="Courier New" panose="02070309020205020404"/>
            </a:endParaRPr>
          </a:p>
          <a:p>
            <a:pPr marL="558165" marR="686435">
              <a:lnSpc>
                <a:spcPct val="120000"/>
              </a:lnSpc>
            </a:pPr>
            <a:r>
              <a:rPr sz="1800" b="1" spc="-10" dirty="0">
                <a:solidFill>
                  <a:srgbClr val="8AAD00"/>
                </a:solidFill>
                <a:latin typeface="Courier New" panose="02070309020205020404"/>
                <a:cs typeface="Courier New" panose="02070309020205020404"/>
              </a:rPr>
              <a:t>int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gindex </a:t>
            </a:r>
            <a:r>
              <a:rPr sz="1800" b="1" dirty="0">
                <a:latin typeface="Courier New" panose="02070309020205020404"/>
                <a:cs typeface="Courier New" panose="02070309020205020404"/>
              </a:rPr>
              <a:t>=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threadIdx.x </a:t>
            </a:r>
            <a:r>
              <a:rPr sz="1800" b="1" dirty="0">
                <a:latin typeface="Courier New" panose="02070309020205020404"/>
                <a:cs typeface="Courier New" panose="02070309020205020404"/>
              </a:rPr>
              <a:t>+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blockIdx.x </a:t>
            </a:r>
            <a:r>
              <a:rPr sz="1800" b="1" dirty="0">
                <a:latin typeface="Courier New" panose="02070309020205020404"/>
                <a:cs typeface="Courier New" panose="02070309020205020404"/>
              </a:rPr>
              <a:t>*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blockDim.x;  </a:t>
            </a:r>
            <a:r>
              <a:rPr sz="1800" b="1" spc="-10" dirty="0">
                <a:solidFill>
                  <a:srgbClr val="8AAD00"/>
                </a:solidFill>
                <a:latin typeface="Courier New" panose="02070309020205020404"/>
                <a:cs typeface="Courier New" panose="02070309020205020404"/>
              </a:rPr>
              <a:t>int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lindex </a:t>
            </a:r>
            <a:r>
              <a:rPr sz="1800" b="1" dirty="0">
                <a:latin typeface="Courier New" panose="02070309020205020404"/>
                <a:cs typeface="Courier New" panose="02070309020205020404"/>
              </a:rPr>
              <a:t>=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threadIdx.x </a:t>
            </a:r>
            <a:r>
              <a:rPr sz="1800" b="1" dirty="0">
                <a:latin typeface="Courier New" panose="02070309020205020404"/>
                <a:cs typeface="Courier New" panose="02070309020205020404"/>
              </a:rPr>
              <a:t>+</a:t>
            </a:r>
            <a:r>
              <a:rPr sz="1800" b="1" spc="-6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radius;</a:t>
            </a:r>
            <a:endParaRPr sz="1800" dirty="0">
              <a:latin typeface="Courier New" panose="02070309020205020404"/>
              <a:cs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600" dirty="0">
              <a:latin typeface="Courier New" panose="02070309020205020404"/>
              <a:cs typeface="Courier New" panose="02070309020205020404"/>
            </a:endParaRPr>
          </a:p>
          <a:p>
            <a:pPr marL="558165">
              <a:lnSpc>
                <a:spcPct val="100000"/>
              </a:lnSpc>
            </a:pPr>
            <a:r>
              <a:rPr sz="1800" b="1" i="1" spc="-5" dirty="0">
                <a:solidFill>
                  <a:srgbClr val="6E6E6E"/>
                </a:solidFill>
                <a:latin typeface="Courier New" panose="02070309020205020404"/>
                <a:cs typeface="Courier New" panose="02070309020205020404"/>
              </a:rPr>
              <a:t>// </a:t>
            </a:r>
            <a:r>
              <a:rPr sz="1800" b="1" i="1" spc="-10" dirty="0">
                <a:solidFill>
                  <a:srgbClr val="6E6E6E"/>
                </a:solidFill>
                <a:latin typeface="Courier New" panose="02070309020205020404"/>
                <a:cs typeface="Courier New" panose="02070309020205020404"/>
              </a:rPr>
              <a:t>Read input elements into shared</a:t>
            </a:r>
            <a:r>
              <a:rPr sz="1800" b="1" i="1" spc="-60" dirty="0">
                <a:solidFill>
                  <a:srgbClr val="6E6E6E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i="1" spc="-10" dirty="0">
                <a:solidFill>
                  <a:srgbClr val="6E6E6E"/>
                </a:solidFill>
                <a:latin typeface="Courier New" panose="02070309020205020404"/>
                <a:cs typeface="Courier New" panose="02070309020205020404"/>
              </a:rPr>
              <a:t>memory</a:t>
            </a:r>
            <a:endParaRPr sz="1800" dirty="0">
              <a:latin typeface="Courier New" panose="02070309020205020404"/>
              <a:cs typeface="Courier New" panose="02070309020205020404"/>
            </a:endParaRPr>
          </a:p>
          <a:p>
            <a:pPr marL="558165" marR="3963670">
              <a:lnSpc>
                <a:spcPts val="2620"/>
              </a:lnSpc>
              <a:spcBef>
                <a:spcPts val="140"/>
              </a:spcBef>
            </a:pPr>
            <a:r>
              <a:rPr sz="1800" b="1" spc="-10" dirty="0">
                <a:latin typeface="Courier New" panose="02070309020205020404"/>
                <a:cs typeface="Courier New" panose="02070309020205020404"/>
              </a:rPr>
              <a:t>temp[lindex] </a:t>
            </a:r>
            <a:r>
              <a:rPr sz="1800" b="1" dirty="0">
                <a:latin typeface="Courier New" panose="02070309020205020404"/>
                <a:cs typeface="Courier New" panose="02070309020205020404"/>
              </a:rPr>
              <a:t>=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in[gindex];  </a:t>
            </a:r>
            <a:r>
              <a:rPr sz="1800" b="1" spc="-5" dirty="0">
                <a:latin typeface="Courier New" panose="02070309020205020404"/>
                <a:cs typeface="Courier New" panose="02070309020205020404"/>
              </a:rPr>
              <a:t>if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(threadIdx.x </a:t>
            </a:r>
            <a:r>
              <a:rPr sz="1800" b="1" dirty="0">
                <a:latin typeface="Courier New" panose="02070309020205020404"/>
                <a:cs typeface="Courier New" panose="02070309020205020404"/>
              </a:rPr>
              <a:t>&lt;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RADIUS)</a:t>
            </a:r>
            <a:r>
              <a:rPr sz="1800" b="1" spc="-114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dirty="0">
                <a:latin typeface="Courier New" panose="02070309020205020404"/>
                <a:cs typeface="Courier New" panose="02070309020205020404"/>
              </a:rPr>
              <a:t>{</a:t>
            </a:r>
            <a:endParaRPr sz="1800" dirty="0">
              <a:latin typeface="Courier New" panose="02070309020205020404"/>
              <a:cs typeface="Courier New" panose="02070309020205020404"/>
            </a:endParaRPr>
          </a:p>
          <a:p>
            <a:pPr marL="1104900">
              <a:lnSpc>
                <a:spcPct val="100000"/>
              </a:lnSpc>
              <a:spcBef>
                <a:spcPts val="260"/>
              </a:spcBef>
            </a:pPr>
            <a:r>
              <a:rPr sz="1800" b="1" spc="-10" dirty="0">
                <a:latin typeface="Courier New" panose="02070309020205020404"/>
                <a:cs typeface="Courier New" panose="02070309020205020404"/>
              </a:rPr>
              <a:t>temp[lindex </a:t>
            </a:r>
            <a:r>
              <a:rPr sz="1800" b="1" dirty="0">
                <a:latin typeface="Courier New" panose="02070309020205020404"/>
                <a:cs typeface="Courier New" panose="02070309020205020404"/>
              </a:rPr>
              <a:t>–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RADIUS] </a:t>
            </a:r>
            <a:r>
              <a:rPr sz="1800" b="1" dirty="0">
                <a:latin typeface="Courier New" panose="02070309020205020404"/>
                <a:cs typeface="Courier New" panose="02070309020205020404"/>
              </a:rPr>
              <a:t>=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in[gindex </a:t>
            </a:r>
            <a:r>
              <a:rPr sz="1800" b="1" dirty="0">
                <a:latin typeface="Courier New" panose="02070309020205020404"/>
                <a:cs typeface="Courier New" panose="02070309020205020404"/>
              </a:rPr>
              <a:t>–</a:t>
            </a:r>
            <a:r>
              <a:rPr sz="1800" b="1" spc="-9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RADIUS];</a:t>
            </a:r>
            <a:endParaRPr sz="1800" dirty="0">
              <a:latin typeface="Courier New" panose="02070309020205020404"/>
              <a:cs typeface="Courier New" panose="02070309020205020404"/>
            </a:endParaRPr>
          </a:p>
          <a:p>
            <a:pPr marL="1104900">
              <a:lnSpc>
                <a:spcPct val="100000"/>
              </a:lnSpc>
              <a:spcBef>
                <a:spcPts val="435"/>
              </a:spcBef>
            </a:pPr>
            <a:r>
              <a:rPr sz="1800" b="1" spc="-10" dirty="0">
                <a:latin typeface="Courier New" panose="02070309020205020404"/>
                <a:cs typeface="Courier New" panose="02070309020205020404"/>
              </a:rPr>
              <a:t>temp[lindex </a:t>
            </a:r>
            <a:r>
              <a:rPr sz="1800" b="1" dirty="0">
                <a:latin typeface="Courier New" panose="02070309020205020404"/>
                <a:cs typeface="Courier New" panose="02070309020205020404"/>
              </a:rPr>
              <a:t>+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BLOCK_SIZE] </a:t>
            </a:r>
            <a:r>
              <a:rPr sz="1800" b="1" dirty="0">
                <a:latin typeface="Courier New" panose="02070309020205020404"/>
                <a:cs typeface="Courier New" panose="02070309020205020404"/>
              </a:rPr>
              <a:t>=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in[gindex </a:t>
            </a:r>
            <a:r>
              <a:rPr sz="1800" b="1" dirty="0">
                <a:latin typeface="Courier New" panose="02070309020205020404"/>
                <a:cs typeface="Courier New" panose="02070309020205020404"/>
              </a:rPr>
              <a:t>+</a:t>
            </a:r>
            <a:r>
              <a:rPr sz="1800" b="1" spc="-1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BLOCK_SIZE];</a:t>
            </a:r>
            <a:endParaRPr sz="1800" dirty="0">
              <a:latin typeface="Courier New" panose="02070309020205020404"/>
              <a:cs typeface="Courier New" panose="02070309020205020404"/>
            </a:endParaRPr>
          </a:p>
          <a:p>
            <a:pPr marL="558165">
              <a:lnSpc>
                <a:spcPct val="100000"/>
              </a:lnSpc>
              <a:spcBef>
                <a:spcPts val="455"/>
              </a:spcBef>
            </a:pPr>
            <a:r>
              <a:rPr sz="1800" b="1" dirty="0">
                <a:latin typeface="Courier New" panose="02070309020205020404"/>
                <a:cs typeface="Courier New" panose="02070309020205020404"/>
              </a:rPr>
              <a:t>}</a:t>
            </a:r>
            <a:endParaRPr sz="1800" dirty="0">
              <a:latin typeface="Courier New" panose="02070309020205020404"/>
              <a:cs typeface="Courier New" panose="02070309020205020404"/>
            </a:endParaRPr>
          </a:p>
          <a:p>
            <a:pPr marL="558165">
              <a:lnSpc>
                <a:spcPct val="100000"/>
              </a:lnSpc>
              <a:spcBef>
                <a:spcPts val="430"/>
              </a:spcBef>
            </a:pPr>
            <a:r>
              <a:rPr sz="1800" b="1" i="1" spc="-5" dirty="0">
                <a:solidFill>
                  <a:srgbClr val="6E6E6E"/>
                </a:solidFill>
                <a:latin typeface="Courier New" panose="02070309020205020404"/>
                <a:cs typeface="Courier New" panose="02070309020205020404"/>
              </a:rPr>
              <a:t>// </a:t>
            </a:r>
            <a:r>
              <a:rPr sz="1800" b="1" i="1" spc="-10" dirty="0">
                <a:solidFill>
                  <a:srgbClr val="6E6E6E"/>
                </a:solidFill>
                <a:latin typeface="Courier New" panose="02070309020205020404"/>
                <a:cs typeface="Courier New" panose="02070309020205020404"/>
              </a:rPr>
              <a:t>Synchronize (ensure all the data </a:t>
            </a:r>
            <a:r>
              <a:rPr sz="1800" b="1" i="1" spc="-5" dirty="0">
                <a:solidFill>
                  <a:srgbClr val="6E6E6E"/>
                </a:solidFill>
                <a:latin typeface="Courier New" panose="02070309020205020404"/>
                <a:cs typeface="Courier New" panose="02070309020205020404"/>
              </a:rPr>
              <a:t>is</a:t>
            </a:r>
            <a:r>
              <a:rPr sz="1800" b="1" i="1" spc="-75" dirty="0">
                <a:solidFill>
                  <a:srgbClr val="6E6E6E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i="1" spc="-10" dirty="0">
                <a:solidFill>
                  <a:srgbClr val="6E6E6E"/>
                </a:solidFill>
                <a:latin typeface="Courier New" panose="02070309020205020404"/>
                <a:cs typeface="Courier New" panose="02070309020205020404"/>
              </a:rPr>
              <a:t>available)</a:t>
            </a:r>
            <a:endParaRPr sz="1800" dirty="0">
              <a:latin typeface="Courier New" panose="02070309020205020404"/>
              <a:cs typeface="Courier New" panose="02070309020205020404"/>
            </a:endParaRPr>
          </a:p>
          <a:p>
            <a:pPr marL="558165">
              <a:lnSpc>
                <a:spcPct val="100000"/>
              </a:lnSpc>
              <a:spcBef>
                <a:spcPts val="435"/>
              </a:spcBef>
            </a:pPr>
            <a:r>
              <a:rPr sz="1800" b="1" u="heavy" dirty="0">
                <a:solidFill>
                  <a:srgbClr val="FF9933"/>
                </a:solidFill>
                <a:uFill>
                  <a:solidFill>
                    <a:srgbClr val="FE9832"/>
                  </a:solidFill>
                </a:uFill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u="heavy" spc="-15" dirty="0">
                <a:solidFill>
                  <a:srgbClr val="FF9933"/>
                </a:solidFill>
                <a:uFill>
                  <a:solidFill>
                    <a:srgbClr val="FE9832"/>
                  </a:solidFill>
                </a:uFill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10" dirty="0">
                <a:solidFill>
                  <a:srgbClr val="FF9933"/>
                </a:solidFill>
                <a:latin typeface="Courier New" panose="02070309020205020404"/>
                <a:cs typeface="Courier New" panose="02070309020205020404"/>
              </a:rPr>
              <a:t>syncthreads()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;</a:t>
            </a:r>
            <a:endParaRPr sz="1800" dirty="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2281C52-6F74-0564-7CF3-538FC2079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15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5532331"/>
      </p:ext>
    </p:extLst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43BE8-4EC1-0802-E5C3-672438B5F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3D7B0C2-F908-9C15-0F7E-E9FC845E4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STENCIL KERNEL</a:t>
            </a:r>
          </a:p>
        </p:txBody>
      </p:sp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FC70448C-F908-EF50-77AD-A3047FE37C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915138"/>
              </p:ext>
            </p:extLst>
          </p:nvPr>
        </p:nvGraphicFramePr>
        <p:xfrm>
          <a:off x="2806991" y="2218485"/>
          <a:ext cx="8597265" cy="13819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17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4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4887">
                <a:tc>
                  <a:txBody>
                    <a:bodyPr/>
                    <a:lstStyle/>
                    <a:p>
                      <a:pPr marL="31750">
                        <a:lnSpc>
                          <a:spcPts val="2065"/>
                        </a:lnSpc>
                      </a:pPr>
                      <a:r>
                        <a:rPr sz="2000" b="1" i="1" spc="-5" dirty="0">
                          <a:latin typeface="Courier New" panose="02070309020205020404"/>
                          <a:cs typeface="Courier New" panose="02070309020205020404"/>
                        </a:rPr>
                        <a:t>// Apply the</a:t>
                      </a:r>
                      <a:r>
                        <a:rPr sz="2000" b="1" i="1" spc="-35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2000" b="1" i="1" spc="-5" dirty="0">
                          <a:latin typeface="Courier New" panose="02070309020205020404"/>
                          <a:cs typeface="Courier New" panose="02070309020205020404"/>
                        </a:rPr>
                        <a:t>stencil</a:t>
                      </a:r>
                      <a:endParaRPr sz="2000" dirty="0">
                        <a:latin typeface="Courier New" panose="02070309020205020404"/>
                        <a:cs typeface="Courier New" panose="02070309020205020404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2000" b="1" spc="-5" dirty="0">
                          <a:solidFill>
                            <a:srgbClr val="8AAD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int </a:t>
                      </a:r>
                      <a:r>
                        <a:rPr sz="2000" b="1" spc="-5" dirty="0">
                          <a:latin typeface="Courier New" panose="02070309020205020404"/>
                          <a:cs typeface="Courier New" panose="02070309020205020404"/>
                        </a:rPr>
                        <a:t>result </a:t>
                      </a:r>
                      <a:r>
                        <a:rPr sz="2000" b="1" dirty="0">
                          <a:latin typeface="Courier New" panose="02070309020205020404"/>
                          <a:cs typeface="Courier New" panose="02070309020205020404"/>
                        </a:rPr>
                        <a:t>=</a:t>
                      </a:r>
                      <a:r>
                        <a:rPr sz="2000" b="1" spc="-25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2000" b="1" spc="-5" dirty="0">
                          <a:latin typeface="Courier New" panose="02070309020205020404"/>
                          <a:cs typeface="Courier New" panose="02070309020205020404"/>
                        </a:rPr>
                        <a:t>0;</a:t>
                      </a:r>
                      <a:endParaRPr sz="2000" dirty="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marR="68580" algn="r">
                        <a:lnSpc>
                          <a:spcPts val="2385"/>
                        </a:lnSpc>
                      </a:pPr>
                      <a:r>
                        <a:rPr sz="2000" b="1" spc="-5" dirty="0">
                          <a:latin typeface="Courier New" panose="02070309020205020404"/>
                          <a:cs typeface="Courier New" panose="02070309020205020404"/>
                        </a:rPr>
                        <a:t>for (</a:t>
                      </a:r>
                      <a:r>
                        <a:rPr sz="2000" b="1" spc="-5" dirty="0">
                          <a:solidFill>
                            <a:srgbClr val="8AAD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int </a:t>
                      </a:r>
                      <a:r>
                        <a:rPr sz="2000" b="1" spc="-5" dirty="0">
                          <a:latin typeface="Courier New" panose="02070309020205020404"/>
                          <a:cs typeface="Courier New" panose="02070309020205020404"/>
                        </a:rPr>
                        <a:t>offset </a:t>
                      </a:r>
                      <a:r>
                        <a:rPr sz="2000" b="1" dirty="0">
                          <a:latin typeface="Courier New" panose="02070309020205020404"/>
                          <a:cs typeface="Courier New" panose="02070309020205020404"/>
                        </a:rPr>
                        <a:t>=</a:t>
                      </a:r>
                      <a:r>
                        <a:rPr sz="2000" b="1" spc="-80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2000" b="1" spc="-5" dirty="0">
                          <a:latin typeface="Courier New" panose="02070309020205020404"/>
                          <a:cs typeface="Courier New" panose="02070309020205020404"/>
                        </a:rPr>
                        <a:t>-RADIUS</a:t>
                      </a:r>
                      <a:endParaRPr sz="20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ts val="2385"/>
                        </a:lnSpc>
                      </a:pPr>
                      <a:r>
                        <a:rPr sz="2000" b="1" dirty="0">
                          <a:latin typeface="Courier New" panose="02070309020205020404"/>
                          <a:cs typeface="Courier New" panose="02070309020205020404"/>
                        </a:rPr>
                        <a:t>;</a:t>
                      </a:r>
                      <a:endParaRPr sz="20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2385"/>
                        </a:lnSpc>
                      </a:pPr>
                      <a:r>
                        <a:rPr sz="2000" b="1" spc="-5" dirty="0">
                          <a:latin typeface="Courier New" panose="02070309020205020404"/>
                          <a:cs typeface="Courier New" panose="02070309020205020404"/>
                        </a:rPr>
                        <a:t>offset &lt;= RADIUS </a:t>
                      </a:r>
                      <a:r>
                        <a:rPr sz="2000" b="1" dirty="0">
                          <a:latin typeface="Courier New" panose="02070309020205020404"/>
                          <a:cs typeface="Courier New" panose="02070309020205020404"/>
                        </a:rPr>
                        <a:t>;</a:t>
                      </a:r>
                      <a:r>
                        <a:rPr sz="2000" b="1" spc="-85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2000" b="1" spc="-5" dirty="0">
                          <a:latin typeface="Courier New" panose="02070309020205020404"/>
                          <a:cs typeface="Courier New" panose="02070309020205020404"/>
                        </a:rPr>
                        <a:t>offset++)</a:t>
                      </a:r>
                      <a:endParaRPr sz="20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271">
                <a:tc>
                  <a:txBody>
                    <a:bodyPr/>
                    <a:lstStyle/>
                    <a:p>
                      <a:pPr marR="67945" algn="r">
                        <a:lnSpc>
                          <a:spcPts val="2385"/>
                        </a:lnSpc>
                      </a:pPr>
                      <a:r>
                        <a:rPr sz="2000" b="1" spc="-5" dirty="0">
                          <a:latin typeface="Courier New" panose="02070309020205020404"/>
                          <a:cs typeface="Courier New" panose="02070309020205020404"/>
                        </a:rPr>
                        <a:t>result +=</a:t>
                      </a:r>
                      <a:r>
                        <a:rPr sz="2000" b="1" spc="-90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2000" b="1" spc="-5" dirty="0">
                          <a:latin typeface="Courier New" panose="02070309020205020404"/>
                          <a:cs typeface="Courier New" panose="02070309020205020404"/>
                        </a:rPr>
                        <a:t>temp[lindex</a:t>
                      </a:r>
                      <a:endParaRPr sz="20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2385"/>
                        </a:lnSpc>
                      </a:pPr>
                      <a:r>
                        <a:rPr sz="2000" b="1" dirty="0">
                          <a:latin typeface="Courier New" panose="02070309020205020404"/>
                          <a:cs typeface="Courier New" panose="02070309020205020404"/>
                        </a:rPr>
                        <a:t>+</a:t>
                      </a:r>
                      <a:endParaRPr sz="20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385"/>
                        </a:lnSpc>
                      </a:pPr>
                      <a:r>
                        <a:rPr sz="2000" b="1" spc="-5" dirty="0">
                          <a:latin typeface="Courier New" panose="02070309020205020404"/>
                          <a:cs typeface="Courier New" panose="02070309020205020404"/>
                        </a:rPr>
                        <a:t>offset];</a:t>
                      </a:r>
                      <a:endParaRPr sz="2000" dirty="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4">
            <a:extLst>
              <a:ext uri="{FF2B5EF4-FFF2-40B4-BE49-F238E27FC236}">
                <a16:creationId xmlns:a16="http://schemas.microsoft.com/office/drawing/2014/main" id="{7B6B6E26-EE80-FDC9-155E-E68A8D16A86C}"/>
              </a:ext>
            </a:extLst>
          </p:cNvPr>
          <p:cNvSpPr txBox="1"/>
          <p:nvPr/>
        </p:nvSpPr>
        <p:spPr>
          <a:xfrm>
            <a:off x="2216440" y="3940229"/>
            <a:ext cx="3835400" cy="110744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622300">
              <a:lnSpc>
                <a:spcPct val="100000"/>
              </a:lnSpc>
              <a:spcBef>
                <a:spcPts val="505"/>
              </a:spcBef>
            </a:pPr>
            <a:r>
              <a:rPr sz="2000" b="1" i="1" spc="-5" dirty="0">
                <a:latin typeface="Courier New" panose="02070309020205020404"/>
                <a:cs typeface="Courier New" panose="02070309020205020404"/>
              </a:rPr>
              <a:t>// Store the</a:t>
            </a:r>
            <a:r>
              <a:rPr sz="2000" b="1" i="1" spc="-5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i="1" spc="-5" dirty="0">
                <a:latin typeface="Courier New" panose="02070309020205020404"/>
                <a:cs typeface="Courier New" panose="02070309020205020404"/>
              </a:rPr>
              <a:t>result</a:t>
            </a:r>
            <a:endParaRPr sz="2000" dirty="0">
              <a:latin typeface="Courier New" panose="02070309020205020404"/>
              <a:cs typeface="Courier New" panose="02070309020205020404"/>
            </a:endParaRPr>
          </a:p>
          <a:p>
            <a:pPr marL="622300">
              <a:lnSpc>
                <a:spcPct val="100000"/>
              </a:lnSpc>
              <a:spcBef>
                <a:spcPts val="410"/>
              </a:spcBef>
            </a:pPr>
            <a:r>
              <a:rPr sz="2000" b="1" spc="-5" dirty="0">
                <a:latin typeface="Courier New" panose="02070309020205020404"/>
                <a:cs typeface="Courier New" panose="02070309020205020404"/>
              </a:rPr>
              <a:t>out[gindex] </a:t>
            </a:r>
            <a:r>
              <a:rPr sz="2000" b="1" dirty="0">
                <a:latin typeface="Courier New" panose="02070309020205020404"/>
                <a:cs typeface="Courier New" panose="02070309020205020404"/>
              </a:rPr>
              <a:t>=</a:t>
            </a:r>
            <a:r>
              <a:rPr sz="2000" b="1" spc="-9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-5" dirty="0">
                <a:latin typeface="Courier New" panose="02070309020205020404"/>
                <a:cs typeface="Courier New" panose="02070309020205020404"/>
              </a:rPr>
              <a:t>result;</a:t>
            </a:r>
            <a:endParaRPr sz="2000" dirty="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2000" b="1" dirty="0">
                <a:latin typeface="Courier New" panose="02070309020205020404"/>
                <a:cs typeface="Courier New" panose="02070309020205020404"/>
              </a:rPr>
              <a:t>}</a:t>
            </a:r>
            <a:endParaRPr sz="2000" dirty="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3A8B5A7-3264-4A09-6DC5-646AA44BC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16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6705078"/>
      </p:ext>
    </p:extLst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75FC8-7031-A8D2-9114-869AFD329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9D08227-5926-A802-27AC-F424571EE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D8A2F3E-BBDA-BF56-7200-52884B59B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</a:t>
            </a:r>
            <a:r>
              <a:rPr lang="en-US" dirty="0">
                <a:solidFill>
                  <a:srgbClr val="FFC000"/>
                </a:solidFill>
              </a:rPr>
              <a:t>__shared__ </a:t>
            </a:r>
            <a:r>
              <a:rPr lang="en-US" dirty="0"/>
              <a:t>to declare a variable/array in shared memory</a:t>
            </a:r>
          </a:p>
          <a:p>
            <a:pPr lvl="1"/>
            <a:r>
              <a:rPr lang="en-US" dirty="0"/>
              <a:t>Data is shared between threads in a block</a:t>
            </a:r>
          </a:p>
          <a:p>
            <a:pPr lvl="1"/>
            <a:r>
              <a:rPr lang="en-US" dirty="0"/>
              <a:t>Not visible to threads in other blocks</a:t>
            </a:r>
          </a:p>
          <a:p>
            <a:pPr lvl="1"/>
            <a:endParaRPr lang="en-US" dirty="0"/>
          </a:p>
          <a:p>
            <a:r>
              <a:rPr lang="en-US" dirty="0"/>
              <a:t>Use </a:t>
            </a:r>
            <a:r>
              <a:rPr lang="en-US" dirty="0">
                <a:solidFill>
                  <a:srgbClr val="FFC000"/>
                </a:solidFill>
              </a:rPr>
              <a:t>__</a:t>
            </a:r>
            <a:r>
              <a:rPr lang="en-US" dirty="0" err="1">
                <a:solidFill>
                  <a:srgbClr val="FFC000"/>
                </a:solidFill>
              </a:rPr>
              <a:t>syncthreads</a:t>
            </a:r>
            <a:r>
              <a:rPr lang="en-US" dirty="0">
                <a:solidFill>
                  <a:srgbClr val="FFC000"/>
                </a:solidFill>
              </a:rPr>
              <a:t>() </a:t>
            </a:r>
            <a:r>
              <a:rPr lang="en-US" dirty="0"/>
              <a:t>as a barrier</a:t>
            </a:r>
          </a:p>
          <a:p>
            <a:pPr lvl="1"/>
            <a:r>
              <a:rPr lang="en-US" dirty="0"/>
              <a:t>Use to prevent data hazards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E5AC088-26A6-5BDE-0604-28AE0E60B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17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654262"/>
      </p:ext>
    </p:extLst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BE643-8232-B24C-D61D-C16D1A2AD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A637638-2AE2-998F-E472-3F9C62BEB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SESSIONS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E6E6EBB-E01D-903D-E0D9-F5692AAD8B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128" y="1224187"/>
            <a:ext cx="12097344" cy="4464495"/>
          </a:xfrm>
        </p:spPr>
        <p:txBody>
          <a:bodyPr/>
          <a:lstStyle/>
          <a:p>
            <a:r>
              <a:rPr lang="en-US" dirty="0"/>
              <a:t>CUDA GPU architecture and basic optimizations</a:t>
            </a:r>
          </a:p>
          <a:p>
            <a:r>
              <a:rPr lang="en-US" dirty="0"/>
              <a:t>Atomics, Reductions, Warp Shuffle  </a:t>
            </a:r>
          </a:p>
          <a:p>
            <a:r>
              <a:rPr lang="en-US" dirty="0"/>
              <a:t>Using Managed Memory</a:t>
            </a:r>
          </a:p>
          <a:p>
            <a:r>
              <a:rPr lang="en-US" dirty="0"/>
              <a:t>Concurrency (streams, copy/compute overlap, multi-GPU)</a:t>
            </a:r>
          </a:p>
          <a:p>
            <a:r>
              <a:rPr lang="en-US" dirty="0"/>
              <a:t>Analysis Driven Optimization</a:t>
            </a:r>
          </a:p>
          <a:p>
            <a:r>
              <a:rPr lang="en-US" dirty="0"/>
              <a:t>Cooperative Groups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B2194DB-03DC-EB9B-A95A-A6E6A8FFB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18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4137597"/>
      </p:ext>
    </p:extLst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7217F-20CB-5795-8708-6FE3A3F3F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DAA6948-849D-460E-CA3A-37F23A654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STUDY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978BB66-89B3-9FDD-5538-B84C2E04B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128" y="1224186"/>
            <a:ext cx="12097344" cy="5400599"/>
          </a:xfrm>
        </p:spPr>
        <p:txBody>
          <a:bodyPr/>
          <a:lstStyle/>
          <a:p>
            <a:r>
              <a:rPr lang="en-US" dirty="0"/>
              <a:t>Shared memory:</a:t>
            </a:r>
          </a:p>
          <a:p>
            <a:pPr lvl="1"/>
            <a:r>
              <a:rPr lang="en-US" dirty="0"/>
              <a:t>https://devblogs.nvidia.com/using-shared-memory-cuda-cc/</a:t>
            </a:r>
          </a:p>
          <a:p>
            <a:r>
              <a:rPr lang="en-US" dirty="0"/>
              <a:t>CUDA Programming Guide:</a:t>
            </a:r>
          </a:p>
          <a:p>
            <a:pPr lvl="1"/>
            <a:r>
              <a:rPr lang="en-US" dirty="0"/>
              <a:t>https://docs.nvidia.com/cuda/cuda-c-programming-guide/index.html#shared-memory</a:t>
            </a:r>
          </a:p>
          <a:p>
            <a:r>
              <a:rPr lang="en-US" dirty="0"/>
              <a:t>CUDA Documentation:</a:t>
            </a:r>
          </a:p>
          <a:p>
            <a:pPr lvl="1"/>
            <a:r>
              <a:rPr lang="en-US" dirty="0"/>
              <a:t>https://docs.nvidia.com/cuda/index.html</a:t>
            </a:r>
          </a:p>
          <a:p>
            <a:pPr lvl="1"/>
            <a:r>
              <a:rPr lang="en-US" dirty="0"/>
              <a:t>https://docs.nvidia.com/cuda/cuda-runtime-api/index.html (runtime API)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BE63893-EB2B-50A3-4B54-EF5C057F6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19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6349815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教育部工程研究中心项目汇报-改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教育部工程研究中心项目汇报-改</Template>
  <TotalTime>392</TotalTime>
  <Words>1227</Words>
  <Application>Microsoft Office PowerPoint</Application>
  <PresentationFormat>自定义</PresentationFormat>
  <Paragraphs>181</Paragraphs>
  <Slides>19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0" baseType="lpstr">
      <vt:lpstr>Microsoft YaHei Light</vt:lpstr>
      <vt:lpstr>宋体</vt:lpstr>
      <vt:lpstr>微软雅黑</vt:lpstr>
      <vt:lpstr>Arial</vt:lpstr>
      <vt:lpstr>Calibri</vt:lpstr>
      <vt:lpstr>Calibri Light</vt:lpstr>
      <vt:lpstr>Comic Sans MS</vt:lpstr>
      <vt:lpstr>Courier New</vt:lpstr>
      <vt:lpstr>Times New Roman</vt:lpstr>
      <vt:lpstr>Wingdings</vt:lpstr>
      <vt:lpstr>教育部工程研究中心项目汇报-改</vt:lpstr>
      <vt:lpstr>PowerPoint 演示文稿</vt:lpstr>
      <vt:lpstr>PowerPoint 演示文稿</vt:lpstr>
      <vt:lpstr>REVIEW (1 OF 2)</vt:lpstr>
      <vt:lpstr>REVIEW (2 OF 2)</vt:lpstr>
      <vt:lpstr>Shared Memory</vt:lpstr>
      <vt:lpstr>1D STENCIL</vt:lpstr>
      <vt:lpstr>IMPLEMENTING WITHIN A BLOCK</vt:lpstr>
      <vt:lpstr>Shared Memory: SHARING DATA BETWEEN THREADS</vt:lpstr>
      <vt:lpstr>Shared Memory: SHARING DATA BETWEEN THREADS</vt:lpstr>
      <vt:lpstr>IMPLEMENTING WITH SHARED MEMORY</vt:lpstr>
      <vt:lpstr>STENCIL KERNEL</vt:lpstr>
      <vt:lpstr>STENCIL KERNEL</vt:lpstr>
      <vt:lpstr>DATA RACE!</vt:lpstr>
      <vt:lpstr>  SYNCTHREADS()</vt:lpstr>
      <vt:lpstr>STENCIL KERNEL</vt:lpstr>
      <vt:lpstr>STENCIL KERNEL</vt:lpstr>
      <vt:lpstr>REVIEW</vt:lpstr>
      <vt:lpstr>FUTURE SESSIONS</vt:lpstr>
      <vt:lpstr>FURTHER STUDY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abc</dc:creator>
  <cp:lastModifiedBy>HuangDan</cp:lastModifiedBy>
  <cp:revision>2628</cp:revision>
  <dcterms:created xsi:type="dcterms:W3CDTF">2016-05-19T09:43:00Z</dcterms:created>
  <dcterms:modified xsi:type="dcterms:W3CDTF">2025-05-07T08:57:06Z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2052-11.1.0.11294</vt:lpwstr>
  </property>
  <property fmtid="{D5CDD505-2E9C-101B-9397-08002B2CF9AE}" pid="3" name="ICV">
    <vt:lpwstr>FE6B41012A634C3A893C10D0EDECA588</vt:lpwstr>
  </property>
</Properties>
</file>