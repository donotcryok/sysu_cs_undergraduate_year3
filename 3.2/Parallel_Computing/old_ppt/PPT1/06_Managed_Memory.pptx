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321" r:id="rId2"/>
    <p:sldId id="322" r:id="rId3"/>
    <p:sldId id="258" r:id="rId4"/>
    <p:sldId id="323" r:id="rId5"/>
    <p:sldId id="260" r:id="rId6"/>
    <p:sldId id="261" r:id="rId7"/>
    <p:sldId id="324" r:id="rId8"/>
    <p:sldId id="325" r:id="rId9"/>
    <p:sldId id="264" r:id="rId10"/>
    <p:sldId id="265" r:id="rId11"/>
    <p:sldId id="290" r:id="rId12"/>
    <p:sldId id="291" r:id="rId13"/>
    <p:sldId id="292" r:id="rId14"/>
    <p:sldId id="293" r:id="rId15"/>
    <p:sldId id="266" r:id="rId16"/>
    <p:sldId id="267" r:id="rId17"/>
    <p:sldId id="268" r:id="rId18"/>
    <p:sldId id="269" r:id="rId19"/>
    <p:sldId id="270" r:id="rId20"/>
    <p:sldId id="271" r:id="rId21"/>
    <p:sldId id="272" r:id="rId22"/>
    <p:sldId id="273" r:id="rId23"/>
    <p:sldId id="275" r:id="rId24"/>
    <p:sldId id="276" r:id="rId25"/>
    <p:sldId id="277" r:id="rId26"/>
    <p:sldId id="278" r:id="rId27"/>
    <p:sldId id="279" r:id="rId28"/>
    <p:sldId id="280" r:id="rId29"/>
    <p:sldId id="281" r:id="rId30"/>
    <p:sldId id="284" r:id="rId31"/>
    <p:sldId id="285" r:id="rId32"/>
    <p:sldId id="286" r:id="rId33"/>
    <p:sldId id="326" r:id="rId34"/>
    <p:sldId id="289" r:id="rId35"/>
  </p:sldIdLst>
  <p:sldSz cx="10972800" cy="6172200"/>
  <p:notesSz cx="10972800" cy="6172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uyuan DENG" initials="XD" lastIdx="1" clrIdx="0"/>
  <p:cmAuthor id="2" name="Betty Mo" initials="BM"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1" autoAdjust="0"/>
    <p:restoredTop sz="75791" autoAdjust="0"/>
  </p:normalViewPr>
  <p:slideViewPr>
    <p:cSldViewPr>
      <p:cViewPr varScale="1">
        <p:scale>
          <a:sx n="83" d="100"/>
          <a:sy n="83" d="100"/>
        </p:scale>
        <p:origin x="1027"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8" Type="http://schemas.openxmlformats.org/officeDocument/2006/relationships/hyperlink" Target="https://docs.nvidia.com/cuda/cuda-runtime-api/group__CUDART__TYPES.html#group__CUDART__TYPES_1gg49e2f8c2c0bd6fe264f2fc970912e5cdc228cf8983c97d0e035da72a71494eaa" TargetMode="External"/><Relationship Id="rId3" Type="http://schemas.openxmlformats.org/officeDocument/2006/relationships/hyperlink" Target="https://docs.nvidia.com/cuda/cuda-runtime-api/group__CUDART__HIGHLEVEL.html#group__CUDART__HIGHLEVEL_1gcf6b9b1019e73c5bc2b39b39fe90816e" TargetMode="External"/><Relationship Id="rId7" Type="http://schemas.openxmlformats.org/officeDocument/2006/relationships/hyperlink" Target="https://docs.nvidia.com/cuda/cuda-runtime-api/group__CUDART__TYPES.html#group__CUDART__TYPES_1gg49e2f8c2c0bd6fe264f2fc970912e5cddc80992427a92713e699953a6d249d6f" TargetMode="External"/><Relationship Id="rId12" Type="http://schemas.openxmlformats.org/officeDocument/2006/relationships/hyperlink" Target="https://docs.nvidia.com/cuda/cuda-runtime-api/group__CUDART__TYPES.html#group__CUDART__TYPES_1gb3de5e703b559507c39a6a02127e2967"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docs.nvidia.com/cuda/cuda-runtime-api/group__CUDART__TYPES.html#group__CUDART__TYPES_1gg49e2f8c2c0bd6fe264f2fc970912e5cdc88178f29891f2c18fe67361cc80de09" TargetMode="External"/><Relationship Id="rId11" Type="http://schemas.openxmlformats.org/officeDocument/2006/relationships/hyperlink" Target="https://docs.nvidia.com/cuda/cuda-runtime-api/group__CUDART__TYPES.html#group__CUDART__TYPES_1ggc314a8b14091f7e02a7ad15dcb36c85750a22279bce0dc29956ad4f257084623" TargetMode="External"/><Relationship Id="rId5" Type="http://schemas.openxmlformats.org/officeDocument/2006/relationships/hyperlink" Target="https://docs.nvidia.com/cuda/cuda-runtime-api/group__CUDART__MEMORY.html#group__CUDART__MEMORY_1ge8dc9199943d421bc8bc7f473df12e42" TargetMode="External"/><Relationship Id="rId10" Type="http://schemas.openxmlformats.org/officeDocument/2006/relationships/hyperlink" Target="https://docs.nvidia.com/cuda/cuda-runtime-api/group__CUDART__TYPES.html#group__CUDART__TYPES_1ggc314a8b14091f7e02a7ad15dcb36c857537caa36d8dddd3cedee0b2de7b74322" TargetMode="External"/><Relationship Id="rId4" Type="http://schemas.openxmlformats.org/officeDocument/2006/relationships/hyperlink" Target="https://docs.nvidia.com/cuda/cuda-runtime-api/group__CUDART__TYPES.html#group__CUDART__TYPES_1ggc314a8b14091f7e02a7ad15dcb36c857441d911811beda174627f403142d5ff0" TargetMode="External"/><Relationship Id="rId9" Type="http://schemas.openxmlformats.org/officeDocument/2006/relationships/hyperlink" Target="https://docs.nvidia.com/cuda/cuda-runtime-api/group__CUDART__TYPES.html#group__CUDART__TYPES_1ggc314a8b14091f7e02a7ad15dcb36c857a4a2bc3c7d218dcd9a1b425b432759eb"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Advise the Unified Memory subsystem about the usage pattern for the memory range starting at </a:t>
            </a:r>
            <a:r>
              <a:rPr lang="en-US" dirty="0" err="1"/>
              <a:t>devPtr</a:t>
            </a:r>
            <a:r>
              <a:rPr lang="en-US" sz="1200" b="0" i="0" kern="1200" dirty="0">
                <a:solidFill>
                  <a:schemeClr val="tx1"/>
                </a:solidFill>
                <a:effectLst/>
                <a:latin typeface="+mn-lt"/>
                <a:ea typeface="+mn-ea"/>
                <a:cs typeface="+mn-cs"/>
              </a:rPr>
              <a:t> with a size of </a:t>
            </a:r>
            <a:r>
              <a:rPr lang="en-US" dirty="0"/>
              <a:t>count</a:t>
            </a:r>
            <a:r>
              <a:rPr lang="en-US" sz="1200" b="0" i="0" kern="1200" dirty="0">
                <a:solidFill>
                  <a:schemeClr val="tx1"/>
                </a:solidFill>
                <a:effectLst/>
                <a:latin typeface="+mn-lt"/>
                <a:ea typeface="+mn-ea"/>
                <a:cs typeface="+mn-cs"/>
              </a:rPr>
              <a:t> bytes. The start address and end address of the memory range will be rounded down and rounded up respectively to be aligned to CPU page size before the advice is applied. The memory range must refer to managed memory allocated via </a:t>
            </a:r>
            <a:r>
              <a:rPr lang="en-US" sz="1200" b="0" i="0" u="sng" kern="1200" dirty="0" err="1">
                <a:solidFill>
                  <a:schemeClr val="tx1"/>
                </a:solidFill>
                <a:effectLst/>
                <a:latin typeface="+mn-lt"/>
                <a:ea typeface="+mn-ea"/>
                <a:cs typeface="+mn-cs"/>
                <a:hlinkClick r:id="rId3" tooltip="Allocates memory that will be automatically managed by the Unified Memory system."/>
              </a:rPr>
              <a:t>cudaMallocManaged</a:t>
            </a:r>
            <a:r>
              <a:rPr lang="en-US" sz="1200" b="0" i="0" kern="1200" dirty="0">
                <a:solidFill>
                  <a:schemeClr val="tx1"/>
                </a:solidFill>
                <a:effectLst/>
                <a:latin typeface="+mn-lt"/>
                <a:ea typeface="+mn-ea"/>
                <a:cs typeface="+mn-cs"/>
              </a:rPr>
              <a:t> or declared via __managed__ variables. The memory range could also refer to system-allocated </a:t>
            </a:r>
            <a:r>
              <a:rPr lang="en-US" sz="1200" b="0" i="0" kern="1200" dirty="0" err="1">
                <a:solidFill>
                  <a:schemeClr val="tx1"/>
                </a:solidFill>
                <a:effectLst/>
                <a:latin typeface="+mn-lt"/>
                <a:ea typeface="+mn-ea"/>
                <a:cs typeface="+mn-cs"/>
              </a:rPr>
              <a:t>pageable</a:t>
            </a:r>
            <a:r>
              <a:rPr lang="en-US" sz="1200" b="0" i="0" kern="1200" dirty="0">
                <a:solidFill>
                  <a:schemeClr val="tx1"/>
                </a:solidFill>
                <a:effectLst/>
                <a:latin typeface="+mn-lt"/>
                <a:ea typeface="+mn-ea"/>
                <a:cs typeface="+mn-cs"/>
              </a:rPr>
              <a:t> memory provided it represents a valid, host-accessible region of memory and all additional constraints imposed by </a:t>
            </a:r>
            <a:r>
              <a:rPr lang="en-US" dirty="0"/>
              <a:t>advice</a:t>
            </a:r>
            <a:r>
              <a:rPr lang="en-US" sz="1200" b="0" i="0" kern="1200" dirty="0">
                <a:solidFill>
                  <a:schemeClr val="tx1"/>
                </a:solidFill>
                <a:effectLst/>
                <a:latin typeface="+mn-lt"/>
                <a:ea typeface="+mn-ea"/>
                <a:cs typeface="+mn-cs"/>
              </a:rPr>
              <a:t> as outlined below are also satisfied. Specifying an invalid system-allocated </a:t>
            </a:r>
            <a:r>
              <a:rPr lang="en-US" sz="1200" b="0" i="0" kern="1200" dirty="0" err="1">
                <a:solidFill>
                  <a:schemeClr val="tx1"/>
                </a:solidFill>
                <a:effectLst/>
                <a:latin typeface="+mn-lt"/>
                <a:ea typeface="+mn-ea"/>
                <a:cs typeface="+mn-cs"/>
              </a:rPr>
              <a:t>pageable</a:t>
            </a:r>
            <a:r>
              <a:rPr lang="en-US" sz="1200" b="0" i="0" kern="1200" dirty="0">
                <a:solidFill>
                  <a:schemeClr val="tx1"/>
                </a:solidFill>
                <a:effectLst/>
                <a:latin typeface="+mn-lt"/>
                <a:ea typeface="+mn-ea"/>
                <a:cs typeface="+mn-cs"/>
              </a:rPr>
              <a:t> memory range results in an error being returned.</a:t>
            </a:r>
          </a:p>
          <a:p>
            <a:pPr marL="0" marR="0" lvl="0" indent="0" algn="l" defTabSz="914400" rtl="0" eaLnBrk="1" fontAlgn="auto" latinLnBrk="0" hangingPunct="1">
              <a:lnSpc>
                <a:spcPct val="100000"/>
              </a:lnSpc>
              <a:spcBef>
                <a:spcPts val="0"/>
              </a:spcBef>
              <a:spcAft>
                <a:spcPts val="0"/>
              </a:spcAft>
              <a:buClrTx/>
              <a:buSzTx/>
              <a:buFontTx/>
              <a:buNone/>
              <a:defRPr/>
            </a:pPr>
            <a:endParaRPr lang="en-US" sz="1200" b="0" i="0" kern="1200" dirty="0">
              <a:solidFill>
                <a:schemeClr val="tx1"/>
              </a:solidFill>
              <a:effectLst/>
              <a:latin typeface="+mn-lt"/>
              <a:ea typeface="+mn-ea"/>
              <a:cs typeface="+mn-cs"/>
            </a:endParaRPr>
          </a:p>
          <a:p>
            <a:r>
              <a:rPr lang="en-US" sz="1200" b="0" i="0" u="sng" kern="1200" dirty="0" err="1">
                <a:solidFill>
                  <a:schemeClr val="tx1"/>
                </a:solidFill>
                <a:effectLst/>
                <a:latin typeface="+mn-lt"/>
                <a:ea typeface="+mn-ea"/>
                <a:cs typeface="+mn-cs"/>
                <a:hlinkClick r:id="rId4"/>
              </a:rPr>
              <a:t>cudaMemAdviseSetReadMostly</a:t>
            </a:r>
            <a:r>
              <a:rPr lang="en-US" sz="1200" b="0" i="0" kern="1200" dirty="0">
                <a:solidFill>
                  <a:schemeClr val="tx1"/>
                </a:solidFill>
                <a:effectLst/>
                <a:latin typeface="+mn-lt"/>
                <a:ea typeface="+mn-ea"/>
                <a:cs typeface="+mn-cs"/>
              </a:rPr>
              <a:t>: This implies that the data is mostly going to be read from and only occasionally written to. Any read accesses from any processor to this region will create a read-only copy of at least the accessed pages in that processor's memory. Additionally, if </a:t>
            </a:r>
            <a:r>
              <a:rPr lang="en-US" sz="1200" b="0" i="0" u="sng" kern="1200" dirty="0" err="1">
                <a:solidFill>
                  <a:schemeClr val="tx1"/>
                </a:solidFill>
                <a:effectLst/>
                <a:latin typeface="+mn-lt"/>
                <a:ea typeface="+mn-ea"/>
                <a:cs typeface="+mn-cs"/>
                <a:hlinkClick r:id="rId5" tooltip="Prefetches memory to the specified destination device."/>
              </a:rPr>
              <a:t>cudaMemPrefetchAsync</a:t>
            </a:r>
            <a:r>
              <a:rPr lang="en-US" sz="1200" b="0" i="0" kern="1200" dirty="0">
                <a:solidFill>
                  <a:schemeClr val="tx1"/>
                </a:solidFill>
                <a:effectLst/>
                <a:latin typeface="+mn-lt"/>
                <a:ea typeface="+mn-ea"/>
                <a:cs typeface="+mn-cs"/>
              </a:rPr>
              <a:t> is called on this region, it will create a read-only copy of the data on the destination processor. If any processor writes to this region, all copies of the corresponding page will be invalidated except for the one where the write occurred. The device argument is ignored for this advice. Note that for a page to be read-duplicated, the accessing processor must either be the CPU or a GPU that has a non-zero value for the device attribute </a:t>
            </a:r>
            <a:r>
              <a:rPr lang="en-US" sz="1200" b="0" i="0" u="sng" kern="1200" dirty="0" err="1">
                <a:solidFill>
                  <a:schemeClr val="tx1"/>
                </a:solidFill>
                <a:effectLst/>
                <a:latin typeface="+mn-lt"/>
                <a:ea typeface="+mn-ea"/>
                <a:cs typeface="+mn-cs"/>
                <a:hlinkClick r:id="rId6"/>
              </a:rPr>
              <a:t>cudaDevAttrConcurrentManagedAccess</a:t>
            </a:r>
            <a:r>
              <a:rPr lang="en-US" sz="1200" b="0" i="0" kern="1200" dirty="0">
                <a:solidFill>
                  <a:schemeClr val="tx1"/>
                </a:solidFill>
                <a:effectLst/>
                <a:latin typeface="+mn-lt"/>
                <a:ea typeface="+mn-ea"/>
                <a:cs typeface="+mn-cs"/>
              </a:rPr>
              <a:t>. Also, if a context is created on a device that does not have the device attribute </a:t>
            </a:r>
            <a:r>
              <a:rPr lang="en-US" sz="1200" b="0" i="0" u="sng" kern="1200" dirty="0" err="1">
                <a:solidFill>
                  <a:schemeClr val="tx1"/>
                </a:solidFill>
                <a:effectLst/>
                <a:latin typeface="+mn-lt"/>
                <a:ea typeface="+mn-ea"/>
                <a:cs typeface="+mn-cs"/>
                <a:hlinkClick r:id="rId6"/>
              </a:rPr>
              <a:t>cudaDevAttrConcurrentManagedAccess</a:t>
            </a:r>
            <a:r>
              <a:rPr lang="en-US" sz="1200" b="0" i="0" kern="1200" dirty="0">
                <a:solidFill>
                  <a:schemeClr val="tx1"/>
                </a:solidFill>
                <a:effectLst/>
                <a:latin typeface="+mn-lt"/>
                <a:ea typeface="+mn-ea"/>
                <a:cs typeface="+mn-cs"/>
              </a:rPr>
              <a:t> set, then read-duplication will not occur until all such contexts are destroyed. If the memory region refers to valid system-allocated </a:t>
            </a:r>
            <a:r>
              <a:rPr lang="en-US" sz="1200" b="0" i="0" kern="1200" dirty="0" err="1">
                <a:solidFill>
                  <a:schemeClr val="tx1"/>
                </a:solidFill>
                <a:effectLst/>
                <a:latin typeface="+mn-lt"/>
                <a:ea typeface="+mn-ea"/>
                <a:cs typeface="+mn-cs"/>
              </a:rPr>
              <a:t>pageable</a:t>
            </a:r>
            <a:r>
              <a:rPr lang="en-US" sz="1200" b="0" i="0" kern="1200" dirty="0">
                <a:solidFill>
                  <a:schemeClr val="tx1"/>
                </a:solidFill>
                <a:effectLst/>
                <a:latin typeface="+mn-lt"/>
                <a:ea typeface="+mn-ea"/>
                <a:cs typeface="+mn-cs"/>
              </a:rPr>
              <a:t> memory, then the accessing device must have a non-zero value for the device attribute </a:t>
            </a:r>
            <a:r>
              <a:rPr lang="en-US" sz="1200" b="0" i="0" u="sng" kern="1200" dirty="0" err="1">
                <a:solidFill>
                  <a:schemeClr val="tx1"/>
                </a:solidFill>
                <a:effectLst/>
                <a:latin typeface="+mn-lt"/>
                <a:ea typeface="+mn-ea"/>
                <a:cs typeface="+mn-cs"/>
                <a:hlinkClick r:id="rId7"/>
              </a:rPr>
              <a:t>cudaDevAttrPageableMemoryAccess</a:t>
            </a:r>
            <a:r>
              <a:rPr lang="en-US" sz="1200" b="0" i="0" kern="1200" dirty="0">
                <a:solidFill>
                  <a:schemeClr val="tx1"/>
                </a:solidFill>
                <a:effectLst/>
                <a:latin typeface="+mn-lt"/>
                <a:ea typeface="+mn-ea"/>
                <a:cs typeface="+mn-cs"/>
              </a:rPr>
              <a:t> for a read-only copy to be created on that device. Note however that if the accessing device also has a non-zero value for the device attribute </a:t>
            </a:r>
            <a:r>
              <a:rPr lang="en-US" sz="1200" b="0" i="0" u="sng" kern="1200" dirty="0" err="1">
                <a:solidFill>
                  <a:schemeClr val="tx1"/>
                </a:solidFill>
                <a:effectLst/>
                <a:latin typeface="+mn-lt"/>
                <a:ea typeface="+mn-ea"/>
                <a:cs typeface="+mn-cs"/>
                <a:hlinkClick r:id="rId8"/>
              </a:rPr>
              <a:t>cudaDevAttrPageableMemoryAccessUsesHostPageTables</a:t>
            </a:r>
            <a:r>
              <a:rPr lang="en-US" sz="1200" b="0" i="0" kern="1200" dirty="0">
                <a:solidFill>
                  <a:schemeClr val="tx1"/>
                </a:solidFill>
                <a:effectLst/>
                <a:latin typeface="+mn-lt"/>
                <a:ea typeface="+mn-ea"/>
                <a:cs typeface="+mn-cs"/>
              </a:rPr>
              <a:t>, then setting this advice will not create a read-only copy when that device accesses this memory region.</a:t>
            </a:r>
          </a:p>
          <a:p>
            <a:r>
              <a:rPr lang="en-US" sz="1200" b="0" i="0" kern="1200" dirty="0" err="1">
                <a:solidFill>
                  <a:schemeClr val="tx1"/>
                </a:solidFill>
                <a:effectLst/>
                <a:latin typeface="+mn-lt"/>
                <a:ea typeface="+mn-ea"/>
                <a:cs typeface="+mn-cs"/>
              </a:rPr>
              <a:t>cudaMemAdviceUnsetReadMostly</a:t>
            </a:r>
            <a:r>
              <a:rPr lang="en-US" sz="1200" b="0" i="0" kern="1200" dirty="0">
                <a:solidFill>
                  <a:schemeClr val="tx1"/>
                </a:solidFill>
                <a:effectLst/>
                <a:latin typeface="+mn-lt"/>
                <a:ea typeface="+mn-ea"/>
                <a:cs typeface="+mn-cs"/>
              </a:rPr>
              <a:t>: Undoes the effect of </a:t>
            </a:r>
            <a:r>
              <a:rPr lang="en-US" sz="1200" b="0" i="0" kern="1200" dirty="0" err="1">
                <a:solidFill>
                  <a:schemeClr val="tx1"/>
                </a:solidFill>
                <a:effectLst/>
                <a:latin typeface="+mn-lt"/>
                <a:ea typeface="+mn-ea"/>
                <a:cs typeface="+mn-cs"/>
              </a:rPr>
              <a:t>cudaMemAdviceReadMostly</a:t>
            </a:r>
            <a:r>
              <a:rPr lang="en-US" sz="1200" b="0" i="0" kern="1200" dirty="0">
                <a:solidFill>
                  <a:schemeClr val="tx1"/>
                </a:solidFill>
                <a:effectLst/>
                <a:latin typeface="+mn-lt"/>
                <a:ea typeface="+mn-ea"/>
                <a:cs typeface="+mn-cs"/>
              </a:rPr>
              <a:t> and also prevents the Unified Memory driver from attempting heuristic read-duplication on the memory range. Any read-duplicated copies of the data will be collapsed into a single copy. The location for the collapsed copy will be the preferred location if the page has a preferred location and one of the read-duplicated copies was resident at that location. Otherwise, the location chosen is arbitrary.</a:t>
            </a:r>
          </a:p>
          <a:p>
            <a:r>
              <a:rPr lang="en-US" sz="1200" b="0" i="0" u="sng" kern="1200" dirty="0" err="1">
                <a:solidFill>
                  <a:schemeClr val="tx1"/>
                </a:solidFill>
                <a:effectLst/>
                <a:latin typeface="+mn-lt"/>
                <a:ea typeface="+mn-ea"/>
                <a:cs typeface="+mn-cs"/>
                <a:hlinkClick r:id="rId9"/>
              </a:rPr>
              <a:t>cudaMemAdviseSetPreferredLocation</a:t>
            </a:r>
            <a:r>
              <a:rPr lang="en-US" sz="1200" b="0" i="0" kern="1200" dirty="0">
                <a:solidFill>
                  <a:schemeClr val="tx1"/>
                </a:solidFill>
                <a:effectLst/>
                <a:latin typeface="+mn-lt"/>
                <a:ea typeface="+mn-ea"/>
                <a:cs typeface="+mn-cs"/>
              </a:rPr>
              <a:t>: This advice sets the preferred location for the data to be the memory belonging to device. Passing in </a:t>
            </a:r>
            <a:r>
              <a:rPr lang="en-US" sz="1200" b="0" i="0" kern="1200" dirty="0" err="1">
                <a:solidFill>
                  <a:schemeClr val="tx1"/>
                </a:solidFill>
                <a:effectLst/>
                <a:latin typeface="+mn-lt"/>
                <a:ea typeface="+mn-ea"/>
                <a:cs typeface="+mn-cs"/>
              </a:rPr>
              <a:t>cudaCpuDeviceId</a:t>
            </a:r>
            <a:r>
              <a:rPr lang="en-US" sz="1200" b="0" i="0" kern="1200" dirty="0">
                <a:solidFill>
                  <a:schemeClr val="tx1"/>
                </a:solidFill>
                <a:effectLst/>
                <a:latin typeface="+mn-lt"/>
                <a:ea typeface="+mn-ea"/>
                <a:cs typeface="+mn-cs"/>
              </a:rPr>
              <a:t> for device sets the preferred location as host memory. If device is a GPU, then it must have a non-zero value for the device attribute </a:t>
            </a:r>
            <a:r>
              <a:rPr lang="en-US" sz="1200" b="0" i="0" u="sng" kern="1200" dirty="0" err="1">
                <a:solidFill>
                  <a:schemeClr val="tx1"/>
                </a:solidFill>
                <a:effectLst/>
                <a:latin typeface="+mn-lt"/>
                <a:ea typeface="+mn-ea"/>
                <a:cs typeface="+mn-cs"/>
                <a:hlinkClick r:id="rId6"/>
              </a:rPr>
              <a:t>cudaDevAttrConcurrentManagedAccess</a:t>
            </a:r>
            <a:r>
              <a:rPr lang="en-US" sz="1200" b="0" i="0" kern="1200" dirty="0">
                <a:solidFill>
                  <a:schemeClr val="tx1"/>
                </a:solidFill>
                <a:effectLst/>
                <a:latin typeface="+mn-lt"/>
                <a:ea typeface="+mn-ea"/>
                <a:cs typeface="+mn-cs"/>
              </a:rPr>
              <a:t>. Setting the preferred location does not cause data to migrate to that location immediately. Instead, it guides the migration policy when a fault occurs on that memory region. If the data is already in its preferred location and the faulting processor can establish a mapping without requiring the data to be migrated, then data migration will be avoided. On the other hand, if the data is not in its preferred location or if a direct mapping cannot be established, then it will be migrated to the processor accessing it. It is important to note that setting the preferred location does not prevent data prefetching done using </a:t>
            </a:r>
            <a:r>
              <a:rPr lang="en-US" sz="1200" b="0" i="0" u="sng" kern="1200" dirty="0" err="1">
                <a:solidFill>
                  <a:schemeClr val="tx1"/>
                </a:solidFill>
                <a:effectLst/>
                <a:latin typeface="+mn-lt"/>
                <a:ea typeface="+mn-ea"/>
                <a:cs typeface="+mn-cs"/>
                <a:hlinkClick r:id="rId5" tooltip="Prefetches memory to the specified destination device."/>
              </a:rPr>
              <a:t>cudaMemPrefetchAsync</a:t>
            </a:r>
            <a:r>
              <a:rPr lang="en-US" sz="1200" b="0" i="0" kern="1200" dirty="0">
                <a:solidFill>
                  <a:schemeClr val="tx1"/>
                </a:solidFill>
                <a:effectLst/>
                <a:latin typeface="+mn-lt"/>
                <a:ea typeface="+mn-ea"/>
                <a:cs typeface="+mn-cs"/>
              </a:rPr>
              <a:t>. Having a preferred location can override the page thrash detection and resolution logic in the Unified Memory driver. Normally, if a page is detected to be constantly thrashing between for example host and device memory, the page may eventually be pinned to host memory by the Unified Memory driver. But if the preferred location is set as device memory, then the page will continue to thrash indefinitely. If </a:t>
            </a:r>
            <a:r>
              <a:rPr lang="en-US" sz="1200" b="0" i="0" u="sng" kern="1200" dirty="0" err="1">
                <a:solidFill>
                  <a:schemeClr val="tx1"/>
                </a:solidFill>
                <a:effectLst/>
                <a:latin typeface="+mn-lt"/>
                <a:ea typeface="+mn-ea"/>
                <a:cs typeface="+mn-cs"/>
                <a:hlinkClick r:id="rId4"/>
              </a:rPr>
              <a:t>cudaMemAdviseSetReadMostly</a:t>
            </a:r>
            <a:r>
              <a:rPr lang="en-US" sz="1200" b="0" i="0" kern="1200" dirty="0">
                <a:solidFill>
                  <a:schemeClr val="tx1"/>
                </a:solidFill>
                <a:effectLst/>
                <a:latin typeface="+mn-lt"/>
                <a:ea typeface="+mn-ea"/>
                <a:cs typeface="+mn-cs"/>
              </a:rPr>
              <a:t> is also set on this memory region or any subset of it, then the policies associated with that advice will override the policies of this advice, unless read accesses from device will not result in a read-only copy being created on that device as outlined in description for the advice </a:t>
            </a:r>
            <a:r>
              <a:rPr lang="en-US" sz="1200" b="0" i="0" u="sng" kern="1200" dirty="0" err="1">
                <a:solidFill>
                  <a:schemeClr val="tx1"/>
                </a:solidFill>
                <a:effectLst/>
                <a:latin typeface="+mn-lt"/>
                <a:ea typeface="+mn-ea"/>
                <a:cs typeface="+mn-cs"/>
                <a:hlinkClick r:id="rId4"/>
              </a:rPr>
              <a:t>cudaMemAdviseSetReadMostly</a:t>
            </a:r>
            <a:r>
              <a:rPr lang="en-US" sz="1200" b="0" i="0" kern="1200" dirty="0">
                <a:solidFill>
                  <a:schemeClr val="tx1"/>
                </a:solidFill>
                <a:effectLst/>
                <a:latin typeface="+mn-lt"/>
                <a:ea typeface="+mn-ea"/>
                <a:cs typeface="+mn-cs"/>
              </a:rPr>
              <a:t>. If the memory region refers to valid system-allocated </a:t>
            </a:r>
            <a:r>
              <a:rPr lang="en-US" sz="1200" b="0" i="0" kern="1200" dirty="0" err="1">
                <a:solidFill>
                  <a:schemeClr val="tx1"/>
                </a:solidFill>
                <a:effectLst/>
                <a:latin typeface="+mn-lt"/>
                <a:ea typeface="+mn-ea"/>
                <a:cs typeface="+mn-cs"/>
              </a:rPr>
              <a:t>pageable</a:t>
            </a:r>
            <a:r>
              <a:rPr lang="en-US" sz="1200" b="0" i="0" kern="1200" dirty="0">
                <a:solidFill>
                  <a:schemeClr val="tx1"/>
                </a:solidFill>
                <a:effectLst/>
                <a:latin typeface="+mn-lt"/>
                <a:ea typeface="+mn-ea"/>
                <a:cs typeface="+mn-cs"/>
              </a:rPr>
              <a:t> memory, then device must have a non-zero value for the device attribute </a:t>
            </a:r>
            <a:r>
              <a:rPr lang="en-US" sz="1200" b="0" i="0" u="sng" kern="1200" dirty="0" err="1">
                <a:solidFill>
                  <a:schemeClr val="tx1"/>
                </a:solidFill>
                <a:effectLst/>
                <a:latin typeface="+mn-lt"/>
                <a:ea typeface="+mn-ea"/>
                <a:cs typeface="+mn-cs"/>
                <a:hlinkClick r:id="rId7"/>
              </a:rPr>
              <a:t>cudaDevAttrPageableMemoryAccess</a:t>
            </a:r>
            <a:r>
              <a:rPr lang="en-US" sz="1200" b="0" i="0" kern="1200" dirty="0">
                <a:solidFill>
                  <a:schemeClr val="tx1"/>
                </a:solidFill>
                <a:effectLst/>
                <a:latin typeface="+mn-lt"/>
                <a:ea typeface="+mn-ea"/>
                <a:cs typeface="+mn-cs"/>
              </a:rPr>
              <a:t>. Additionally, if device has a non-zero value for the device attribute </a:t>
            </a:r>
            <a:r>
              <a:rPr lang="en-US" sz="1200" b="0" i="0" u="sng" kern="1200" dirty="0" err="1">
                <a:solidFill>
                  <a:schemeClr val="tx1"/>
                </a:solidFill>
                <a:effectLst/>
                <a:latin typeface="+mn-lt"/>
                <a:ea typeface="+mn-ea"/>
                <a:cs typeface="+mn-cs"/>
                <a:hlinkClick r:id="rId8"/>
              </a:rPr>
              <a:t>cudaDevAttrPageableMemoryAccessUsesHostPageTables</a:t>
            </a:r>
            <a:r>
              <a:rPr lang="en-US" sz="1200" b="0" i="0" kern="1200" dirty="0">
                <a:solidFill>
                  <a:schemeClr val="tx1"/>
                </a:solidFill>
                <a:effectLst/>
                <a:latin typeface="+mn-lt"/>
                <a:ea typeface="+mn-ea"/>
                <a:cs typeface="+mn-cs"/>
              </a:rPr>
              <a:t>, then this call has no effect. Note however that this behavior may change in the future.</a:t>
            </a:r>
          </a:p>
          <a:p>
            <a:r>
              <a:rPr lang="en-US" sz="1200" b="0" i="0" u="sng" kern="1200" dirty="0" err="1">
                <a:solidFill>
                  <a:schemeClr val="tx1"/>
                </a:solidFill>
                <a:effectLst/>
                <a:latin typeface="+mn-lt"/>
                <a:ea typeface="+mn-ea"/>
                <a:cs typeface="+mn-cs"/>
                <a:hlinkClick r:id="rId10"/>
              </a:rPr>
              <a:t>cudaMemAdviseUnsetPreferredLocation</a:t>
            </a:r>
            <a:r>
              <a:rPr lang="en-US" sz="1200" b="0" i="0" kern="1200" dirty="0">
                <a:solidFill>
                  <a:schemeClr val="tx1"/>
                </a:solidFill>
                <a:effectLst/>
                <a:latin typeface="+mn-lt"/>
                <a:ea typeface="+mn-ea"/>
                <a:cs typeface="+mn-cs"/>
              </a:rPr>
              <a:t>: Undoes the effect of </a:t>
            </a:r>
            <a:r>
              <a:rPr lang="en-US" sz="1200" b="0" i="0" u="sng" kern="1200" dirty="0" err="1">
                <a:solidFill>
                  <a:schemeClr val="tx1"/>
                </a:solidFill>
                <a:effectLst/>
                <a:latin typeface="+mn-lt"/>
                <a:ea typeface="+mn-ea"/>
                <a:cs typeface="+mn-cs"/>
                <a:hlinkClick r:id="rId9"/>
              </a:rPr>
              <a:t>cudaMemAdviseSetPreferredLocation</a:t>
            </a:r>
            <a:r>
              <a:rPr lang="en-US" sz="1200" b="0" i="0" kern="1200" dirty="0">
                <a:solidFill>
                  <a:schemeClr val="tx1"/>
                </a:solidFill>
                <a:effectLst/>
                <a:latin typeface="+mn-lt"/>
                <a:ea typeface="+mn-ea"/>
                <a:cs typeface="+mn-cs"/>
              </a:rPr>
              <a:t> and changes the preferred location to none.</a:t>
            </a:r>
          </a:p>
          <a:p>
            <a:r>
              <a:rPr lang="en-US" sz="1200" b="0" i="0" u="sng" kern="1200" dirty="0" err="1">
                <a:solidFill>
                  <a:schemeClr val="tx1"/>
                </a:solidFill>
                <a:effectLst/>
                <a:latin typeface="+mn-lt"/>
                <a:ea typeface="+mn-ea"/>
                <a:cs typeface="+mn-cs"/>
                <a:hlinkClick r:id="rId11"/>
              </a:rPr>
              <a:t>cudaMemAdviseSetAccessedBy</a:t>
            </a:r>
            <a:r>
              <a:rPr lang="en-US" sz="1200" b="0" i="0" kern="1200" dirty="0">
                <a:solidFill>
                  <a:schemeClr val="tx1"/>
                </a:solidFill>
                <a:effectLst/>
                <a:latin typeface="+mn-lt"/>
                <a:ea typeface="+mn-ea"/>
                <a:cs typeface="+mn-cs"/>
              </a:rPr>
              <a:t>: This advice implies that the data will be accessed by device. Passing in </a:t>
            </a:r>
            <a:r>
              <a:rPr lang="en-US" sz="1200" b="0" i="0" u="sng" kern="1200" dirty="0" err="1">
                <a:solidFill>
                  <a:schemeClr val="tx1"/>
                </a:solidFill>
                <a:effectLst/>
                <a:latin typeface="+mn-lt"/>
                <a:ea typeface="+mn-ea"/>
                <a:cs typeface="+mn-cs"/>
                <a:hlinkClick r:id="rId12"/>
              </a:rPr>
              <a:t>cudaCpuDeviceId</a:t>
            </a:r>
            <a:r>
              <a:rPr lang="en-US" sz="1200" b="0" i="0" kern="1200" dirty="0">
                <a:solidFill>
                  <a:schemeClr val="tx1"/>
                </a:solidFill>
                <a:effectLst/>
                <a:latin typeface="+mn-lt"/>
                <a:ea typeface="+mn-ea"/>
                <a:cs typeface="+mn-cs"/>
              </a:rPr>
              <a:t> for device will set the advice for the CPU. If device is a GPU, then the device attribute </a:t>
            </a:r>
            <a:r>
              <a:rPr lang="en-US" sz="1200" b="0" i="0" u="sng" kern="1200" dirty="0" err="1">
                <a:solidFill>
                  <a:schemeClr val="tx1"/>
                </a:solidFill>
                <a:effectLst/>
                <a:latin typeface="+mn-lt"/>
                <a:ea typeface="+mn-ea"/>
                <a:cs typeface="+mn-cs"/>
                <a:hlinkClick r:id="rId6"/>
              </a:rPr>
              <a:t>cudaDevAttrConcurrentManagedAccess</a:t>
            </a:r>
            <a:r>
              <a:rPr lang="en-US" sz="1200" b="0" i="0" kern="1200" dirty="0">
                <a:solidFill>
                  <a:schemeClr val="tx1"/>
                </a:solidFill>
                <a:effectLst/>
                <a:latin typeface="+mn-lt"/>
                <a:ea typeface="+mn-ea"/>
                <a:cs typeface="+mn-cs"/>
              </a:rPr>
              <a:t> must be non-zero. This advice does not cause data migration and has no impact on the location of the data per se. Instead, it causes the data to always be mapped in the specified processor's page tables, as long as the location of the data permits a mapping to be established. If the data gets migrated for any reason, the mappings are updated accordingly. This advice is recommended in scenarios where data locality is not important, but avoiding faults is. Consider for example a system containing multiple GPUs with peer-to-peer access enabled, where the data located on one GPU is occasionally accessed by peer GPUs. In such scenarios, migrating data over to the other GPUs is not as important because the accesses are infrequent and the overhead of migration may be too high. But preventing faults can still help improve performance, and so having a mapping set up in advance is useful. Note that on CPU access of this data, the data may be migrated to host memory because the CPU typically cannot access device memory directly. Any GPU that had the </a:t>
            </a:r>
            <a:r>
              <a:rPr lang="en-US" sz="1200" b="0" i="0" kern="1200" dirty="0" err="1">
                <a:solidFill>
                  <a:schemeClr val="tx1"/>
                </a:solidFill>
                <a:effectLst/>
                <a:latin typeface="+mn-lt"/>
                <a:ea typeface="+mn-ea"/>
                <a:cs typeface="+mn-cs"/>
              </a:rPr>
              <a:t>cudaMemAdviceSetAccessedBy</a:t>
            </a:r>
            <a:r>
              <a:rPr lang="en-US" sz="1200" b="0" i="0" kern="1200" dirty="0">
                <a:solidFill>
                  <a:schemeClr val="tx1"/>
                </a:solidFill>
                <a:effectLst/>
                <a:latin typeface="+mn-lt"/>
                <a:ea typeface="+mn-ea"/>
                <a:cs typeface="+mn-cs"/>
              </a:rPr>
              <a:t> flag set for this data will now have its mapping updated to point to the page in host memory. If </a:t>
            </a:r>
            <a:r>
              <a:rPr lang="en-US" sz="1200" b="0" i="0" u="sng" kern="1200" dirty="0" err="1">
                <a:solidFill>
                  <a:schemeClr val="tx1"/>
                </a:solidFill>
                <a:effectLst/>
                <a:latin typeface="+mn-lt"/>
                <a:ea typeface="+mn-ea"/>
                <a:cs typeface="+mn-cs"/>
                <a:hlinkClick r:id="rId4"/>
              </a:rPr>
              <a:t>cudaMemAdviseSetReadMostly</a:t>
            </a:r>
            <a:r>
              <a:rPr lang="en-US" sz="1200" b="0" i="0" kern="1200" dirty="0">
                <a:solidFill>
                  <a:schemeClr val="tx1"/>
                </a:solidFill>
                <a:effectLst/>
                <a:latin typeface="+mn-lt"/>
                <a:ea typeface="+mn-ea"/>
                <a:cs typeface="+mn-cs"/>
              </a:rPr>
              <a:t> is also set on this memory region or any subset of it, then the policies associated with that advice will override the policies of this advice. Additionally, if the preferred location of this memory region or any subset of it is also device, then the policies associated with </a:t>
            </a:r>
            <a:r>
              <a:rPr lang="en-US" sz="1200" b="0" i="0" u="sng" kern="1200" dirty="0" err="1">
                <a:solidFill>
                  <a:schemeClr val="tx1"/>
                </a:solidFill>
                <a:effectLst/>
                <a:latin typeface="+mn-lt"/>
                <a:ea typeface="+mn-ea"/>
                <a:cs typeface="+mn-cs"/>
                <a:hlinkClick r:id="rId9"/>
              </a:rPr>
              <a:t>cudaMemAdviseSetPreferredLocation</a:t>
            </a:r>
            <a:r>
              <a:rPr lang="en-US" sz="1200" b="0" i="0" kern="1200" dirty="0">
                <a:solidFill>
                  <a:schemeClr val="tx1"/>
                </a:solidFill>
                <a:effectLst/>
                <a:latin typeface="+mn-lt"/>
                <a:ea typeface="+mn-ea"/>
                <a:cs typeface="+mn-cs"/>
              </a:rPr>
              <a:t> will override the policies of this advice. If the memory region refers to valid system-allocated </a:t>
            </a:r>
            <a:r>
              <a:rPr lang="en-US" sz="1200" b="0" i="0" kern="1200" dirty="0" err="1">
                <a:solidFill>
                  <a:schemeClr val="tx1"/>
                </a:solidFill>
                <a:effectLst/>
                <a:latin typeface="+mn-lt"/>
                <a:ea typeface="+mn-ea"/>
                <a:cs typeface="+mn-cs"/>
              </a:rPr>
              <a:t>pageable</a:t>
            </a:r>
            <a:r>
              <a:rPr lang="en-US" sz="1200" b="0" i="0" kern="1200" dirty="0">
                <a:solidFill>
                  <a:schemeClr val="tx1"/>
                </a:solidFill>
                <a:effectLst/>
                <a:latin typeface="+mn-lt"/>
                <a:ea typeface="+mn-ea"/>
                <a:cs typeface="+mn-cs"/>
              </a:rPr>
              <a:t> memory, then device must have a non-zero value for the device attribute </a:t>
            </a:r>
            <a:r>
              <a:rPr lang="en-US" sz="1200" b="0" i="0" u="sng" kern="1200" dirty="0" err="1">
                <a:solidFill>
                  <a:schemeClr val="tx1"/>
                </a:solidFill>
                <a:effectLst/>
                <a:latin typeface="+mn-lt"/>
                <a:ea typeface="+mn-ea"/>
                <a:cs typeface="+mn-cs"/>
                <a:hlinkClick r:id="rId7"/>
              </a:rPr>
              <a:t>cudaDevAttrPageableMemoryAccess</a:t>
            </a:r>
            <a:r>
              <a:rPr lang="en-US" sz="1200" b="0" i="0" kern="1200" dirty="0">
                <a:solidFill>
                  <a:schemeClr val="tx1"/>
                </a:solidFill>
                <a:effectLst/>
                <a:latin typeface="+mn-lt"/>
                <a:ea typeface="+mn-ea"/>
                <a:cs typeface="+mn-cs"/>
              </a:rPr>
              <a:t>. Additionally, if device has a non-zero value for the device attribute </a:t>
            </a:r>
            <a:r>
              <a:rPr lang="en-US" sz="1200" b="0" i="0" u="sng" kern="1200" dirty="0" err="1">
                <a:solidFill>
                  <a:schemeClr val="tx1"/>
                </a:solidFill>
                <a:effectLst/>
                <a:latin typeface="+mn-lt"/>
                <a:ea typeface="+mn-ea"/>
                <a:cs typeface="+mn-cs"/>
                <a:hlinkClick r:id="rId8"/>
              </a:rPr>
              <a:t>cudaDevAttrPageableMemoryAccessUsesHostPageTables</a:t>
            </a:r>
            <a:r>
              <a:rPr lang="en-US" sz="1200" b="0" i="0" kern="1200" dirty="0">
                <a:solidFill>
                  <a:schemeClr val="tx1"/>
                </a:solidFill>
                <a:effectLst/>
                <a:latin typeface="+mn-lt"/>
                <a:ea typeface="+mn-ea"/>
                <a:cs typeface="+mn-cs"/>
              </a:rPr>
              <a:t>, then this call has no effect.</a:t>
            </a:r>
          </a:p>
          <a:p>
            <a:br>
              <a:rPr lang="en-US" sz="1200" b="0" i="0" kern="1200" dirty="0">
                <a:solidFill>
                  <a:schemeClr val="tx1"/>
                </a:solidFill>
                <a:effectLst/>
                <a:latin typeface="+mn-lt"/>
                <a:ea typeface="+mn-ea"/>
                <a:cs typeface="+mn-cs"/>
              </a:rPr>
            </a:br>
            <a:endParaRPr lang="en-US" dirty="0"/>
          </a:p>
          <a:p>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22960" y="1917387"/>
            <a:ext cx="9326880" cy="1323022"/>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645920" y="3497580"/>
            <a:ext cx="7680960" cy="1577340"/>
          </a:xfrm>
          <a:prstGeom prst="rect">
            <a:avLst/>
          </a:prstGeo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7F68671A-1028-4918-B52D-F225EDA688D1}"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48641" y="122868"/>
            <a:ext cx="9628567" cy="493522"/>
          </a:xfrm>
          <a:prstGeom prst="rect">
            <a:avLst/>
          </a:prstGeom>
        </p:spPr>
        <p:txBody>
          <a:bodyPr/>
          <a:lstStyle/>
          <a:p>
            <a:r>
              <a:rPr lang="zh-CN" altLang="en-US" dirty="0"/>
              <a:t>单击此处编辑母版标题样式</a:t>
            </a:r>
          </a:p>
        </p:txBody>
      </p:sp>
      <p:sp>
        <p:nvSpPr>
          <p:cNvPr id="3" name="内容占位符 2"/>
          <p:cNvSpPr>
            <a:spLocks noGrp="1"/>
          </p:cNvSpPr>
          <p:nvPr>
            <p:ph idx="1"/>
          </p:nvPr>
        </p:nvSpPr>
        <p:spPr>
          <a:xfrm>
            <a:off x="548640" y="925860"/>
            <a:ext cx="9875520" cy="4073367"/>
          </a:xfrm>
          <a:prstGeom prst="rect">
            <a:avLst/>
          </a:prstGeom>
        </p:spPr>
        <p:txBody>
          <a:bodyPr/>
          <a:lstStyle>
            <a:lvl2pPr marL="882015" indent="-391795">
              <a:buFont typeface="Arial" panose="020B0604020202020204" pitchFamily="34" charset="0"/>
              <a:buChar char="»"/>
              <a:defRPr/>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CA40A734-EF3B-425E-9970-80954DDB0807}"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66777" y="3966215"/>
            <a:ext cx="9326880" cy="1225868"/>
          </a:xfrm>
          <a:prstGeom prst="rect">
            <a:avLst/>
          </a:prstGeom>
        </p:spPr>
        <p:txBody>
          <a:bodyPr anchor="t"/>
          <a:lstStyle>
            <a:lvl1pPr algn="l">
              <a:defRPr sz="3600" b="1" cap="all"/>
            </a:lvl1pPr>
          </a:lstStyle>
          <a:p>
            <a:r>
              <a:rPr lang="zh-CN" altLang="en-US"/>
              <a:t>单击此处编辑母版标题样式</a:t>
            </a:r>
          </a:p>
        </p:txBody>
      </p:sp>
      <p:sp>
        <p:nvSpPr>
          <p:cNvPr id="3" name="文本占位符 2"/>
          <p:cNvSpPr>
            <a:spLocks noGrp="1"/>
          </p:cNvSpPr>
          <p:nvPr>
            <p:ph type="body" idx="1"/>
          </p:nvPr>
        </p:nvSpPr>
        <p:spPr>
          <a:xfrm>
            <a:off x="866777" y="2616042"/>
            <a:ext cx="9326880" cy="1350168"/>
          </a:xfrm>
          <a:prstGeom prst="rect">
            <a:avLst/>
          </a:prstGeo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91F44B76-BDB5-48DA-9429-18FB768FED70}"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548640" y="1440185"/>
            <a:ext cx="4846320" cy="4073367"/>
          </a:xfrm>
          <a:prstGeom prst="rect">
            <a:avLst/>
          </a:prstGeo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577841" y="1440185"/>
            <a:ext cx="4846320" cy="4073367"/>
          </a:xfrm>
          <a:prstGeom prst="rect">
            <a:avLst/>
          </a:prstGeo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89D35798-1DC4-447E-97F5-D240AF3B9805}"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48640" y="1381602"/>
            <a:ext cx="4848225" cy="575786"/>
          </a:xfrm>
          <a:prstGeom prst="rect">
            <a:avLst/>
          </a:prstGeo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单击此处编辑母版文本样式</a:t>
            </a:r>
          </a:p>
        </p:txBody>
      </p:sp>
      <p:sp>
        <p:nvSpPr>
          <p:cNvPr id="4" name="内容占位符 3"/>
          <p:cNvSpPr>
            <a:spLocks noGrp="1"/>
          </p:cNvSpPr>
          <p:nvPr>
            <p:ph sz="half" idx="2"/>
          </p:nvPr>
        </p:nvSpPr>
        <p:spPr>
          <a:xfrm>
            <a:off x="548640" y="1957388"/>
            <a:ext cx="4848225" cy="3556159"/>
          </a:xfrm>
          <a:prstGeom prst="rect">
            <a:avLst/>
          </a:prstGeo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574034" y="1381602"/>
            <a:ext cx="4850130" cy="575786"/>
          </a:xfrm>
          <a:prstGeom prst="rect">
            <a:avLst/>
          </a:prstGeo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单击此处编辑母版文本样式</a:t>
            </a:r>
          </a:p>
        </p:txBody>
      </p:sp>
      <p:sp>
        <p:nvSpPr>
          <p:cNvPr id="6" name="内容占位符 5"/>
          <p:cNvSpPr>
            <a:spLocks noGrp="1"/>
          </p:cNvSpPr>
          <p:nvPr>
            <p:ph sz="quarter" idx="4"/>
          </p:nvPr>
        </p:nvSpPr>
        <p:spPr>
          <a:xfrm>
            <a:off x="5574034" y="1957388"/>
            <a:ext cx="4850130" cy="3556159"/>
          </a:xfrm>
          <a:prstGeom prst="rect">
            <a:avLst/>
          </a:prstGeo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8"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1FFB9FFA-BBF7-4E6B-ACD4-E99548C5776B}"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p>
            <a:r>
              <a:rPr lang="zh-CN" altLang="en-US"/>
              <a:t>单击此处编辑母版标题样式</a:t>
            </a:r>
          </a:p>
        </p:txBody>
      </p:sp>
      <p:sp>
        <p:nvSpPr>
          <p:cNvPr id="3"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4"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FA78C75F-3921-4200-A546-C4950D0184B6}"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3"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47694E68-0D6D-410C-8C00-3741D352D069}"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8643" y="245745"/>
            <a:ext cx="3609975" cy="1045845"/>
          </a:xfrm>
          <a:prstGeom prst="rect">
            <a:avLst/>
          </a:prstGeom>
        </p:spPr>
        <p:txBody>
          <a:bodyPr anchor="b"/>
          <a:lstStyle>
            <a:lvl1pPr algn="l">
              <a:defRPr sz="1800" b="1"/>
            </a:lvl1pPr>
          </a:lstStyle>
          <a:p>
            <a:r>
              <a:rPr lang="zh-CN" altLang="en-US"/>
              <a:t>单击此处编辑母版标题样式</a:t>
            </a:r>
          </a:p>
        </p:txBody>
      </p:sp>
      <p:sp>
        <p:nvSpPr>
          <p:cNvPr id="3" name="内容占位符 2"/>
          <p:cNvSpPr>
            <a:spLocks noGrp="1"/>
          </p:cNvSpPr>
          <p:nvPr>
            <p:ph idx="1"/>
          </p:nvPr>
        </p:nvSpPr>
        <p:spPr>
          <a:xfrm>
            <a:off x="4290063" y="245750"/>
            <a:ext cx="6134100" cy="5267802"/>
          </a:xfrm>
          <a:prstGeom prst="rect">
            <a:avLst/>
          </a:prstGeo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48643" y="1291593"/>
            <a:ext cx="3609975" cy="4221957"/>
          </a:xfrm>
          <a:prstGeom prst="rect">
            <a:avLst/>
          </a:prstGeo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a:t>单击此处编辑母版文本样式</a:t>
            </a:r>
          </a:p>
        </p:txBody>
      </p:sp>
      <p:sp>
        <p:nvSpPr>
          <p:cNvPr id="5"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875CE17F-E7E8-4836-8B19-28E882EF05B9}"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150745" y="4320541"/>
            <a:ext cx="6583680" cy="510064"/>
          </a:xfrm>
          <a:prstGeom prst="rect">
            <a:avLst/>
          </a:prstGeom>
        </p:spPr>
        <p:txBody>
          <a:bodyPr anchor="b"/>
          <a:lstStyle>
            <a:lvl1pPr algn="l">
              <a:defRPr sz="1800" b="1"/>
            </a:lvl1pPr>
          </a:lstStyle>
          <a:p>
            <a:r>
              <a:rPr lang="zh-CN" altLang="en-US"/>
              <a:t>单击此处编辑母版标题样式</a:t>
            </a:r>
          </a:p>
        </p:txBody>
      </p:sp>
      <p:sp>
        <p:nvSpPr>
          <p:cNvPr id="3" name="图片占位符 2"/>
          <p:cNvSpPr>
            <a:spLocks noGrp="1"/>
          </p:cNvSpPr>
          <p:nvPr>
            <p:ph type="pic" idx="1"/>
          </p:nvPr>
        </p:nvSpPr>
        <p:spPr>
          <a:xfrm>
            <a:off x="2150745" y="551498"/>
            <a:ext cx="6583680" cy="3703320"/>
          </a:xfrm>
          <a:prstGeom prst="rect">
            <a:avLst/>
          </a:prstGeom>
        </p:spPr>
        <p:txBody>
          <a:bodyPr rtlCol="0">
            <a:normAutofit/>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pPr lvl="0"/>
            <a:endParaRPr lang="zh-CN" altLang="en-US" noProof="0"/>
          </a:p>
        </p:txBody>
      </p:sp>
      <p:sp>
        <p:nvSpPr>
          <p:cNvPr id="4" name="文本占位符 3"/>
          <p:cNvSpPr>
            <a:spLocks noGrp="1"/>
          </p:cNvSpPr>
          <p:nvPr>
            <p:ph type="body" sz="half" idx="2"/>
          </p:nvPr>
        </p:nvSpPr>
        <p:spPr>
          <a:xfrm>
            <a:off x="2150745" y="4830605"/>
            <a:ext cx="6583680" cy="724376"/>
          </a:xfrm>
          <a:prstGeom prst="rect">
            <a:avLst/>
          </a:prstGeo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a:t>单击此处编辑母版文本样式</a:t>
            </a:r>
          </a:p>
        </p:txBody>
      </p:sp>
      <p:sp>
        <p:nvSpPr>
          <p:cNvPr id="5"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530D8648-5A27-46B1-9DFF-F43427A188ED}"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548640" y="1440185"/>
            <a:ext cx="9875520" cy="4073367"/>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B6AFD8D9-97CE-47AB-99B6-669B4E33450F}"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955280" y="247179"/>
            <a:ext cx="2468880" cy="5266372"/>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48640" y="247179"/>
            <a:ext cx="7223760" cy="52663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14D234CD-C4BF-451E-A810-76886530BD7F}"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e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6">
            <a:lum/>
          </a:blip>
          <a:srcRect/>
          <a:stretch>
            <a:fillRect/>
          </a:stretch>
        </a:blip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1536247" y="165887"/>
            <a:ext cx="8515478" cy="493047"/>
          </a:xfrm>
          <a:prstGeom prst="rect">
            <a:avLst/>
          </a:prstGeom>
          <a:noFill/>
          <a:ln w="9525">
            <a:noFill/>
          </a:ln>
        </p:spPr>
        <p:txBody>
          <a:bodyPr lIns="114181" tIns="57091" rIns="114181" bIns="57091" anchor="ctr"/>
          <a:lstStyle/>
          <a:p>
            <a:pPr lvl="0"/>
            <a:r>
              <a:rPr lang="zh-CN" altLang="en-US" dirty="0"/>
              <a:t>单击此处编辑母版标题样式</a:t>
            </a:r>
          </a:p>
        </p:txBody>
      </p:sp>
      <p:sp>
        <p:nvSpPr>
          <p:cNvPr id="8" name="文本占位符 2"/>
          <p:cNvSpPr>
            <a:spLocks noGrp="1"/>
          </p:cNvSpPr>
          <p:nvPr>
            <p:ph type="body" idx="1"/>
          </p:nvPr>
        </p:nvSpPr>
        <p:spPr>
          <a:xfrm>
            <a:off x="549729" y="987581"/>
            <a:ext cx="9873343" cy="4095781"/>
          </a:xfrm>
          <a:prstGeom prst="rect">
            <a:avLst/>
          </a:prstGeom>
          <a:noFill/>
          <a:ln w="9525">
            <a:noFill/>
          </a:ln>
        </p:spPr>
        <p:txBody>
          <a:bodyPr lIns="114181" tIns="57091" rIns="114181" bIns="57091"/>
          <a:lstStyle/>
          <a:p>
            <a:pPr lvl="0"/>
            <a:r>
              <a:rPr lang="zh-CN" altLang="en-US" dirty="0"/>
              <a:t>单击此处编辑母版文本样式</a:t>
            </a:r>
          </a:p>
          <a:p>
            <a:pPr marL="925830" lvl="1" indent="-354330" algn="l" defTabSz="1139825" rtl="0" eaLnBrk="1" fontAlgn="base" hangingPunct="1">
              <a:spcBef>
                <a:spcPct val="20000"/>
              </a:spcBef>
              <a:spcAft>
                <a:spcPct val="0"/>
              </a:spcAft>
              <a:buFont typeface="Arial" panose="020B0604020202020204" pitchFamily="34" charset="0"/>
              <a:buChar char="»"/>
            </a:pPr>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3"/>
          <p:cNvSpPr>
            <a:spLocks noGrp="1"/>
          </p:cNvSpPr>
          <p:nvPr>
            <p:ph type="dt" sz="half" idx="2"/>
          </p:nvPr>
        </p:nvSpPr>
        <p:spPr>
          <a:xfrm>
            <a:off x="549729" y="5720443"/>
            <a:ext cx="2559504" cy="329293"/>
          </a:xfrm>
          <a:prstGeom prst="rect">
            <a:avLst/>
          </a:prstGeom>
        </p:spPr>
        <p:txBody>
          <a:bodyPr vert="horz" wrap="square" lIns="114181" tIns="57091" rIns="114181" bIns="57091" numCol="1" anchor="ctr" anchorCtr="0" compatLnSpc="1"/>
          <a:lstStyle>
            <a:lvl1pPr eaLnBrk="1" hangingPunct="1">
              <a:defRPr sz="1285">
                <a:solidFill>
                  <a:srgbClr val="898989"/>
                </a:solidFill>
              </a:defRPr>
            </a:lvl1p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2025/1/2</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748768" y="5720443"/>
            <a:ext cx="3475264" cy="329293"/>
          </a:xfrm>
          <a:prstGeom prst="rect">
            <a:avLst/>
          </a:prstGeom>
        </p:spPr>
        <p:txBody>
          <a:bodyPr vert="horz" lIns="114181" tIns="57091" rIns="114181" bIns="57091" rtlCol="0" anchor="ctr"/>
          <a:lstStyle>
            <a:lvl1pPr algn="ctr" defTabSz="1141730" eaLnBrk="1" fontAlgn="auto" hangingPunct="1">
              <a:spcBef>
                <a:spcPts val="0"/>
              </a:spcBef>
              <a:spcAft>
                <a:spcPts val="0"/>
              </a:spcAft>
              <a:defRPr sz="1285">
                <a:solidFill>
                  <a:schemeClr val="tx1">
                    <a:tint val="75000"/>
                  </a:schemeClr>
                </a:solidFill>
                <a:latin typeface="+mn-lt"/>
                <a:ea typeface="+mn-ea"/>
                <a:cs typeface="+mn-cs"/>
              </a:defRPr>
            </a:lvl1p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8140409" y="5710193"/>
            <a:ext cx="2559504" cy="329293"/>
          </a:xfrm>
          <a:prstGeom prst="rect">
            <a:avLst/>
          </a:prstGeom>
        </p:spPr>
        <p:txBody>
          <a:bodyPr vert="horz" wrap="square" lIns="114181" tIns="57091" rIns="114181" bIns="57091" numCol="1" anchor="ctr" anchorCtr="0" compatLnSpc="1"/>
          <a:lstStyle>
            <a:lvl1pPr algn="r" eaLnBrk="1" hangingPunct="1">
              <a:defRPr sz="1285">
                <a:solidFill>
                  <a:srgbClr val="898989"/>
                </a:solidFill>
              </a:defRPr>
            </a:lvl1p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2" name="图片 5"/>
          <p:cNvPicPr>
            <a:picLocks noChangeAspect="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10154085" y="42295"/>
            <a:ext cx="794657" cy="740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hdr="0" ftr="0" dt="0"/>
  <p:txStyles>
    <p:titleStyle>
      <a:lvl1pPr algn="ctr" rtl="0" eaLnBrk="0" fontAlgn="base" hangingPunct="0">
        <a:spcBef>
          <a:spcPct val="0"/>
        </a:spcBef>
        <a:spcAft>
          <a:spcPct val="0"/>
        </a:spcAft>
        <a:defRPr kumimoji="1" lang="zh-CN" altLang="en-US" sz="3430" b="1" kern="1200" dirty="0">
          <a:solidFill>
            <a:schemeClr val="tx1"/>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5pPr>
      <a:lvl6pPr marL="48006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6pPr>
      <a:lvl7pPr marL="96012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7pPr>
      <a:lvl8pPr marL="144018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8pPr>
      <a:lvl9pPr marL="192024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9pPr>
    </p:titleStyle>
    <p:bodyStyle>
      <a:lvl1pPr marL="308610" indent="-308610" algn="l" rtl="0" eaLnBrk="0" fontAlgn="base" hangingPunct="0">
        <a:spcBef>
          <a:spcPct val="17000"/>
        </a:spcBef>
        <a:spcAft>
          <a:spcPct val="0"/>
        </a:spcAft>
        <a:buFont typeface="Arial" panose="020B0604020202020204" pitchFamily="34" charset="0"/>
        <a:buChar char="»"/>
        <a:defRPr kumimoji="1" lang="zh-CN" altLang="en-US" sz="3085" b="1" kern="1200" dirty="0">
          <a:solidFill>
            <a:srgbClr val="0070C0"/>
          </a:solidFill>
          <a:latin typeface="微软雅黑" panose="020B0503020204020204" pitchFamily="34" charset="-122"/>
          <a:ea typeface="微软雅黑" panose="020B0503020204020204" pitchFamily="34" charset="-122"/>
          <a:cs typeface="+mn-cs"/>
        </a:defRPr>
      </a:lvl1pPr>
      <a:lvl2pPr marL="882015" indent="-391795" algn="l" rtl="0" eaLnBrk="0" fontAlgn="base" hangingPunct="0">
        <a:spcBef>
          <a:spcPct val="17000"/>
        </a:spcBef>
        <a:spcAft>
          <a:spcPct val="0"/>
        </a:spcAft>
        <a:buFont typeface="Arial" panose="020B0604020202020204" pitchFamily="34" charset="0"/>
        <a:buChar char="–"/>
        <a:defRPr kumimoji="1" lang="zh-CN" altLang="en-US" sz="2745" b="1" kern="1200" dirty="0">
          <a:solidFill>
            <a:schemeClr val="tx1"/>
          </a:solidFill>
          <a:latin typeface="微软雅黑" panose="020B0503020204020204" pitchFamily="34" charset="-122"/>
          <a:ea typeface="微软雅黑" panose="020B0503020204020204" pitchFamily="34" charset="-122"/>
          <a:cs typeface="+mn-cs"/>
        </a:defRPr>
      </a:lvl2pPr>
      <a:lvl3pPr marL="1028700" indent="-205740" algn="l" rtl="0" eaLnBrk="0" fontAlgn="base" hangingPunct="0">
        <a:spcBef>
          <a:spcPct val="17000"/>
        </a:spcBef>
        <a:spcAft>
          <a:spcPct val="0"/>
        </a:spcAft>
        <a:buFont typeface="Arial" panose="020B0604020202020204" pitchFamily="34" charset="0"/>
        <a:buChar char="»"/>
        <a:defRPr kumimoji="1" lang="zh-CN" altLang="en-US" sz="2400" b="1" kern="1200" dirty="0">
          <a:solidFill>
            <a:schemeClr val="tx1"/>
          </a:solidFill>
          <a:latin typeface="微软雅黑" panose="020B0503020204020204" pitchFamily="34" charset="-122"/>
          <a:ea typeface="微软雅黑" panose="020B0503020204020204" pitchFamily="34" charset="-122"/>
          <a:cs typeface="+mn-cs"/>
        </a:defRPr>
      </a:lvl3pPr>
      <a:lvl4pPr marL="1440180" indent="-205740" algn="l" rtl="0" eaLnBrk="0" fontAlgn="base" hangingPunct="0">
        <a:spcBef>
          <a:spcPct val="17000"/>
        </a:spcBef>
        <a:spcAft>
          <a:spcPct val="0"/>
        </a:spcAft>
        <a:buFont typeface="Arial" panose="020B0604020202020204" pitchFamily="34" charset="0"/>
        <a:buChar char="»"/>
        <a:defRPr kumimoji="1" lang="zh-CN" altLang="en-US" sz="2055" b="1" kern="1200" dirty="0">
          <a:solidFill>
            <a:schemeClr val="tx1"/>
          </a:solidFill>
          <a:latin typeface="微软雅黑" panose="020B0503020204020204" pitchFamily="34" charset="-122"/>
          <a:ea typeface="微软雅黑" panose="020B0503020204020204" pitchFamily="34" charset="-122"/>
          <a:cs typeface="+mn-cs"/>
        </a:defRPr>
      </a:lvl4pPr>
      <a:lvl5pPr marL="1851660" indent="-205740" algn="l" rtl="0" eaLnBrk="0" fontAlgn="base" hangingPunct="0">
        <a:spcBef>
          <a:spcPct val="17000"/>
        </a:spcBef>
        <a:spcAft>
          <a:spcPct val="0"/>
        </a:spcAft>
        <a:buFont typeface="Arial" panose="020B0604020202020204" pitchFamily="34" charset="0"/>
        <a:buChar char="»"/>
        <a:defRPr kumimoji="1" lang="zh-CN" altLang="en-US" sz="1715" b="1" kern="1200" dirty="0">
          <a:solidFill>
            <a:schemeClr val="tx1"/>
          </a:solidFill>
          <a:latin typeface="微软雅黑" panose="020B0503020204020204" pitchFamily="34" charset="-122"/>
          <a:ea typeface="微软雅黑" panose="020B0503020204020204" pitchFamily="34" charset="-122"/>
          <a:cs typeface="+mn-cs"/>
        </a:defRPr>
      </a:lvl5pPr>
      <a:lvl6pPr marL="226314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6pPr>
      <a:lvl7pPr marL="267462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7pPr>
      <a:lvl8pPr marL="308610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8pPr>
      <a:lvl9pPr marL="349758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822325" rtl="0" eaLnBrk="1" latinLnBrk="0" hangingPunct="1">
        <a:defRPr sz="1620" kern="1200">
          <a:solidFill>
            <a:schemeClr val="tx1"/>
          </a:solidFill>
          <a:latin typeface="+mn-lt"/>
          <a:ea typeface="+mn-ea"/>
          <a:cs typeface="+mn-cs"/>
        </a:defRPr>
      </a:lvl1pPr>
      <a:lvl2pPr marL="411480" algn="l" defTabSz="822325" rtl="0" eaLnBrk="1" latinLnBrk="0" hangingPunct="1">
        <a:defRPr sz="1620" kern="1200">
          <a:solidFill>
            <a:schemeClr val="tx1"/>
          </a:solidFill>
          <a:latin typeface="+mn-lt"/>
          <a:ea typeface="+mn-ea"/>
          <a:cs typeface="+mn-cs"/>
        </a:defRPr>
      </a:lvl2pPr>
      <a:lvl3pPr marL="822960" algn="l" defTabSz="822325" rtl="0" eaLnBrk="1" latinLnBrk="0" hangingPunct="1">
        <a:defRPr sz="1620" kern="1200">
          <a:solidFill>
            <a:schemeClr val="tx1"/>
          </a:solidFill>
          <a:latin typeface="+mn-lt"/>
          <a:ea typeface="+mn-ea"/>
          <a:cs typeface="+mn-cs"/>
        </a:defRPr>
      </a:lvl3pPr>
      <a:lvl4pPr marL="1234440" algn="l" defTabSz="822325" rtl="0" eaLnBrk="1" latinLnBrk="0" hangingPunct="1">
        <a:defRPr sz="1620" kern="1200">
          <a:solidFill>
            <a:schemeClr val="tx1"/>
          </a:solidFill>
          <a:latin typeface="+mn-lt"/>
          <a:ea typeface="+mn-ea"/>
          <a:cs typeface="+mn-cs"/>
        </a:defRPr>
      </a:lvl4pPr>
      <a:lvl5pPr marL="1645920" algn="l" defTabSz="822325" rtl="0" eaLnBrk="1" latinLnBrk="0" hangingPunct="1">
        <a:defRPr sz="1620" kern="1200">
          <a:solidFill>
            <a:schemeClr val="tx1"/>
          </a:solidFill>
          <a:latin typeface="+mn-lt"/>
          <a:ea typeface="+mn-ea"/>
          <a:cs typeface="+mn-cs"/>
        </a:defRPr>
      </a:lvl5pPr>
      <a:lvl6pPr marL="2057400" algn="l" defTabSz="822325" rtl="0" eaLnBrk="1" latinLnBrk="0" hangingPunct="1">
        <a:defRPr sz="1620" kern="1200">
          <a:solidFill>
            <a:schemeClr val="tx1"/>
          </a:solidFill>
          <a:latin typeface="+mn-lt"/>
          <a:ea typeface="+mn-ea"/>
          <a:cs typeface="+mn-cs"/>
        </a:defRPr>
      </a:lvl6pPr>
      <a:lvl7pPr marL="2468880" algn="l" defTabSz="822325" rtl="0" eaLnBrk="1" latinLnBrk="0" hangingPunct="1">
        <a:defRPr sz="1620" kern="1200">
          <a:solidFill>
            <a:schemeClr val="tx1"/>
          </a:solidFill>
          <a:latin typeface="+mn-lt"/>
          <a:ea typeface="+mn-ea"/>
          <a:cs typeface="+mn-cs"/>
        </a:defRPr>
      </a:lvl7pPr>
      <a:lvl8pPr marL="2880360" algn="l" defTabSz="822325" rtl="0" eaLnBrk="1" latinLnBrk="0" hangingPunct="1">
        <a:defRPr sz="1620" kern="1200">
          <a:solidFill>
            <a:schemeClr val="tx1"/>
          </a:solidFill>
          <a:latin typeface="+mn-lt"/>
          <a:ea typeface="+mn-ea"/>
          <a:cs typeface="+mn-cs"/>
        </a:defRPr>
      </a:lvl8pPr>
      <a:lvl9pPr marL="3291840" algn="l" defTabSz="822325"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3.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on-demand.gputechconf.com/gtc/2018/presentation/s8430-everything-you-need-to-know-"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mailto:username@home.ccs.ornl.gov"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71600" y="2010728"/>
            <a:ext cx="8229600" cy="1231106"/>
          </a:xfrm>
        </p:spPr>
        <p:txBody>
          <a:bodyPr>
            <a:noAutofit/>
          </a:bodyPr>
          <a:lstStyle/>
          <a:p>
            <a:pPr marL="12700">
              <a:lnSpc>
                <a:spcPct val="100000"/>
              </a:lnSpc>
              <a:spcBef>
                <a:spcPts val="515"/>
              </a:spcBef>
            </a:pPr>
            <a:r>
              <a:rPr lang="en-US" altLang="zh-CN" sz="3200" b="1" spc="-5" dirty="0">
                <a:latin typeface="Comic Sans MS" panose="030F0702030302020204" pitchFamily="66" charset="0"/>
                <a:cs typeface="Calibri Light" panose="020F0302020204030204" pitchFamily="34" charset="0"/>
              </a:rPr>
              <a:t>CUDA UNIFIED MEMORY</a:t>
            </a:r>
          </a:p>
        </p:txBody>
      </p:sp>
      <p:sp>
        <p:nvSpPr>
          <p:cNvPr id="3" name="副标题 2"/>
          <p:cNvSpPr>
            <a:spLocks noGrp="1"/>
          </p:cNvSpPr>
          <p:nvPr>
            <p:ph type="subTitle" idx="1"/>
          </p:nvPr>
        </p:nvSpPr>
        <p:spPr>
          <a:xfrm>
            <a:off x="1371600" y="3240934"/>
            <a:ext cx="8229600" cy="1330907"/>
          </a:xfrm>
        </p:spPr>
        <p:txBody>
          <a:bodyPr>
            <a:normAutofit fontScale="95000"/>
          </a:bodyPr>
          <a:lstStyle/>
          <a:p>
            <a:endParaRPr lang="en-US" altLang="zh-CN" sz="2000" b="1" dirty="0">
              <a:solidFill>
                <a:srgbClr val="76B900"/>
              </a:solidFill>
              <a:latin typeface="Comic Sans MS" panose="030F0702030302020204" pitchFamily="66" charset="0"/>
              <a:cs typeface="Calibri Light" panose="020F0302020204030204" pitchFamily="34" charset="0"/>
            </a:endParaRPr>
          </a:p>
        </p:txBody>
      </p:sp>
      <p:sp>
        <p:nvSpPr>
          <p:cNvPr id="5"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1</a:t>
            </a:fld>
            <a:endParaRPr spc="-5" dirty="0">
              <a:latin typeface="Comic Sans MS" panose="030F0702030302020204" pitchFamily="66" charset="0"/>
            </a:endParaRPr>
          </a:p>
        </p:txBody>
      </p:sp>
      <p:pic>
        <p:nvPicPr>
          <p:cNvPr id="4101" name="图片 2"/>
          <p:cNvPicPr>
            <a:picLocks noChangeAspect="1"/>
          </p:cNvPicPr>
          <p:nvPr/>
        </p:nvPicPr>
        <p:blipFill>
          <a:blip r:embed="rId2"/>
          <a:stretch>
            <a:fillRect/>
          </a:stretch>
        </p:blipFill>
        <p:spPr>
          <a:xfrm>
            <a:off x="228600" y="19050"/>
            <a:ext cx="4246880" cy="66167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429000" y="144579"/>
            <a:ext cx="2760345" cy="566822"/>
          </a:xfrm>
          <a:prstGeom prst="rect">
            <a:avLst/>
          </a:prstGeom>
        </p:spPr>
        <p:txBody>
          <a:bodyPr vert="horz" wrap="square" lIns="0" tIns="12700" rIns="0" bIns="0" rtlCol="0">
            <a:spAutoFit/>
          </a:bodyPr>
          <a:lstStyle/>
          <a:p>
            <a:pPr marL="12700">
              <a:lnSpc>
                <a:spcPct val="100000"/>
              </a:lnSpc>
              <a:spcBef>
                <a:spcPts val="100"/>
              </a:spcBef>
            </a:pPr>
            <a:r>
              <a:rPr sz="3600" spc="-5" dirty="0">
                <a:latin typeface="Comic Sans MS" panose="030F0702030302020204" pitchFamily="66" charset="0"/>
              </a:rPr>
              <a:t>A</a:t>
            </a:r>
            <a:r>
              <a:rPr sz="3600" dirty="0">
                <a:latin typeface="Comic Sans MS" panose="030F0702030302020204" pitchFamily="66" charset="0"/>
              </a:rPr>
              <a:t>GE</a:t>
            </a:r>
            <a:r>
              <a:rPr sz="3600" spc="5" dirty="0">
                <a:latin typeface="Comic Sans MS" panose="030F0702030302020204" pitchFamily="66" charset="0"/>
              </a:rPr>
              <a:t>N</a:t>
            </a:r>
            <a:r>
              <a:rPr sz="3600" dirty="0">
                <a:latin typeface="Comic Sans MS" panose="030F0702030302020204" pitchFamily="66" charset="0"/>
              </a:rPr>
              <a:t>DA</a:t>
            </a:r>
            <a:endParaRPr sz="3200" dirty="0">
              <a:latin typeface="Comic Sans MS" panose="030F0702030302020204" pitchFamily="66" charset="0"/>
            </a:endParaRPr>
          </a:p>
        </p:txBody>
      </p:sp>
      <p:sp>
        <p:nvSpPr>
          <p:cNvPr id="6" name="object 6"/>
          <p:cNvSpPr txBox="1"/>
          <p:nvPr/>
        </p:nvSpPr>
        <p:spPr>
          <a:xfrm>
            <a:off x="1257300" y="1104900"/>
            <a:ext cx="8458200" cy="4498347"/>
          </a:xfrm>
          <a:prstGeom prst="rect">
            <a:avLst/>
          </a:prstGeom>
        </p:spPr>
        <p:txBody>
          <a:bodyPr vert="horz" wrap="square" lIns="0" tIns="12700" rIns="0" bIns="0" rtlCol="0">
            <a:spAutoFit/>
          </a:bodyPr>
          <a:lstStyle/>
          <a:p>
            <a:pPr marL="298450" indent="-285750">
              <a:lnSpc>
                <a:spcPts val="2135"/>
              </a:lnSpc>
              <a:spcBef>
                <a:spcPts val="100"/>
              </a:spcBef>
              <a:buChar char="•"/>
              <a:tabLst>
                <a:tab pos="297815" algn="l"/>
                <a:tab pos="298450" algn="l"/>
              </a:tabLst>
            </a:pPr>
            <a:r>
              <a:rPr lang="en-US" sz="2800" spc="-5" dirty="0">
                <a:latin typeface="Comic Sans MS" panose="030F0702030302020204" pitchFamily="66" charset="0"/>
                <a:cs typeface="Arial" panose="020B0604020202020204"/>
              </a:rPr>
              <a:t>Managed Memory - basic idea, objectives, benefits</a:t>
            </a:r>
          </a:p>
          <a:p>
            <a:pPr marL="298450" indent="-285750">
              <a:lnSpc>
                <a:spcPts val="2135"/>
              </a:lnSpc>
              <a:spcBef>
                <a:spcPts val="100"/>
              </a:spcBef>
              <a:buChar char="•"/>
              <a:tabLst>
                <a:tab pos="297815" algn="l"/>
                <a:tab pos="298450" algn="l"/>
              </a:tabLst>
            </a:pPr>
            <a:endParaRPr lang="en-US" sz="2800" spc="-5" dirty="0">
              <a:latin typeface="Comic Sans MS" panose="030F0702030302020204" pitchFamily="66" charset="0"/>
              <a:cs typeface="Arial" panose="020B0604020202020204"/>
            </a:endParaRPr>
          </a:p>
          <a:p>
            <a:pPr marL="298450" indent="-285750">
              <a:lnSpc>
                <a:spcPts val="2135"/>
              </a:lnSpc>
              <a:spcBef>
                <a:spcPts val="100"/>
              </a:spcBef>
              <a:buChar char="•"/>
              <a:tabLst>
                <a:tab pos="297815" algn="l"/>
                <a:tab pos="298450" algn="l"/>
              </a:tabLst>
            </a:pPr>
            <a:r>
              <a:rPr lang="en-US" sz="2800" spc="-5" dirty="0">
                <a:latin typeface="Comic Sans MS" panose="030F0702030302020204" pitchFamily="66" charset="0"/>
                <a:cs typeface="Arial" panose="020B0604020202020204"/>
              </a:rPr>
              <a:t>Demand-Paging, Oversubscription, Concurrency, Atomics</a:t>
            </a:r>
          </a:p>
          <a:p>
            <a:pPr marL="298450" indent="-285750">
              <a:lnSpc>
                <a:spcPts val="2135"/>
              </a:lnSpc>
              <a:spcBef>
                <a:spcPts val="100"/>
              </a:spcBef>
              <a:buChar char="•"/>
              <a:tabLst>
                <a:tab pos="297815" algn="l"/>
                <a:tab pos="298450" algn="l"/>
              </a:tabLst>
            </a:pPr>
            <a:endParaRPr lang="en-US" sz="2800" spc="-5" dirty="0">
              <a:latin typeface="Comic Sans MS" panose="030F0702030302020204" pitchFamily="66" charset="0"/>
              <a:cs typeface="Arial" panose="020B0604020202020204"/>
            </a:endParaRPr>
          </a:p>
          <a:p>
            <a:pPr marL="298450" indent="-285750">
              <a:lnSpc>
                <a:spcPts val="2135"/>
              </a:lnSpc>
              <a:spcBef>
                <a:spcPts val="100"/>
              </a:spcBef>
              <a:buChar char="•"/>
              <a:tabLst>
                <a:tab pos="297815" algn="l"/>
                <a:tab pos="298450" algn="l"/>
              </a:tabLst>
            </a:pPr>
            <a:r>
              <a:rPr lang="en-US" sz="2800" spc="-5" dirty="0">
                <a:latin typeface="Comic Sans MS" panose="030F0702030302020204" pitchFamily="66" charset="0"/>
                <a:cs typeface="Arial" panose="020B0604020202020204"/>
              </a:rPr>
              <a:t>Use Cases: Deep Copies, Linked Lists, C++ Objects, Graph Traversal</a:t>
            </a:r>
          </a:p>
          <a:p>
            <a:pPr marL="298450" indent="-285750">
              <a:lnSpc>
                <a:spcPts val="2135"/>
              </a:lnSpc>
              <a:spcBef>
                <a:spcPts val="100"/>
              </a:spcBef>
              <a:buChar char="•"/>
              <a:tabLst>
                <a:tab pos="297815" algn="l"/>
                <a:tab pos="298450" algn="l"/>
              </a:tabLst>
            </a:pPr>
            <a:endParaRPr lang="en-US" sz="2800" spc="-5" dirty="0">
              <a:latin typeface="Comic Sans MS" panose="030F0702030302020204" pitchFamily="66" charset="0"/>
              <a:cs typeface="Arial" panose="020B0604020202020204"/>
            </a:endParaRPr>
          </a:p>
          <a:p>
            <a:pPr marL="298450" indent="-285750">
              <a:lnSpc>
                <a:spcPts val="2135"/>
              </a:lnSpc>
              <a:spcBef>
                <a:spcPts val="100"/>
              </a:spcBef>
              <a:buChar char="•"/>
              <a:tabLst>
                <a:tab pos="297815" algn="l"/>
                <a:tab pos="298450" algn="l"/>
              </a:tabLst>
            </a:pPr>
            <a:r>
              <a:rPr lang="en-US" sz="2800" spc="-5" dirty="0">
                <a:latin typeface="Comic Sans MS" panose="030F0702030302020204" pitchFamily="66" charset="0"/>
                <a:cs typeface="Arial" panose="020B0604020202020204"/>
              </a:rPr>
              <a:t>Performance: Prefetching, Hints</a:t>
            </a:r>
          </a:p>
          <a:p>
            <a:pPr marL="298450" indent="-285750">
              <a:lnSpc>
                <a:spcPts val="2135"/>
              </a:lnSpc>
              <a:spcBef>
                <a:spcPts val="100"/>
              </a:spcBef>
              <a:buChar char="•"/>
              <a:tabLst>
                <a:tab pos="297815" algn="l"/>
                <a:tab pos="298450" algn="l"/>
              </a:tabLst>
            </a:pPr>
            <a:endParaRPr lang="en-US" sz="2800" spc="-5" dirty="0">
              <a:latin typeface="Comic Sans MS" panose="030F0702030302020204" pitchFamily="66" charset="0"/>
              <a:cs typeface="Arial" panose="020B0604020202020204"/>
            </a:endParaRPr>
          </a:p>
          <a:p>
            <a:pPr marL="298450" indent="-285750">
              <a:lnSpc>
                <a:spcPts val="2135"/>
              </a:lnSpc>
              <a:spcBef>
                <a:spcPts val="100"/>
              </a:spcBef>
              <a:buChar char="•"/>
              <a:tabLst>
                <a:tab pos="297815" algn="l"/>
                <a:tab pos="298450" algn="l"/>
              </a:tabLst>
            </a:pPr>
            <a:r>
              <a:rPr lang="en-US" sz="2800" spc="-5" dirty="0">
                <a:latin typeface="Comic Sans MS" panose="030F0702030302020204" pitchFamily="66" charset="0"/>
                <a:cs typeface="Arial" panose="020B0604020202020204"/>
              </a:rPr>
              <a:t>Multi-GPU Considerations</a:t>
            </a:r>
          </a:p>
          <a:p>
            <a:pPr marL="298450" indent="-285750">
              <a:lnSpc>
                <a:spcPts val="2135"/>
              </a:lnSpc>
              <a:spcBef>
                <a:spcPts val="100"/>
              </a:spcBef>
              <a:buChar char="•"/>
              <a:tabLst>
                <a:tab pos="297815" algn="l"/>
                <a:tab pos="298450" algn="l"/>
              </a:tabLst>
            </a:pPr>
            <a:endParaRPr lang="en-US" sz="2800" spc="-5" dirty="0">
              <a:latin typeface="Comic Sans MS" panose="030F0702030302020204" pitchFamily="66" charset="0"/>
              <a:cs typeface="Arial" panose="020B0604020202020204"/>
            </a:endParaRPr>
          </a:p>
          <a:p>
            <a:pPr marL="298450" indent="-285750">
              <a:lnSpc>
                <a:spcPts val="2135"/>
              </a:lnSpc>
              <a:spcBef>
                <a:spcPts val="100"/>
              </a:spcBef>
              <a:buChar char="•"/>
              <a:tabLst>
                <a:tab pos="297815" algn="l"/>
                <a:tab pos="298450" algn="l"/>
              </a:tabLst>
            </a:pPr>
            <a:r>
              <a:rPr lang="en-US" sz="2800" spc="-5" dirty="0">
                <a:latin typeface="Comic Sans MS" panose="030F0702030302020204" pitchFamily="66" charset="0"/>
                <a:cs typeface="Arial" panose="020B0604020202020204"/>
              </a:rPr>
              <a:t>Further Study</a:t>
            </a:r>
          </a:p>
          <a:p>
            <a:pPr marL="298450" indent="-285750">
              <a:lnSpc>
                <a:spcPts val="2135"/>
              </a:lnSpc>
              <a:spcBef>
                <a:spcPts val="100"/>
              </a:spcBef>
              <a:buChar char="•"/>
              <a:tabLst>
                <a:tab pos="297815" algn="l"/>
                <a:tab pos="298450" algn="l"/>
              </a:tabLst>
            </a:pPr>
            <a:endParaRPr lang="en-US" sz="2800" spc="-5" dirty="0">
              <a:latin typeface="Comic Sans MS" panose="030F0702030302020204" pitchFamily="66" charset="0"/>
              <a:cs typeface="Arial" panose="020B0604020202020204"/>
            </a:endParaRPr>
          </a:p>
          <a:p>
            <a:pPr marL="298450" indent="-285750">
              <a:lnSpc>
                <a:spcPts val="2135"/>
              </a:lnSpc>
              <a:spcBef>
                <a:spcPts val="100"/>
              </a:spcBef>
              <a:buChar char="•"/>
              <a:tabLst>
                <a:tab pos="297815" algn="l"/>
                <a:tab pos="298450" algn="l"/>
              </a:tabLst>
            </a:pPr>
            <a:r>
              <a:rPr lang="en-US" sz="2800" spc="-5" dirty="0">
                <a:latin typeface="Comic Sans MS" panose="030F0702030302020204" pitchFamily="66" charset="0"/>
                <a:cs typeface="Arial" panose="020B0604020202020204"/>
              </a:rPr>
              <a:t>Homework</a:t>
            </a:r>
          </a:p>
        </p:txBody>
      </p:sp>
      <p:sp>
        <p:nvSpPr>
          <p:cNvPr id="7"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2</a:t>
            </a:fld>
            <a:endParaRPr spc="-5" dirty="0">
              <a:latin typeface="Comic Sans MS" panose="030F0702030302020204" pitchFamily="66"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448117" y="114530"/>
            <a:ext cx="8543290" cy="838691"/>
          </a:xfrm>
          <a:prstGeom prst="rect">
            <a:avLst/>
          </a:prstGeom>
        </p:spPr>
        <p:txBody>
          <a:bodyPr vert="horz" wrap="square" lIns="0" tIns="0" rIns="0" bIns="0" rtlCol="0">
            <a:spAutoFit/>
          </a:bodyPr>
          <a:lstStyle/>
          <a:p>
            <a:pPr algn="ctr">
              <a:lnSpc>
                <a:spcPct val="100000"/>
              </a:lnSpc>
            </a:pPr>
            <a:r>
              <a:rPr sz="2800" spc="-30" dirty="0">
                <a:latin typeface="Comic Sans MS" panose="030F0702030302020204" pitchFamily="66" charset="0"/>
                <a:cs typeface="Calibri" panose="020F0502020204030204" pitchFamily="34" charset="0"/>
              </a:rPr>
              <a:t>TH</a:t>
            </a:r>
            <a:r>
              <a:rPr sz="2800" spc="-20" dirty="0">
                <a:latin typeface="Comic Sans MS" panose="030F0702030302020204" pitchFamily="66" charset="0"/>
                <a:cs typeface="Calibri" panose="020F0502020204030204" pitchFamily="34" charset="0"/>
              </a:rPr>
              <a:t>E</a:t>
            </a:r>
            <a:r>
              <a:rPr sz="2800" spc="-10" dirty="0">
                <a:latin typeface="Comic Sans MS" panose="030F0702030302020204" pitchFamily="66" charset="0"/>
                <a:cs typeface="Calibri" panose="020F0502020204030204" pitchFamily="34" charset="0"/>
              </a:rPr>
              <a:t> </a:t>
            </a:r>
            <a:r>
              <a:rPr sz="2800" spc="-5" dirty="0">
                <a:latin typeface="Comic Sans MS" panose="030F0702030302020204" pitchFamily="66" charset="0"/>
                <a:cs typeface="Calibri" panose="020F0502020204030204" pitchFamily="34" charset="0"/>
              </a:rPr>
              <a:t>C</a:t>
            </a:r>
            <a:r>
              <a:rPr sz="2800" dirty="0">
                <a:latin typeface="Comic Sans MS" panose="030F0702030302020204" pitchFamily="66" charset="0"/>
                <a:cs typeface="Calibri" panose="020F0502020204030204" pitchFamily="34" charset="0"/>
              </a:rPr>
              <a:t>UD</a:t>
            </a:r>
            <a:r>
              <a:rPr sz="2800" spc="-25" dirty="0">
                <a:latin typeface="Comic Sans MS" panose="030F0702030302020204" pitchFamily="66" charset="0"/>
                <a:cs typeface="Calibri" panose="020F0502020204030204" pitchFamily="34" charset="0"/>
              </a:rPr>
              <a:t>A</a:t>
            </a:r>
            <a:r>
              <a:rPr sz="2800" spc="5" dirty="0">
                <a:latin typeface="Comic Sans MS" panose="030F0702030302020204" pitchFamily="66" charset="0"/>
                <a:cs typeface="Calibri" panose="020F0502020204030204" pitchFamily="34" charset="0"/>
              </a:rPr>
              <a:t> </a:t>
            </a:r>
            <a:r>
              <a:rPr sz="2800" spc="-5" dirty="0">
                <a:latin typeface="Comic Sans MS" panose="030F0702030302020204" pitchFamily="66" charset="0"/>
                <a:cs typeface="Calibri" panose="020F0502020204030204" pitchFamily="34" charset="0"/>
              </a:rPr>
              <a:t>3</a:t>
            </a:r>
            <a:r>
              <a:rPr sz="2800" dirty="0">
                <a:latin typeface="Comic Sans MS" panose="030F0702030302020204" pitchFamily="66" charset="0"/>
                <a:cs typeface="Calibri" panose="020F0502020204030204" pitchFamily="34" charset="0"/>
              </a:rPr>
              <a:t>-</a:t>
            </a:r>
            <a:r>
              <a:rPr sz="2800" spc="-15" dirty="0">
                <a:latin typeface="Comic Sans MS" panose="030F0702030302020204" pitchFamily="66" charset="0"/>
                <a:cs typeface="Calibri" panose="020F0502020204030204" pitchFamily="34" charset="0"/>
              </a:rPr>
              <a:t>S</a:t>
            </a:r>
            <a:r>
              <a:rPr sz="2800" spc="-30" dirty="0">
                <a:latin typeface="Comic Sans MS" panose="030F0702030302020204" pitchFamily="66" charset="0"/>
                <a:cs typeface="Calibri" panose="020F0502020204030204" pitchFamily="34" charset="0"/>
              </a:rPr>
              <a:t>TE</a:t>
            </a:r>
            <a:r>
              <a:rPr sz="2800" spc="-20" dirty="0">
                <a:latin typeface="Comic Sans MS" panose="030F0702030302020204" pitchFamily="66" charset="0"/>
                <a:cs typeface="Calibri" panose="020F0502020204030204" pitchFamily="34" charset="0"/>
              </a:rPr>
              <a:t>P</a:t>
            </a:r>
            <a:r>
              <a:rPr sz="2800" spc="5" dirty="0">
                <a:latin typeface="Comic Sans MS" panose="030F0702030302020204" pitchFamily="66" charset="0"/>
                <a:cs typeface="Calibri" panose="020F0502020204030204" pitchFamily="34" charset="0"/>
              </a:rPr>
              <a:t> </a:t>
            </a:r>
            <a:r>
              <a:rPr sz="2800" spc="-20" dirty="0">
                <a:latin typeface="Comic Sans MS" panose="030F0702030302020204" pitchFamily="66" charset="0"/>
                <a:cs typeface="Calibri" panose="020F0502020204030204" pitchFamily="34" charset="0"/>
              </a:rPr>
              <a:t>PR</a:t>
            </a:r>
            <a:r>
              <a:rPr sz="2800" spc="-30" dirty="0">
                <a:latin typeface="Comic Sans MS" panose="030F0702030302020204" pitchFamily="66" charset="0"/>
                <a:cs typeface="Calibri" panose="020F0502020204030204" pitchFamily="34" charset="0"/>
              </a:rPr>
              <a:t>O</a:t>
            </a:r>
            <a:r>
              <a:rPr sz="2800" spc="-5" dirty="0">
                <a:latin typeface="Comic Sans MS" panose="030F0702030302020204" pitchFamily="66" charset="0"/>
                <a:cs typeface="Calibri" panose="020F0502020204030204" pitchFamily="34" charset="0"/>
              </a:rPr>
              <a:t>C</a:t>
            </a:r>
            <a:r>
              <a:rPr sz="2800" spc="-25" dirty="0">
                <a:latin typeface="Comic Sans MS" panose="030F0702030302020204" pitchFamily="66" charset="0"/>
                <a:cs typeface="Calibri" panose="020F0502020204030204" pitchFamily="34" charset="0"/>
              </a:rPr>
              <a:t>E</a:t>
            </a:r>
            <a:r>
              <a:rPr sz="2800" spc="5" dirty="0">
                <a:latin typeface="Comic Sans MS" panose="030F0702030302020204" pitchFamily="66" charset="0"/>
                <a:cs typeface="Calibri" panose="020F0502020204030204" pitchFamily="34" charset="0"/>
              </a:rPr>
              <a:t>SS</a:t>
            </a:r>
            <a:r>
              <a:rPr sz="2800" spc="-5" dirty="0">
                <a:latin typeface="Comic Sans MS" panose="030F0702030302020204" pitchFamily="66" charset="0"/>
                <a:cs typeface="Calibri" panose="020F0502020204030204" pitchFamily="34" charset="0"/>
              </a:rPr>
              <a:t>I</a:t>
            </a:r>
            <a:r>
              <a:rPr sz="2800" dirty="0">
                <a:latin typeface="Comic Sans MS" panose="030F0702030302020204" pitchFamily="66" charset="0"/>
                <a:cs typeface="Calibri" panose="020F0502020204030204" pitchFamily="34" charset="0"/>
              </a:rPr>
              <a:t>NG </a:t>
            </a:r>
            <a:r>
              <a:rPr sz="2800" spc="-15" dirty="0">
                <a:latin typeface="Comic Sans MS" panose="030F0702030302020204" pitchFamily="66" charset="0"/>
                <a:cs typeface="Calibri" panose="020F0502020204030204" pitchFamily="34" charset="0"/>
              </a:rPr>
              <a:t>S</a:t>
            </a:r>
            <a:r>
              <a:rPr sz="2800" spc="-25" dirty="0">
                <a:latin typeface="Comic Sans MS" panose="030F0702030302020204" pitchFamily="66" charset="0"/>
                <a:cs typeface="Calibri" panose="020F0502020204030204" pitchFamily="34" charset="0"/>
              </a:rPr>
              <a:t>EQ</a:t>
            </a:r>
            <a:r>
              <a:rPr sz="2800" dirty="0">
                <a:latin typeface="Comic Sans MS" panose="030F0702030302020204" pitchFamily="66" charset="0"/>
                <a:cs typeface="Calibri" panose="020F0502020204030204" pitchFamily="34" charset="0"/>
              </a:rPr>
              <a:t>U</a:t>
            </a:r>
            <a:r>
              <a:rPr sz="2800" spc="-5" dirty="0">
                <a:latin typeface="Comic Sans MS" panose="030F0702030302020204" pitchFamily="66" charset="0"/>
                <a:cs typeface="Calibri" panose="020F0502020204030204" pitchFamily="34" charset="0"/>
              </a:rPr>
              <a:t>E</a:t>
            </a:r>
            <a:r>
              <a:rPr sz="2800" dirty="0">
                <a:latin typeface="Comic Sans MS" panose="030F0702030302020204" pitchFamily="66" charset="0"/>
                <a:cs typeface="Calibri" panose="020F0502020204030204" pitchFamily="34" charset="0"/>
              </a:rPr>
              <a:t>N</a:t>
            </a:r>
            <a:r>
              <a:rPr sz="2800" spc="-5" dirty="0">
                <a:latin typeface="Comic Sans MS" panose="030F0702030302020204" pitchFamily="66" charset="0"/>
                <a:cs typeface="Calibri" panose="020F0502020204030204" pitchFamily="34" charset="0"/>
              </a:rPr>
              <a:t>C</a:t>
            </a:r>
            <a:r>
              <a:rPr sz="2800" spc="-20" dirty="0">
                <a:latin typeface="Comic Sans MS" panose="030F0702030302020204" pitchFamily="66" charset="0"/>
                <a:cs typeface="Calibri" panose="020F0502020204030204" pitchFamily="34" charset="0"/>
              </a:rPr>
              <a:t>E</a:t>
            </a:r>
            <a:endParaRPr sz="2800" dirty="0">
              <a:latin typeface="Comic Sans MS" panose="030F0702030302020204" pitchFamily="66" charset="0"/>
              <a:cs typeface="Calibri" panose="020F0502020204030204" pitchFamily="34" charset="0"/>
            </a:endParaRPr>
          </a:p>
          <a:p>
            <a:pPr algn="ctr">
              <a:lnSpc>
                <a:spcPct val="100000"/>
              </a:lnSpc>
              <a:spcBef>
                <a:spcPts val="310"/>
              </a:spcBef>
            </a:pPr>
            <a:r>
              <a:rPr sz="2400" dirty="0">
                <a:solidFill>
                  <a:srgbClr val="76B900"/>
                </a:solidFill>
                <a:latin typeface="Comic Sans MS" panose="030F0702030302020204" pitchFamily="66" charset="0"/>
                <a:cs typeface="Calibri" panose="020F0502020204030204" pitchFamily="34" charset="0"/>
              </a:rPr>
              <a:t>R</a:t>
            </a:r>
            <a:r>
              <a:rPr sz="2400" spc="5" dirty="0">
                <a:solidFill>
                  <a:srgbClr val="76B900"/>
                </a:solidFill>
                <a:latin typeface="Comic Sans MS" panose="030F0702030302020204" pitchFamily="66" charset="0"/>
                <a:cs typeface="Calibri" panose="020F0502020204030204" pitchFamily="34" charset="0"/>
              </a:rPr>
              <a:t>e</a:t>
            </a:r>
            <a:r>
              <a:rPr sz="2400" spc="-5" dirty="0">
                <a:solidFill>
                  <a:srgbClr val="76B900"/>
                </a:solidFill>
                <a:latin typeface="Comic Sans MS" panose="030F0702030302020204" pitchFamily="66" charset="0"/>
                <a:cs typeface="Calibri" panose="020F0502020204030204" pitchFamily="34" charset="0"/>
              </a:rPr>
              <a:t>c</a:t>
            </a:r>
            <a:r>
              <a:rPr sz="2400" dirty="0">
                <a:solidFill>
                  <a:srgbClr val="76B900"/>
                </a:solidFill>
                <a:latin typeface="Comic Sans MS" panose="030F0702030302020204" pitchFamily="66" charset="0"/>
                <a:cs typeface="Calibri" panose="020F0502020204030204" pitchFamily="34" charset="0"/>
              </a:rPr>
              <a:t>a</a:t>
            </a:r>
            <a:r>
              <a:rPr sz="2400" spc="-20" dirty="0">
                <a:solidFill>
                  <a:srgbClr val="76B900"/>
                </a:solidFill>
                <a:latin typeface="Comic Sans MS" panose="030F0702030302020204" pitchFamily="66" charset="0"/>
                <a:cs typeface="Calibri" panose="020F0502020204030204" pitchFamily="34" charset="0"/>
              </a:rPr>
              <a:t>l</a:t>
            </a:r>
            <a:r>
              <a:rPr sz="2400" spc="-10" dirty="0">
                <a:solidFill>
                  <a:srgbClr val="76B900"/>
                </a:solidFill>
                <a:latin typeface="Comic Sans MS" panose="030F0702030302020204" pitchFamily="66" charset="0"/>
                <a:cs typeface="Calibri" panose="020F0502020204030204" pitchFamily="34" charset="0"/>
              </a:rPr>
              <a:t>l</a:t>
            </a:r>
            <a:r>
              <a:rPr sz="2400" spc="-15" dirty="0">
                <a:solidFill>
                  <a:srgbClr val="76B900"/>
                </a:solidFill>
                <a:latin typeface="Comic Sans MS" panose="030F0702030302020204" pitchFamily="66" charset="0"/>
                <a:cs typeface="Calibri" panose="020F0502020204030204" pitchFamily="34" charset="0"/>
              </a:rPr>
              <a:t> f</a:t>
            </a:r>
            <a:r>
              <a:rPr sz="2400" spc="-10" dirty="0">
                <a:solidFill>
                  <a:srgbClr val="76B900"/>
                </a:solidFill>
                <a:latin typeface="Comic Sans MS" panose="030F0702030302020204" pitchFamily="66" charset="0"/>
                <a:cs typeface="Calibri" panose="020F0502020204030204" pitchFamily="34" charset="0"/>
              </a:rPr>
              <a:t>r</a:t>
            </a:r>
            <a:r>
              <a:rPr sz="2400" spc="-15" dirty="0">
                <a:solidFill>
                  <a:srgbClr val="76B900"/>
                </a:solidFill>
                <a:latin typeface="Comic Sans MS" panose="030F0702030302020204" pitchFamily="66" charset="0"/>
                <a:cs typeface="Calibri" panose="020F0502020204030204" pitchFamily="34" charset="0"/>
              </a:rPr>
              <a:t>o</a:t>
            </a:r>
            <a:r>
              <a:rPr sz="2400" dirty="0">
                <a:solidFill>
                  <a:srgbClr val="76B900"/>
                </a:solidFill>
                <a:latin typeface="Comic Sans MS" panose="030F0702030302020204" pitchFamily="66" charset="0"/>
                <a:cs typeface="Calibri" panose="020F0502020204030204" pitchFamily="34" charset="0"/>
              </a:rPr>
              <a:t>m </a:t>
            </a:r>
            <a:r>
              <a:rPr sz="2400" spc="-5" dirty="0">
                <a:solidFill>
                  <a:srgbClr val="76B900"/>
                </a:solidFill>
                <a:latin typeface="Comic Sans MS" panose="030F0702030302020204" pitchFamily="66" charset="0"/>
                <a:cs typeface="Calibri" panose="020F0502020204030204" pitchFamily="34" charset="0"/>
              </a:rPr>
              <a:t>M</a:t>
            </a:r>
            <a:r>
              <a:rPr sz="2400" spc="-15" dirty="0">
                <a:solidFill>
                  <a:srgbClr val="76B900"/>
                </a:solidFill>
                <a:latin typeface="Comic Sans MS" panose="030F0702030302020204" pitchFamily="66" charset="0"/>
                <a:cs typeface="Calibri" panose="020F0502020204030204" pitchFamily="34" charset="0"/>
              </a:rPr>
              <a:t>o</a:t>
            </a:r>
            <a:r>
              <a:rPr sz="2400" spc="-5" dirty="0">
                <a:solidFill>
                  <a:srgbClr val="76B900"/>
                </a:solidFill>
                <a:latin typeface="Comic Sans MS" panose="030F0702030302020204" pitchFamily="66" charset="0"/>
                <a:cs typeface="Calibri" panose="020F0502020204030204" pitchFamily="34" charset="0"/>
              </a:rPr>
              <a:t>d</a:t>
            </a:r>
            <a:r>
              <a:rPr sz="2400" dirty="0">
                <a:solidFill>
                  <a:srgbClr val="76B900"/>
                </a:solidFill>
                <a:latin typeface="Comic Sans MS" panose="030F0702030302020204" pitchFamily="66" charset="0"/>
                <a:cs typeface="Calibri" panose="020F0502020204030204" pitchFamily="34" charset="0"/>
              </a:rPr>
              <a:t>u</a:t>
            </a:r>
            <a:r>
              <a:rPr sz="2400" spc="-20" dirty="0">
                <a:solidFill>
                  <a:srgbClr val="76B900"/>
                </a:solidFill>
                <a:latin typeface="Comic Sans MS" panose="030F0702030302020204" pitchFamily="66" charset="0"/>
                <a:cs typeface="Calibri" panose="020F0502020204030204" pitchFamily="34" charset="0"/>
              </a:rPr>
              <a:t>l</a:t>
            </a:r>
            <a:r>
              <a:rPr sz="2400" dirty="0">
                <a:solidFill>
                  <a:srgbClr val="76B900"/>
                </a:solidFill>
                <a:latin typeface="Comic Sans MS" panose="030F0702030302020204" pitchFamily="66" charset="0"/>
                <a:cs typeface="Calibri" panose="020F0502020204030204" pitchFamily="34" charset="0"/>
              </a:rPr>
              <a:t>e </a:t>
            </a:r>
            <a:r>
              <a:rPr sz="2400" spc="5" dirty="0">
                <a:solidFill>
                  <a:srgbClr val="76B900"/>
                </a:solidFill>
                <a:latin typeface="Comic Sans MS" panose="030F0702030302020204" pitchFamily="66" charset="0"/>
                <a:cs typeface="Calibri" panose="020F0502020204030204" pitchFamily="34" charset="0"/>
              </a:rPr>
              <a:t>1</a:t>
            </a:r>
            <a:r>
              <a:rPr sz="1800" dirty="0">
                <a:solidFill>
                  <a:srgbClr val="76B900"/>
                </a:solidFill>
                <a:latin typeface="Comic Sans MS" panose="030F0702030302020204" pitchFamily="66" charset="0"/>
                <a:cs typeface="Calibri" panose="020F0502020204030204" pitchFamily="34" charset="0"/>
              </a:rPr>
              <a:t>…</a:t>
            </a:r>
            <a:endParaRPr sz="1800" dirty="0">
              <a:latin typeface="Comic Sans MS" panose="030F0702030302020204" pitchFamily="66" charset="0"/>
              <a:cs typeface="Calibri" panose="020F0502020204030204" pitchFamily="34" charset="0"/>
            </a:endParaRPr>
          </a:p>
        </p:txBody>
      </p:sp>
      <p:sp>
        <p:nvSpPr>
          <p:cNvPr id="5" name="object 5"/>
          <p:cNvSpPr txBox="1"/>
          <p:nvPr/>
        </p:nvSpPr>
        <p:spPr>
          <a:xfrm>
            <a:off x="1317669" y="4980390"/>
            <a:ext cx="8660130" cy="615553"/>
          </a:xfrm>
          <a:prstGeom prst="rect">
            <a:avLst/>
          </a:prstGeom>
        </p:spPr>
        <p:txBody>
          <a:bodyPr vert="horz" wrap="square" lIns="0" tIns="0" rIns="0" bIns="0" rtlCol="0">
            <a:spAutoFit/>
          </a:bodyPr>
          <a:lstStyle/>
          <a:p>
            <a:pPr marL="12700">
              <a:lnSpc>
                <a:spcPct val="100000"/>
              </a:lnSpc>
            </a:pP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&gt;</a:t>
            </a:r>
            <a:r>
              <a:rPr sz="2000" dirty="0">
                <a:solidFill>
                  <a:srgbClr val="5E5E5E"/>
                </a:solidFill>
                <a:latin typeface="Comic Sans MS" panose="030F0702030302020204" pitchFamily="66" charset="0"/>
                <a:cs typeface="Calibri" panose="020F0502020204030204" pitchFamily="34" charset="0"/>
              </a:rPr>
              <a:t>W</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u</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n’t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b</a:t>
            </a:r>
            <a:r>
              <a:rPr sz="2000" dirty="0">
                <a:solidFill>
                  <a:srgbClr val="5E5E5E"/>
                </a:solidFill>
                <a:latin typeface="Comic Sans MS" panose="030F0702030302020204" pitchFamily="66" charset="0"/>
                <a:cs typeface="Calibri" panose="020F0502020204030204" pitchFamily="34" charset="0"/>
              </a:rPr>
              <a:t>e n</a:t>
            </a:r>
            <a:r>
              <a:rPr sz="2000" spc="-5" dirty="0">
                <a:solidFill>
                  <a:srgbClr val="5E5E5E"/>
                </a:solidFill>
                <a:latin typeface="Comic Sans MS" panose="030F0702030302020204" pitchFamily="66" charset="0"/>
                <a:cs typeface="Calibri" panose="020F0502020204030204" pitchFamily="34" charset="0"/>
              </a:rPr>
              <a:t>ic</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f </a:t>
            </a:r>
            <a:r>
              <a:rPr sz="2000" spc="-5" dirty="0">
                <a:solidFill>
                  <a:srgbClr val="5E5E5E"/>
                </a:solidFill>
                <a:latin typeface="Comic Sans MS" panose="030F0702030302020204" pitchFamily="66" charset="0"/>
                <a:cs typeface="Calibri" panose="020F0502020204030204" pitchFamily="34" charset="0"/>
              </a:rPr>
              <a:t>w</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did</a:t>
            </a:r>
            <a:r>
              <a:rPr sz="2000" dirty="0">
                <a:solidFill>
                  <a:srgbClr val="5E5E5E"/>
                </a:solidFill>
                <a:latin typeface="Comic Sans MS" panose="030F0702030302020204" pitchFamily="66" charset="0"/>
                <a:cs typeface="Calibri" panose="020F0502020204030204" pitchFamily="34" charset="0"/>
              </a:rPr>
              <a:t>n’t</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ha</a:t>
            </a:r>
            <a:r>
              <a:rPr sz="2000" spc="-5" dirty="0">
                <a:solidFill>
                  <a:srgbClr val="5E5E5E"/>
                </a:solidFill>
                <a:latin typeface="Comic Sans MS" panose="030F0702030302020204" pitchFamily="66" charset="0"/>
                <a:cs typeface="Calibri" panose="020F0502020204030204" pitchFamily="34" charset="0"/>
              </a:rPr>
              <a:t>v</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o </a:t>
            </a:r>
            <a:r>
              <a:rPr sz="2000" spc="-5"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o </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w</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it</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he </a:t>
            </a:r>
            <a:r>
              <a:rPr sz="2000" spc="-5" dirty="0">
                <a:solidFill>
                  <a:srgbClr val="5E5E5E"/>
                </a:solidFill>
                <a:latin typeface="Comic Sans MS" panose="030F0702030302020204" pitchFamily="66" charset="0"/>
                <a:cs typeface="Calibri" panose="020F0502020204030204" pitchFamily="34" charset="0"/>
              </a:rPr>
              <a:t>c</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e </a:t>
            </a:r>
            <a:r>
              <a:rPr sz="2000" spc="-15" dirty="0">
                <a:solidFill>
                  <a:srgbClr val="5E5E5E"/>
                </a:solidFill>
                <a:latin typeface="Comic Sans MS" panose="030F0702030302020204" pitchFamily="66" charset="0"/>
                <a:cs typeface="Calibri" panose="020F0502020204030204" pitchFamily="34" charset="0"/>
              </a:rPr>
              <a:t>fo</a:t>
            </a:r>
            <a:r>
              <a:rPr sz="2000" spc="-10" dirty="0">
                <a:solidFill>
                  <a:srgbClr val="5E5E5E"/>
                </a:solidFill>
                <a:latin typeface="Comic Sans MS" panose="030F0702030302020204" pitchFamily="66" charset="0"/>
                <a:cs typeface="Calibri" panose="020F0502020204030204" pitchFamily="34" charset="0"/>
              </a:rPr>
              <a:t>r</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s</a:t>
            </a:r>
            <a:r>
              <a:rPr sz="2000" spc="-5" dirty="0">
                <a:solidFill>
                  <a:srgbClr val="5E5E5E"/>
                </a:solidFill>
                <a:latin typeface="Comic Sans MS" panose="030F0702030302020204" pitchFamily="66" charset="0"/>
                <a:cs typeface="Calibri" panose="020F0502020204030204" pitchFamily="34" charset="0"/>
              </a:rPr>
              <a:t>t</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s </a:t>
            </a:r>
            <a:r>
              <a:rPr sz="2000" dirty="0">
                <a:solidFill>
                  <a:srgbClr val="5E5E5E"/>
                </a:solidFill>
                <a:latin typeface="Comic Sans MS" panose="030F0702030302020204" pitchFamily="66" charset="0"/>
                <a:cs typeface="Calibri" panose="020F0502020204030204" pitchFamily="34" charset="0"/>
              </a:rPr>
              <a:t>1 and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3?</a:t>
            </a:r>
            <a:endParaRPr sz="2000" dirty="0">
              <a:latin typeface="Comic Sans MS" panose="030F0702030302020204" pitchFamily="66" charset="0"/>
              <a:cs typeface="Calibri" panose="020F0502020204030204" pitchFamily="34" charset="0"/>
            </a:endParaRPr>
          </a:p>
        </p:txBody>
      </p:sp>
      <p:sp>
        <p:nvSpPr>
          <p:cNvPr id="6" name="object 6"/>
          <p:cNvSpPr/>
          <p:nvPr/>
        </p:nvSpPr>
        <p:spPr>
          <a:xfrm>
            <a:off x="2158891" y="953221"/>
            <a:ext cx="6655017" cy="3846525"/>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9" name="object 34"/>
          <p:cNvSpPr txBox="1"/>
          <p:nvPr/>
        </p:nvSpPr>
        <p:spPr>
          <a:xfrm>
            <a:off x="7830903" y="5093618"/>
            <a:ext cx="2468880" cy="171201"/>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gn="r">
              <a:lnSpc>
                <a:spcPts val="1425"/>
              </a:lnSpc>
            </a:pPr>
            <a:fld id="{81D60167-4931-47E6-BA6A-407CBD079E47}" type="slidenum">
              <a:rPr lang="en-US" altLang="zh-CN" sz="1080" spc="-5" smtClean="0">
                <a:solidFill>
                  <a:schemeClr val="tx1">
                    <a:tint val="75000"/>
                  </a:schemeClr>
                </a:solidFill>
                <a:latin typeface="Comic Sans MS" panose="030F0702030302020204" pitchFamily="66" charset="0"/>
              </a:rPr>
              <a:t>3</a:t>
            </a:fld>
            <a:endParaRPr lang="en-US" altLang="zh-CN" sz="1080" spc="-5" dirty="0">
              <a:solidFill>
                <a:schemeClr val="tx1">
                  <a:tint val="75000"/>
                </a:schemeClr>
              </a:solidFill>
              <a:latin typeface="Comic Sans MS" panose="030F0702030302020204" pitchFamily="66"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71600" y="2247900"/>
            <a:ext cx="8229600" cy="1231106"/>
          </a:xfrm>
        </p:spPr>
        <p:txBody>
          <a:bodyPr>
            <a:noAutofit/>
          </a:bodyPr>
          <a:lstStyle/>
          <a:p>
            <a:pPr marL="12700">
              <a:lnSpc>
                <a:spcPct val="100000"/>
              </a:lnSpc>
              <a:spcBef>
                <a:spcPts val="515"/>
              </a:spcBef>
            </a:pPr>
            <a:r>
              <a:rPr lang="en-US" altLang="zh-CN" sz="3200" b="1" spc="-5" dirty="0">
                <a:latin typeface="Comic Sans MS" panose="030F0702030302020204" pitchFamily="66" charset="0"/>
                <a:cs typeface="Calibri Light" panose="020F0302020204030204" pitchFamily="34" charset="0"/>
              </a:rPr>
              <a:t>INTRODUCING UNIFIED MEMORY </a:t>
            </a:r>
            <a:br>
              <a:rPr lang="en-US" altLang="zh-CN" sz="3200" b="1" spc="-5" dirty="0">
                <a:latin typeface="Comic Sans MS" panose="030F0702030302020204" pitchFamily="66" charset="0"/>
                <a:cs typeface="Calibri Light" panose="020F0302020204030204" pitchFamily="34" charset="0"/>
              </a:rPr>
            </a:br>
            <a:r>
              <a:rPr lang="en-US" altLang="zh-CN" sz="3200" b="1" spc="-5" dirty="0">
                <a:latin typeface="Comic Sans MS" panose="030F0702030302020204" pitchFamily="66" charset="0"/>
                <a:cs typeface="Calibri Light" panose="020F0302020204030204" pitchFamily="34" charset="0"/>
              </a:rPr>
              <a:t>WITH DEMAND PAGING</a:t>
            </a:r>
          </a:p>
        </p:txBody>
      </p:sp>
      <p:sp>
        <p:nvSpPr>
          <p:cNvPr id="5"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4</a:t>
            </a:fld>
            <a:endParaRPr spc="-5" dirty="0">
              <a:latin typeface="Comic Sans MS" panose="030F0702030302020204" pitchFamily="66"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206051"/>
            <a:ext cx="9464040" cy="838691"/>
          </a:xfrm>
          <a:prstGeom prst="rect">
            <a:avLst/>
          </a:prstGeom>
        </p:spPr>
        <p:txBody>
          <a:bodyPr vert="horz" wrap="square" lIns="0" tIns="0" rIns="0" bIns="0" rtlCol="0">
            <a:spAutoFit/>
          </a:bodyPr>
          <a:lstStyle/>
          <a:p>
            <a:pPr marL="635" algn="ctr">
              <a:lnSpc>
                <a:spcPct val="100000"/>
              </a:lnSpc>
            </a:pPr>
            <a:r>
              <a:rPr sz="3200" dirty="0">
                <a:latin typeface="Comic Sans MS" panose="030F0702030302020204" pitchFamily="66" charset="0"/>
              </a:rPr>
              <a:t>UN</a:t>
            </a:r>
            <a:r>
              <a:rPr sz="3200" spc="-5" dirty="0">
                <a:latin typeface="Comic Sans MS" panose="030F0702030302020204" pitchFamily="66" charset="0"/>
              </a:rPr>
              <a:t>I</a:t>
            </a:r>
            <a:r>
              <a:rPr sz="3200" spc="-25" dirty="0">
                <a:latin typeface="Comic Sans MS" panose="030F0702030302020204" pitchFamily="66" charset="0"/>
              </a:rPr>
              <a:t>F</a:t>
            </a:r>
            <a:r>
              <a:rPr sz="3200" spc="-5" dirty="0">
                <a:latin typeface="Comic Sans MS" panose="030F0702030302020204" pitchFamily="66" charset="0"/>
              </a:rPr>
              <a:t>I</a:t>
            </a:r>
            <a:r>
              <a:rPr sz="3200" spc="-25" dirty="0">
                <a:latin typeface="Comic Sans MS" panose="030F0702030302020204" pitchFamily="66" charset="0"/>
              </a:rPr>
              <a:t>E</a:t>
            </a:r>
            <a:r>
              <a:rPr sz="3200" dirty="0">
                <a:latin typeface="Comic Sans MS" panose="030F0702030302020204" pitchFamily="66" charset="0"/>
              </a:rPr>
              <a:t>D</a:t>
            </a:r>
            <a:r>
              <a:rPr sz="3200" spc="5" dirty="0">
                <a:latin typeface="Comic Sans MS" panose="030F0702030302020204" pitchFamily="66" charset="0"/>
              </a:rPr>
              <a:t> </a:t>
            </a:r>
            <a:r>
              <a:rPr sz="3200" spc="-5" dirty="0">
                <a:latin typeface="Comic Sans MS" panose="030F0702030302020204" pitchFamily="66" charset="0"/>
              </a:rPr>
              <a:t>M</a:t>
            </a:r>
            <a:r>
              <a:rPr sz="3200" spc="-25" dirty="0">
                <a:latin typeface="Comic Sans MS" panose="030F0702030302020204" pitchFamily="66" charset="0"/>
              </a:rPr>
              <a:t>E</a:t>
            </a:r>
            <a:r>
              <a:rPr sz="3200" spc="-5" dirty="0">
                <a:latin typeface="Comic Sans MS" panose="030F0702030302020204" pitchFamily="66" charset="0"/>
              </a:rPr>
              <a:t>M</a:t>
            </a:r>
            <a:r>
              <a:rPr sz="3200" spc="-30" dirty="0">
                <a:latin typeface="Comic Sans MS" panose="030F0702030302020204" pitchFamily="66" charset="0"/>
              </a:rPr>
              <a:t>O</a:t>
            </a:r>
            <a:r>
              <a:rPr sz="3200" dirty="0">
                <a:latin typeface="Comic Sans MS" panose="030F0702030302020204" pitchFamily="66" charset="0"/>
              </a:rPr>
              <a:t>RY</a:t>
            </a:r>
          </a:p>
          <a:p>
            <a:pPr marL="635" algn="ctr">
              <a:lnSpc>
                <a:spcPct val="100000"/>
              </a:lnSpc>
              <a:spcBef>
                <a:spcPts val="310"/>
              </a:spcBef>
            </a:pPr>
            <a:r>
              <a:rPr sz="2000" dirty="0">
                <a:solidFill>
                  <a:srgbClr val="76B900"/>
                </a:solidFill>
                <a:latin typeface="Comic Sans MS" panose="030F0702030302020204" pitchFamily="66" charset="0"/>
              </a:rPr>
              <a:t>R</a:t>
            </a:r>
            <a:r>
              <a:rPr sz="2000" spc="5" dirty="0">
                <a:solidFill>
                  <a:srgbClr val="76B900"/>
                </a:solidFill>
                <a:latin typeface="Comic Sans MS" panose="030F0702030302020204" pitchFamily="66" charset="0"/>
              </a:rPr>
              <a:t>e</a:t>
            </a:r>
            <a:r>
              <a:rPr sz="2000" spc="-5" dirty="0">
                <a:solidFill>
                  <a:srgbClr val="76B900"/>
                </a:solidFill>
                <a:latin typeface="Comic Sans MS" panose="030F0702030302020204" pitchFamily="66" charset="0"/>
              </a:rPr>
              <a:t>d</a:t>
            </a:r>
            <a:r>
              <a:rPr sz="2000" dirty="0">
                <a:solidFill>
                  <a:srgbClr val="76B900"/>
                </a:solidFill>
                <a:latin typeface="Comic Sans MS" panose="030F0702030302020204" pitchFamily="66" charset="0"/>
              </a:rPr>
              <a:t>u</a:t>
            </a:r>
            <a:r>
              <a:rPr sz="2000" spc="-5" dirty="0">
                <a:solidFill>
                  <a:srgbClr val="76B900"/>
                </a:solidFill>
                <a:latin typeface="Comic Sans MS" panose="030F0702030302020204" pitchFamily="66" charset="0"/>
              </a:rPr>
              <a:t>c</a:t>
            </a:r>
            <a:r>
              <a:rPr sz="2000" dirty="0">
                <a:solidFill>
                  <a:srgbClr val="76B900"/>
                </a:solidFill>
                <a:latin typeface="Comic Sans MS" panose="030F0702030302020204" pitchFamily="66" charset="0"/>
              </a:rPr>
              <a:t>e </a:t>
            </a:r>
            <a:r>
              <a:rPr sz="2000" spc="-5" dirty="0">
                <a:solidFill>
                  <a:srgbClr val="76B900"/>
                </a:solidFill>
                <a:latin typeface="Comic Sans MS" panose="030F0702030302020204" pitchFamily="66" charset="0"/>
              </a:rPr>
              <a:t>D</a:t>
            </a:r>
            <a:r>
              <a:rPr sz="2000" spc="5" dirty="0">
                <a:solidFill>
                  <a:srgbClr val="76B900"/>
                </a:solidFill>
                <a:latin typeface="Comic Sans MS" panose="030F0702030302020204" pitchFamily="66" charset="0"/>
              </a:rPr>
              <a:t>e</a:t>
            </a:r>
            <a:r>
              <a:rPr sz="2000" spc="-5" dirty="0">
                <a:solidFill>
                  <a:srgbClr val="76B900"/>
                </a:solidFill>
                <a:latin typeface="Comic Sans MS" panose="030F0702030302020204" pitchFamily="66" charset="0"/>
              </a:rPr>
              <a:t>v</a:t>
            </a:r>
            <a:r>
              <a:rPr sz="2000" spc="5" dirty="0">
                <a:solidFill>
                  <a:srgbClr val="76B900"/>
                </a:solidFill>
                <a:latin typeface="Comic Sans MS" panose="030F0702030302020204" pitchFamily="66" charset="0"/>
              </a:rPr>
              <a:t>e</a:t>
            </a:r>
            <a:r>
              <a:rPr sz="2000" spc="-20" dirty="0">
                <a:solidFill>
                  <a:srgbClr val="76B900"/>
                </a:solidFill>
                <a:latin typeface="Comic Sans MS" panose="030F0702030302020204" pitchFamily="66" charset="0"/>
              </a:rPr>
              <a:t>l</a:t>
            </a:r>
            <a:r>
              <a:rPr sz="2000" spc="-15" dirty="0">
                <a:solidFill>
                  <a:srgbClr val="76B900"/>
                </a:solidFill>
                <a:latin typeface="Comic Sans MS" panose="030F0702030302020204" pitchFamily="66" charset="0"/>
              </a:rPr>
              <a:t>o</a:t>
            </a:r>
            <a:r>
              <a:rPr sz="2000" spc="-5" dirty="0">
                <a:solidFill>
                  <a:srgbClr val="76B900"/>
                </a:solidFill>
                <a:latin typeface="Comic Sans MS" panose="030F0702030302020204" pitchFamily="66" charset="0"/>
              </a:rPr>
              <a:t>p</a:t>
            </a:r>
            <a:r>
              <a:rPr sz="2000" spc="5" dirty="0">
                <a:solidFill>
                  <a:srgbClr val="76B900"/>
                </a:solidFill>
                <a:latin typeface="Comic Sans MS" panose="030F0702030302020204" pitchFamily="66" charset="0"/>
              </a:rPr>
              <a:t>e</a:t>
            </a:r>
            <a:r>
              <a:rPr sz="2000" spc="-10" dirty="0">
                <a:solidFill>
                  <a:srgbClr val="76B900"/>
                </a:solidFill>
                <a:latin typeface="Comic Sans MS" panose="030F0702030302020204" pitchFamily="66" charset="0"/>
              </a:rPr>
              <a:t>r</a:t>
            </a:r>
            <a:r>
              <a:rPr sz="2000" spc="-5" dirty="0">
                <a:solidFill>
                  <a:srgbClr val="76B900"/>
                </a:solidFill>
                <a:latin typeface="Comic Sans MS" panose="030F0702030302020204" pitchFamily="66" charset="0"/>
              </a:rPr>
              <a:t> </a:t>
            </a:r>
            <a:r>
              <a:rPr sz="2000" spc="-15" dirty="0">
                <a:solidFill>
                  <a:srgbClr val="76B900"/>
                </a:solidFill>
                <a:latin typeface="Comic Sans MS" panose="030F0702030302020204" pitchFamily="66" charset="0"/>
              </a:rPr>
              <a:t>Effo</a:t>
            </a:r>
            <a:r>
              <a:rPr sz="2000" spc="-10" dirty="0">
                <a:solidFill>
                  <a:srgbClr val="76B900"/>
                </a:solidFill>
                <a:latin typeface="Comic Sans MS" panose="030F0702030302020204" pitchFamily="66" charset="0"/>
              </a:rPr>
              <a:t>r</a:t>
            </a:r>
            <a:r>
              <a:rPr sz="2000" dirty="0">
                <a:solidFill>
                  <a:srgbClr val="76B900"/>
                </a:solidFill>
                <a:latin typeface="Comic Sans MS" panose="030F0702030302020204" pitchFamily="66" charset="0"/>
              </a:rPr>
              <a:t>t</a:t>
            </a:r>
            <a:endParaRPr sz="2000" dirty="0">
              <a:latin typeface="Comic Sans MS" panose="030F0702030302020204" pitchFamily="66" charset="0"/>
            </a:endParaRPr>
          </a:p>
        </p:txBody>
      </p:sp>
      <p:sp>
        <p:nvSpPr>
          <p:cNvPr id="26" name="object 26"/>
          <p:cNvSpPr txBox="1">
            <a:spLocks noGrp="1"/>
          </p:cNvSpPr>
          <p:nvPr>
            <p:ph type="sldNum" sz="quarter" idx="7"/>
          </p:nvPr>
        </p:nvSpPr>
        <p:spPr>
          <a:xfrm>
            <a:off x="7749540" y="5823466"/>
            <a:ext cx="2468880" cy="123111"/>
          </a:xfrm>
          <a:prstGeom prst="rect">
            <a:avLst/>
          </a:prstGeom>
        </p:spPr>
        <p:txBody>
          <a:bodyPr vert="horz" wrap="square" lIns="0" tIns="0" rIns="0" bIns="0" rtlCol="0">
            <a:spAutoFit/>
          </a:bodyPr>
          <a:lstStyle/>
          <a:p>
            <a:pPr marL="73025">
              <a:lnSpc>
                <a:spcPct val="100000"/>
              </a:lnSpc>
            </a:pPr>
            <a:fld id="{81D60167-4931-47E6-BA6A-407CBD079E47}" type="slidenum">
              <a:rPr sz="800" dirty="0">
                <a:latin typeface="Comic Sans MS" panose="030F0702030302020204" pitchFamily="66" charset="0"/>
              </a:rPr>
              <a:t>5</a:t>
            </a:fld>
            <a:endParaRPr dirty="0">
              <a:latin typeface="Comic Sans MS" panose="030F0702030302020204" pitchFamily="66" charset="0"/>
            </a:endParaRPr>
          </a:p>
        </p:txBody>
      </p:sp>
      <p:sp>
        <p:nvSpPr>
          <p:cNvPr id="3" name="object 3"/>
          <p:cNvSpPr/>
          <p:nvPr/>
        </p:nvSpPr>
        <p:spPr>
          <a:xfrm>
            <a:off x="4325111" y="3864863"/>
            <a:ext cx="6041136" cy="1655064"/>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4" name="object 4"/>
          <p:cNvSpPr/>
          <p:nvPr/>
        </p:nvSpPr>
        <p:spPr>
          <a:xfrm>
            <a:off x="4276344" y="4032503"/>
            <a:ext cx="1709927" cy="1386839"/>
          </a:xfrm>
          <a:prstGeom prst="rect">
            <a:avLst/>
          </a:prstGeom>
          <a:blipFill>
            <a:blip r:embed="rId4" cstate="print"/>
            <a:stretch>
              <a:fillRect/>
            </a:stretch>
          </a:blipFill>
        </p:spPr>
        <p:txBody>
          <a:bodyPr wrap="square" lIns="0" tIns="0" rIns="0" bIns="0" rtlCol="0"/>
          <a:lstStyle/>
          <a:p>
            <a:endParaRPr>
              <a:latin typeface="Comic Sans MS" panose="030F0702030302020204" pitchFamily="66" charset="0"/>
            </a:endParaRPr>
          </a:p>
        </p:txBody>
      </p:sp>
      <p:sp>
        <p:nvSpPr>
          <p:cNvPr id="5" name="object 5"/>
          <p:cNvSpPr/>
          <p:nvPr/>
        </p:nvSpPr>
        <p:spPr>
          <a:xfrm>
            <a:off x="4366516" y="3887244"/>
            <a:ext cx="5958840" cy="1572895"/>
          </a:xfrm>
          <a:custGeom>
            <a:avLst/>
            <a:gdLst/>
            <a:ahLst/>
            <a:cxnLst/>
            <a:rect l="l" t="t" r="r" b="b"/>
            <a:pathLst>
              <a:path w="5958840" h="1572895">
                <a:moveTo>
                  <a:pt x="0" y="0"/>
                </a:moveTo>
                <a:lnTo>
                  <a:pt x="5958573" y="0"/>
                </a:lnTo>
                <a:lnTo>
                  <a:pt x="5958573" y="1572675"/>
                </a:lnTo>
                <a:lnTo>
                  <a:pt x="0" y="1572675"/>
                </a:lnTo>
                <a:lnTo>
                  <a:pt x="0"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6" name="object 6"/>
          <p:cNvSpPr txBox="1"/>
          <p:nvPr/>
        </p:nvSpPr>
        <p:spPr>
          <a:xfrm>
            <a:off x="4445256" y="4142791"/>
            <a:ext cx="1372235" cy="1386149"/>
          </a:xfrm>
          <a:prstGeom prst="rect">
            <a:avLst/>
          </a:prstGeom>
        </p:spPr>
        <p:txBody>
          <a:bodyPr vert="horz" wrap="square" lIns="0" tIns="0" rIns="0" bIns="0" rtlCol="0">
            <a:spAutoFit/>
          </a:bodyPr>
          <a:lstStyle/>
          <a:p>
            <a:pPr marL="12700" marR="51435">
              <a:lnSpc>
                <a:spcPct val="102000"/>
              </a:lnSpc>
            </a:pPr>
            <a:r>
              <a:rPr sz="1800" spc="-5" dirty="0">
                <a:solidFill>
                  <a:srgbClr val="FFFFFF"/>
                </a:solidFill>
                <a:latin typeface="Comic Sans MS" panose="030F0702030302020204" pitchFamily="66" charset="0"/>
                <a:cs typeface="Calibri" panose="020F0502020204030204" pitchFamily="34" charset="0"/>
              </a:rPr>
              <a:t>M</a:t>
            </a:r>
            <a:r>
              <a:rPr sz="1800" spc="5" dirty="0">
                <a:solidFill>
                  <a:srgbClr val="FFFFFF"/>
                </a:solidFill>
                <a:latin typeface="Comic Sans MS" panose="030F0702030302020204" pitchFamily="66" charset="0"/>
                <a:cs typeface="Calibri" panose="020F0502020204030204" pitchFamily="34" charset="0"/>
              </a:rPr>
              <a:t>a</a:t>
            </a:r>
            <a:r>
              <a:rPr sz="1800" spc="-5" dirty="0">
                <a:solidFill>
                  <a:srgbClr val="FFFFFF"/>
                </a:solidFill>
                <a:latin typeface="Comic Sans MS" panose="030F0702030302020204" pitchFamily="66" charset="0"/>
                <a:cs typeface="Calibri" panose="020F0502020204030204" pitchFamily="34" charset="0"/>
              </a:rPr>
              <a:t>i</a:t>
            </a:r>
            <a:r>
              <a:rPr sz="1800" dirty="0">
                <a:solidFill>
                  <a:srgbClr val="FFFFFF"/>
                </a:solidFill>
                <a:latin typeface="Comic Sans MS" panose="030F0702030302020204" pitchFamily="66" charset="0"/>
                <a:cs typeface="Calibri" panose="020F0502020204030204" pitchFamily="34" charset="0"/>
              </a:rPr>
              <a:t>n</a:t>
            </a:r>
            <a:r>
              <a:rPr sz="1800" spc="-5" dirty="0">
                <a:solidFill>
                  <a:srgbClr val="FFFFFF"/>
                </a:solidFill>
                <a:latin typeface="Comic Sans MS" panose="030F0702030302020204" pitchFamily="66" charset="0"/>
                <a:cs typeface="Calibri" panose="020F0502020204030204" pitchFamily="34" charset="0"/>
              </a:rPr>
              <a:t>t</a:t>
            </a:r>
            <a:r>
              <a:rPr sz="1800" spc="5" dirty="0">
                <a:solidFill>
                  <a:srgbClr val="FFFFFF"/>
                </a:solidFill>
                <a:latin typeface="Comic Sans MS" panose="030F0702030302020204" pitchFamily="66" charset="0"/>
                <a:cs typeface="Calibri" panose="020F0502020204030204" pitchFamily="34" charset="0"/>
              </a:rPr>
              <a:t>a</a:t>
            </a:r>
            <a:r>
              <a:rPr sz="1800" spc="-5" dirty="0">
                <a:solidFill>
                  <a:srgbClr val="FFFFFF"/>
                </a:solidFill>
                <a:latin typeface="Comic Sans MS" panose="030F0702030302020204" pitchFamily="66" charset="0"/>
                <a:cs typeface="Calibri" panose="020F0502020204030204" pitchFamily="34" charset="0"/>
              </a:rPr>
              <a:t>in </a:t>
            </a:r>
            <a:r>
              <a:rPr sz="1800" spc="-90" dirty="0">
                <a:solidFill>
                  <a:srgbClr val="FFFFFF"/>
                </a:solidFill>
                <a:latin typeface="Comic Sans MS" panose="030F0702030302020204" pitchFamily="66" charset="0"/>
                <a:cs typeface="Calibri" panose="020F0502020204030204" pitchFamily="34" charset="0"/>
              </a:rPr>
              <a:t>P</a:t>
            </a:r>
            <a:r>
              <a:rPr sz="1800" spc="5" dirty="0">
                <a:solidFill>
                  <a:srgbClr val="FFFFFF"/>
                </a:solidFill>
                <a:latin typeface="Comic Sans MS" panose="030F0702030302020204" pitchFamily="66" charset="0"/>
                <a:cs typeface="Calibri" panose="020F0502020204030204" pitchFamily="34" charset="0"/>
              </a:rPr>
              <a:t>e</a:t>
            </a:r>
            <a:r>
              <a:rPr sz="1800" spc="-15" dirty="0">
                <a:solidFill>
                  <a:srgbClr val="FFFFFF"/>
                </a:solidFill>
                <a:latin typeface="Comic Sans MS" panose="030F0702030302020204" pitchFamily="66" charset="0"/>
                <a:cs typeface="Calibri" panose="020F0502020204030204" pitchFamily="34" charset="0"/>
              </a:rPr>
              <a:t>rfor</a:t>
            </a:r>
            <a:r>
              <a:rPr sz="1800" spc="5" dirty="0">
                <a:solidFill>
                  <a:srgbClr val="FFFFFF"/>
                </a:solidFill>
                <a:latin typeface="Comic Sans MS" panose="030F0702030302020204" pitchFamily="66" charset="0"/>
                <a:cs typeface="Calibri" panose="020F0502020204030204" pitchFamily="34" charset="0"/>
              </a:rPr>
              <a:t>m</a:t>
            </a:r>
            <a:r>
              <a:rPr sz="1800" dirty="0">
                <a:solidFill>
                  <a:srgbClr val="FFFFFF"/>
                </a:solidFill>
                <a:latin typeface="Comic Sans MS" panose="030F0702030302020204" pitchFamily="66" charset="0"/>
                <a:cs typeface="Calibri" panose="020F0502020204030204" pitchFamily="34" charset="0"/>
              </a:rPr>
              <a:t>an</a:t>
            </a:r>
            <a:r>
              <a:rPr sz="1800" spc="-5" dirty="0">
                <a:solidFill>
                  <a:srgbClr val="FFFFFF"/>
                </a:solidFill>
                <a:latin typeface="Comic Sans MS" panose="030F0702030302020204" pitchFamily="66" charset="0"/>
                <a:cs typeface="Calibri" panose="020F0502020204030204" pitchFamily="34" charset="0"/>
              </a:rPr>
              <a:t>c</a:t>
            </a:r>
            <a:r>
              <a:rPr sz="1800" dirty="0">
                <a:solidFill>
                  <a:srgbClr val="FFFFFF"/>
                </a:solidFill>
                <a:latin typeface="Comic Sans MS" panose="030F0702030302020204" pitchFamily="66" charset="0"/>
                <a:cs typeface="Calibri" panose="020F0502020204030204" pitchFamily="34" charset="0"/>
              </a:rPr>
              <a:t>e </a:t>
            </a:r>
            <a:r>
              <a:rPr sz="1800" spc="-5" dirty="0">
                <a:solidFill>
                  <a:srgbClr val="FFFFFF"/>
                </a:solidFill>
                <a:latin typeface="Comic Sans MS" panose="030F0702030302020204" pitchFamily="66" charset="0"/>
                <a:cs typeface="Calibri" panose="020F0502020204030204" pitchFamily="34" charset="0"/>
              </a:rPr>
              <a:t>t</a:t>
            </a:r>
            <a:r>
              <a:rPr sz="1800" dirty="0">
                <a:solidFill>
                  <a:srgbClr val="FFFFFF"/>
                </a:solidFill>
                <a:latin typeface="Comic Sans MS" panose="030F0702030302020204" pitchFamily="66" charset="0"/>
                <a:cs typeface="Calibri" panose="020F0502020204030204" pitchFamily="34" charset="0"/>
              </a:rPr>
              <a:t>h</a:t>
            </a:r>
            <a:r>
              <a:rPr sz="1800" spc="-10" dirty="0">
                <a:solidFill>
                  <a:srgbClr val="FFFFFF"/>
                </a:solidFill>
                <a:latin typeface="Comic Sans MS" panose="030F0702030302020204" pitchFamily="66" charset="0"/>
                <a:cs typeface="Calibri" panose="020F0502020204030204" pitchFamily="34" charset="0"/>
              </a:rPr>
              <a:t>r</a:t>
            </a:r>
            <a:r>
              <a:rPr sz="1800" spc="-15" dirty="0">
                <a:solidFill>
                  <a:srgbClr val="FFFFFF"/>
                </a:solidFill>
                <a:latin typeface="Comic Sans MS" panose="030F0702030302020204" pitchFamily="66" charset="0"/>
                <a:cs typeface="Calibri" panose="020F0502020204030204" pitchFamily="34" charset="0"/>
              </a:rPr>
              <a:t>o</a:t>
            </a:r>
            <a:r>
              <a:rPr sz="1800" dirty="0">
                <a:solidFill>
                  <a:srgbClr val="FFFFFF"/>
                </a:solidFill>
                <a:latin typeface="Comic Sans MS" panose="030F0702030302020204" pitchFamily="66" charset="0"/>
                <a:cs typeface="Calibri" panose="020F0502020204030204" pitchFamily="34" charset="0"/>
              </a:rPr>
              <a:t>u</a:t>
            </a:r>
            <a:r>
              <a:rPr sz="1800" spc="-15" dirty="0">
                <a:solidFill>
                  <a:srgbClr val="FFFFFF"/>
                </a:solidFill>
                <a:latin typeface="Comic Sans MS" panose="030F0702030302020204" pitchFamily="66" charset="0"/>
                <a:cs typeface="Calibri" panose="020F0502020204030204" pitchFamily="34" charset="0"/>
              </a:rPr>
              <a:t>g</a:t>
            </a:r>
            <a:r>
              <a:rPr sz="1800" dirty="0">
                <a:solidFill>
                  <a:srgbClr val="FFFFFF"/>
                </a:solidFill>
                <a:latin typeface="Comic Sans MS" panose="030F0702030302020204" pitchFamily="66" charset="0"/>
                <a:cs typeface="Calibri" panose="020F0502020204030204" pitchFamily="34" charset="0"/>
              </a:rPr>
              <a:t>h</a:t>
            </a:r>
            <a:endParaRPr sz="1800" dirty="0">
              <a:latin typeface="Comic Sans MS" panose="030F0702030302020204" pitchFamily="66" charset="0"/>
              <a:cs typeface="Calibri" panose="020F0502020204030204" pitchFamily="34" charset="0"/>
            </a:endParaRPr>
          </a:p>
          <a:p>
            <a:pPr marL="12700">
              <a:lnSpc>
                <a:spcPts val="2110"/>
              </a:lnSpc>
            </a:pPr>
            <a:r>
              <a:rPr sz="1800" spc="-5" dirty="0">
                <a:solidFill>
                  <a:srgbClr val="FFFFFF"/>
                </a:solidFill>
                <a:latin typeface="Comic Sans MS" panose="030F0702030302020204" pitchFamily="66" charset="0"/>
                <a:cs typeface="Calibri" panose="020F0502020204030204" pitchFamily="34" charset="0"/>
              </a:rPr>
              <a:t>D</a:t>
            </a:r>
            <a:r>
              <a:rPr sz="1800" dirty="0">
                <a:solidFill>
                  <a:srgbClr val="FFFFFF"/>
                </a:solidFill>
                <a:latin typeface="Comic Sans MS" panose="030F0702030302020204" pitchFamily="66" charset="0"/>
                <a:cs typeface="Calibri" panose="020F0502020204030204" pitchFamily="34" charset="0"/>
              </a:rPr>
              <a:t>a</a:t>
            </a:r>
            <a:r>
              <a:rPr sz="1800" spc="-5" dirty="0">
                <a:solidFill>
                  <a:srgbClr val="FFFFFF"/>
                </a:solidFill>
                <a:latin typeface="Comic Sans MS" panose="030F0702030302020204" pitchFamily="66" charset="0"/>
                <a:cs typeface="Calibri" panose="020F0502020204030204" pitchFamily="34" charset="0"/>
              </a:rPr>
              <a:t>t</a:t>
            </a:r>
            <a:r>
              <a:rPr sz="1800" dirty="0">
                <a:solidFill>
                  <a:srgbClr val="FFFFFF"/>
                </a:solidFill>
                <a:latin typeface="Comic Sans MS" panose="030F0702030302020204" pitchFamily="66" charset="0"/>
                <a:cs typeface="Calibri" panose="020F0502020204030204" pitchFamily="34" charset="0"/>
              </a:rPr>
              <a:t>a</a:t>
            </a:r>
            <a:r>
              <a:rPr sz="1800" spc="-5" dirty="0">
                <a:solidFill>
                  <a:srgbClr val="FFFFFF"/>
                </a:solidFill>
                <a:latin typeface="Comic Sans MS" panose="030F0702030302020204" pitchFamily="66" charset="0"/>
                <a:cs typeface="Calibri" panose="020F0502020204030204" pitchFamily="34" charset="0"/>
              </a:rPr>
              <a:t> </a:t>
            </a:r>
            <a:r>
              <a:rPr sz="1800" dirty="0">
                <a:solidFill>
                  <a:srgbClr val="FFFFFF"/>
                </a:solidFill>
                <a:latin typeface="Comic Sans MS" panose="030F0702030302020204" pitchFamily="66" charset="0"/>
                <a:cs typeface="Calibri" panose="020F0502020204030204" pitchFamily="34" charset="0"/>
              </a:rPr>
              <a:t>L</a:t>
            </a:r>
            <a:r>
              <a:rPr sz="1800" spc="-5" dirty="0">
                <a:solidFill>
                  <a:srgbClr val="FFFFFF"/>
                </a:solidFill>
                <a:latin typeface="Comic Sans MS" panose="030F0702030302020204" pitchFamily="66" charset="0"/>
                <a:cs typeface="Calibri" panose="020F0502020204030204" pitchFamily="34" charset="0"/>
              </a:rPr>
              <a:t>oc</a:t>
            </a:r>
            <a:r>
              <a:rPr sz="1800" dirty="0">
                <a:solidFill>
                  <a:srgbClr val="FFFFFF"/>
                </a:solidFill>
                <a:latin typeface="Comic Sans MS" panose="030F0702030302020204" pitchFamily="66" charset="0"/>
                <a:cs typeface="Calibri" panose="020F0502020204030204" pitchFamily="34" charset="0"/>
              </a:rPr>
              <a:t>a</a:t>
            </a:r>
            <a:r>
              <a:rPr sz="1800" spc="-15" dirty="0">
                <a:solidFill>
                  <a:srgbClr val="FFFFFF"/>
                </a:solidFill>
                <a:latin typeface="Comic Sans MS" panose="030F0702030302020204" pitchFamily="66" charset="0"/>
                <a:cs typeface="Calibri" panose="020F0502020204030204" pitchFamily="34" charset="0"/>
              </a:rPr>
              <a:t>l</a:t>
            </a:r>
            <a:r>
              <a:rPr sz="1800" spc="-5" dirty="0">
                <a:solidFill>
                  <a:srgbClr val="FFFFFF"/>
                </a:solidFill>
                <a:latin typeface="Comic Sans MS" panose="030F0702030302020204" pitchFamily="66" charset="0"/>
                <a:cs typeface="Calibri" panose="020F0502020204030204" pitchFamily="34" charset="0"/>
              </a:rPr>
              <a:t>it</a:t>
            </a:r>
            <a:r>
              <a:rPr sz="1800" dirty="0">
                <a:solidFill>
                  <a:srgbClr val="FFFFFF"/>
                </a:solidFill>
                <a:latin typeface="Comic Sans MS" panose="030F0702030302020204" pitchFamily="66" charset="0"/>
                <a:cs typeface="Calibri" panose="020F0502020204030204" pitchFamily="34" charset="0"/>
              </a:rPr>
              <a:t>y</a:t>
            </a:r>
            <a:endParaRPr sz="1800" dirty="0">
              <a:latin typeface="Comic Sans MS" panose="030F0702030302020204" pitchFamily="66" charset="0"/>
              <a:cs typeface="Calibri" panose="020F0502020204030204" pitchFamily="34" charset="0"/>
            </a:endParaRPr>
          </a:p>
        </p:txBody>
      </p:sp>
      <p:sp>
        <p:nvSpPr>
          <p:cNvPr id="7" name="object 7"/>
          <p:cNvSpPr/>
          <p:nvPr/>
        </p:nvSpPr>
        <p:spPr>
          <a:xfrm>
            <a:off x="6179996" y="3924433"/>
            <a:ext cx="4124960" cy="1536065"/>
          </a:xfrm>
          <a:custGeom>
            <a:avLst/>
            <a:gdLst/>
            <a:ahLst/>
            <a:cxnLst/>
            <a:rect l="l" t="t" r="r" b="b"/>
            <a:pathLst>
              <a:path w="4124959" h="1536064">
                <a:moveTo>
                  <a:pt x="4124545" y="0"/>
                </a:moveTo>
                <a:lnTo>
                  <a:pt x="523366" y="0"/>
                </a:lnTo>
                <a:lnTo>
                  <a:pt x="0" y="767742"/>
                </a:lnTo>
                <a:lnTo>
                  <a:pt x="523366" y="1535485"/>
                </a:lnTo>
                <a:lnTo>
                  <a:pt x="4124545" y="1535485"/>
                </a:lnTo>
                <a:lnTo>
                  <a:pt x="4124545" y="0"/>
                </a:lnTo>
                <a:close/>
              </a:path>
            </a:pathLst>
          </a:custGeom>
          <a:solidFill>
            <a:srgbClr val="FFFFFF"/>
          </a:solidFill>
        </p:spPr>
        <p:txBody>
          <a:bodyPr wrap="square" lIns="0" tIns="0" rIns="0" bIns="0" rtlCol="0"/>
          <a:lstStyle/>
          <a:p>
            <a:endParaRPr>
              <a:latin typeface="Comic Sans MS" panose="030F0702030302020204" pitchFamily="66" charset="0"/>
            </a:endParaRPr>
          </a:p>
        </p:txBody>
      </p:sp>
      <p:sp>
        <p:nvSpPr>
          <p:cNvPr id="8" name="object 8"/>
          <p:cNvSpPr/>
          <p:nvPr/>
        </p:nvSpPr>
        <p:spPr>
          <a:xfrm>
            <a:off x="6179996" y="3924433"/>
            <a:ext cx="4124960" cy="1536065"/>
          </a:xfrm>
          <a:custGeom>
            <a:avLst/>
            <a:gdLst/>
            <a:ahLst/>
            <a:cxnLst/>
            <a:rect l="l" t="t" r="r" b="b"/>
            <a:pathLst>
              <a:path w="4124959" h="1536064">
                <a:moveTo>
                  <a:pt x="4124546" y="0"/>
                </a:moveTo>
                <a:lnTo>
                  <a:pt x="523367" y="0"/>
                </a:lnTo>
                <a:lnTo>
                  <a:pt x="0" y="767742"/>
                </a:lnTo>
                <a:lnTo>
                  <a:pt x="523367" y="1535485"/>
                </a:lnTo>
                <a:lnTo>
                  <a:pt x="4124546" y="1535485"/>
                </a:lnTo>
                <a:lnTo>
                  <a:pt x="4124546" y="0"/>
                </a:lnTo>
                <a:close/>
              </a:path>
            </a:pathLst>
          </a:custGeom>
          <a:ln w="25400">
            <a:solidFill>
              <a:srgbClr val="76B900"/>
            </a:solidFill>
          </a:ln>
        </p:spPr>
        <p:txBody>
          <a:bodyPr wrap="square" lIns="0" tIns="0" rIns="0" bIns="0" rtlCol="0"/>
          <a:lstStyle/>
          <a:p>
            <a:endParaRPr>
              <a:latin typeface="Comic Sans MS" panose="030F0702030302020204" pitchFamily="66" charset="0"/>
            </a:endParaRPr>
          </a:p>
        </p:txBody>
      </p:sp>
      <p:sp>
        <p:nvSpPr>
          <p:cNvPr id="9" name="object 9"/>
          <p:cNvSpPr txBox="1"/>
          <p:nvPr/>
        </p:nvSpPr>
        <p:spPr>
          <a:xfrm>
            <a:off x="6876415" y="4127286"/>
            <a:ext cx="3273425" cy="1283428"/>
          </a:xfrm>
          <a:prstGeom prst="rect">
            <a:avLst/>
          </a:prstGeom>
        </p:spPr>
        <p:txBody>
          <a:bodyPr vert="horz" wrap="square" lIns="0" tIns="0" rIns="0" bIns="0" rtlCol="0">
            <a:spAutoFit/>
          </a:bodyPr>
          <a:lstStyle/>
          <a:p>
            <a:pPr marL="12700" marR="5080">
              <a:lnSpc>
                <a:spcPct val="130000"/>
              </a:lnSpc>
            </a:pPr>
            <a:r>
              <a:rPr sz="1600" dirty="0">
                <a:latin typeface="Comic Sans MS" panose="030F0702030302020204" pitchFamily="66" charset="0"/>
                <a:cs typeface="Calibri" panose="020F0502020204030204" pitchFamily="34" charset="0"/>
              </a:rPr>
              <a:t>M</a:t>
            </a:r>
            <a:r>
              <a:rPr sz="1600" spc="5" dirty="0">
                <a:latin typeface="Comic Sans MS" panose="030F0702030302020204" pitchFamily="66" charset="0"/>
                <a:cs typeface="Calibri" panose="020F0502020204030204" pitchFamily="34" charset="0"/>
              </a:rPr>
              <a:t>i</a:t>
            </a:r>
            <a:r>
              <a:rPr sz="1600" spc="-15" dirty="0">
                <a:latin typeface="Comic Sans MS" panose="030F0702030302020204" pitchFamily="66" charset="0"/>
                <a:cs typeface="Calibri" panose="020F0502020204030204" pitchFamily="34" charset="0"/>
              </a:rPr>
              <a:t>g</a:t>
            </a:r>
            <a:r>
              <a:rPr sz="1600" dirty="0">
                <a:latin typeface="Comic Sans MS" panose="030F0702030302020204" pitchFamily="66" charset="0"/>
                <a:cs typeface="Calibri" panose="020F0502020204030204" pitchFamily="34" charset="0"/>
              </a:rPr>
              <a:t>r</a:t>
            </a:r>
            <a:r>
              <a:rPr sz="1600" spc="-5" dirty="0">
                <a:latin typeface="Comic Sans MS" panose="030F0702030302020204" pitchFamily="66" charset="0"/>
                <a:cs typeface="Calibri" panose="020F0502020204030204" pitchFamily="34" charset="0"/>
              </a:rPr>
              <a:t>a</a:t>
            </a:r>
            <a:r>
              <a:rPr sz="1600" dirty="0">
                <a:latin typeface="Comic Sans MS" panose="030F0702030302020204" pitchFamily="66" charset="0"/>
                <a:cs typeface="Calibri" panose="020F0502020204030204" pitchFamily="34" charset="0"/>
              </a:rPr>
              <a:t>te</a:t>
            </a:r>
            <a:r>
              <a:rPr sz="1600" spc="5"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da</a:t>
            </a:r>
            <a:r>
              <a:rPr sz="1600" dirty="0">
                <a:latin typeface="Comic Sans MS" panose="030F0702030302020204" pitchFamily="66" charset="0"/>
                <a:cs typeface="Calibri" panose="020F0502020204030204" pitchFamily="34" charset="0"/>
              </a:rPr>
              <a:t>ta t</a:t>
            </a:r>
            <a:r>
              <a:rPr sz="1600" spc="-10" dirty="0">
                <a:latin typeface="Comic Sans MS" panose="030F0702030302020204" pitchFamily="66" charset="0"/>
                <a:cs typeface="Calibri" panose="020F0502020204030204" pitchFamily="34" charset="0"/>
              </a:rPr>
              <a:t>o</a:t>
            </a:r>
            <a:r>
              <a:rPr sz="1600" spc="5"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a</a:t>
            </a:r>
            <a:r>
              <a:rPr sz="1600" spc="-10" dirty="0">
                <a:latin typeface="Comic Sans MS" panose="030F0702030302020204" pitchFamily="66" charset="0"/>
                <a:cs typeface="Calibri" panose="020F0502020204030204" pitchFamily="34" charset="0"/>
              </a:rPr>
              <a:t>cc</a:t>
            </a:r>
            <a:r>
              <a:rPr sz="1600" dirty="0">
                <a:latin typeface="Comic Sans MS" panose="030F0702030302020204" pitchFamily="66" charset="0"/>
                <a:cs typeface="Calibri" panose="020F0502020204030204" pitchFamily="34" charset="0"/>
              </a:rPr>
              <a:t>es</a:t>
            </a:r>
            <a:r>
              <a:rPr sz="1600" spc="-10" dirty="0">
                <a:latin typeface="Comic Sans MS" panose="030F0702030302020204" pitchFamily="66" charset="0"/>
                <a:cs typeface="Calibri" panose="020F0502020204030204" pitchFamily="34" charset="0"/>
              </a:rPr>
              <a:t>s</a:t>
            </a:r>
            <a:r>
              <a:rPr sz="1600" spc="5" dirty="0">
                <a:latin typeface="Comic Sans MS" panose="030F0702030302020204" pitchFamily="66" charset="0"/>
                <a:cs typeface="Calibri" panose="020F0502020204030204" pitchFamily="34" charset="0"/>
              </a:rPr>
              <a:t>i</a:t>
            </a:r>
            <a:r>
              <a:rPr sz="1600" dirty="0">
                <a:latin typeface="Comic Sans MS" panose="030F0702030302020204" pitchFamily="66" charset="0"/>
                <a:cs typeface="Calibri" panose="020F0502020204030204" pitchFamily="34" charset="0"/>
              </a:rPr>
              <a:t>n</a:t>
            </a:r>
            <a:r>
              <a:rPr sz="1600" spc="-10" dirty="0">
                <a:latin typeface="Comic Sans MS" panose="030F0702030302020204" pitchFamily="66" charset="0"/>
                <a:cs typeface="Calibri" panose="020F0502020204030204" pitchFamily="34" charset="0"/>
              </a:rPr>
              <a:t>g</a:t>
            </a:r>
            <a:r>
              <a:rPr sz="1600"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p</a:t>
            </a:r>
            <a:r>
              <a:rPr sz="1600" spc="-10" dirty="0">
                <a:latin typeface="Comic Sans MS" panose="030F0702030302020204" pitchFamily="66" charset="0"/>
                <a:cs typeface="Calibri" panose="020F0502020204030204" pitchFamily="34" charset="0"/>
              </a:rPr>
              <a:t>ro</a:t>
            </a:r>
            <a:r>
              <a:rPr sz="1600" spc="-15" dirty="0">
                <a:latin typeface="Comic Sans MS" panose="030F0702030302020204" pitchFamily="66" charset="0"/>
                <a:cs typeface="Calibri" panose="020F0502020204030204" pitchFamily="34" charset="0"/>
              </a:rPr>
              <a:t>c</a:t>
            </a:r>
            <a:r>
              <a:rPr sz="1600" dirty="0">
                <a:latin typeface="Comic Sans MS" panose="030F0702030302020204" pitchFamily="66" charset="0"/>
                <a:cs typeface="Calibri" panose="020F0502020204030204" pitchFamily="34" charset="0"/>
              </a:rPr>
              <a:t>es</a:t>
            </a:r>
            <a:r>
              <a:rPr sz="1600" spc="-10" dirty="0">
                <a:latin typeface="Comic Sans MS" panose="030F0702030302020204" pitchFamily="66" charset="0"/>
                <a:cs typeface="Calibri" panose="020F0502020204030204" pitchFamily="34" charset="0"/>
              </a:rPr>
              <a:t>sor</a:t>
            </a:r>
            <a:r>
              <a:rPr sz="1600" spc="-5"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G</a:t>
            </a:r>
            <a:r>
              <a:rPr sz="1600" dirty="0">
                <a:latin typeface="Comic Sans MS" panose="030F0702030302020204" pitchFamily="66" charset="0"/>
                <a:cs typeface="Calibri" panose="020F0502020204030204" pitchFamily="34" charset="0"/>
              </a:rPr>
              <a:t>u</a:t>
            </a:r>
            <a:r>
              <a:rPr sz="1600" spc="-5" dirty="0">
                <a:latin typeface="Comic Sans MS" panose="030F0702030302020204" pitchFamily="66" charset="0"/>
                <a:cs typeface="Calibri" panose="020F0502020204030204" pitchFamily="34" charset="0"/>
              </a:rPr>
              <a:t>a</a:t>
            </a:r>
            <a:r>
              <a:rPr sz="1600" spc="-10" dirty="0">
                <a:latin typeface="Comic Sans MS" panose="030F0702030302020204" pitchFamily="66" charset="0"/>
                <a:cs typeface="Calibri" panose="020F0502020204030204" pitchFamily="34" charset="0"/>
              </a:rPr>
              <a:t>r</a:t>
            </a:r>
            <a:r>
              <a:rPr sz="1600" spc="-5" dirty="0">
                <a:latin typeface="Comic Sans MS" panose="030F0702030302020204" pitchFamily="66" charset="0"/>
                <a:cs typeface="Calibri" panose="020F0502020204030204" pitchFamily="34" charset="0"/>
              </a:rPr>
              <a:t>a</a:t>
            </a:r>
            <a:r>
              <a:rPr sz="1600" dirty="0">
                <a:latin typeface="Comic Sans MS" panose="030F0702030302020204" pitchFamily="66" charset="0"/>
                <a:cs typeface="Calibri" panose="020F0502020204030204" pitchFamily="34" charset="0"/>
              </a:rPr>
              <a:t>ntee</a:t>
            </a:r>
            <a:r>
              <a:rPr sz="1600" spc="5" dirty="0">
                <a:latin typeface="Comic Sans MS" panose="030F0702030302020204" pitchFamily="66" charset="0"/>
                <a:cs typeface="Calibri" panose="020F0502020204030204" pitchFamily="34" charset="0"/>
              </a:rPr>
              <a:t> </a:t>
            </a:r>
            <a:r>
              <a:rPr sz="1600" spc="-15" dirty="0">
                <a:latin typeface="Comic Sans MS" panose="030F0702030302020204" pitchFamily="66" charset="0"/>
                <a:cs typeface="Calibri" panose="020F0502020204030204" pitchFamily="34" charset="0"/>
              </a:rPr>
              <a:t>g</a:t>
            </a:r>
            <a:r>
              <a:rPr sz="1600" spc="-10" dirty="0">
                <a:latin typeface="Comic Sans MS" panose="030F0702030302020204" pitchFamily="66" charset="0"/>
                <a:cs typeface="Calibri" panose="020F0502020204030204" pitchFamily="34" charset="0"/>
              </a:rPr>
              <a:t>lo</a:t>
            </a:r>
            <a:r>
              <a:rPr sz="1600" spc="-5" dirty="0">
                <a:latin typeface="Comic Sans MS" panose="030F0702030302020204" pitchFamily="66" charset="0"/>
                <a:cs typeface="Calibri" panose="020F0502020204030204" pitchFamily="34" charset="0"/>
              </a:rPr>
              <a:t>bal</a:t>
            </a:r>
            <a:r>
              <a:rPr sz="1600" spc="5" dirty="0">
                <a:latin typeface="Comic Sans MS" panose="030F0702030302020204" pitchFamily="66" charset="0"/>
                <a:cs typeface="Calibri" panose="020F0502020204030204" pitchFamily="34" charset="0"/>
              </a:rPr>
              <a:t> </a:t>
            </a:r>
            <a:r>
              <a:rPr sz="1600" spc="-10" dirty="0">
                <a:latin typeface="Comic Sans MS" panose="030F0702030302020204" pitchFamily="66" charset="0"/>
                <a:cs typeface="Calibri" panose="020F0502020204030204" pitchFamily="34" charset="0"/>
              </a:rPr>
              <a:t>co</a:t>
            </a:r>
            <a:r>
              <a:rPr sz="1600" dirty="0">
                <a:latin typeface="Comic Sans MS" panose="030F0702030302020204" pitchFamily="66" charset="0"/>
                <a:cs typeface="Calibri" panose="020F0502020204030204" pitchFamily="34" charset="0"/>
              </a:rPr>
              <a:t>he</a:t>
            </a:r>
            <a:r>
              <a:rPr sz="1600" spc="-10" dirty="0">
                <a:latin typeface="Comic Sans MS" panose="030F0702030302020204" pitchFamily="66" charset="0"/>
                <a:cs typeface="Calibri" panose="020F0502020204030204" pitchFamily="34" charset="0"/>
              </a:rPr>
              <a:t>r</a:t>
            </a:r>
            <a:r>
              <a:rPr sz="1600" dirty="0">
                <a:latin typeface="Comic Sans MS" panose="030F0702030302020204" pitchFamily="66" charset="0"/>
                <a:cs typeface="Calibri" panose="020F0502020204030204" pitchFamily="34" charset="0"/>
              </a:rPr>
              <a:t>en</a:t>
            </a:r>
            <a:r>
              <a:rPr sz="1600" spc="-10" dirty="0">
                <a:latin typeface="Comic Sans MS" panose="030F0702030302020204" pitchFamily="66" charset="0"/>
                <a:cs typeface="Calibri" panose="020F0502020204030204" pitchFamily="34" charset="0"/>
              </a:rPr>
              <a:t>c</a:t>
            </a:r>
            <a:r>
              <a:rPr sz="1600" dirty="0">
                <a:latin typeface="Comic Sans MS" panose="030F0702030302020204" pitchFamily="66" charset="0"/>
                <a:cs typeface="Calibri" panose="020F0502020204030204" pitchFamily="34" charset="0"/>
              </a:rPr>
              <a:t>e</a:t>
            </a:r>
          </a:p>
          <a:p>
            <a:pPr marL="12700">
              <a:lnSpc>
                <a:spcPct val="100000"/>
              </a:lnSpc>
              <a:spcBef>
                <a:spcPts val="575"/>
              </a:spcBef>
            </a:pPr>
            <a:r>
              <a:rPr sz="1600" spc="5" dirty="0">
                <a:latin typeface="Comic Sans MS" panose="030F0702030302020204" pitchFamily="66" charset="0"/>
                <a:cs typeface="Calibri" panose="020F0502020204030204" pitchFamily="34" charset="0"/>
              </a:rPr>
              <a:t>S</a:t>
            </a:r>
            <a:r>
              <a:rPr sz="1600" dirty="0">
                <a:latin typeface="Comic Sans MS" panose="030F0702030302020204" pitchFamily="66" charset="0"/>
                <a:cs typeface="Calibri" panose="020F0502020204030204" pitchFamily="34" charset="0"/>
              </a:rPr>
              <a:t>t</a:t>
            </a:r>
            <a:r>
              <a:rPr sz="1600" spc="5" dirty="0">
                <a:latin typeface="Comic Sans MS" panose="030F0702030302020204" pitchFamily="66" charset="0"/>
                <a:cs typeface="Calibri" panose="020F0502020204030204" pitchFamily="34" charset="0"/>
              </a:rPr>
              <a:t>i</a:t>
            </a:r>
            <a:r>
              <a:rPr sz="1600" spc="-5" dirty="0">
                <a:latin typeface="Comic Sans MS" panose="030F0702030302020204" pitchFamily="66" charset="0"/>
                <a:cs typeface="Calibri" panose="020F0502020204030204" pitchFamily="34" charset="0"/>
              </a:rPr>
              <a:t>ll</a:t>
            </a:r>
            <a:r>
              <a:rPr sz="1600" spc="5"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a</a:t>
            </a:r>
            <a:r>
              <a:rPr sz="1600" spc="-10" dirty="0">
                <a:latin typeface="Comic Sans MS" panose="030F0702030302020204" pitchFamily="66" charset="0"/>
                <a:cs typeface="Calibri" panose="020F0502020204030204" pitchFamily="34" charset="0"/>
              </a:rPr>
              <a:t>llo</a:t>
            </a:r>
            <a:r>
              <a:rPr sz="1600" spc="-5" dirty="0">
                <a:latin typeface="Comic Sans MS" panose="030F0702030302020204" pitchFamily="66" charset="0"/>
                <a:cs typeface="Calibri" panose="020F0502020204030204" pitchFamily="34" charset="0"/>
              </a:rPr>
              <a:t>w</a:t>
            </a:r>
            <a:r>
              <a:rPr sz="1600" spc="-10" dirty="0">
                <a:latin typeface="Comic Sans MS" panose="030F0702030302020204" pitchFamily="66" charset="0"/>
                <a:cs typeface="Calibri" panose="020F0502020204030204" pitchFamily="34" charset="0"/>
              </a:rPr>
              <a:t>s</a:t>
            </a:r>
            <a:r>
              <a:rPr sz="1600" spc="5" dirty="0">
                <a:latin typeface="Comic Sans MS" panose="030F0702030302020204" pitchFamily="66" charset="0"/>
                <a:cs typeface="Calibri" panose="020F0502020204030204" pitchFamily="34" charset="0"/>
              </a:rPr>
              <a:t> </a:t>
            </a:r>
            <a:r>
              <a:rPr sz="1600" dirty="0">
                <a:latin typeface="Comic Sans MS" panose="030F0702030302020204" pitchFamily="66" charset="0"/>
                <a:cs typeface="Calibri" panose="020F0502020204030204" pitchFamily="34" charset="0"/>
              </a:rPr>
              <a:t>e</a:t>
            </a:r>
            <a:r>
              <a:rPr sz="1600" spc="-15" dirty="0">
                <a:latin typeface="Comic Sans MS" panose="030F0702030302020204" pitchFamily="66" charset="0"/>
                <a:cs typeface="Calibri" panose="020F0502020204030204" pitchFamily="34" charset="0"/>
              </a:rPr>
              <a:t>x</a:t>
            </a:r>
            <a:r>
              <a:rPr sz="1600" spc="-5" dirty="0">
                <a:latin typeface="Comic Sans MS" panose="030F0702030302020204" pitchFamily="66" charset="0"/>
                <a:cs typeface="Calibri" panose="020F0502020204030204" pitchFamily="34" charset="0"/>
              </a:rPr>
              <a:t>pl</a:t>
            </a:r>
            <a:r>
              <a:rPr sz="1600" spc="5" dirty="0">
                <a:latin typeface="Comic Sans MS" panose="030F0702030302020204" pitchFamily="66" charset="0"/>
                <a:cs typeface="Calibri" panose="020F0502020204030204" pitchFamily="34" charset="0"/>
              </a:rPr>
              <a:t>i</a:t>
            </a:r>
            <a:r>
              <a:rPr sz="1600" spc="-5" dirty="0">
                <a:latin typeface="Comic Sans MS" panose="030F0702030302020204" pitchFamily="66" charset="0"/>
                <a:cs typeface="Calibri" panose="020F0502020204030204" pitchFamily="34" charset="0"/>
              </a:rPr>
              <a:t>c</a:t>
            </a:r>
            <a:r>
              <a:rPr sz="1600" spc="5" dirty="0">
                <a:latin typeface="Comic Sans MS" panose="030F0702030302020204" pitchFamily="66" charset="0"/>
                <a:cs typeface="Calibri" panose="020F0502020204030204" pitchFamily="34" charset="0"/>
              </a:rPr>
              <a:t>i</a:t>
            </a:r>
            <a:r>
              <a:rPr sz="1600" dirty="0">
                <a:latin typeface="Comic Sans MS" panose="030F0702030302020204" pitchFamily="66" charset="0"/>
                <a:cs typeface="Calibri" panose="020F0502020204030204" pitchFamily="34" charset="0"/>
              </a:rPr>
              <a:t>t</a:t>
            </a:r>
            <a:r>
              <a:rPr sz="1600" spc="5" dirty="0">
                <a:latin typeface="Comic Sans MS" panose="030F0702030302020204" pitchFamily="66" charset="0"/>
                <a:cs typeface="Calibri" panose="020F0502020204030204" pitchFamily="34" charset="0"/>
              </a:rPr>
              <a:t> </a:t>
            </a:r>
            <a:r>
              <a:rPr sz="1600" dirty="0">
                <a:latin typeface="Comic Sans MS" panose="030F0702030302020204" pitchFamily="66" charset="0"/>
                <a:cs typeface="Calibri" panose="020F0502020204030204" pitchFamily="34" charset="0"/>
              </a:rPr>
              <a:t>h</a:t>
            </a:r>
            <a:r>
              <a:rPr sz="1600" spc="-5" dirty="0">
                <a:latin typeface="Comic Sans MS" panose="030F0702030302020204" pitchFamily="66" charset="0"/>
                <a:cs typeface="Calibri" panose="020F0502020204030204" pitchFamily="34" charset="0"/>
              </a:rPr>
              <a:t>a</a:t>
            </a:r>
            <a:r>
              <a:rPr sz="1600" dirty="0">
                <a:latin typeface="Comic Sans MS" panose="030F0702030302020204" pitchFamily="66" charset="0"/>
                <a:cs typeface="Calibri" panose="020F0502020204030204" pitchFamily="34" charset="0"/>
              </a:rPr>
              <a:t>nd tun</a:t>
            </a:r>
            <a:r>
              <a:rPr sz="1600" spc="5" dirty="0">
                <a:latin typeface="Comic Sans MS" panose="030F0702030302020204" pitchFamily="66" charset="0"/>
                <a:cs typeface="Calibri" panose="020F0502020204030204" pitchFamily="34" charset="0"/>
              </a:rPr>
              <a:t>i</a:t>
            </a:r>
            <a:r>
              <a:rPr sz="1600" dirty="0">
                <a:latin typeface="Comic Sans MS" panose="030F0702030302020204" pitchFamily="66" charset="0"/>
                <a:cs typeface="Calibri" panose="020F0502020204030204" pitchFamily="34" charset="0"/>
              </a:rPr>
              <a:t>n</a:t>
            </a:r>
            <a:r>
              <a:rPr sz="1600" spc="-10" dirty="0">
                <a:latin typeface="Comic Sans MS" panose="030F0702030302020204" pitchFamily="66" charset="0"/>
                <a:cs typeface="Calibri" panose="020F0502020204030204" pitchFamily="34" charset="0"/>
              </a:rPr>
              <a:t>g</a:t>
            </a:r>
            <a:endParaRPr sz="1600" dirty="0">
              <a:latin typeface="Comic Sans MS" panose="030F0702030302020204" pitchFamily="66" charset="0"/>
              <a:cs typeface="Calibri" panose="020F0502020204030204" pitchFamily="34" charset="0"/>
            </a:endParaRPr>
          </a:p>
        </p:txBody>
      </p:sp>
      <p:sp>
        <p:nvSpPr>
          <p:cNvPr id="10" name="object 10"/>
          <p:cNvSpPr/>
          <p:nvPr/>
        </p:nvSpPr>
        <p:spPr>
          <a:xfrm>
            <a:off x="4325111" y="2167127"/>
            <a:ext cx="6041136" cy="1566672"/>
          </a:xfrm>
          <a:prstGeom prst="rect">
            <a:avLst/>
          </a:prstGeom>
          <a:blipFill>
            <a:blip r:embed="rId5" cstate="print"/>
            <a:stretch>
              <a:fillRect/>
            </a:stretch>
          </a:blipFill>
        </p:spPr>
        <p:txBody>
          <a:bodyPr wrap="square" lIns="0" tIns="0" rIns="0" bIns="0" rtlCol="0"/>
          <a:lstStyle/>
          <a:p>
            <a:endParaRPr>
              <a:latin typeface="Comic Sans MS" panose="030F0702030302020204" pitchFamily="66" charset="0"/>
            </a:endParaRPr>
          </a:p>
        </p:txBody>
      </p:sp>
      <p:sp>
        <p:nvSpPr>
          <p:cNvPr id="11" name="object 11"/>
          <p:cNvSpPr/>
          <p:nvPr/>
        </p:nvSpPr>
        <p:spPr>
          <a:xfrm>
            <a:off x="4276344" y="2429255"/>
            <a:ext cx="1929383" cy="1115568"/>
          </a:xfrm>
          <a:prstGeom prst="rect">
            <a:avLst/>
          </a:prstGeom>
          <a:blipFill>
            <a:blip r:embed="rId6" cstate="print"/>
            <a:stretch>
              <a:fillRect/>
            </a:stretch>
          </a:blipFill>
        </p:spPr>
        <p:txBody>
          <a:bodyPr wrap="square" lIns="0" tIns="0" rIns="0" bIns="0" rtlCol="0"/>
          <a:lstStyle/>
          <a:p>
            <a:endParaRPr>
              <a:latin typeface="Comic Sans MS" panose="030F0702030302020204" pitchFamily="66" charset="0"/>
            </a:endParaRPr>
          </a:p>
        </p:txBody>
      </p:sp>
      <p:sp>
        <p:nvSpPr>
          <p:cNvPr id="12" name="object 12"/>
          <p:cNvSpPr/>
          <p:nvPr/>
        </p:nvSpPr>
        <p:spPr>
          <a:xfrm>
            <a:off x="4325111" y="2203110"/>
            <a:ext cx="5958840" cy="1482725"/>
          </a:xfrm>
          <a:custGeom>
            <a:avLst/>
            <a:gdLst/>
            <a:ahLst/>
            <a:cxnLst/>
            <a:rect l="l" t="t" r="r" b="b"/>
            <a:pathLst>
              <a:path w="5958840" h="1482725">
                <a:moveTo>
                  <a:pt x="0" y="0"/>
                </a:moveTo>
                <a:lnTo>
                  <a:pt x="5958573" y="0"/>
                </a:lnTo>
                <a:lnTo>
                  <a:pt x="5958573" y="1482563"/>
                </a:lnTo>
                <a:lnTo>
                  <a:pt x="0" y="1482563"/>
                </a:lnTo>
                <a:lnTo>
                  <a:pt x="0"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13" name="object 13"/>
          <p:cNvSpPr txBox="1"/>
          <p:nvPr/>
        </p:nvSpPr>
        <p:spPr>
          <a:xfrm>
            <a:off x="4445256" y="2536495"/>
            <a:ext cx="1591945" cy="829971"/>
          </a:xfrm>
          <a:prstGeom prst="rect">
            <a:avLst/>
          </a:prstGeom>
        </p:spPr>
        <p:txBody>
          <a:bodyPr vert="horz" wrap="square" lIns="0" tIns="0" rIns="0" bIns="0" rtlCol="0">
            <a:spAutoFit/>
          </a:bodyPr>
          <a:lstStyle/>
          <a:p>
            <a:pPr marL="12700" marR="5080">
              <a:lnSpc>
                <a:spcPct val="102000"/>
              </a:lnSpc>
            </a:pPr>
            <a:r>
              <a:rPr sz="1800" spc="-5" dirty="0">
                <a:solidFill>
                  <a:srgbClr val="FFFFFF"/>
                </a:solidFill>
                <a:latin typeface="Comic Sans MS" panose="030F0702030302020204" pitchFamily="66" charset="0"/>
                <a:cs typeface="Calibri" panose="020F0502020204030204" pitchFamily="34" charset="0"/>
              </a:rPr>
              <a:t>S</a:t>
            </a:r>
            <a:r>
              <a:rPr sz="1800" dirty="0">
                <a:solidFill>
                  <a:srgbClr val="FFFFFF"/>
                </a:solidFill>
                <a:latin typeface="Comic Sans MS" panose="030F0702030302020204" pitchFamily="66" charset="0"/>
                <a:cs typeface="Calibri" panose="020F0502020204030204" pitchFamily="34" charset="0"/>
              </a:rPr>
              <a:t>i</a:t>
            </a:r>
            <a:r>
              <a:rPr sz="1800" spc="5" dirty="0">
                <a:solidFill>
                  <a:srgbClr val="FFFFFF"/>
                </a:solidFill>
                <a:latin typeface="Comic Sans MS" panose="030F0702030302020204" pitchFamily="66" charset="0"/>
                <a:cs typeface="Calibri" panose="020F0502020204030204" pitchFamily="34" charset="0"/>
              </a:rPr>
              <a:t>m</a:t>
            </a:r>
            <a:r>
              <a:rPr sz="1800" spc="-5" dirty="0">
                <a:solidFill>
                  <a:srgbClr val="FFFFFF"/>
                </a:solidFill>
                <a:latin typeface="Comic Sans MS" panose="030F0702030302020204" pitchFamily="66" charset="0"/>
                <a:cs typeface="Calibri" panose="020F0502020204030204" pitchFamily="34" charset="0"/>
              </a:rPr>
              <a:t>pl</a:t>
            </a:r>
            <a:r>
              <a:rPr sz="1800" spc="5" dirty="0">
                <a:solidFill>
                  <a:srgbClr val="FFFFFF"/>
                </a:solidFill>
                <a:latin typeface="Comic Sans MS" panose="030F0702030302020204" pitchFamily="66" charset="0"/>
                <a:cs typeface="Calibri" panose="020F0502020204030204" pitchFamily="34" charset="0"/>
              </a:rPr>
              <a:t>e</a:t>
            </a:r>
            <a:r>
              <a:rPr sz="1800" spc="-10" dirty="0">
                <a:solidFill>
                  <a:srgbClr val="FFFFFF"/>
                </a:solidFill>
                <a:latin typeface="Comic Sans MS" panose="030F0702030302020204" pitchFamily="66" charset="0"/>
                <a:cs typeface="Calibri" panose="020F0502020204030204" pitchFamily="34" charset="0"/>
              </a:rPr>
              <a:t>r </a:t>
            </a:r>
            <a:r>
              <a:rPr sz="1800" spc="-100" dirty="0">
                <a:solidFill>
                  <a:srgbClr val="FFFFFF"/>
                </a:solidFill>
                <a:latin typeface="Comic Sans MS" panose="030F0702030302020204" pitchFamily="66" charset="0"/>
                <a:cs typeface="Calibri" panose="020F0502020204030204" pitchFamily="34" charset="0"/>
              </a:rPr>
              <a:t>P</a:t>
            </a:r>
            <a:r>
              <a:rPr sz="1800" spc="-15" dirty="0">
                <a:solidFill>
                  <a:srgbClr val="FFFFFF"/>
                </a:solidFill>
                <a:latin typeface="Comic Sans MS" panose="030F0702030302020204" pitchFamily="66" charset="0"/>
                <a:cs typeface="Calibri" panose="020F0502020204030204" pitchFamily="34" charset="0"/>
              </a:rPr>
              <a:t>rogr</a:t>
            </a:r>
            <a:r>
              <a:rPr sz="1800" dirty="0">
                <a:solidFill>
                  <a:srgbClr val="FFFFFF"/>
                </a:solidFill>
                <a:latin typeface="Comic Sans MS" panose="030F0702030302020204" pitchFamily="66" charset="0"/>
                <a:cs typeface="Calibri" panose="020F0502020204030204" pitchFamily="34" charset="0"/>
              </a:rPr>
              <a:t>a</a:t>
            </a:r>
            <a:r>
              <a:rPr sz="1800" spc="5" dirty="0">
                <a:solidFill>
                  <a:srgbClr val="FFFFFF"/>
                </a:solidFill>
                <a:latin typeface="Comic Sans MS" panose="030F0702030302020204" pitchFamily="66" charset="0"/>
                <a:cs typeface="Calibri" panose="020F0502020204030204" pitchFamily="34" charset="0"/>
              </a:rPr>
              <a:t>mm</a:t>
            </a:r>
            <a:r>
              <a:rPr sz="1800" spc="-5" dirty="0">
                <a:solidFill>
                  <a:srgbClr val="FFFFFF"/>
                </a:solidFill>
                <a:latin typeface="Comic Sans MS" panose="030F0702030302020204" pitchFamily="66" charset="0"/>
                <a:cs typeface="Calibri" panose="020F0502020204030204" pitchFamily="34" charset="0"/>
              </a:rPr>
              <a:t>i</a:t>
            </a:r>
            <a:r>
              <a:rPr sz="1800" dirty="0">
                <a:solidFill>
                  <a:srgbClr val="FFFFFF"/>
                </a:solidFill>
                <a:latin typeface="Comic Sans MS" panose="030F0702030302020204" pitchFamily="66" charset="0"/>
                <a:cs typeface="Calibri" panose="020F0502020204030204" pitchFamily="34" charset="0"/>
              </a:rPr>
              <a:t>n</a:t>
            </a:r>
            <a:r>
              <a:rPr sz="1800" spc="-10" dirty="0">
                <a:solidFill>
                  <a:srgbClr val="FFFFFF"/>
                </a:solidFill>
                <a:latin typeface="Comic Sans MS" panose="030F0702030302020204" pitchFamily="66" charset="0"/>
                <a:cs typeface="Calibri" panose="020F0502020204030204" pitchFamily="34" charset="0"/>
              </a:rPr>
              <a:t>g </a:t>
            </a:r>
            <a:r>
              <a:rPr sz="1800" dirty="0">
                <a:solidFill>
                  <a:srgbClr val="FFFFFF"/>
                </a:solidFill>
                <a:latin typeface="Comic Sans MS" panose="030F0702030302020204" pitchFamily="66" charset="0"/>
                <a:cs typeface="Calibri" panose="020F0502020204030204" pitchFamily="34" charset="0"/>
              </a:rPr>
              <a:t>&amp; </a:t>
            </a:r>
            <a:r>
              <a:rPr sz="1800" spc="-5" dirty="0">
                <a:solidFill>
                  <a:srgbClr val="FFFFFF"/>
                </a:solidFill>
                <a:latin typeface="Comic Sans MS" panose="030F0702030302020204" pitchFamily="66" charset="0"/>
                <a:cs typeface="Calibri" panose="020F0502020204030204" pitchFamily="34" charset="0"/>
              </a:rPr>
              <a:t>M</a:t>
            </a:r>
            <a:r>
              <a:rPr sz="1800" spc="5" dirty="0">
                <a:solidFill>
                  <a:srgbClr val="FFFFFF"/>
                </a:solidFill>
                <a:latin typeface="Comic Sans MS" panose="030F0702030302020204" pitchFamily="66" charset="0"/>
                <a:cs typeface="Calibri" panose="020F0502020204030204" pitchFamily="34" charset="0"/>
              </a:rPr>
              <a:t>em</a:t>
            </a:r>
            <a:r>
              <a:rPr sz="1800" spc="-15" dirty="0">
                <a:solidFill>
                  <a:srgbClr val="FFFFFF"/>
                </a:solidFill>
                <a:latin typeface="Comic Sans MS" panose="030F0702030302020204" pitchFamily="66" charset="0"/>
                <a:cs typeface="Calibri" panose="020F0502020204030204" pitchFamily="34" charset="0"/>
              </a:rPr>
              <a:t>o</a:t>
            </a:r>
            <a:r>
              <a:rPr sz="1800" spc="-10" dirty="0">
                <a:solidFill>
                  <a:srgbClr val="FFFFFF"/>
                </a:solidFill>
                <a:latin typeface="Comic Sans MS" panose="030F0702030302020204" pitchFamily="66" charset="0"/>
                <a:cs typeface="Calibri" panose="020F0502020204030204" pitchFamily="34" charset="0"/>
              </a:rPr>
              <a:t>r</a:t>
            </a:r>
            <a:r>
              <a:rPr sz="1800" dirty="0">
                <a:solidFill>
                  <a:srgbClr val="FFFFFF"/>
                </a:solidFill>
                <a:latin typeface="Comic Sans MS" panose="030F0702030302020204" pitchFamily="66" charset="0"/>
                <a:cs typeface="Calibri" panose="020F0502020204030204" pitchFamily="34" charset="0"/>
              </a:rPr>
              <a:t>y</a:t>
            </a:r>
            <a:r>
              <a:rPr sz="1800" spc="-5" dirty="0">
                <a:solidFill>
                  <a:srgbClr val="FFFFFF"/>
                </a:solidFill>
                <a:latin typeface="Comic Sans MS" panose="030F0702030302020204" pitchFamily="66" charset="0"/>
                <a:cs typeface="Calibri" panose="020F0502020204030204" pitchFamily="34" charset="0"/>
              </a:rPr>
              <a:t> Mod</a:t>
            </a:r>
            <a:r>
              <a:rPr sz="1800" spc="5" dirty="0">
                <a:solidFill>
                  <a:srgbClr val="FFFFFF"/>
                </a:solidFill>
                <a:latin typeface="Comic Sans MS" panose="030F0702030302020204" pitchFamily="66" charset="0"/>
                <a:cs typeface="Calibri" panose="020F0502020204030204" pitchFamily="34" charset="0"/>
              </a:rPr>
              <a:t>e</a:t>
            </a:r>
            <a:r>
              <a:rPr sz="1800" spc="-10" dirty="0">
                <a:solidFill>
                  <a:srgbClr val="FFFFFF"/>
                </a:solidFill>
                <a:latin typeface="Comic Sans MS" panose="030F0702030302020204" pitchFamily="66" charset="0"/>
                <a:cs typeface="Calibri" panose="020F0502020204030204" pitchFamily="34" charset="0"/>
              </a:rPr>
              <a:t>l</a:t>
            </a:r>
            <a:endParaRPr sz="1800" dirty="0">
              <a:latin typeface="Comic Sans MS" panose="030F0702030302020204" pitchFamily="66" charset="0"/>
              <a:cs typeface="Calibri" panose="020F0502020204030204" pitchFamily="34" charset="0"/>
            </a:endParaRPr>
          </a:p>
        </p:txBody>
      </p:sp>
      <p:sp>
        <p:nvSpPr>
          <p:cNvPr id="14" name="object 14"/>
          <p:cNvSpPr/>
          <p:nvPr/>
        </p:nvSpPr>
        <p:spPr>
          <a:xfrm>
            <a:off x="6179996" y="2213325"/>
            <a:ext cx="4124960" cy="1431290"/>
          </a:xfrm>
          <a:custGeom>
            <a:avLst/>
            <a:gdLst/>
            <a:ahLst/>
            <a:cxnLst/>
            <a:rect l="l" t="t" r="r" b="b"/>
            <a:pathLst>
              <a:path w="4124959" h="1431289">
                <a:moveTo>
                  <a:pt x="4124545" y="0"/>
                </a:moveTo>
                <a:lnTo>
                  <a:pt x="487701" y="0"/>
                </a:lnTo>
                <a:lnTo>
                  <a:pt x="0" y="715417"/>
                </a:lnTo>
                <a:lnTo>
                  <a:pt x="487701" y="1430835"/>
                </a:lnTo>
                <a:lnTo>
                  <a:pt x="4124545" y="1430835"/>
                </a:lnTo>
                <a:lnTo>
                  <a:pt x="4124545" y="0"/>
                </a:lnTo>
                <a:close/>
              </a:path>
            </a:pathLst>
          </a:custGeom>
          <a:solidFill>
            <a:srgbClr val="FFFFFF"/>
          </a:solidFill>
        </p:spPr>
        <p:txBody>
          <a:bodyPr wrap="square" lIns="0" tIns="0" rIns="0" bIns="0" rtlCol="0"/>
          <a:lstStyle/>
          <a:p>
            <a:endParaRPr>
              <a:latin typeface="Comic Sans MS" panose="030F0702030302020204" pitchFamily="66" charset="0"/>
            </a:endParaRPr>
          </a:p>
        </p:txBody>
      </p:sp>
      <p:sp>
        <p:nvSpPr>
          <p:cNvPr id="15" name="object 15"/>
          <p:cNvSpPr/>
          <p:nvPr/>
        </p:nvSpPr>
        <p:spPr>
          <a:xfrm>
            <a:off x="6179996" y="2213325"/>
            <a:ext cx="4124960" cy="1431290"/>
          </a:xfrm>
          <a:custGeom>
            <a:avLst/>
            <a:gdLst/>
            <a:ahLst/>
            <a:cxnLst/>
            <a:rect l="l" t="t" r="r" b="b"/>
            <a:pathLst>
              <a:path w="4124959" h="1431289">
                <a:moveTo>
                  <a:pt x="4124546" y="0"/>
                </a:moveTo>
                <a:lnTo>
                  <a:pt x="487701" y="0"/>
                </a:lnTo>
                <a:lnTo>
                  <a:pt x="0" y="715418"/>
                </a:lnTo>
                <a:lnTo>
                  <a:pt x="487701" y="1430836"/>
                </a:lnTo>
                <a:lnTo>
                  <a:pt x="4124546" y="1430836"/>
                </a:lnTo>
                <a:lnTo>
                  <a:pt x="4124546" y="0"/>
                </a:lnTo>
                <a:close/>
              </a:path>
            </a:pathLst>
          </a:custGeom>
          <a:ln w="25400">
            <a:solidFill>
              <a:srgbClr val="76B900"/>
            </a:solidFill>
          </a:ln>
        </p:spPr>
        <p:txBody>
          <a:bodyPr wrap="square" lIns="0" tIns="0" rIns="0" bIns="0" rtlCol="0"/>
          <a:lstStyle/>
          <a:p>
            <a:endParaRPr>
              <a:latin typeface="Comic Sans MS" panose="030F0702030302020204" pitchFamily="66" charset="0"/>
            </a:endParaRPr>
          </a:p>
        </p:txBody>
      </p:sp>
      <p:sp>
        <p:nvSpPr>
          <p:cNvPr id="16" name="object 16"/>
          <p:cNvSpPr txBox="1"/>
          <p:nvPr/>
        </p:nvSpPr>
        <p:spPr>
          <a:xfrm>
            <a:off x="6760068" y="2298497"/>
            <a:ext cx="2964815" cy="1356333"/>
          </a:xfrm>
          <a:prstGeom prst="rect">
            <a:avLst/>
          </a:prstGeom>
        </p:spPr>
        <p:txBody>
          <a:bodyPr vert="horz" wrap="square" lIns="0" tIns="0" rIns="0" bIns="0" rtlCol="0">
            <a:spAutoFit/>
          </a:bodyPr>
          <a:lstStyle/>
          <a:p>
            <a:pPr marL="374650" marR="5080" indent="-361950">
              <a:lnSpc>
                <a:spcPts val="1900"/>
              </a:lnSpc>
            </a:pPr>
            <a:r>
              <a:rPr sz="1600" spc="5" dirty="0">
                <a:latin typeface="Comic Sans MS" panose="030F0702030302020204" pitchFamily="66" charset="0"/>
                <a:cs typeface="Calibri" panose="020F0502020204030204" pitchFamily="34" charset="0"/>
              </a:rPr>
              <a:t>Si</a:t>
            </a:r>
            <a:r>
              <a:rPr sz="1600" dirty="0">
                <a:latin typeface="Comic Sans MS" panose="030F0702030302020204" pitchFamily="66" charset="0"/>
                <a:cs typeface="Calibri" panose="020F0502020204030204" pitchFamily="34" charset="0"/>
              </a:rPr>
              <a:t>n</a:t>
            </a:r>
            <a:r>
              <a:rPr sz="1600" spc="-15" dirty="0">
                <a:latin typeface="Comic Sans MS" panose="030F0702030302020204" pitchFamily="66" charset="0"/>
                <a:cs typeface="Calibri" panose="020F0502020204030204" pitchFamily="34" charset="0"/>
              </a:rPr>
              <a:t>g</a:t>
            </a:r>
            <a:r>
              <a:rPr sz="1600" spc="-5" dirty="0">
                <a:latin typeface="Comic Sans MS" panose="030F0702030302020204" pitchFamily="66" charset="0"/>
                <a:cs typeface="Calibri" panose="020F0502020204030204" pitchFamily="34" charset="0"/>
              </a:rPr>
              <a:t>l</a:t>
            </a:r>
            <a:r>
              <a:rPr sz="1600" dirty="0">
                <a:latin typeface="Comic Sans MS" panose="030F0702030302020204" pitchFamily="66" charset="0"/>
                <a:cs typeface="Calibri" panose="020F0502020204030204" pitchFamily="34" charset="0"/>
              </a:rPr>
              <a:t>e</a:t>
            </a:r>
            <a:r>
              <a:rPr sz="1600" spc="5"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a</a:t>
            </a:r>
            <a:r>
              <a:rPr sz="1600" spc="-10" dirty="0">
                <a:latin typeface="Comic Sans MS" panose="030F0702030302020204" pitchFamily="66" charset="0"/>
                <a:cs typeface="Calibri" panose="020F0502020204030204" pitchFamily="34" charset="0"/>
              </a:rPr>
              <a:t>llo</a:t>
            </a:r>
            <a:r>
              <a:rPr sz="1600" spc="-5" dirty="0">
                <a:latin typeface="Comic Sans MS" panose="030F0702030302020204" pitchFamily="66" charset="0"/>
                <a:cs typeface="Calibri" panose="020F0502020204030204" pitchFamily="34" charset="0"/>
              </a:rPr>
              <a:t>ca</a:t>
            </a:r>
            <a:r>
              <a:rPr sz="1600" dirty="0">
                <a:latin typeface="Comic Sans MS" panose="030F0702030302020204" pitchFamily="66" charset="0"/>
                <a:cs typeface="Calibri" panose="020F0502020204030204" pitchFamily="34" charset="0"/>
              </a:rPr>
              <a:t>t</a:t>
            </a:r>
            <a:r>
              <a:rPr sz="1600" spc="5" dirty="0">
                <a:latin typeface="Comic Sans MS" panose="030F0702030302020204" pitchFamily="66" charset="0"/>
                <a:cs typeface="Calibri" panose="020F0502020204030204" pitchFamily="34" charset="0"/>
              </a:rPr>
              <a:t>i</a:t>
            </a:r>
            <a:r>
              <a:rPr sz="1600" spc="-10" dirty="0">
                <a:latin typeface="Comic Sans MS" panose="030F0702030302020204" pitchFamily="66" charset="0"/>
                <a:cs typeface="Calibri" panose="020F0502020204030204" pitchFamily="34" charset="0"/>
              </a:rPr>
              <a:t>o</a:t>
            </a:r>
            <a:r>
              <a:rPr sz="1600" dirty="0">
                <a:latin typeface="Comic Sans MS" panose="030F0702030302020204" pitchFamily="66" charset="0"/>
                <a:cs typeface="Calibri" panose="020F0502020204030204" pitchFamily="34" charset="0"/>
              </a:rPr>
              <a:t>n,</a:t>
            </a:r>
            <a:r>
              <a:rPr sz="1600" spc="5" dirty="0">
                <a:latin typeface="Comic Sans MS" panose="030F0702030302020204" pitchFamily="66" charset="0"/>
                <a:cs typeface="Calibri" panose="020F0502020204030204" pitchFamily="34" charset="0"/>
              </a:rPr>
              <a:t> </a:t>
            </a:r>
            <a:r>
              <a:rPr sz="1600" spc="-10" dirty="0">
                <a:latin typeface="Comic Sans MS" panose="030F0702030302020204" pitchFamily="66" charset="0"/>
                <a:cs typeface="Calibri" panose="020F0502020204030204" pitchFamily="34" charset="0"/>
              </a:rPr>
              <a:t>s</a:t>
            </a:r>
            <a:r>
              <a:rPr sz="1600" spc="5" dirty="0">
                <a:latin typeface="Comic Sans MS" panose="030F0702030302020204" pitchFamily="66" charset="0"/>
                <a:cs typeface="Calibri" panose="020F0502020204030204" pitchFamily="34" charset="0"/>
              </a:rPr>
              <a:t>i</a:t>
            </a:r>
            <a:r>
              <a:rPr sz="1600" dirty="0">
                <a:latin typeface="Comic Sans MS" panose="030F0702030302020204" pitchFamily="66" charset="0"/>
                <a:cs typeface="Calibri" panose="020F0502020204030204" pitchFamily="34" charset="0"/>
              </a:rPr>
              <a:t>n</a:t>
            </a:r>
            <a:r>
              <a:rPr sz="1600" spc="-15" dirty="0">
                <a:latin typeface="Comic Sans MS" panose="030F0702030302020204" pitchFamily="66" charset="0"/>
                <a:cs typeface="Calibri" panose="020F0502020204030204" pitchFamily="34" charset="0"/>
              </a:rPr>
              <a:t>g</a:t>
            </a:r>
            <a:r>
              <a:rPr sz="1600" spc="-5" dirty="0">
                <a:latin typeface="Comic Sans MS" panose="030F0702030302020204" pitchFamily="66" charset="0"/>
                <a:cs typeface="Calibri" panose="020F0502020204030204" pitchFamily="34" charset="0"/>
              </a:rPr>
              <a:t>l</a:t>
            </a:r>
            <a:r>
              <a:rPr sz="1600" dirty="0">
                <a:latin typeface="Comic Sans MS" panose="030F0702030302020204" pitchFamily="66" charset="0"/>
                <a:cs typeface="Calibri" panose="020F0502020204030204" pitchFamily="34" charset="0"/>
              </a:rPr>
              <a:t>e</a:t>
            </a:r>
            <a:r>
              <a:rPr sz="1600" spc="5"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p</a:t>
            </a:r>
            <a:r>
              <a:rPr sz="1600" spc="-10" dirty="0">
                <a:latin typeface="Comic Sans MS" panose="030F0702030302020204" pitchFamily="66" charset="0"/>
                <a:cs typeface="Calibri" panose="020F0502020204030204" pitchFamily="34" charset="0"/>
              </a:rPr>
              <a:t>o</a:t>
            </a:r>
            <a:r>
              <a:rPr sz="1600" spc="5" dirty="0">
                <a:latin typeface="Comic Sans MS" panose="030F0702030302020204" pitchFamily="66" charset="0"/>
                <a:cs typeface="Calibri" panose="020F0502020204030204" pitchFamily="34" charset="0"/>
              </a:rPr>
              <a:t>i</a:t>
            </a:r>
            <a:r>
              <a:rPr sz="1600" dirty="0">
                <a:latin typeface="Comic Sans MS" panose="030F0702030302020204" pitchFamily="66" charset="0"/>
                <a:cs typeface="Calibri" panose="020F0502020204030204" pitchFamily="34" charset="0"/>
              </a:rPr>
              <a:t>nte</a:t>
            </a:r>
            <a:r>
              <a:rPr sz="1600" spc="-235" dirty="0">
                <a:latin typeface="Comic Sans MS" panose="030F0702030302020204" pitchFamily="66" charset="0"/>
                <a:cs typeface="Calibri" panose="020F0502020204030204" pitchFamily="34" charset="0"/>
              </a:rPr>
              <a:t>r</a:t>
            </a:r>
            <a:r>
              <a:rPr sz="1600"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acc</a:t>
            </a:r>
            <a:r>
              <a:rPr sz="1600" dirty="0">
                <a:latin typeface="Comic Sans MS" panose="030F0702030302020204" pitchFamily="66" charset="0"/>
                <a:cs typeface="Calibri" panose="020F0502020204030204" pitchFamily="34" charset="0"/>
              </a:rPr>
              <a:t>e</a:t>
            </a:r>
            <a:r>
              <a:rPr sz="1600" spc="-10" dirty="0">
                <a:latin typeface="Comic Sans MS" panose="030F0702030302020204" pitchFamily="66" charset="0"/>
                <a:cs typeface="Calibri" panose="020F0502020204030204" pitchFamily="34" charset="0"/>
              </a:rPr>
              <a:t>ss</a:t>
            </a:r>
            <a:r>
              <a:rPr sz="1600" spc="5" dirty="0">
                <a:latin typeface="Comic Sans MS" panose="030F0702030302020204" pitchFamily="66" charset="0"/>
                <a:cs typeface="Calibri" panose="020F0502020204030204" pitchFamily="34" charset="0"/>
              </a:rPr>
              <a:t>i</a:t>
            </a:r>
            <a:r>
              <a:rPr sz="1600" spc="-5" dirty="0">
                <a:latin typeface="Comic Sans MS" panose="030F0702030302020204" pitchFamily="66" charset="0"/>
                <a:cs typeface="Calibri" panose="020F0502020204030204" pitchFamily="34" charset="0"/>
              </a:rPr>
              <a:t>bl</a:t>
            </a:r>
            <a:r>
              <a:rPr sz="1600" dirty="0">
                <a:latin typeface="Comic Sans MS" panose="030F0702030302020204" pitchFamily="66" charset="0"/>
                <a:cs typeface="Calibri" panose="020F0502020204030204" pitchFamily="34" charset="0"/>
              </a:rPr>
              <a:t>e</a:t>
            </a:r>
            <a:r>
              <a:rPr sz="1600" spc="5"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a</a:t>
            </a:r>
            <a:r>
              <a:rPr sz="1600" dirty="0">
                <a:latin typeface="Comic Sans MS" panose="030F0702030302020204" pitchFamily="66" charset="0"/>
                <a:cs typeface="Calibri" panose="020F0502020204030204" pitchFamily="34" charset="0"/>
              </a:rPr>
              <a:t>n</a:t>
            </a:r>
            <a:r>
              <a:rPr sz="1600" spc="-5" dirty="0">
                <a:latin typeface="Comic Sans MS" panose="030F0702030302020204" pitchFamily="66" charset="0"/>
                <a:cs typeface="Calibri" panose="020F0502020204030204" pitchFamily="34" charset="0"/>
              </a:rPr>
              <a:t>yw</a:t>
            </a:r>
            <a:r>
              <a:rPr sz="1600" dirty="0">
                <a:latin typeface="Comic Sans MS" panose="030F0702030302020204" pitchFamily="66" charset="0"/>
                <a:cs typeface="Calibri" panose="020F0502020204030204" pitchFamily="34" charset="0"/>
              </a:rPr>
              <a:t>he</a:t>
            </a:r>
            <a:r>
              <a:rPr sz="1600" spc="-10" dirty="0">
                <a:latin typeface="Comic Sans MS" panose="030F0702030302020204" pitchFamily="66" charset="0"/>
                <a:cs typeface="Calibri" panose="020F0502020204030204" pitchFamily="34" charset="0"/>
              </a:rPr>
              <a:t>r</a:t>
            </a:r>
            <a:r>
              <a:rPr sz="1600" dirty="0">
                <a:latin typeface="Comic Sans MS" panose="030F0702030302020204" pitchFamily="66" charset="0"/>
                <a:cs typeface="Calibri" panose="020F0502020204030204" pitchFamily="34" charset="0"/>
              </a:rPr>
              <a:t>e</a:t>
            </a:r>
          </a:p>
          <a:p>
            <a:pPr marL="12700" marR="6985">
              <a:lnSpc>
                <a:spcPts val="2500"/>
              </a:lnSpc>
              <a:spcBef>
                <a:spcPts val="115"/>
              </a:spcBef>
            </a:pPr>
            <a:r>
              <a:rPr sz="1600" spc="-5" dirty="0">
                <a:latin typeface="Comic Sans MS" panose="030F0702030302020204" pitchFamily="66" charset="0"/>
                <a:cs typeface="Calibri" panose="020F0502020204030204" pitchFamily="34" charset="0"/>
              </a:rPr>
              <a:t>El</a:t>
            </a:r>
            <a:r>
              <a:rPr sz="1600" spc="5" dirty="0">
                <a:latin typeface="Comic Sans MS" panose="030F0702030302020204" pitchFamily="66" charset="0"/>
                <a:cs typeface="Calibri" panose="020F0502020204030204" pitchFamily="34" charset="0"/>
              </a:rPr>
              <a:t>i</a:t>
            </a:r>
            <a:r>
              <a:rPr sz="1600" spc="-5" dirty="0">
                <a:latin typeface="Comic Sans MS" panose="030F0702030302020204" pitchFamily="66" charset="0"/>
                <a:cs typeface="Calibri" panose="020F0502020204030204" pitchFamily="34" charset="0"/>
              </a:rPr>
              <a:t>m</a:t>
            </a:r>
            <a:r>
              <a:rPr sz="1600" spc="5" dirty="0">
                <a:latin typeface="Comic Sans MS" panose="030F0702030302020204" pitchFamily="66" charset="0"/>
                <a:cs typeface="Calibri" panose="020F0502020204030204" pitchFamily="34" charset="0"/>
              </a:rPr>
              <a:t>i</a:t>
            </a:r>
            <a:r>
              <a:rPr sz="1600" dirty="0">
                <a:latin typeface="Comic Sans MS" panose="030F0702030302020204" pitchFamily="66" charset="0"/>
                <a:cs typeface="Calibri" panose="020F0502020204030204" pitchFamily="34" charset="0"/>
              </a:rPr>
              <a:t>n</a:t>
            </a:r>
            <a:r>
              <a:rPr sz="1600" spc="-5" dirty="0">
                <a:latin typeface="Comic Sans MS" panose="030F0702030302020204" pitchFamily="66" charset="0"/>
                <a:cs typeface="Calibri" panose="020F0502020204030204" pitchFamily="34" charset="0"/>
              </a:rPr>
              <a:t>a</a:t>
            </a:r>
            <a:r>
              <a:rPr sz="1600" dirty="0">
                <a:latin typeface="Comic Sans MS" panose="030F0702030302020204" pitchFamily="66" charset="0"/>
                <a:cs typeface="Calibri" panose="020F0502020204030204" pitchFamily="34" charset="0"/>
              </a:rPr>
              <a:t>te</a:t>
            </a:r>
            <a:r>
              <a:rPr sz="1600" spc="5" dirty="0">
                <a:latin typeface="Comic Sans MS" panose="030F0702030302020204" pitchFamily="66" charset="0"/>
                <a:cs typeface="Calibri" panose="020F0502020204030204" pitchFamily="34" charset="0"/>
              </a:rPr>
              <a:t> </a:t>
            </a:r>
            <a:r>
              <a:rPr sz="1600" dirty="0">
                <a:latin typeface="Comic Sans MS" panose="030F0702030302020204" pitchFamily="66" charset="0"/>
                <a:cs typeface="Calibri" panose="020F0502020204030204" pitchFamily="34" charset="0"/>
              </a:rPr>
              <a:t>need </a:t>
            </a:r>
            <a:r>
              <a:rPr sz="1600" spc="-15" dirty="0">
                <a:latin typeface="Comic Sans MS" panose="030F0702030302020204" pitchFamily="66" charset="0"/>
                <a:cs typeface="Calibri" panose="020F0502020204030204" pitchFamily="34" charset="0"/>
              </a:rPr>
              <a:t>f</a:t>
            </a:r>
            <a:r>
              <a:rPr sz="1600" spc="-10" dirty="0">
                <a:latin typeface="Comic Sans MS" panose="030F0702030302020204" pitchFamily="66" charset="0"/>
                <a:cs typeface="Calibri" panose="020F0502020204030204" pitchFamily="34" charset="0"/>
              </a:rPr>
              <a:t>or</a:t>
            </a:r>
            <a:r>
              <a:rPr sz="1600" spc="5" dirty="0">
                <a:latin typeface="Comic Sans MS" panose="030F0702030302020204" pitchFamily="66" charset="0"/>
                <a:cs typeface="Calibri" panose="020F0502020204030204" pitchFamily="34" charset="0"/>
              </a:rPr>
              <a:t> </a:t>
            </a:r>
            <a:r>
              <a:rPr sz="1600" i="1" dirty="0">
                <a:latin typeface="Comic Sans MS" panose="030F0702030302020204" pitchFamily="66" charset="0"/>
                <a:cs typeface="Calibri" panose="020F0502020204030204" pitchFamily="34" charset="0"/>
              </a:rPr>
              <a:t>e</a:t>
            </a:r>
            <a:r>
              <a:rPr sz="1600" i="1" spc="-5" dirty="0">
                <a:latin typeface="Comic Sans MS" panose="030F0702030302020204" pitchFamily="66" charset="0"/>
                <a:cs typeface="Calibri" panose="020F0502020204030204" pitchFamily="34" charset="0"/>
              </a:rPr>
              <a:t>xpl</a:t>
            </a:r>
            <a:r>
              <a:rPr sz="1600" i="1" spc="-10" dirty="0">
                <a:latin typeface="Comic Sans MS" panose="030F0702030302020204" pitchFamily="66" charset="0"/>
                <a:cs typeface="Calibri" panose="020F0502020204030204" pitchFamily="34" charset="0"/>
              </a:rPr>
              <a:t>icit</a:t>
            </a:r>
            <a:r>
              <a:rPr sz="1600" i="1" spc="5" dirty="0">
                <a:latin typeface="Comic Sans MS" panose="030F0702030302020204" pitchFamily="66" charset="0"/>
                <a:cs typeface="Calibri" panose="020F0502020204030204" pitchFamily="34" charset="0"/>
              </a:rPr>
              <a:t> </a:t>
            </a:r>
            <a:r>
              <a:rPr sz="1600" spc="-15" dirty="0">
                <a:latin typeface="Comic Sans MS" panose="030F0702030302020204" pitchFamily="66" charset="0"/>
                <a:cs typeface="Calibri" panose="020F0502020204030204" pitchFamily="34" charset="0"/>
              </a:rPr>
              <a:t>c</a:t>
            </a:r>
            <a:r>
              <a:rPr sz="1600" spc="-10" dirty="0">
                <a:latin typeface="Comic Sans MS" panose="030F0702030302020204" pitchFamily="66" charset="0"/>
                <a:cs typeface="Calibri" panose="020F0502020204030204" pitchFamily="34" charset="0"/>
              </a:rPr>
              <a:t>o</a:t>
            </a:r>
            <a:r>
              <a:rPr sz="1600" spc="-5" dirty="0">
                <a:latin typeface="Comic Sans MS" panose="030F0702030302020204" pitchFamily="66" charset="0"/>
                <a:cs typeface="Calibri" panose="020F0502020204030204" pitchFamily="34" charset="0"/>
              </a:rPr>
              <a:t>p</a:t>
            </a:r>
            <a:r>
              <a:rPr sz="1600" dirty="0">
                <a:latin typeface="Comic Sans MS" panose="030F0702030302020204" pitchFamily="66" charset="0"/>
                <a:cs typeface="Calibri" panose="020F0502020204030204" pitchFamily="34" charset="0"/>
              </a:rPr>
              <a:t>y </a:t>
            </a:r>
            <a:r>
              <a:rPr sz="1600" spc="5" dirty="0">
                <a:latin typeface="Comic Sans MS" panose="030F0702030302020204" pitchFamily="66" charset="0"/>
                <a:cs typeface="Calibri" panose="020F0502020204030204" pitchFamily="34" charset="0"/>
              </a:rPr>
              <a:t>Si</a:t>
            </a:r>
            <a:r>
              <a:rPr sz="1600" spc="-5" dirty="0">
                <a:latin typeface="Comic Sans MS" panose="030F0702030302020204" pitchFamily="66" charset="0"/>
                <a:cs typeface="Calibri" panose="020F0502020204030204" pitchFamily="34" charset="0"/>
              </a:rPr>
              <a:t>mpl</a:t>
            </a:r>
            <a:r>
              <a:rPr sz="1600" spc="5" dirty="0">
                <a:latin typeface="Comic Sans MS" panose="030F0702030302020204" pitchFamily="66" charset="0"/>
                <a:cs typeface="Calibri" panose="020F0502020204030204" pitchFamily="34" charset="0"/>
              </a:rPr>
              <a:t>i</a:t>
            </a:r>
            <a:r>
              <a:rPr sz="1600" spc="-15" dirty="0">
                <a:latin typeface="Comic Sans MS" panose="030F0702030302020204" pitchFamily="66" charset="0"/>
                <a:cs typeface="Calibri" panose="020F0502020204030204" pitchFamily="34" charset="0"/>
              </a:rPr>
              <a:t>f</a:t>
            </a:r>
            <a:r>
              <a:rPr sz="1600" spc="5" dirty="0">
                <a:latin typeface="Comic Sans MS" panose="030F0702030302020204" pitchFamily="66" charset="0"/>
                <a:cs typeface="Calibri" panose="020F0502020204030204" pitchFamily="34" charset="0"/>
              </a:rPr>
              <a:t>i</a:t>
            </a:r>
            <a:r>
              <a:rPr sz="1600" dirty="0">
                <a:latin typeface="Comic Sans MS" panose="030F0702030302020204" pitchFamily="66" charset="0"/>
                <a:cs typeface="Calibri" panose="020F0502020204030204" pitchFamily="34" charset="0"/>
              </a:rPr>
              <a:t>e</a:t>
            </a:r>
            <a:r>
              <a:rPr sz="1600" spc="-10" dirty="0">
                <a:latin typeface="Comic Sans MS" panose="030F0702030302020204" pitchFamily="66" charset="0"/>
                <a:cs typeface="Calibri" panose="020F0502020204030204" pitchFamily="34" charset="0"/>
              </a:rPr>
              <a:t>s</a:t>
            </a:r>
            <a:r>
              <a:rPr sz="1600" spc="5"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c</a:t>
            </a:r>
            <a:r>
              <a:rPr sz="1600" spc="-10" dirty="0">
                <a:latin typeface="Comic Sans MS" panose="030F0702030302020204" pitchFamily="66" charset="0"/>
                <a:cs typeface="Calibri" panose="020F0502020204030204" pitchFamily="34" charset="0"/>
              </a:rPr>
              <a:t>o</a:t>
            </a:r>
            <a:r>
              <a:rPr sz="1600" spc="-5" dirty="0">
                <a:latin typeface="Comic Sans MS" panose="030F0702030302020204" pitchFamily="66" charset="0"/>
                <a:cs typeface="Calibri" panose="020F0502020204030204" pitchFamily="34" charset="0"/>
              </a:rPr>
              <a:t>d</a:t>
            </a:r>
            <a:r>
              <a:rPr sz="1600" dirty="0">
                <a:latin typeface="Comic Sans MS" panose="030F0702030302020204" pitchFamily="66" charset="0"/>
                <a:cs typeface="Calibri" panose="020F0502020204030204" pitchFamily="34" charset="0"/>
              </a:rPr>
              <a:t>e</a:t>
            </a:r>
            <a:r>
              <a:rPr sz="1600" spc="5" dirty="0">
                <a:latin typeface="Comic Sans MS" panose="030F0702030302020204" pitchFamily="66" charset="0"/>
                <a:cs typeface="Calibri" panose="020F0502020204030204" pitchFamily="34" charset="0"/>
              </a:rPr>
              <a:t> </a:t>
            </a:r>
            <a:r>
              <a:rPr sz="1600" spc="-5" dirty="0">
                <a:latin typeface="Comic Sans MS" panose="030F0702030302020204" pitchFamily="66" charset="0"/>
                <a:cs typeface="Calibri" panose="020F0502020204030204" pitchFamily="34" charset="0"/>
              </a:rPr>
              <a:t>p</a:t>
            </a:r>
            <a:r>
              <a:rPr sz="1600" spc="-10" dirty="0">
                <a:latin typeface="Comic Sans MS" panose="030F0702030302020204" pitchFamily="66" charset="0"/>
                <a:cs typeface="Calibri" panose="020F0502020204030204" pitchFamily="34" charset="0"/>
              </a:rPr>
              <a:t>or</a:t>
            </a:r>
            <a:r>
              <a:rPr sz="1600" dirty="0">
                <a:latin typeface="Comic Sans MS" panose="030F0702030302020204" pitchFamily="66" charset="0"/>
                <a:cs typeface="Calibri" panose="020F0502020204030204" pitchFamily="34" charset="0"/>
              </a:rPr>
              <a:t>t</a:t>
            </a:r>
            <a:r>
              <a:rPr sz="1600" spc="5" dirty="0">
                <a:latin typeface="Comic Sans MS" panose="030F0702030302020204" pitchFamily="66" charset="0"/>
                <a:cs typeface="Calibri" panose="020F0502020204030204" pitchFamily="34" charset="0"/>
              </a:rPr>
              <a:t>i</a:t>
            </a:r>
            <a:r>
              <a:rPr sz="1600" dirty="0">
                <a:latin typeface="Comic Sans MS" panose="030F0702030302020204" pitchFamily="66" charset="0"/>
                <a:cs typeface="Calibri" panose="020F0502020204030204" pitchFamily="34" charset="0"/>
              </a:rPr>
              <a:t>n</a:t>
            </a:r>
            <a:r>
              <a:rPr sz="1600" spc="-10" dirty="0">
                <a:latin typeface="Comic Sans MS" panose="030F0702030302020204" pitchFamily="66" charset="0"/>
                <a:cs typeface="Calibri" panose="020F0502020204030204" pitchFamily="34" charset="0"/>
              </a:rPr>
              <a:t>g</a:t>
            </a:r>
            <a:endParaRPr sz="1600" dirty="0">
              <a:latin typeface="Comic Sans MS" panose="030F0702030302020204" pitchFamily="66" charset="0"/>
              <a:cs typeface="Calibri" panose="020F0502020204030204" pitchFamily="34" charset="0"/>
            </a:endParaRPr>
          </a:p>
        </p:txBody>
      </p:sp>
      <p:sp>
        <p:nvSpPr>
          <p:cNvPr id="17" name="object 17"/>
          <p:cNvSpPr txBox="1"/>
          <p:nvPr/>
        </p:nvSpPr>
        <p:spPr>
          <a:xfrm>
            <a:off x="1172804" y="5297983"/>
            <a:ext cx="1853585" cy="307777"/>
          </a:xfrm>
          <a:prstGeom prst="rect">
            <a:avLst/>
          </a:prstGeom>
        </p:spPr>
        <p:txBody>
          <a:bodyPr vert="horz" wrap="square" lIns="0" tIns="0" rIns="0" bIns="0" rtlCol="0">
            <a:spAutoFit/>
          </a:bodyPr>
          <a:lstStyle/>
          <a:p>
            <a:pPr marL="12700">
              <a:lnSpc>
                <a:spcPct val="100000"/>
              </a:lnSpc>
            </a:pPr>
            <a:r>
              <a:rPr sz="2000" spc="-15" dirty="0">
                <a:latin typeface="Comic Sans MS" panose="030F0702030302020204" pitchFamily="66" charset="0"/>
                <a:cs typeface="Arial" panose="020B0604020202020204" pitchFamily="34" charset="0"/>
              </a:rPr>
              <a:t>A</a:t>
            </a:r>
            <a:r>
              <a:rPr sz="2000" spc="-20" dirty="0">
                <a:latin typeface="Comic Sans MS" panose="030F0702030302020204" pitchFamily="66" charset="0"/>
                <a:cs typeface="Arial" panose="020B0604020202020204" pitchFamily="34" charset="0"/>
              </a:rPr>
              <a:t>ll</a:t>
            </a:r>
            <a:r>
              <a:rPr sz="2000" spc="-15" dirty="0">
                <a:latin typeface="Comic Sans MS" panose="030F0702030302020204" pitchFamily="66" charset="0"/>
                <a:cs typeface="Arial" panose="020B0604020202020204" pitchFamily="34" charset="0"/>
              </a:rPr>
              <a:t>o</a:t>
            </a:r>
            <a:r>
              <a:rPr sz="2000" spc="-5" dirty="0">
                <a:latin typeface="Comic Sans MS" panose="030F0702030302020204" pitchFamily="66" charset="0"/>
                <a:cs typeface="Arial" panose="020B0604020202020204" pitchFamily="34" charset="0"/>
              </a:rPr>
              <a:t>c</a:t>
            </a:r>
            <a:r>
              <a:rPr sz="2000" spc="5" dirty="0">
                <a:latin typeface="Comic Sans MS" panose="030F0702030302020204" pitchFamily="66" charset="0"/>
                <a:cs typeface="Arial" panose="020B0604020202020204" pitchFamily="34" charset="0"/>
              </a:rPr>
              <a:t>a</a:t>
            </a:r>
            <a:r>
              <a:rPr sz="2000" spc="-5" dirty="0">
                <a:latin typeface="Comic Sans MS" panose="030F0702030302020204" pitchFamily="66" charset="0"/>
                <a:cs typeface="Arial" panose="020B0604020202020204" pitchFamily="34" charset="0"/>
              </a:rPr>
              <a:t>t</a:t>
            </a:r>
            <a:r>
              <a:rPr sz="2000" dirty="0">
                <a:latin typeface="Comic Sans MS" panose="030F0702030302020204" pitchFamily="66" charset="0"/>
                <a:cs typeface="Arial" panose="020B0604020202020204" pitchFamily="34" charset="0"/>
              </a:rPr>
              <a:t>e </a:t>
            </a:r>
            <a:r>
              <a:rPr sz="2000" spc="-10" dirty="0">
                <a:latin typeface="Comic Sans MS" panose="030F0702030302020204" pitchFamily="66" charset="0"/>
                <a:cs typeface="Arial" panose="020B0604020202020204" pitchFamily="34" charset="0"/>
              </a:rPr>
              <a:t>U</a:t>
            </a:r>
            <a:r>
              <a:rPr sz="2000" dirty="0">
                <a:latin typeface="Comic Sans MS" panose="030F0702030302020204" pitchFamily="66" charset="0"/>
                <a:cs typeface="Arial" panose="020B0604020202020204" pitchFamily="34" charset="0"/>
              </a:rPr>
              <a:t>p</a:t>
            </a:r>
            <a:r>
              <a:rPr sz="2000" spc="-45" dirty="0">
                <a:latin typeface="Comic Sans MS" panose="030F0702030302020204" pitchFamily="66" charset="0"/>
                <a:cs typeface="Arial" panose="020B0604020202020204" pitchFamily="34" charset="0"/>
              </a:rPr>
              <a:t> </a:t>
            </a:r>
            <a:r>
              <a:rPr sz="2000" spc="-235" dirty="0">
                <a:latin typeface="Comic Sans MS" panose="030F0702030302020204" pitchFamily="66" charset="0"/>
                <a:cs typeface="Arial" panose="020B0604020202020204" pitchFamily="34" charset="0"/>
              </a:rPr>
              <a:t>T</a:t>
            </a:r>
            <a:r>
              <a:rPr sz="2000" spc="-10" dirty="0">
                <a:latin typeface="Comic Sans MS" panose="030F0702030302020204" pitchFamily="66" charset="0"/>
                <a:cs typeface="Arial" panose="020B0604020202020204" pitchFamily="34" charset="0"/>
              </a:rPr>
              <a:t>o</a:t>
            </a:r>
            <a:endParaRPr sz="2000" dirty="0">
              <a:latin typeface="Comic Sans MS" panose="030F0702030302020204" pitchFamily="66" charset="0"/>
              <a:cs typeface="Arial" panose="020B0604020202020204" pitchFamily="34" charset="0"/>
            </a:endParaRPr>
          </a:p>
        </p:txBody>
      </p:sp>
      <p:sp>
        <p:nvSpPr>
          <p:cNvPr id="18" name="object 18"/>
          <p:cNvSpPr/>
          <p:nvPr/>
        </p:nvSpPr>
        <p:spPr>
          <a:xfrm>
            <a:off x="951690" y="4481663"/>
            <a:ext cx="2649220" cy="574675"/>
          </a:xfrm>
          <a:custGeom>
            <a:avLst/>
            <a:gdLst/>
            <a:ahLst/>
            <a:cxnLst/>
            <a:rect l="l" t="t" r="r" b="b"/>
            <a:pathLst>
              <a:path w="2649220" h="574675">
                <a:moveTo>
                  <a:pt x="2649020" y="0"/>
                </a:moveTo>
                <a:lnTo>
                  <a:pt x="2648393" y="46558"/>
                </a:lnTo>
                <a:lnTo>
                  <a:pt x="2646581" y="90725"/>
                </a:lnTo>
                <a:lnTo>
                  <a:pt x="2643680" y="131909"/>
                </a:lnTo>
                <a:lnTo>
                  <a:pt x="2637504" y="186800"/>
                </a:lnTo>
                <a:lnTo>
                  <a:pt x="2629434" y="231655"/>
                </a:lnTo>
                <a:lnTo>
                  <a:pt x="2616302" y="272403"/>
                </a:lnTo>
                <a:lnTo>
                  <a:pt x="2601181" y="287036"/>
                </a:lnTo>
                <a:lnTo>
                  <a:pt x="1372348" y="287036"/>
                </a:lnTo>
                <a:lnTo>
                  <a:pt x="1368424" y="287987"/>
                </a:lnTo>
                <a:lnTo>
                  <a:pt x="1347149" y="330041"/>
                </a:lnTo>
                <a:lnTo>
                  <a:pt x="1338521" y="371107"/>
                </a:lnTo>
                <a:lnTo>
                  <a:pt x="1331677" y="422874"/>
                </a:lnTo>
                <a:lnTo>
                  <a:pt x="1328269" y="462345"/>
                </a:lnTo>
                <a:lnTo>
                  <a:pt x="1325900" y="505094"/>
                </a:lnTo>
                <a:lnTo>
                  <a:pt x="1324668" y="550531"/>
                </a:lnTo>
                <a:lnTo>
                  <a:pt x="1324510" y="574072"/>
                </a:lnTo>
                <a:lnTo>
                  <a:pt x="1324351" y="550531"/>
                </a:lnTo>
                <a:lnTo>
                  <a:pt x="1323119" y="505094"/>
                </a:lnTo>
                <a:lnTo>
                  <a:pt x="1320750" y="462345"/>
                </a:lnTo>
                <a:lnTo>
                  <a:pt x="1317342" y="422874"/>
                </a:lnTo>
                <a:lnTo>
                  <a:pt x="1310498" y="371107"/>
                </a:lnTo>
                <a:lnTo>
                  <a:pt x="1301870" y="330041"/>
                </a:lnTo>
                <a:lnTo>
                  <a:pt x="1284431" y="290793"/>
                </a:lnTo>
                <a:lnTo>
                  <a:pt x="1276672" y="287036"/>
                </a:lnTo>
                <a:lnTo>
                  <a:pt x="47838" y="287036"/>
                </a:lnTo>
                <a:lnTo>
                  <a:pt x="43914" y="286084"/>
                </a:lnTo>
                <a:lnTo>
                  <a:pt x="22639" y="244031"/>
                </a:lnTo>
                <a:lnTo>
                  <a:pt x="14011" y="202965"/>
                </a:lnTo>
                <a:lnTo>
                  <a:pt x="7167" y="151198"/>
                </a:lnTo>
                <a:lnTo>
                  <a:pt x="3759" y="111727"/>
                </a:lnTo>
                <a:lnTo>
                  <a:pt x="1390" y="68978"/>
                </a:lnTo>
                <a:lnTo>
                  <a:pt x="158" y="23541"/>
                </a:lnTo>
                <a:lnTo>
                  <a:pt x="0" y="0"/>
                </a:lnTo>
              </a:path>
            </a:pathLst>
          </a:custGeom>
          <a:ln w="9525">
            <a:solidFill>
              <a:srgbClr val="5E5E5E"/>
            </a:solidFill>
          </a:ln>
        </p:spPr>
        <p:txBody>
          <a:bodyPr wrap="square" lIns="0" tIns="0" rIns="0" bIns="0" rtlCol="0"/>
          <a:lstStyle/>
          <a:p>
            <a:endParaRPr>
              <a:latin typeface="Comic Sans MS" panose="030F0702030302020204" pitchFamily="66" charset="0"/>
            </a:endParaRPr>
          </a:p>
        </p:txBody>
      </p:sp>
      <p:sp>
        <p:nvSpPr>
          <p:cNvPr id="19" name="object 19"/>
          <p:cNvSpPr txBox="1"/>
          <p:nvPr/>
        </p:nvSpPr>
        <p:spPr>
          <a:xfrm>
            <a:off x="951691" y="2390795"/>
            <a:ext cx="1007110" cy="553678"/>
          </a:xfrm>
          <a:prstGeom prst="rect">
            <a:avLst/>
          </a:prstGeom>
          <a:solidFill>
            <a:srgbClr val="76B900"/>
          </a:solidFill>
        </p:spPr>
        <p:txBody>
          <a:bodyPr vert="horz" wrap="square" lIns="0" tIns="0" rIns="0" bIns="0" rtlCol="0">
            <a:spAutoFit/>
          </a:bodyPr>
          <a:lstStyle/>
          <a:p>
            <a:pPr marL="288925" marR="106680" indent="-175260">
              <a:lnSpc>
                <a:spcPct val="102000"/>
              </a:lnSpc>
            </a:pPr>
            <a:r>
              <a:rPr sz="1800" spc="-60" dirty="0">
                <a:solidFill>
                  <a:srgbClr val="FFFFFF"/>
                </a:solidFill>
                <a:latin typeface="Comic Sans MS" panose="030F0702030302020204" pitchFamily="66" charset="0"/>
                <a:cs typeface="Calibri" panose="020F0502020204030204" pitchFamily="34" charset="0"/>
              </a:rPr>
              <a:t>K</a:t>
            </a:r>
            <a:r>
              <a:rPr sz="1800" spc="5" dirty="0">
                <a:solidFill>
                  <a:srgbClr val="FFFFFF"/>
                </a:solidFill>
                <a:latin typeface="Comic Sans MS" panose="030F0702030302020204" pitchFamily="66" charset="0"/>
                <a:cs typeface="Calibri" panose="020F0502020204030204" pitchFamily="34" charset="0"/>
              </a:rPr>
              <a:t>e</a:t>
            </a:r>
            <a:r>
              <a:rPr sz="1800" spc="-5" dirty="0">
                <a:solidFill>
                  <a:srgbClr val="FFFFFF"/>
                </a:solidFill>
                <a:latin typeface="Comic Sans MS" panose="030F0702030302020204" pitchFamily="66" charset="0"/>
                <a:cs typeface="Calibri" panose="020F0502020204030204" pitchFamily="34" charset="0"/>
              </a:rPr>
              <a:t>p</a:t>
            </a:r>
            <a:r>
              <a:rPr sz="1800" spc="-20" dirty="0">
                <a:solidFill>
                  <a:srgbClr val="FFFFFF"/>
                </a:solidFill>
                <a:latin typeface="Comic Sans MS" panose="030F0702030302020204" pitchFamily="66" charset="0"/>
                <a:cs typeface="Calibri" panose="020F0502020204030204" pitchFamily="34" charset="0"/>
              </a:rPr>
              <a:t>l</a:t>
            </a:r>
            <a:r>
              <a:rPr sz="1800" spc="5" dirty="0">
                <a:solidFill>
                  <a:srgbClr val="FFFFFF"/>
                </a:solidFill>
                <a:latin typeface="Comic Sans MS" panose="030F0702030302020204" pitchFamily="66" charset="0"/>
                <a:cs typeface="Calibri" panose="020F0502020204030204" pitchFamily="34" charset="0"/>
              </a:rPr>
              <a:t>e</a:t>
            </a:r>
            <a:r>
              <a:rPr sz="1800" spc="-10" dirty="0">
                <a:solidFill>
                  <a:srgbClr val="FFFFFF"/>
                </a:solidFill>
                <a:latin typeface="Comic Sans MS" panose="030F0702030302020204" pitchFamily="66" charset="0"/>
                <a:cs typeface="Calibri" panose="020F0502020204030204" pitchFamily="34" charset="0"/>
              </a:rPr>
              <a:t>r</a:t>
            </a:r>
            <a:r>
              <a:rPr sz="1800" dirty="0">
                <a:solidFill>
                  <a:srgbClr val="FFFFFF"/>
                </a:solidFill>
                <a:latin typeface="Comic Sans MS" panose="030F0702030302020204" pitchFamily="66" charset="0"/>
                <a:cs typeface="Calibri" panose="020F0502020204030204" pitchFamily="34" charset="0"/>
              </a:rPr>
              <a:t>+ </a:t>
            </a:r>
            <a:r>
              <a:rPr sz="1800" spc="-5" dirty="0">
                <a:solidFill>
                  <a:srgbClr val="FFFFFF"/>
                </a:solidFill>
                <a:latin typeface="Comic Sans MS" panose="030F0702030302020204" pitchFamily="66" charset="0"/>
                <a:cs typeface="Calibri" panose="020F0502020204030204" pitchFamily="34" charset="0"/>
              </a:rPr>
              <a:t>GPU</a:t>
            </a:r>
            <a:endParaRPr sz="1800" dirty="0">
              <a:latin typeface="Comic Sans MS" panose="030F0702030302020204" pitchFamily="66" charset="0"/>
              <a:cs typeface="Calibri" panose="020F0502020204030204" pitchFamily="34" charset="0"/>
            </a:endParaRPr>
          </a:p>
        </p:txBody>
      </p:sp>
      <p:sp>
        <p:nvSpPr>
          <p:cNvPr id="20" name="object 20"/>
          <p:cNvSpPr txBox="1"/>
          <p:nvPr/>
        </p:nvSpPr>
        <p:spPr>
          <a:xfrm>
            <a:off x="2593844" y="2390795"/>
            <a:ext cx="1007110" cy="276999"/>
          </a:xfrm>
          <a:prstGeom prst="rect">
            <a:avLst/>
          </a:prstGeom>
          <a:solidFill>
            <a:srgbClr val="008564"/>
          </a:solidFill>
        </p:spPr>
        <p:txBody>
          <a:bodyPr vert="horz" wrap="square" lIns="0" tIns="0" rIns="0" bIns="0" rtlCol="0">
            <a:spAutoFit/>
          </a:bodyPr>
          <a:lstStyle/>
          <a:p>
            <a:pPr marL="297815">
              <a:lnSpc>
                <a:spcPct val="100000"/>
              </a:lnSpc>
            </a:pPr>
            <a:r>
              <a:rPr sz="1800" spc="-20" dirty="0">
                <a:solidFill>
                  <a:srgbClr val="FFFFFF"/>
                </a:solidFill>
                <a:latin typeface="Comic Sans MS" panose="030F0702030302020204" pitchFamily="66" charset="0"/>
                <a:cs typeface="Calibri" panose="020F0502020204030204" pitchFamily="34" charset="0"/>
              </a:rPr>
              <a:t>CP</a:t>
            </a:r>
            <a:r>
              <a:rPr sz="1800" dirty="0">
                <a:solidFill>
                  <a:srgbClr val="FFFFFF"/>
                </a:solidFill>
                <a:latin typeface="Comic Sans MS" panose="030F0702030302020204" pitchFamily="66" charset="0"/>
                <a:cs typeface="Calibri" panose="020F0502020204030204" pitchFamily="34" charset="0"/>
              </a:rPr>
              <a:t>U</a:t>
            </a:r>
            <a:endParaRPr sz="1800" dirty="0">
              <a:latin typeface="Comic Sans MS" panose="030F0702030302020204" pitchFamily="66" charset="0"/>
              <a:cs typeface="Calibri" panose="020F0502020204030204" pitchFamily="34" charset="0"/>
            </a:endParaRPr>
          </a:p>
        </p:txBody>
      </p:sp>
      <p:sp>
        <p:nvSpPr>
          <p:cNvPr id="21" name="object 21"/>
          <p:cNvSpPr txBox="1"/>
          <p:nvPr/>
        </p:nvSpPr>
        <p:spPr>
          <a:xfrm>
            <a:off x="951691" y="3791901"/>
            <a:ext cx="2651125" cy="276999"/>
          </a:xfrm>
          <a:prstGeom prst="rect">
            <a:avLst/>
          </a:prstGeom>
          <a:solidFill>
            <a:srgbClr val="588B00"/>
          </a:solidFill>
        </p:spPr>
        <p:txBody>
          <a:bodyPr vert="horz" wrap="square" lIns="0" tIns="0" rIns="0" bIns="0" rtlCol="0">
            <a:spAutoFit/>
          </a:bodyPr>
          <a:lstStyle/>
          <a:p>
            <a:pPr marL="520065">
              <a:lnSpc>
                <a:spcPct val="100000"/>
              </a:lnSpc>
            </a:pPr>
            <a:r>
              <a:rPr sz="1800" spc="-5" dirty="0">
                <a:solidFill>
                  <a:srgbClr val="FFFFFF"/>
                </a:solidFill>
                <a:latin typeface="Comic Sans MS" panose="030F0702030302020204" pitchFamily="66" charset="0"/>
                <a:cs typeface="Calibri" panose="020F0502020204030204" pitchFamily="34" charset="0"/>
              </a:rPr>
              <a:t>U</a:t>
            </a:r>
            <a:r>
              <a:rPr sz="1800" dirty="0">
                <a:solidFill>
                  <a:srgbClr val="FFFFFF"/>
                </a:solidFill>
                <a:latin typeface="Comic Sans MS" panose="030F0702030302020204" pitchFamily="66" charset="0"/>
                <a:cs typeface="Calibri" panose="020F0502020204030204" pitchFamily="34" charset="0"/>
              </a:rPr>
              <a:t>n</a:t>
            </a:r>
            <a:r>
              <a:rPr sz="1800" spc="-5" dirty="0">
                <a:solidFill>
                  <a:srgbClr val="FFFFFF"/>
                </a:solidFill>
                <a:latin typeface="Comic Sans MS" panose="030F0702030302020204" pitchFamily="66" charset="0"/>
                <a:cs typeface="Calibri" panose="020F0502020204030204" pitchFamily="34" charset="0"/>
              </a:rPr>
              <a:t>i</a:t>
            </a:r>
            <a:r>
              <a:rPr sz="1800" spc="-15" dirty="0">
                <a:solidFill>
                  <a:srgbClr val="FFFFFF"/>
                </a:solidFill>
                <a:latin typeface="Comic Sans MS" panose="030F0702030302020204" pitchFamily="66" charset="0"/>
                <a:cs typeface="Calibri" panose="020F0502020204030204" pitchFamily="34" charset="0"/>
              </a:rPr>
              <a:t>fi</a:t>
            </a:r>
            <a:r>
              <a:rPr sz="1800" spc="5" dirty="0">
                <a:solidFill>
                  <a:srgbClr val="FFFFFF"/>
                </a:solidFill>
                <a:latin typeface="Comic Sans MS" panose="030F0702030302020204" pitchFamily="66" charset="0"/>
                <a:cs typeface="Calibri" panose="020F0502020204030204" pitchFamily="34" charset="0"/>
              </a:rPr>
              <a:t>e</a:t>
            </a:r>
            <a:r>
              <a:rPr sz="1800" dirty="0">
                <a:solidFill>
                  <a:srgbClr val="FFFFFF"/>
                </a:solidFill>
                <a:latin typeface="Comic Sans MS" panose="030F0702030302020204" pitchFamily="66" charset="0"/>
                <a:cs typeface="Calibri" panose="020F0502020204030204" pitchFamily="34" charset="0"/>
              </a:rPr>
              <a:t>d</a:t>
            </a:r>
            <a:r>
              <a:rPr sz="1800" spc="-10" dirty="0">
                <a:solidFill>
                  <a:srgbClr val="FFFFFF"/>
                </a:solidFill>
                <a:latin typeface="Comic Sans MS" panose="030F0702030302020204" pitchFamily="66" charset="0"/>
                <a:cs typeface="Calibri" panose="020F0502020204030204" pitchFamily="34" charset="0"/>
              </a:rPr>
              <a:t> </a:t>
            </a:r>
            <a:r>
              <a:rPr sz="1800" spc="-5" dirty="0">
                <a:solidFill>
                  <a:srgbClr val="FFFFFF"/>
                </a:solidFill>
                <a:latin typeface="Comic Sans MS" panose="030F0702030302020204" pitchFamily="66" charset="0"/>
                <a:cs typeface="Calibri" panose="020F0502020204030204" pitchFamily="34" charset="0"/>
              </a:rPr>
              <a:t>M</a:t>
            </a:r>
            <a:r>
              <a:rPr sz="1800" spc="5" dirty="0">
                <a:solidFill>
                  <a:srgbClr val="FFFFFF"/>
                </a:solidFill>
                <a:latin typeface="Comic Sans MS" panose="030F0702030302020204" pitchFamily="66" charset="0"/>
                <a:cs typeface="Calibri" panose="020F0502020204030204" pitchFamily="34" charset="0"/>
              </a:rPr>
              <a:t>em</a:t>
            </a:r>
            <a:r>
              <a:rPr sz="1800" spc="-15" dirty="0">
                <a:solidFill>
                  <a:srgbClr val="FFFFFF"/>
                </a:solidFill>
                <a:latin typeface="Comic Sans MS" panose="030F0702030302020204" pitchFamily="66" charset="0"/>
                <a:cs typeface="Calibri" panose="020F0502020204030204" pitchFamily="34" charset="0"/>
              </a:rPr>
              <a:t>o</a:t>
            </a:r>
            <a:r>
              <a:rPr sz="1800" spc="-10" dirty="0">
                <a:solidFill>
                  <a:srgbClr val="FFFFFF"/>
                </a:solidFill>
                <a:latin typeface="Comic Sans MS" panose="030F0702030302020204" pitchFamily="66" charset="0"/>
                <a:cs typeface="Calibri" panose="020F0502020204030204" pitchFamily="34" charset="0"/>
              </a:rPr>
              <a:t>r</a:t>
            </a:r>
            <a:r>
              <a:rPr sz="1800" dirty="0">
                <a:solidFill>
                  <a:srgbClr val="FFFFFF"/>
                </a:solidFill>
                <a:latin typeface="Comic Sans MS" panose="030F0702030302020204" pitchFamily="66" charset="0"/>
                <a:cs typeface="Calibri" panose="020F0502020204030204" pitchFamily="34" charset="0"/>
              </a:rPr>
              <a:t>y</a:t>
            </a:r>
            <a:endParaRPr sz="1800" dirty="0">
              <a:latin typeface="Comic Sans MS" panose="030F0702030302020204" pitchFamily="66" charset="0"/>
              <a:cs typeface="Calibri" panose="020F0502020204030204" pitchFamily="34" charset="0"/>
            </a:endParaRPr>
          </a:p>
        </p:txBody>
      </p:sp>
      <p:sp>
        <p:nvSpPr>
          <p:cNvPr id="22" name="object 22"/>
          <p:cNvSpPr/>
          <p:nvPr/>
        </p:nvSpPr>
        <p:spPr>
          <a:xfrm>
            <a:off x="1369399" y="3397661"/>
            <a:ext cx="171450" cy="365760"/>
          </a:xfrm>
          <a:custGeom>
            <a:avLst/>
            <a:gdLst/>
            <a:ahLst/>
            <a:cxnLst/>
            <a:rect l="l" t="t" r="r" b="b"/>
            <a:pathLst>
              <a:path w="171450" h="365760">
                <a:moveTo>
                  <a:pt x="57151" y="251460"/>
                </a:moveTo>
                <a:lnTo>
                  <a:pt x="0" y="251461"/>
                </a:lnTo>
                <a:lnTo>
                  <a:pt x="85726" y="365760"/>
                </a:lnTo>
                <a:lnTo>
                  <a:pt x="150019" y="280035"/>
                </a:lnTo>
                <a:lnTo>
                  <a:pt x="57151" y="280035"/>
                </a:lnTo>
                <a:lnTo>
                  <a:pt x="57151" y="251460"/>
                </a:lnTo>
                <a:close/>
              </a:path>
              <a:path w="171450" h="365760">
                <a:moveTo>
                  <a:pt x="114301" y="251460"/>
                </a:moveTo>
                <a:lnTo>
                  <a:pt x="57151" y="251460"/>
                </a:lnTo>
                <a:lnTo>
                  <a:pt x="57151" y="280035"/>
                </a:lnTo>
                <a:lnTo>
                  <a:pt x="114301" y="280035"/>
                </a:lnTo>
                <a:lnTo>
                  <a:pt x="114301" y="251460"/>
                </a:lnTo>
                <a:close/>
              </a:path>
              <a:path w="171450" h="365760">
                <a:moveTo>
                  <a:pt x="171450" y="251460"/>
                </a:moveTo>
                <a:lnTo>
                  <a:pt x="114301" y="251460"/>
                </a:lnTo>
                <a:lnTo>
                  <a:pt x="114301" y="280035"/>
                </a:lnTo>
                <a:lnTo>
                  <a:pt x="150019" y="280035"/>
                </a:lnTo>
                <a:lnTo>
                  <a:pt x="171450" y="251460"/>
                </a:lnTo>
                <a:close/>
              </a:path>
              <a:path w="171450" h="365760">
                <a:moveTo>
                  <a:pt x="114300" y="114300"/>
                </a:moveTo>
                <a:lnTo>
                  <a:pt x="57150" y="114300"/>
                </a:lnTo>
                <a:lnTo>
                  <a:pt x="57151" y="251460"/>
                </a:lnTo>
                <a:lnTo>
                  <a:pt x="114301" y="251460"/>
                </a:lnTo>
                <a:lnTo>
                  <a:pt x="114300" y="114300"/>
                </a:lnTo>
                <a:close/>
              </a:path>
              <a:path w="171450" h="365760">
                <a:moveTo>
                  <a:pt x="85725" y="0"/>
                </a:moveTo>
                <a:lnTo>
                  <a:pt x="0" y="114301"/>
                </a:lnTo>
                <a:lnTo>
                  <a:pt x="57150" y="114300"/>
                </a:lnTo>
                <a:lnTo>
                  <a:pt x="57150" y="85725"/>
                </a:lnTo>
                <a:lnTo>
                  <a:pt x="150018" y="85725"/>
                </a:lnTo>
                <a:lnTo>
                  <a:pt x="85725" y="0"/>
                </a:lnTo>
                <a:close/>
              </a:path>
              <a:path w="171450" h="365760">
                <a:moveTo>
                  <a:pt x="114300" y="85725"/>
                </a:moveTo>
                <a:lnTo>
                  <a:pt x="57150" y="85725"/>
                </a:lnTo>
                <a:lnTo>
                  <a:pt x="57150" y="114300"/>
                </a:lnTo>
                <a:lnTo>
                  <a:pt x="114300" y="114300"/>
                </a:lnTo>
                <a:lnTo>
                  <a:pt x="114300" y="85725"/>
                </a:lnTo>
                <a:close/>
              </a:path>
              <a:path w="171450" h="365760">
                <a:moveTo>
                  <a:pt x="150018" y="85725"/>
                </a:moveTo>
                <a:lnTo>
                  <a:pt x="114300" y="85725"/>
                </a:lnTo>
                <a:lnTo>
                  <a:pt x="114300" y="114300"/>
                </a:lnTo>
                <a:lnTo>
                  <a:pt x="171450" y="114300"/>
                </a:lnTo>
                <a:lnTo>
                  <a:pt x="150018" y="85725"/>
                </a:lnTo>
                <a:close/>
              </a:path>
            </a:pathLst>
          </a:custGeom>
          <a:solidFill>
            <a:srgbClr val="5E5E5E"/>
          </a:solidFill>
        </p:spPr>
        <p:txBody>
          <a:bodyPr wrap="square" lIns="0" tIns="0" rIns="0" bIns="0" rtlCol="0"/>
          <a:lstStyle/>
          <a:p>
            <a:endParaRPr>
              <a:latin typeface="Comic Sans MS" panose="030F0702030302020204" pitchFamily="66" charset="0"/>
            </a:endParaRPr>
          </a:p>
        </p:txBody>
      </p:sp>
      <p:sp>
        <p:nvSpPr>
          <p:cNvPr id="23" name="object 23"/>
          <p:cNvSpPr/>
          <p:nvPr/>
        </p:nvSpPr>
        <p:spPr>
          <a:xfrm>
            <a:off x="3035364" y="3397661"/>
            <a:ext cx="123825" cy="365760"/>
          </a:xfrm>
          <a:custGeom>
            <a:avLst/>
            <a:gdLst/>
            <a:ahLst/>
            <a:cxnLst/>
            <a:rect l="l" t="t" r="r" b="b"/>
            <a:pathLst>
              <a:path w="123825" h="365760">
                <a:moveTo>
                  <a:pt x="41275" y="241935"/>
                </a:moveTo>
                <a:lnTo>
                  <a:pt x="0" y="241935"/>
                </a:lnTo>
                <a:lnTo>
                  <a:pt x="61913" y="365760"/>
                </a:lnTo>
                <a:lnTo>
                  <a:pt x="113506" y="262572"/>
                </a:lnTo>
                <a:lnTo>
                  <a:pt x="41275" y="262572"/>
                </a:lnTo>
                <a:lnTo>
                  <a:pt x="41275" y="241935"/>
                </a:lnTo>
                <a:close/>
              </a:path>
              <a:path w="123825" h="365760">
                <a:moveTo>
                  <a:pt x="82550" y="103187"/>
                </a:moveTo>
                <a:lnTo>
                  <a:pt x="41275" y="103187"/>
                </a:lnTo>
                <a:lnTo>
                  <a:pt x="41275" y="262572"/>
                </a:lnTo>
                <a:lnTo>
                  <a:pt x="82550" y="262572"/>
                </a:lnTo>
                <a:lnTo>
                  <a:pt x="82550" y="103187"/>
                </a:lnTo>
                <a:close/>
              </a:path>
              <a:path w="123825" h="365760">
                <a:moveTo>
                  <a:pt x="123825" y="241935"/>
                </a:moveTo>
                <a:lnTo>
                  <a:pt x="82550" y="241935"/>
                </a:lnTo>
                <a:lnTo>
                  <a:pt x="82550" y="262572"/>
                </a:lnTo>
                <a:lnTo>
                  <a:pt x="113506" y="262572"/>
                </a:lnTo>
                <a:lnTo>
                  <a:pt x="123825" y="241935"/>
                </a:lnTo>
                <a:close/>
              </a:path>
              <a:path w="123825" h="365760">
                <a:moveTo>
                  <a:pt x="61912" y="0"/>
                </a:moveTo>
                <a:lnTo>
                  <a:pt x="0" y="123825"/>
                </a:lnTo>
                <a:lnTo>
                  <a:pt x="41275" y="123825"/>
                </a:lnTo>
                <a:lnTo>
                  <a:pt x="41275" y="103187"/>
                </a:lnTo>
                <a:lnTo>
                  <a:pt x="113506" y="103187"/>
                </a:lnTo>
                <a:lnTo>
                  <a:pt x="61912" y="0"/>
                </a:lnTo>
                <a:close/>
              </a:path>
              <a:path w="123825" h="365760">
                <a:moveTo>
                  <a:pt x="113506" y="103187"/>
                </a:moveTo>
                <a:lnTo>
                  <a:pt x="82550" y="103187"/>
                </a:lnTo>
                <a:lnTo>
                  <a:pt x="82550" y="123825"/>
                </a:lnTo>
                <a:lnTo>
                  <a:pt x="123825" y="123825"/>
                </a:lnTo>
                <a:lnTo>
                  <a:pt x="113506" y="103187"/>
                </a:lnTo>
                <a:close/>
              </a:path>
            </a:pathLst>
          </a:custGeom>
          <a:solidFill>
            <a:srgbClr val="5E5E5E"/>
          </a:solidFill>
        </p:spPr>
        <p:txBody>
          <a:bodyPr wrap="square" lIns="0" tIns="0" rIns="0" bIns="0" rtlCol="0"/>
          <a:lstStyle/>
          <a:p>
            <a:endParaRPr>
              <a:latin typeface="Comic Sans MS" panose="030F0702030302020204" pitchFamily="66" charset="0"/>
            </a:endParaRPr>
          </a:p>
        </p:txBody>
      </p:sp>
      <p:sp>
        <p:nvSpPr>
          <p:cNvPr id="24" name="object 24"/>
          <p:cNvSpPr txBox="1"/>
          <p:nvPr/>
        </p:nvSpPr>
        <p:spPr>
          <a:xfrm>
            <a:off x="1635732" y="1907414"/>
            <a:ext cx="1281135" cy="276999"/>
          </a:xfrm>
          <a:prstGeom prst="rect">
            <a:avLst/>
          </a:prstGeom>
        </p:spPr>
        <p:txBody>
          <a:bodyPr vert="horz" wrap="square" lIns="0" tIns="0" rIns="0" bIns="0" rtlCol="0">
            <a:spAutoFit/>
          </a:bodyPr>
          <a:lstStyle/>
          <a:p>
            <a:pPr marL="12700">
              <a:lnSpc>
                <a:spcPct val="100000"/>
              </a:lnSpc>
            </a:pPr>
            <a:r>
              <a:rPr sz="1800" b="1" spc="-20" dirty="0">
                <a:latin typeface="Comic Sans MS" panose="030F0702030302020204" pitchFamily="66" charset="0"/>
                <a:cs typeface="Calibri" panose="020F0502020204030204" pitchFamily="34" charset="0"/>
              </a:rPr>
              <a:t>C</a:t>
            </a:r>
            <a:r>
              <a:rPr sz="1800" b="1" spc="-10" dirty="0">
                <a:latin typeface="Comic Sans MS" panose="030F0702030302020204" pitchFamily="66" charset="0"/>
                <a:cs typeface="Calibri" panose="020F0502020204030204" pitchFamily="34" charset="0"/>
              </a:rPr>
              <a:t>UD</a:t>
            </a:r>
            <a:r>
              <a:rPr sz="1800" b="1" dirty="0">
                <a:latin typeface="Comic Sans MS" panose="030F0702030302020204" pitchFamily="66" charset="0"/>
                <a:cs typeface="Calibri" panose="020F0502020204030204" pitchFamily="34" charset="0"/>
              </a:rPr>
              <a:t>A</a:t>
            </a:r>
            <a:r>
              <a:rPr sz="1800" b="1" spc="-110" dirty="0">
                <a:latin typeface="Comic Sans MS" panose="030F0702030302020204" pitchFamily="66" charset="0"/>
                <a:cs typeface="Calibri" panose="020F0502020204030204" pitchFamily="34" charset="0"/>
              </a:rPr>
              <a:t> </a:t>
            </a:r>
            <a:r>
              <a:rPr sz="1800" b="1" spc="-25" dirty="0">
                <a:latin typeface="Comic Sans MS" panose="030F0702030302020204" pitchFamily="66" charset="0"/>
                <a:cs typeface="Calibri" panose="020F0502020204030204" pitchFamily="34" charset="0"/>
              </a:rPr>
              <a:t>6</a:t>
            </a:r>
            <a:r>
              <a:rPr sz="1800" b="1" spc="-15" dirty="0">
                <a:latin typeface="Comic Sans MS" panose="030F0702030302020204" pitchFamily="66" charset="0"/>
                <a:cs typeface="Calibri" panose="020F0502020204030204" pitchFamily="34" charset="0"/>
              </a:rPr>
              <a:t>+</a:t>
            </a:r>
            <a:endParaRPr sz="1800" dirty="0">
              <a:latin typeface="Comic Sans MS" panose="030F0702030302020204" pitchFamily="66" charset="0"/>
              <a:cs typeface="Calibri" panose="020F0502020204030204" pitchFamily="34" charset="0"/>
            </a:endParaRPr>
          </a:p>
        </p:txBody>
      </p:sp>
      <p:sp>
        <p:nvSpPr>
          <p:cNvPr id="25" name="object 25"/>
          <p:cNvSpPr txBox="1"/>
          <p:nvPr/>
        </p:nvSpPr>
        <p:spPr>
          <a:xfrm>
            <a:off x="951690" y="5550967"/>
            <a:ext cx="2223987" cy="307777"/>
          </a:xfrm>
          <a:prstGeom prst="rect">
            <a:avLst/>
          </a:prstGeom>
        </p:spPr>
        <p:txBody>
          <a:bodyPr vert="horz" wrap="square" lIns="0" tIns="0" rIns="0" bIns="0" rtlCol="0">
            <a:spAutoFit/>
          </a:bodyPr>
          <a:lstStyle/>
          <a:p>
            <a:pPr marL="12700">
              <a:lnSpc>
                <a:spcPct val="100000"/>
              </a:lnSpc>
            </a:pPr>
            <a:r>
              <a:rPr sz="2000" spc="-10" dirty="0">
                <a:latin typeface="Comic Sans MS" panose="030F0702030302020204" pitchFamily="66" charset="0"/>
                <a:cs typeface="Arial" panose="020B0604020202020204" pitchFamily="34" charset="0"/>
              </a:rPr>
              <a:t>GP</a:t>
            </a:r>
            <a:r>
              <a:rPr sz="2000" dirty="0">
                <a:latin typeface="Comic Sans MS" panose="030F0702030302020204" pitchFamily="66" charset="0"/>
                <a:cs typeface="Arial" panose="020B0604020202020204" pitchFamily="34" charset="0"/>
              </a:rPr>
              <a:t>U</a:t>
            </a:r>
            <a:r>
              <a:rPr sz="2000" spc="-10" dirty="0">
                <a:latin typeface="Comic Sans MS" panose="030F0702030302020204" pitchFamily="66" charset="0"/>
                <a:cs typeface="Arial" panose="020B0604020202020204" pitchFamily="34" charset="0"/>
              </a:rPr>
              <a:t> </a:t>
            </a:r>
            <a:r>
              <a:rPr sz="2000" spc="-5" dirty="0">
                <a:latin typeface="Comic Sans MS" panose="030F0702030302020204" pitchFamily="66" charset="0"/>
                <a:cs typeface="Arial" panose="020B0604020202020204" pitchFamily="34" charset="0"/>
              </a:rPr>
              <a:t>M</a:t>
            </a:r>
            <a:r>
              <a:rPr sz="2000" spc="5" dirty="0">
                <a:latin typeface="Comic Sans MS" panose="030F0702030302020204" pitchFamily="66" charset="0"/>
                <a:cs typeface="Arial" panose="020B0604020202020204" pitchFamily="34" charset="0"/>
              </a:rPr>
              <a:t>em</a:t>
            </a:r>
            <a:r>
              <a:rPr sz="2000" spc="-15" dirty="0">
                <a:latin typeface="Comic Sans MS" panose="030F0702030302020204" pitchFamily="66" charset="0"/>
                <a:cs typeface="Arial" panose="020B0604020202020204" pitchFamily="34" charset="0"/>
              </a:rPr>
              <a:t>or</a:t>
            </a:r>
            <a:r>
              <a:rPr sz="2000" dirty="0">
                <a:latin typeface="Comic Sans MS" panose="030F0702030302020204" pitchFamily="66" charset="0"/>
                <a:cs typeface="Arial" panose="020B0604020202020204" pitchFamily="34" charset="0"/>
              </a:rPr>
              <a:t>y</a:t>
            </a:r>
            <a:r>
              <a:rPr sz="2000" spc="-5" dirty="0">
                <a:latin typeface="Comic Sans MS" panose="030F0702030302020204" pitchFamily="66" charset="0"/>
                <a:cs typeface="Arial" panose="020B0604020202020204" pitchFamily="34" charset="0"/>
              </a:rPr>
              <a:t> </a:t>
            </a:r>
            <a:r>
              <a:rPr sz="2000" spc="-15" dirty="0">
                <a:latin typeface="Comic Sans MS" panose="030F0702030302020204" pitchFamily="66" charset="0"/>
                <a:cs typeface="Arial" panose="020B0604020202020204" pitchFamily="34" charset="0"/>
              </a:rPr>
              <a:t>S</a:t>
            </a:r>
            <a:r>
              <a:rPr sz="2000" spc="-5" dirty="0">
                <a:latin typeface="Comic Sans MS" panose="030F0702030302020204" pitchFamily="66" charset="0"/>
                <a:cs typeface="Arial" panose="020B0604020202020204" pitchFamily="34" charset="0"/>
              </a:rPr>
              <a:t>ize</a:t>
            </a:r>
            <a:endParaRPr sz="2000" dirty="0">
              <a:latin typeface="Comic Sans MS" panose="030F0702030302020204" pitchFamily="66" charset="0"/>
              <a:cs typeface="Arial" panose="020B0604020202020204" pitchFamily="34" charset="0"/>
            </a:endParaRPr>
          </a:p>
        </p:txBody>
      </p:sp>
      <p:sp>
        <p:nvSpPr>
          <p:cNvPr id="28" name="文本框 27"/>
          <p:cNvSpPr txBox="1"/>
          <p:nvPr/>
        </p:nvSpPr>
        <p:spPr>
          <a:xfrm>
            <a:off x="7691120" y="342900"/>
            <a:ext cx="1114408" cy="369332"/>
          </a:xfrm>
          <a:prstGeom prst="rect">
            <a:avLst/>
          </a:prstGeom>
          <a:noFill/>
        </p:spPr>
        <p:txBody>
          <a:bodyPr wrap="none" rtlCol="0">
            <a:spAutoFit/>
          </a:bodyPr>
          <a:lstStyle/>
          <a:p>
            <a:pPr algn="l"/>
            <a:r>
              <a:rPr lang="zh-CN" altLang="en-US" b="1" dirty="0">
                <a:latin typeface="微软雅黑" panose="020B0503020204020204" pitchFamily="34" charset="-122"/>
                <a:ea typeface="微软雅黑" panose="020B0503020204020204" pitchFamily="34" charset="-122"/>
              </a:rPr>
              <a:t>统一内存</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282251"/>
            <a:ext cx="9464040" cy="838691"/>
          </a:xfrm>
          <a:prstGeom prst="rect">
            <a:avLst/>
          </a:prstGeom>
        </p:spPr>
        <p:txBody>
          <a:bodyPr vert="horz" wrap="square" lIns="0" tIns="0" rIns="0" bIns="0" rtlCol="0">
            <a:spAutoFit/>
          </a:bodyPr>
          <a:lstStyle/>
          <a:p>
            <a:pPr algn="ctr">
              <a:lnSpc>
                <a:spcPct val="100000"/>
              </a:lnSpc>
            </a:pPr>
            <a:r>
              <a:rPr sz="3200" spc="-5" dirty="0">
                <a:latin typeface="Comic Sans MS" panose="030F0702030302020204" pitchFamily="66" charset="0"/>
              </a:rPr>
              <a:t>C</a:t>
            </a:r>
            <a:r>
              <a:rPr sz="3200" dirty="0">
                <a:latin typeface="Comic Sans MS" panose="030F0702030302020204" pitchFamily="66" charset="0"/>
              </a:rPr>
              <a:t>UD</a:t>
            </a:r>
            <a:r>
              <a:rPr sz="3200" spc="-25" dirty="0">
                <a:latin typeface="Comic Sans MS" panose="030F0702030302020204" pitchFamily="66" charset="0"/>
              </a:rPr>
              <a:t>A</a:t>
            </a:r>
            <a:r>
              <a:rPr sz="3200" spc="5" dirty="0">
                <a:latin typeface="Comic Sans MS" panose="030F0702030302020204" pitchFamily="66" charset="0"/>
              </a:rPr>
              <a:t> </a:t>
            </a:r>
            <a:r>
              <a:rPr sz="3200" spc="-5" dirty="0">
                <a:latin typeface="Comic Sans MS" panose="030F0702030302020204" pitchFamily="66" charset="0"/>
              </a:rPr>
              <a:t>8+</a:t>
            </a:r>
            <a:r>
              <a:rPr sz="3200" dirty="0">
                <a:latin typeface="Comic Sans MS" panose="030F0702030302020204" pitchFamily="66" charset="0"/>
              </a:rPr>
              <a:t>:</a:t>
            </a:r>
            <a:r>
              <a:rPr sz="3200" spc="5" dirty="0">
                <a:latin typeface="Comic Sans MS" panose="030F0702030302020204" pitchFamily="66" charset="0"/>
              </a:rPr>
              <a:t> </a:t>
            </a:r>
            <a:r>
              <a:rPr sz="3200" dirty="0">
                <a:latin typeface="Comic Sans MS" panose="030F0702030302020204" pitchFamily="66" charset="0"/>
              </a:rPr>
              <a:t>UN</a:t>
            </a:r>
            <a:r>
              <a:rPr sz="3200" spc="-5" dirty="0">
                <a:latin typeface="Comic Sans MS" panose="030F0702030302020204" pitchFamily="66" charset="0"/>
              </a:rPr>
              <a:t>IFI</a:t>
            </a:r>
            <a:r>
              <a:rPr sz="3200" spc="-30" dirty="0">
                <a:latin typeface="Comic Sans MS" panose="030F0702030302020204" pitchFamily="66" charset="0"/>
              </a:rPr>
              <a:t>E</a:t>
            </a:r>
            <a:r>
              <a:rPr sz="3200" dirty="0">
                <a:latin typeface="Comic Sans MS" panose="030F0702030302020204" pitchFamily="66" charset="0"/>
              </a:rPr>
              <a:t>D</a:t>
            </a:r>
            <a:r>
              <a:rPr sz="3200" spc="5" dirty="0">
                <a:latin typeface="Comic Sans MS" panose="030F0702030302020204" pitchFamily="66" charset="0"/>
              </a:rPr>
              <a:t> </a:t>
            </a:r>
            <a:r>
              <a:rPr sz="3200" spc="-5" dirty="0">
                <a:latin typeface="Comic Sans MS" panose="030F0702030302020204" pitchFamily="66" charset="0"/>
              </a:rPr>
              <a:t>M</a:t>
            </a:r>
            <a:r>
              <a:rPr sz="3200" spc="-10" dirty="0">
                <a:latin typeface="Comic Sans MS" panose="030F0702030302020204" pitchFamily="66" charset="0"/>
              </a:rPr>
              <a:t>E</a:t>
            </a:r>
            <a:r>
              <a:rPr sz="3200" spc="-5" dirty="0">
                <a:latin typeface="Comic Sans MS" panose="030F0702030302020204" pitchFamily="66" charset="0"/>
              </a:rPr>
              <a:t>MO</a:t>
            </a:r>
            <a:r>
              <a:rPr sz="3200" spc="5" dirty="0">
                <a:latin typeface="Comic Sans MS" panose="030F0702030302020204" pitchFamily="66" charset="0"/>
              </a:rPr>
              <a:t>R</a:t>
            </a:r>
            <a:r>
              <a:rPr sz="3200" dirty="0">
                <a:latin typeface="Comic Sans MS" panose="030F0702030302020204" pitchFamily="66" charset="0"/>
              </a:rPr>
              <a:t>Y</a:t>
            </a:r>
          </a:p>
          <a:p>
            <a:pPr marL="1270" algn="ctr">
              <a:lnSpc>
                <a:spcPct val="100000"/>
              </a:lnSpc>
              <a:spcBef>
                <a:spcPts val="310"/>
              </a:spcBef>
            </a:pPr>
            <a:r>
              <a:rPr sz="2000" spc="-5" dirty="0">
                <a:solidFill>
                  <a:srgbClr val="76B900"/>
                </a:solidFill>
                <a:latin typeface="Comic Sans MS" panose="030F0702030302020204" pitchFamily="66" charset="0"/>
              </a:rPr>
              <a:t>D</a:t>
            </a:r>
            <a:r>
              <a:rPr sz="2000" spc="5" dirty="0">
                <a:solidFill>
                  <a:srgbClr val="76B900"/>
                </a:solidFill>
                <a:latin typeface="Comic Sans MS" panose="030F0702030302020204" pitchFamily="66" charset="0"/>
              </a:rPr>
              <a:t>em</a:t>
            </a:r>
            <a:r>
              <a:rPr sz="2000" dirty="0">
                <a:solidFill>
                  <a:srgbClr val="76B900"/>
                </a:solidFill>
                <a:latin typeface="Comic Sans MS" panose="030F0702030302020204" pitchFamily="66" charset="0"/>
              </a:rPr>
              <a:t>and</a:t>
            </a:r>
            <a:r>
              <a:rPr sz="2000" spc="-10" dirty="0">
                <a:solidFill>
                  <a:srgbClr val="76B900"/>
                </a:solidFill>
                <a:latin typeface="Comic Sans MS" panose="030F0702030302020204" pitchFamily="66" charset="0"/>
              </a:rPr>
              <a:t> </a:t>
            </a:r>
            <a:r>
              <a:rPr sz="2000" spc="-15" dirty="0">
                <a:solidFill>
                  <a:srgbClr val="76B900"/>
                </a:solidFill>
                <a:latin typeface="Comic Sans MS" panose="030F0702030302020204" pitchFamily="66" charset="0"/>
              </a:rPr>
              <a:t>P</a:t>
            </a:r>
            <a:r>
              <a:rPr sz="2000" dirty="0">
                <a:solidFill>
                  <a:srgbClr val="76B900"/>
                </a:solidFill>
                <a:latin typeface="Comic Sans MS" panose="030F0702030302020204" pitchFamily="66" charset="0"/>
              </a:rPr>
              <a:t>a</a:t>
            </a:r>
            <a:r>
              <a:rPr sz="2000" spc="-5" dirty="0">
                <a:solidFill>
                  <a:srgbClr val="76B900"/>
                </a:solidFill>
                <a:latin typeface="Comic Sans MS" panose="030F0702030302020204" pitchFamily="66" charset="0"/>
              </a:rPr>
              <a:t>gi</a:t>
            </a:r>
            <a:r>
              <a:rPr sz="2000" dirty="0">
                <a:solidFill>
                  <a:srgbClr val="76B900"/>
                </a:solidFill>
                <a:latin typeface="Comic Sans MS" panose="030F0702030302020204" pitchFamily="66" charset="0"/>
              </a:rPr>
              <a:t>n</a:t>
            </a:r>
            <a:r>
              <a:rPr sz="2000" spc="-10" dirty="0">
                <a:solidFill>
                  <a:srgbClr val="76B900"/>
                </a:solidFill>
                <a:latin typeface="Comic Sans MS" panose="030F0702030302020204" pitchFamily="66" charset="0"/>
              </a:rPr>
              <a:t>g </a:t>
            </a:r>
            <a:r>
              <a:rPr sz="2000" spc="-5" dirty="0">
                <a:solidFill>
                  <a:srgbClr val="76B900"/>
                </a:solidFill>
                <a:latin typeface="Comic Sans MS" panose="030F0702030302020204" pitchFamily="66" charset="0"/>
              </a:rPr>
              <a:t>F</a:t>
            </a:r>
            <a:r>
              <a:rPr sz="2000" spc="-15" dirty="0">
                <a:solidFill>
                  <a:srgbClr val="76B900"/>
                </a:solidFill>
                <a:latin typeface="Comic Sans MS" panose="030F0702030302020204" pitchFamily="66" charset="0"/>
              </a:rPr>
              <a:t>o</a:t>
            </a:r>
            <a:r>
              <a:rPr sz="2000" spc="-10" dirty="0">
                <a:solidFill>
                  <a:srgbClr val="76B900"/>
                </a:solidFill>
                <a:latin typeface="Comic Sans MS" panose="030F0702030302020204" pitchFamily="66" charset="0"/>
              </a:rPr>
              <a:t>r</a:t>
            </a:r>
            <a:r>
              <a:rPr sz="2000" spc="-5" dirty="0">
                <a:solidFill>
                  <a:srgbClr val="76B900"/>
                </a:solidFill>
                <a:latin typeface="Comic Sans MS" panose="030F0702030302020204" pitchFamily="66" charset="0"/>
              </a:rPr>
              <a:t> </a:t>
            </a:r>
            <a:r>
              <a:rPr sz="2000" spc="-15" dirty="0">
                <a:solidFill>
                  <a:srgbClr val="76B900"/>
                </a:solidFill>
                <a:latin typeface="Comic Sans MS" panose="030F0702030302020204" pitchFamily="66" charset="0"/>
              </a:rPr>
              <a:t>P</a:t>
            </a:r>
            <a:r>
              <a:rPr sz="2000" dirty="0">
                <a:solidFill>
                  <a:srgbClr val="76B900"/>
                </a:solidFill>
                <a:latin typeface="Comic Sans MS" panose="030F0702030302020204" pitchFamily="66" charset="0"/>
              </a:rPr>
              <a:t>a</a:t>
            </a:r>
            <a:r>
              <a:rPr sz="2000" spc="-5" dirty="0">
                <a:solidFill>
                  <a:srgbClr val="76B900"/>
                </a:solidFill>
                <a:latin typeface="Comic Sans MS" panose="030F0702030302020204" pitchFamily="66" charset="0"/>
              </a:rPr>
              <a:t>sc</a:t>
            </a:r>
            <a:r>
              <a:rPr sz="2000" dirty="0">
                <a:solidFill>
                  <a:srgbClr val="76B900"/>
                </a:solidFill>
                <a:latin typeface="Comic Sans MS" panose="030F0702030302020204" pitchFamily="66" charset="0"/>
              </a:rPr>
              <a:t>a</a:t>
            </a:r>
            <a:r>
              <a:rPr sz="2000" spc="-10" dirty="0">
                <a:solidFill>
                  <a:srgbClr val="76B900"/>
                </a:solidFill>
                <a:latin typeface="Comic Sans MS" panose="030F0702030302020204" pitchFamily="66" charset="0"/>
              </a:rPr>
              <a:t>l</a:t>
            </a:r>
            <a:r>
              <a:rPr sz="2000" spc="-15" dirty="0">
                <a:solidFill>
                  <a:srgbClr val="76B900"/>
                </a:solidFill>
                <a:latin typeface="Comic Sans MS" panose="030F0702030302020204" pitchFamily="66" charset="0"/>
              </a:rPr>
              <a:t> </a:t>
            </a:r>
            <a:r>
              <a:rPr sz="2000" dirty="0">
                <a:solidFill>
                  <a:srgbClr val="76B900"/>
                </a:solidFill>
                <a:latin typeface="Comic Sans MS" panose="030F0702030302020204" pitchFamily="66" charset="0"/>
              </a:rPr>
              <a:t>and</a:t>
            </a:r>
            <a:r>
              <a:rPr sz="2000" spc="-10" dirty="0">
                <a:solidFill>
                  <a:srgbClr val="76B900"/>
                </a:solidFill>
                <a:latin typeface="Comic Sans MS" panose="030F0702030302020204" pitchFamily="66" charset="0"/>
              </a:rPr>
              <a:t> </a:t>
            </a:r>
            <a:r>
              <a:rPr sz="2000" spc="-25" dirty="0">
                <a:solidFill>
                  <a:srgbClr val="76B900"/>
                </a:solidFill>
                <a:latin typeface="Comic Sans MS" panose="030F0702030302020204" pitchFamily="66" charset="0"/>
              </a:rPr>
              <a:t>B</a:t>
            </a:r>
            <a:r>
              <a:rPr sz="2000" spc="5" dirty="0">
                <a:solidFill>
                  <a:srgbClr val="76B900"/>
                </a:solidFill>
                <a:latin typeface="Comic Sans MS" panose="030F0702030302020204" pitchFamily="66" charset="0"/>
              </a:rPr>
              <a:t>e</a:t>
            </a:r>
            <a:r>
              <a:rPr sz="2000" spc="-5" dirty="0">
                <a:solidFill>
                  <a:srgbClr val="76B900"/>
                </a:solidFill>
                <a:latin typeface="Comic Sans MS" panose="030F0702030302020204" pitchFamily="66" charset="0"/>
              </a:rPr>
              <a:t>yo</a:t>
            </a:r>
            <a:r>
              <a:rPr sz="2000" dirty="0">
                <a:solidFill>
                  <a:srgbClr val="76B900"/>
                </a:solidFill>
                <a:latin typeface="Comic Sans MS" panose="030F0702030302020204" pitchFamily="66" charset="0"/>
              </a:rPr>
              <a:t>nd</a:t>
            </a:r>
            <a:endParaRPr sz="2000" dirty="0">
              <a:latin typeface="Comic Sans MS" panose="030F0702030302020204" pitchFamily="66" charset="0"/>
            </a:endParaRPr>
          </a:p>
        </p:txBody>
      </p:sp>
      <p:sp>
        <p:nvSpPr>
          <p:cNvPr id="34" name="object 34"/>
          <p:cNvSpPr txBox="1">
            <a:spLocks noGrp="1"/>
          </p:cNvSpPr>
          <p:nvPr>
            <p:ph type="sldNum" sz="quarter" idx="7"/>
          </p:nvPr>
        </p:nvSpPr>
        <p:spPr>
          <a:xfrm>
            <a:off x="0" y="0"/>
            <a:ext cx="0" cy="276999"/>
          </a:xfrm>
          <a:prstGeom prst="rect">
            <a:avLst/>
          </a:prstGeom>
        </p:spPr>
        <p:txBody>
          <a:bodyPr vert="horz" wrap="square" lIns="0" tIns="0" rIns="0" bIns="0" rtlCol="0">
            <a:spAutoFit/>
          </a:bodyPr>
          <a:lstStyle/>
          <a:p>
            <a:pPr marL="73025">
              <a:lnSpc>
                <a:spcPct val="100000"/>
              </a:lnSpc>
            </a:pPr>
            <a:fld id="{81D60167-4931-47E6-BA6A-407CBD079E47}" type="slidenum">
              <a:rPr dirty="0">
                <a:latin typeface="Comic Sans MS" panose="030F0702030302020204" pitchFamily="66" charset="0"/>
              </a:rPr>
              <a:t>6</a:t>
            </a:fld>
            <a:endParaRPr dirty="0">
              <a:latin typeface="Comic Sans MS" panose="030F0702030302020204" pitchFamily="66" charset="0"/>
            </a:endParaRPr>
          </a:p>
        </p:txBody>
      </p:sp>
      <p:sp>
        <p:nvSpPr>
          <p:cNvPr id="3" name="object 3"/>
          <p:cNvSpPr txBox="1"/>
          <p:nvPr/>
        </p:nvSpPr>
        <p:spPr>
          <a:xfrm>
            <a:off x="1557482" y="5029296"/>
            <a:ext cx="2214188" cy="276999"/>
          </a:xfrm>
          <a:prstGeom prst="rect">
            <a:avLst/>
          </a:prstGeom>
        </p:spPr>
        <p:txBody>
          <a:bodyPr vert="horz" wrap="square" lIns="0" tIns="0" rIns="0" bIns="0" rtlCol="0">
            <a:spAutoFit/>
          </a:bodyPr>
          <a:lstStyle/>
          <a:p>
            <a:pPr marL="12700">
              <a:lnSpc>
                <a:spcPct val="100000"/>
              </a:lnSpc>
            </a:pPr>
            <a:r>
              <a:rPr sz="1800" spc="-15" dirty="0">
                <a:latin typeface="Comic Sans MS" panose="030F0702030302020204" pitchFamily="66" charset="0"/>
                <a:cs typeface="Calibri" panose="020F0502020204030204" pitchFamily="34" charset="0"/>
              </a:rPr>
              <a:t>A</a:t>
            </a:r>
            <a:r>
              <a:rPr sz="1800" spc="-20" dirty="0">
                <a:latin typeface="Comic Sans MS" panose="030F0702030302020204" pitchFamily="66" charset="0"/>
                <a:cs typeface="Calibri" panose="020F0502020204030204" pitchFamily="34" charset="0"/>
              </a:rPr>
              <a:t>ll</a:t>
            </a:r>
            <a:r>
              <a:rPr sz="1800" spc="-15" dirty="0">
                <a:latin typeface="Comic Sans MS" panose="030F0702030302020204" pitchFamily="66" charset="0"/>
                <a:cs typeface="Calibri" panose="020F0502020204030204" pitchFamily="34" charset="0"/>
              </a:rPr>
              <a:t>o</a:t>
            </a:r>
            <a:r>
              <a:rPr sz="1800" spc="-5" dirty="0">
                <a:latin typeface="Comic Sans MS" panose="030F0702030302020204" pitchFamily="66" charset="0"/>
                <a:cs typeface="Calibri" panose="020F0502020204030204" pitchFamily="34" charset="0"/>
              </a:rPr>
              <a:t>c</a:t>
            </a:r>
            <a:r>
              <a:rPr sz="1800" spc="5"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t</a:t>
            </a:r>
            <a:r>
              <a:rPr sz="1800" dirty="0">
                <a:latin typeface="Comic Sans MS" panose="030F0702030302020204" pitchFamily="66" charset="0"/>
                <a:cs typeface="Calibri" panose="020F0502020204030204" pitchFamily="34" charset="0"/>
              </a:rPr>
              <a:t>e </a:t>
            </a:r>
            <a:r>
              <a:rPr sz="1800" spc="-25" dirty="0">
                <a:latin typeface="Comic Sans MS" panose="030F0702030302020204" pitchFamily="66" charset="0"/>
                <a:cs typeface="Calibri" panose="020F0502020204030204" pitchFamily="34" charset="0"/>
              </a:rPr>
              <a:t>B</a:t>
            </a:r>
            <a:r>
              <a:rPr sz="1800" spc="5" dirty="0">
                <a:latin typeface="Comic Sans MS" panose="030F0702030302020204" pitchFamily="66" charset="0"/>
                <a:cs typeface="Calibri" panose="020F0502020204030204" pitchFamily="34" charset="0"/>
              </a:rPr>
              <a:t>e</a:t>
            </a:r>
            <a:r>
              <a:rPr sz="1800" spc="-10" dirty="0">
                <a:latin typeface="Comic Sans MS" panose="030F0702030302020204" pitchFamily="66" charset="0"/>
                <a:cs typeface="Calibri" panose="020F0502020204030204" pitchFamily="34" charset="0"/>
              </a:rPr>
              <a:t>y</a:t>
            </a:r>
            <a:r>
              <a:rPr sz="1800" spc="-15" dirty="0">
                <a:latin typeface="Comic Sans MS" panose="030F0702030302020204" pitchFamily="66" charset="0"/>
                <a:cs typeface="Calibri" panose="020F0502020204030204" pitchFamily="34" charset="0"/>
              </a:rPr>
              <a:t>o</a:t>
            </a:r>
            <a:r>
              <a:rPr sz="1800" dirty="0">
                <a:latin typeface="Comic Sans MS" panose="030F0702030302020204" pitchFamily="66" charset="0"/>
                <a:cs typeface="Calibri" panose="020F0502020204030204" pitchFamily="34" charset="0"/>
              </a:rPr>
              <a:t>nd</a:t>
            </a:r>
          </a:p>
        </p:txBody>
      </p:sp>
      <p:sp>
        <p:nvSpPr>
          <p:cNvPr id="4" name="object 4"/>
          <p:cNvSpPr/>
          <p:nvPr/>
        </p:nvSpPr>
        <p:spPr>
          <a:xfrm>
            <a:off x="951791" y="4601929"/>
            <a:ext cx="2649220" cy="379730"/>
          </a:xfrm>
          <a:custGeom>
            <a:avLst/>
            <a:gdLst/>
            <a:ahLst/>
            <a:cxnLst/>
            <a:rect l="l" t="t" r="r" b="b"/>
            <a:pathLst>
              <a:path w="2649220" h="379729">
                <a:moveTo>
                  <a:pt x="2648919" y="0"/>
                </a:moveTo>
                <a:lnTo>
                  <a:pt x="2648230" y="40375"/>
                </a:lnTo>
                <a:lnTo>
                  <a:pt x="2644830" y="95380"/>
                </a:lnTo>
                <a:lnTo>
                  <a:pt x="2639007" y="141221"/>
                </a:lnTo>
                <a:lnTo>
                  <a:pt x="2628279" y="183242"/>
                </a:lnTo>
                <a:lnTo>
                  <a:pt x="1357307" y="197402"/>
                </a:lnTo>
                <a:lnTo>
                  <a:pt x="1353892" y="198452"/>
                </a:lnTo>
                <a:lnTo>
                  <a:pt x="1336119" y="243785"/>
                </a:lnTo>
                <a:lnTo>
                  <a:pt x="1329757" y="286868"/>
                </a:lnTo>
                <a:lnTo>
                  <a:pt x="1325702" y="339822"/>
                </a:lnTo>
                <a:lnTo>
                  <a:pt x="1324510" y="379225"/>
                </a:lnTo>
                <a:lnTo>
                  <a:pt x="1324285" y="360058"/>
                </a:lnTo>
                <a:lnTo>
                  <a:pt x="1321342" y="305041"/>
                </a:lnTo>
                <a:lnTo>
                  <a:pt x="1315453" y="257156"/>
                </a:lnTo>
                <a:lnTo>
                  <a:pt x="1304034" y="211979"/>
                </a:lnTo>
                <a:lnTo>
                  <a:pt x="32797" y="197402"/>
                </a:lnTo>
                <a:lnTo>
                  <a:pt x="29382" y="196351"/>
                </a:lnTo>
                <a:lnTo>
                  <a:pt x="11609" y="151019"/>
                </a:lnTo>
                <a:lnTo>
                  <a:pt x="5247" y="107936"/>
                </a:lnTo>
                <a:lnTo>
                  <a:pt x="1191" y="54981"/>
                </a:lnTo>
                <a:lnTo>
                  <a:pt x="433" y="35621"/>
                </a:lnTo>
                <a:lnTo>
                  <a:pt x="0" y="15579"/>
                </a:lnTo>
              </a:path>
            </a:pathLst>
          </a:custGeom>
          <a:ln w="9525">
            <a:solidFill>
              <a:srgbClr val="5E5E5E"/>
            </a:solidFill>
          </a:ln>
        </p:spPr>
        <p:txBody>
          <a:bodyPr wrap="square" lIns="0" tIns="0" rIns="0" bIns="0" rtlCol="0"/>
          <a:lstStyle/>
          <a:p>
            <a:endParaRPr>
              <a:latin typeface="Comic Sans MS" panose="030F0702030302020204" pitchFamily="66" charset="0"/>
            </a:endParaRPr>
          </a:p>
        </p:txBody>
      </p:sp>
      <p:sp>
        <p:nvSpPr>
          <p:cNvPr id="5" name="object 5"/>
          <p:cNvSpPr/>
          <p:nvPr/>
        </p:nvSpPr>
        <p:spPr>
          <a:xfrm>
            <a:off x="0" y="3782567"/>
            <a:ext cx="4251960" cy="588263"/>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6" name="object 6"/>
          <p:cNvSpPr txBox="1"/>
          <p:nvPr/>
        </p:nvSpPr>
        <p:spPr>
          <a:xfrm>
            <a:off x="1804857" y="3778731"/>
            <a:ext cx="1635760" cy="553998"/>
          </a:xfrm>
          <a:prstGeom prst="rect">
            <a:avLst/>
          </a:prstGeom>
        </p:spPr>
        <p:txBody>
          <a:bodyPr vert="horz" wrap="square" lIns="0" tIns="0" rIns="0" bIns="0" rtlCol="0">
            <a:spAutoFit/>
          </a:bodyPr>
          <a:lstStyle/>
          <a:p>
            <a:pPr marL="12700">
              <a:lnSpc>
                <a:spcPct val="100000"/>
              </a:lnSpc>
            </a:pPr>
            <a:r>
              <a:rPr sz="1800" spc="-5" dirty="0">
                <a:solidFill>
                  <a:srgbClr val="FFFFFF"/>
                </a:solidFill>
                <a:latin typeface="Comic Sans MS" panose="030F0702030302020204" pitchFamily="66" charset="0"/>
                <a:cs typeface="Calibri" panose="020F0502020204030204" pitchFamily="34" charset="0"/>
              </a:rPr>
              <a:t>U</a:t>
            </a:r>
            <a:r>
              <a:rPr sz="1800" dirty="0">
                <a:solidFill>
                  <a:srgbClr val="FFFFFF"/>
                </a:solidFill>
                <a:latin typeface="Comic Sans MS" panose="030F0702030302020204" pitchFamily="66" charset="0"/>
                <a:cs typeface="Calibri" panose="020F0502020204030204" pitchFamily="34" charset="0"/>
              </a:rPr>
              <a:t>n</a:t>
            </a:r>
            <a:r>
              <a:rPr sz="1800" spc="-5" dirty="0">
                <a:solidFill>
                  <a:srgbClr val="FFFFFF"/>
                </a:solidFill>
                <a:latin typeface="Comic Sans MS" panose="030F0702030302020204" pitchFamily="66" charset="0"/>
                <a:cs typeface="Calibri" panose="020F0502020204030204" pitchFamily="34" charset="0"/>
              </a:rPr>
              <a:t>i</a:t>
            </a:r>
            <a:r>
              <a:rPr sz="1800" spc="-15" dirty="0">
                <a:solidFill>
                  <a:srgbClr val="FFFFFF"/>
                </a:solidFill>
                <a:latin typeface="Comic Sans MS" panose="030F0702030302020204" pitchFamily="66" charset="0"/>
                <a:cs typeface="Calibri" panose="020F0502020204030204" pitchFamily="34" charset="0"/>
              </a:rPr>
              <a:t>fi</a:t>
            </a:r>
            <a:r>
              <a:rPr sz="1800" spc="5" dirty="0">
                <a:solidFill>
                  <a:srgbClr val="FFFFFF"/>
                </a:solidFill>
                <a:latin typeface="Comic Sans MS" panose="030F0702030302020204" pitchFamily="66" charset="0"/>
                <a:cs typeface="Calibri" panose="020F0502020204030204" pitchFamily="34" charset="0"/>
              </a:rPr>
              <a:t>e</a:t>
            </a:r>
            <a:r>
              <a:rPr sz="1800" dirty="0">
                <a:solidFill>
                  <a:srgbClr val="FFFFFF"/>
                </a:solidFill>
                <a:latin typeface="Comic Sans MS" panose="030F0702030302020204" pitchFamily="66" charset="0"/>
                <a:cs typeface="Calibri" panose="020F0502020204030204" pitchFamily="34" charset="0"/>
              </a:rPr>
              <a:t>d</a:t>
            </a:r>
            <a:r>
              <a:rPr sz="1800" spc="-10" dirty="0">
                <a:solidFill>
                  <a:srgbClr val="FFFFFF"/>
                </a:solidFill>
                <a:latin typeface="Comic Sans MS" panose="030F0702030302020204" pitchFamily="66" charset="0"/>
                <a:cs typeface="Calibri" panose="020F0502020204030204" pitchFamily="34" charset="0"/>
              </a:rPr>
              <a:t> </a:t>
            </a:r>
            <a:r>
              <a:rPr sz="1800" spc="-5" dirty="0">
                <a:solidFill>
                  <a:srgbClr val="FFFFFF"/>
                </a:solidFill>
                <a:latin typeface="Comic Sans MS" panose="030F0702030302020204" pitchFamily="66" charset="0"/>
                <a:cs typeface="Calibri" panose="020F0502020204030204" pitchFamily="34" charset="0"/>
              </a:rPr>
              <a:t>M</a:t>
            </a:r>
            <a:r>
              <a:rPr sz="1800" spc="5" dirty="0">
                <a:solidFill>
                  <a:srgbClr val="FFFFFF"/>
                </a:solidFill>
                <a:latin typeface="Comic Sans MS" panose="030F0702030302020204" pitchFamily="66" charset="0"/>
                <a:cs typeface="Calibri" panose="020F0502020204030204" pitchFamily="34" charset="0"/>
              </a:rPr>
              <a:t>em</a:t>
            </a:r>
            <a:r>
              <a:rPr sz="1800" spc="-15" dirty="0">
                <a:solidFill>
                  <a:srgbClr val="FFFFFF"/>
                </a:solidFill>
                <a:latin typeface="Comic Sans MS" panose="030F0702030302020204" pitchFamily="66" charset="0"/>
                <a:cs typeface="Calibri" panose="020F0502020204030204" pitchFamily="34" charset="0"/>
              </a:rPr>
              <a:t>o</a:t>
            </a:r>
            <a:r>
              <a:rPr sz="1800" spc="-10" dirty="0">
                <a:solidFill>
                  <a:srgbClr val="FFFFFF"/>
                </a:solidFill>
                <a:latin typeface="Comic Sans MS" panose="030F0702030302020204" pitchFamily="66" charset="0"/>
                <a:cs typeface="Calibri" panose="020F0502020204030204" pitchFamily="34" charset="0"/>
              </a:rPr>
              <a:t>r</a:t>
            </a:r>
            <a:r>
              <a:rPr sz="1800" dirty="0">
                <a:solidFill>
                  <a:srgbClr val="FFFFFF"/>
                </a:solidFill>
                <a:latin typeface="Comic Sans MS" panose="030F0702030302020204" pitchFamily="66" charset="0"/>
                <a:cs typeface="Calibri" panose="020F0502020204030204" pitchFamily="34" charset="0"/>
              </a:rPr>
              <a:t>y</a:t>
            </a:r>
            <a:endParaRPr sz="1800" dirty="0">
              <a:latin typeface="Comic Sans MS" panose="030F0702030302020204" pitchFamily="66" charset="0"/>
              <a:cs typeface="Calibri" panose="020F0502020204030204" pitchFamily="34" charset="0"/>
            </a:endParaRPr>
          </a:p>
        </p:txBody>
      </p:sp>
      <p:sp>
        <p:nvSpPr>
          <p:cNvPr id="7" name="object 7"/>
          <p:cNvSpPr txBox="1"/>
          <p:nvPr/>
        </p:nvSpPr>
        <p:spPr>
          <a:xfrm>
            <a:off x="951691" y="2390795"/>
            <a:ext cx="1007110" cy="553678"/>
          </a:xfrm>
          <a:prstGeom prst="rect">
            <a:avLst/>
          </a:prstGeom>
          <a:solidFill>
            <a:srgbClr val="76B900"/>
          </a:solidFill>
        </p:spPr>
        <p:txBody>
          <a:bodyPr vert="horz" wrap="square" lIns="0" tIns="0" rIns="0" bIns="0" rtlCol="0">
            <a:spAutoFit/>
          </a:bodyPr>
          <a:lstStyle/>
          <a:p>
            <a:pPr marL="288925" marR="121285" indent="-160655">
              <a:lnSpc>
                <a:spcPct val="102000"/>
              </a:lnSpc>
            </a:pPr>
            <a:r>
              <a:rPr sz="1800" spc="-90" dirty="0">
                <a:solidFill>
                  <a:srgbClr val="FFFFFF"/>
                </a:solidFill>
                <a:latin typeface="Comic Sans MS" panose="030F0702030302020204" pitchFamily="66" charset="0"/>
                <a:cs typeface="Calibri" panose="020F0502020204030204" pitchFamily="34" charset="0"/>
              </a:rPr>
              <a:t>P</a:t>
            </a:r>
            <a:r>
              <a:rPr sz="1800" dirty="0">
                <a:solidFill>
                  <a:srgbClr val="FFFFFF"/>
                </a:solidFill>
                <a:latin typeface="Comic Sans MS" panose="030F0702030302020204" pitchFamily="66" charset="0"/>
                <a:cs typeface="Calibri" panose="020F0502020204030204" pitchFamily="34" charset="0"/>
              </a:rPr>
              <a:t>a</a:t>
            </a:r>
            <a:r>
              <a:rPr sz="1800" spc="-15" dirty="0">
                <a:solidFill>
                  <a:srgbClr val="FFFFFF"/>
                </a:solidFill>
                <a:latin typeface="Comic Sans MS" panose="030F0702030302020204" pitchFamily="66" charset="0"/>
                <a:cs typeface="Calibri" panose="020F0502020204030204" pitchFamily="34" charset="0"/>
              </a:rPr>
              <a:t>s</a:t>
            </a:r>
            <a:r>
              <a:rPr sz="1800" spc="-5" dirty="0">
                <a:solidFill>
                  <a:srgbClr val="FFFFFF"/>
                </a:solidFill>
                <a:latin typeface="Comic Sans MS" panose="030F0702030302020204" pitchFamily="66" charset="0"/>
                <a:cs typeface="Calibri" panose="020F0502020204030204" pitchFamily="34" charset="0"/>
              </a:rPr>
              <a:t>c</a:t>
            </a:r>
            <a:r>
              <a:rPr sz="1800" dirty="0">
                <a:solidFill>
                  <a:srgbClr val="FFFFFF"/>
                </a:solidFill>
                <a:latin typeface="Comic Sans MS" panose="030F0702030302020204" pitchFamily="66" charset="0"/>
                <a:cs typeface="Calibri" panose="020F0502020204030204" pitchFamily="34" charset="0"/>
              </a:rPr>
              <a:t>a</a:t>
            </a:r>
            <a:r>
              <a:rPr sz="1800" spc="-20" dirty="0">
                <a:solidFill>
                  <a:srgbClr val="FFFFFF"/>
                </a:solidFill>
                <a:latin typeface="Comic Sans MS" panose="030F0702030302020204" pitchFamily="66" charset="0"/>
                <a:cs typeface="Calibri" panose="020F0502020204030204" pitchFamily="34" charset="0"/>
              </a:rPr>
              <a:t>l</a:t>
            </a:r>
            <a:r>
              <a:rPr sz="1800" dirty="0">
                <a:solidFill>
                  <a:srgbClr val="FFFFFF"/>
                </a:solidFill>
                <a:latin typeface="Comic Sans MS" panose="030F0702030302020204" pitchFamily="66" charset="0"/>
                <a:cs typeface="Calibri" panose="020F0502020204030204" pitchFamily="34" charset="0"/>
              </a:rPr>
              <a:t>+ </a:t>
            </a:r>
            <a:r>
              <a:rPr sz="1800" spc="-5" dirty="0">
                <a:solidFill>
                  <a:srgbClr val="FFFFFF"/>
                </a:solidFill>
                <a:latin typeface="Comic Sans MS" panose="030F0702030302020204" pitchFamily="66" charset="0"/>
                <a:cs typeface="Calibri" panose="020F0502020204030204" pitchFamily="34" charset="0"/>
              </a:rPr>
              <a:t>GPU</a:t>
            </a:r>
            <a:endParaRPr sz="1800" dirty="0">
              <a:latin typeface="Comic Sans MS" panose="030F0702030302020204" pitchFamily="66" charset="0"/>
              <a:cs typeface="Calibri" panose="020F0502020204030204" pitchFamily="34" charset="0"/>
            </a:endParaRPr>
          </a:p>
        </p:txBody>
      </p:sp>
      <p:sp>
        <p:nvSpPr>
          <p:cNvPr id="8" name="object 8"/>
          <p:cNvSpPr txBox="1"/>
          <p:nvPr/>
        </p:nvSpPr>
        <p:spPr>
          <a:xfrm>
            <a:off x="2593844" y="2390795"/>
            <a:ext cx="1007110" cy="276999"/>
          </a:xfrm>
          <a:prstGeom prst="rect">
            <a:avLst/>
          </a:prstGeom>
          <a:solidFill>
            <a:srgbClr val="008564"/>
          </a:solidFill>
        </p:spPr>
        <p:txBody>
          <a:bodyPr vert="horz" wrap="square" lIns="0" tIns="0" rIns="0" bIns="0" rtlCol="0">
            <a:spAutoFit/>
          </a:bodyPr>
          <a:lstStyle/>
          <a:p>
            <a:pPr marL="297815">
              <a:lnSpc>
                <a:spcPct val="100000"/>
              </a:lnSpc>
            </a:pPr>
            <a:r>
              <a:rPr sz="1800" spc="-20" dirty="0">
                <a:solidFill>
                  <a:srgbClr val="FFFFFF"/>
                </a:solidFill>
                <a:latin typeface="Comic Sans MS" panose="030F0702030302020204" pitchFamily="66" charset="0"/>
                <a:cs typeface="Calibri" panose="020F0502020204030204" pitchFamily="34" charset="0"/>
              </a:rPr>
              <a:t>CP</a:t>
            </a:r>
            <a:r>
              <a:rPr sz="1800" dirty="0">
                <a:solidFill>
                  <a:srgbClr val="FFFFFF"/>
                </a:solidFill>
                <a:latin typeface="Comic Sans MS" panose="030F0702030302020204" pitchFamily="66" charset="0"/>
                <a:cs typeface="Calibri" panose="020F0502020204030204" pitchFamily="34" charset="0"/>
              </a:rPr>
              <a:t>U</a:t>
            </a:r>
            <a:endParaRPr sz="1800" dirty="0">
              <a:latin typeface="Comic Sans MS" panose="030F0702030302020204" pitchFamily="66" charset="0"/>
              <a:cs typeface="Calibri" panose="020F0502020204030204" pitchFamily="34" charset="0"/>
            </a:endParaRPr>
          </a:p>
        </p:txBody>
      </p:sp>
      <p:sp>
        <p:nvSpPr>
          <p:cNvPr id="9" name="object 9"/>
          <p:cNvSpPr/>
          <p:nvPr/>
        </p:nvSpPr>
        <p:spPr>
          <a:xfrm>
            <a:off x="1369399" y="3397661"/>
            <a:ext cx="171450" cy="365760"/>
          </a:xfrm>
          <a:custGeom>
            <a:avLst/>
            <a:gdLst/>
            <a:ahLst/>
            <a:cxnLst/>
            <a:rect l="l" t="t" r="r" b="b"/>
            <a:pathLst>
              <a:path w="171450" h="365760">
                <a:moveTo>
                  <a:pt x="57151" y="251460"/>
                </a:moveTo>
                <a:lnTo>
                  <a:pt x="0" y="251461"/>
                </a:lnTo>
                <a:lnTo>
                  <a:pt x="85726" y="365760"/>
                </a:lnTo>
                <a:lnTo>
                  <a:pt x="150019" y="280035"/>
                </a:lnTo>
                <a:lnTo>
                  <a:pt x="57151" y="280035"/>
                </a:lnTo>
                <a:lnTo>
                  <a:pt x="57151" y="251460"/>
                </a:lnTo>
                <a:close/>
              </a:path>
              <a:path w="171450" h="365760">
                <a:moveTo>
                  <a:pt x="114301" y="251460"/>
                </a:moveTo>
                <a:lnTo>
                  <a:pt x="57151" y="251460"/>
                </a:lnTo>
                <a:lnTo>
                  <a:pt x="57151" y="280035"/>
                </a:lnTo>
                <a:lnTo>
                  <a:pt x="114301" y="280035"/>
                </a:lnTo>
                <a:lnTo>
                  <a:pt x="114301" y="251460"/>
                </a:lnTo>
                <a:close/>
              </a:path>
              <a:path w="171450" h="365760">
                <a:moveTo>
                  <a:pt x="171450" y="251460"/>
                </a:moveTo>
                <a:lnTo>
                  <a:pt x="114301" y="251460"/>
                </a:lnTo>
                <a:lnTo>
                  <a:pt x="114301" y="280035"/>
                </a:lnTo>
                <a:lnTo>
                  <a:pt x="150019" y="280035"/>
                </a:lnTo>
                <a:lnTo>
                  <a:pt x="171450" y="251460"/>
                </a:lnTo>
                <a:close/>
              </a:path>
              <a:path w="171450" h="365760">
                <a:moveTo>
                  <a:pt x="114300" y="114300"/>
                </a:moveTo>
                <a:lnTo>
                  <a:pt x="57150" y="114300"/>
                </a:lnTo>
                <a:lnTo>
                  <a:pt x="57151" y="251460"/>
                </a:lnTo>
                <a:lnTo>
                  <a:pt x="114301" y="251460"/>
                </a:lnTo>
                <a:lnTo>
                  <a:pt x="114300" y="114300"/>
                </a:lnTo>
                <a:close/>
              </a:path>
              <a:path w="171450" h="365760">
                <a:moveTo>
                  <a:pt x="85725" y="0"/>
                </a:moveTo>
                <a:lnTo>
                  <a:pt x="0" y="114301"/>
                </a:lnTo>
                <a:lnTo>
                  <a:pt x="57150" y="114300"/>
                </a:lnTo>
                <a:lnTo>
                  <a:pt x="57150" y="85725"/>
                </a:lnTo>
                <a:lnTo>
                  <a:pt x="150018" y="85725"/>
                </a:lnTo>
                <a:lnTo>
                  <a:pt x="85725" y="0"/>
                </a:lnTo>
                <a:close/>
              </a:path>
              <a:path w="171450" h="365760">
                <a:moveTo>
                  <a:pt x="114300" y="85725"/>
                </a:moveTo>
                <a:lnTo>
                  <a:pt x="57150" y="85725"/>
                </a:lnTo>
                <a:lnTo>
                  <a:pt x="57150" y="114300"/>
                </a:lnTo>
                <a:lnTo>
                  <a:pt x="114300" y="114300"/>
                </a:lnTo>
                <a:lnTo>
                  <a:pt x="114300" y="85725"/>
                </a:lnTo>
                <a:close/>
              </a:path>
              <a:path w="171450" h="365760">
                <a:moveTo>
                  <a:pt x="150018" y="85725"/>
                </a:moveTo>
                <a:lnTo>
                  <a:pt x="114300" y="85725"/>
                </a:lnTo>
                <a:lnTo>
                  <a:pt x="114300" y="114300"/>
                </a:lnTo>
                <a:lnTo>
                  <a:pt x="171450" y="114300"/>
                </a:lnTo>
                <a:lnTo>
                  <a:pt x="150018" y="85725"/>
                </a:lnTo>
                <a:close/>
              </a:path>
            </a:pathLst>
          </a:custGeom>
          <a:solidFill>
            <a:srgbClr val="5E5E5E"/>
          </a:solidFill>
        </p:spPr>
        <p:txBody>
          <a:bodyPr wrap="square" lIns="0" tIns="0" rIns="0" bIns="0" rtlCol="0"/>
          <a:lstStyle/>
          <a:p>
            <a:endParaRPr>
              <a:latin typeface="Comic Sans MS" panose="030F0702030302020204" pitchFamily="66" charset="0"/>
            </a:endParaRPr>
          </a:p>
        </p:txBody>
      </p:sp>
      <p:sp>
        <p:nvSpPr>
          <p:cNvPr id="10" name="object 10"/>
          <p:cNvSpPr/>
          <p:nvPr/>
        </p:nvSpPr>
        <p:spPr>
          <a:xfrm>
            <a:off x="3035364" y="3397661"/>
            <a:ext cx="123825" cy="365760"/>
          </a:xfrm>
          <a:custGeom>
            <a:avLst/>
            <a:gdLst/>
            <a:ahLst/>
            <a:cxnLst/>
            <a:rect l="l" t="t" r="r" b="b"/>
            <a:pathLst>
              <a:path w="123825" h="365760">
                <a:moveTo>
                  <a:pt x="41275" y="241935"/>
                </a:moveTo>
                <a:lnTo>
                  <a:pt x="0" y="241935"/>
                </a:lnTo>
                <a:lnTo>
                  <a:pt x="61913" y="365760"/>
                </a:lnTo>
                <a:lnTo>
                  <a:pt x="113506" y="262572"/>
                </a:lnTo>
                <a:lnTo>
                  <a:pt x="41275" y="262572"/>
                </a:lnTo>
                <a:lnTo>
                  <a:pt x="41275" y="241935"/>
                </a:lnTo>
                <a:close/>
              </a:path>
              <a:path w="123825" h="365760">
                <a:moveTo>
                  <a:pt x="82550" y="103187"/>
                </a:moveTo>
                <a:lnTo>
                  <a:pt x="41275" y="103187"/>
                </a:lnTo>
                <a:lnTo>
                  <a:pt x="41275" y="262572"/>
                </a:lnTo>
                <a:lnTo>
                  <a:pt x="82550" y="262572"/>
                </a:lnTo>
                <a:lnTo>
                  <a:pt x="82550" y="103187"/>
                </a:lnTo>
                <a:close/>
              </a:path>
              <a:path w="123825" h="365760">
                <a:moveTo>
                  <a:pt x="123825" y="241935"/>
                </a:moveTo>
                <a:lnTo>
                  <a:pt x="82550" y="241935"/>
                </a:lnTo>
                <a:lnTo>
                  <a:pt x="82550" y="262572"/>
                </a:lnTo>
                <a:lnTo>
                  <a:pt x="113506" y="262572"/>
                </a:lnTo>
                <a:lnTo>
                  <a:pt x="123825" y="241935"/>
                </a:lnTo>
                <a:close/>
              </a:path>
              <a:path w="123825" h="365760">
                <a:moveTo>
                  <a:pt x="61912" y="0"/>
                </a:moveTo>
                <a:lnTo>
                  <a:pt x="0" y="123825"/>
                </a:lnTo>
                <a:lnTo>
                  <a:pt x="41275" y="123825"/>
                </a:lnTo>
                <a:lnTo>
                  <a:pt x="41275" y="103187"/>
                </a:lnTo>
                <a:lnTo>
                  <a:pt x="113506" y="103187"/>
                </a:lnTo>
                <a:lnTo>
                  <a:pt x="61912" y="0"/>
                </a:lnTo>
                <a:close/>
              </a:path>
              <a:path w="123825" h="365760">
                <a:moveTo>
                  <a:pt x="113506" y="103187"/>
                </a:moveTo>
                <a:lnTo>
                  <a:pt x="82550" y="103187"/>
                </a:lnTo>
                <a:lnTo>
                  <a:pt x="82550" y="123825"/>
                </a:lnTo>
                <a:lnTo>
                  <a:pt x="123825" y="123825"/>
                </a:lnTo>
                <a:lnTo>
                  <a:pt x="113506" y="103187"/>
                </a:lnTo>
                <a:close/>
              </a:path>
            </a:pathLst>
          </a:custGeom>
          <a:solidFill>
            <a:srgbClr val="5E5E5E"/>
          </a:solidFill>
        </p:spPr>
        <p:txBody>
          <a:bodyPr wrap="square" lIns="0" tIns="0" rIns="0" bIns="0" rtlCol="0"/>
          <a:lstStyle/>
          <a:p>
            <a:endParaRPr>
              <a:latin typeface="Comic Sans MS" panose="030F0702030302020204" pitchFamily="66" charset="0"/>
            </a:endParaRPr>
          </a:p>
        </p:txBody>
      </p:sp>
      <p:sp>
        <p:nvSpPr>
          <p:cNvPr id="11" name="object 11"/>
          <p:cNvSpPr txBox="1"/>
          <p:nvPr/>
        </p:nvSpPr>
        <p:spPr>
          <a:xfrm>
            <a:off x="1794821" y="1951279"/>
            <a:ext cx="1148738" cy="276999"/>
          </a:xfrm>
          <a:prstGeom prst="rect">
            <a:avLst/>
          </a:prstGeom>
        </p:spPr>
        <p:txBody>
          <a:bodyPr vert="horz" wrap="square" lIns="0" tIns="0" rIns="0" bIns="0" rtlCol="0">
            <a:spAutoFit/>
          </a:bodyPr>
          <a:lstStyle/>
          <a:p>
            <a:pPr marL="12700">
              <a:lnSpc>
                <a:spcPct val="100000"/>
              </a:lnSpc>
            </a:pPr>
            <a:r>
              <a:rPr sz="1800" b="1" spc="-20" dirty="0">
                <a:latin typeface="Comic Sans MS" panose="030F0702030302020204" pitchFamily="66" charset="0"/>
                <a:cs typeface="Calibri" panose="020F0502020204030204" pitchFamily="34" charset="0"/>
              </a:rPr>
              <a:t>C</a:t>
            </a:r>
            <a:r>
              <a:rPr sz="1800" b="1" spc="-10" dirty="0">
                <a:latin typeface="Comic Sans MS" panose="030F0702030302020204" pitchFamily="66" charset="0"/>
                <a:cs typeface="Calibri" panose="020F0502020204030204" pitchFamily="34" charset="0"/>
              </a:rPr>
              <a:t>UD</a:t>
            </a:r>
            <a:r>
              <a:rPr sz="1800" b="1" dirty="0">
                <a:latin typeface="Comic Sans MS" panose="030F0702030302020204" pitchFamily="66" charset="0"/>
                <a:cs typeface="Calibri" panose="020F0502020204030204" pitchFamily="34" charset="0"/>
              </a:rPr>
              <a:t>A</a:t>
            </a:r>
            <a:r>
              <a:rPr sz="1800" b="1" spc="-110" dirty="0">
                <a:latin typeface="Comic Sans MS" panose="030F0702030302020204" pitchFamily="66" charset="0"/>
                <a:cs typeface="Calibri" panose="020F0502020204030204" pitchFamily="34" charset="0"/>
              </a:rPr>
              <a:t> </a:t>
            </a:r>
            <a:r>
              <a:rPr sz="1800" b="1" spc="-25" dirty="0">
                <a:latin typeface="Comic Sans MS" panose="030F0702030302020204" pitchFamily="66" charset="0"/>
                <a:cs typeface="Calibri" panose="020F0502020204030204" pitchFamily="34" charset="0"/>
              </a:rPr>
              <a:t>8</a:t>
            </a:r>
            <a:r>
              <a:rPr sz="1800" b="1" spc="-15" dirty="0">
                <a:latin typeface="Comic Sans MS" panose="030F0702030302020204" pitchFamily="66" charset="0"/>
                <a:cs typeface="Calibri" panose="020F0502020204030204" pitchFamily="34" charset="0"/>
              </a:rPr>
              <a:t>+</a:t>
            </a:r>
            <a:endParaRPr sz="1800" dirty="0">
              <a:latin typeface="Comic Sans MS" panose="030F0702030302020204" pitchFamily="66" charset="0"/>
              <a:cs typeface="Calibri" panose="020F0502020204030204" pitchFamily="34" charset="0"/>
            </a:endParaRPr>
          </a:p>
        </p:txBody>
      </p:sp>
      <p:sp>
        <p:nvSpPr>
          <p:cNvPr id="12" name="object 12"/>
          <p:cNvSpPr/>
          <p:nvPr/>
        </p:nvSpPr>
        <p:spPr>
          <a:xfrm>
            <a:off x="4398264" y="1972055"/>
            <a:ext cx="6208776" cy="1234440"/>
          </a:xfrm>
          <a:prstGeom prst="rect">
            <a:avLst/>
          </a:prstGeom>
          <a:blipFill>
            <a:blip r:embed="rId4" cstate="print"/>
            <a:stretch>
              <a:fillRect/>
            </a:stretch>
          </a:blipFill>
        </p:spPr>
        <p:txBody>
          <a:bodyPr wrap="square" lIns="0" tIns="0" rIns="0" bIns="0" rtlCol="0"/>
          <a:lstStyle/>
          <a:p>
            <a:endParaRPr>
              <a:latin typeface="Comic Sans MS" panose="030F0702030302020204" pitchFamily="66" charset="0"/>
            </a:endParaRPr>
          </a:p>
        </p:txBody>
      </p:sp>
      <p:sp>
        <p:nvSpPr>
          <p:cNvPr id="13" name="object 13"/>
          <p:cNvSpPr/>
          <p:nvPr/>
        </p:nvSpPr>
        <p:spPr>
          <a:xfrm>
            <a:off x="4349496" y="2203704"/>
            <a:ext cx="1749552" cy="838200"/>
          </a:xfrm>
          <a:prstGeom prst="rect">
            <a:avLst/>
          </a:prstGeom>
          <a:blipFill>
            <a:blip r:embed="rId5" cstate="print"/>
            <a:stretch>
              <a:fillRect/>
            </a:stretch>
          </a:blipFill>
        </p:spPr>
        <p:txBody>
          <a:bodyPr wrap="square" lIns="0" tIns="0" rIns="0" bIns="0" rtlCol="0"/>
          <a:lstStyle/>
          <a:p>
            <a:endParaRPr>
              <a:latin typeface="Comic Sans MS" panose="030F0702030302020204" pitchFamily="66" charset="0"/>
            </a:endParaRPr>
          </a:p>
        </p:txBody>
      </p:sp>
      <p:sp>
        <p:nvSpPr>
          <p:cNvPr id="14" name="object 14"/>
          <p:cNvSpPr/>
          <p:nvPr/>
        </p:nvSpPr>
        <p:spPr>
          <a:xfrm>
            <a:off x="4427791" y="2005964"/>
            <a:ext cx="6128385" cy="1149985"/>
          </a:xfrm>
          <a:custGeom>
            <a:avLst/>
            <a:gdLst/>
            <a:ahLst/>
            <a:cxnLst/>
            <a:rect l="l" t="t" r="r" b="b"/>
            <a:pathLst>
              <a:path w="6128384" h="1149985">
                <a:moveTo>
                  <a:pt x="0" y="0"/>
                </a:moveTo>
                <a:lnTo>
                  <a:pt x="6127964" y="0"/>
                </a:lnTo>
                <a:lnTo>
                  <a:pt x="6127964" y="1149948"/>
                </a:lnTo>
                <a:lnTo>
                  <a:pt x="0" y="1149948"/>
                </a:lnTo>
                <a:lnTo>
                  <a:pt x="0"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15" name="object 15"/>
          <p:cNvSpPr txBox="1"/>
          <p:nvPr/>
        </p:nvSpPr>
        <p:spPr>
          <a:xfrm>
            <a:off x="4566729" y="2182368"/>
            <a:ext cx="1345565" cy="827278"/>
          </a:xfrm>
          <a:prstGeom prst="rect">
            <a:avLst/>
          </a:prstGeom>
        </p:spPr>
        <p:txBody>
          <a:bodyPr vert="horz" wrap="square" lIns="0" tIns="0" rIns="0" bIns="0" rtlCol="0">
            <a:spAutoFit/>
          </a:bodyPr>
          <a:lstStyle/>
          <a:p>
            <a:pPr marL="12700" marR="5080">
              <a:lnSpc>
                <a:spcPct val="101000"/>
              </a:lnSpc>
            </a:pPr>
            <a:r>
              <a:rPr sz="1800" spc="-5" dirty="0">
                <a:solidFill>
                  <a:srgbClr val="FFFFFF"/>
                </a:solidFill>
                <a:latin typeface="Comic Sans MS" panose="030F0702030302020204" pitchFamily="66" charset="0"/>
                <a:cs typeface="Calibri" panose="020F0502020204030204" pitchFamily="34" charset="0"/>
              </a:rPr>
              <a:t>E</a:t>
            </a:r>
            <a:r>
              <a:rPr sz="1800" dirty="0">
                <a:solidFill>
                  <a:srgbClr val="FFFFFF"/>
                </a:solidFill>
                <a:latin typeface="Comic Sans MS" panose="030F0702030302020204" pitchFamily="66" charset="0"/>
                <a:cs typeface="Calibri" panose="020F0502020204030204" pitchFamily="34" charset="0"/>
              </a:rPr>
              <a:t>na</a:t>
            </a:r>
            <a:r>
              <a:rPr sz="1800" spc="-5" dirty="0">
                <a:solidFill>
                  <a:srgbClr val="FFFFFF"/>
                </a:solidFill>
                <a:latin typeface="Comic Sans MS" panose="030F0702030302020204" pitchFamily="66" charset="0"/>
                <a:cs typeface="Calibri" panose="020F0502020204030204" pitchFamily="34" charset="0"/>
              </a:rPr>
              <a:t>b</a:t>
            </a:r>
            <a:r>
              <a:rPr sz="1800" spc="-10" dirty="0">
                <a:solidFill>
                  <a:srgbClr val="FFFFFF"/>
                </a:solidFill>
                <a:latin typeface="Comic Sans MS" panose="030F0702030302020204" pitchFamily="66" charset="0"/>
                <a:cs typeface="Calibri" panose="020F0502020204030204" pitchFamily="34" charset="0"/>
              </a:rPr>
              <a:t>l</a:t>
            </a:r>
            <a:r>
              <a:rPr sz="1800" dirty="0">
                <a:solidFill>
                  <a:srgbClr val="FFFFFF"/>
                </a:solidFill>
                <a:latin typeface="Comic Sans MS" panose="030F0702030302020204" pitchFamily="66" charset="0"/>
                <a:cs typeface="Calibri" panose="020F0502020204030204" pitchFamily="34" charset="0"/>
              </a:rPr>
              <a:t>e La</a:t>
            </a:r>
            <a:r>
              <a:rPr sz="1800" spc="-10" dirty="0">
                <a:solidFill>
                  <a:srgbClr val="FFFFFF"/>
                </a:solidFill>
                <a:latin typeface="Comic Sans MS" panose="030F0702030302020204" pitchFamily="66" charset="0"/>
                <a:cs typeface="Calibri" panose="020F0502020204030204" pitchFamily="34" charset="0"/>
              </a:rPr>
              <a:t>r</a:t>
            </a:r>
            <a:r>
              <a:rPr sz="1800" spc="-15" dirty="0">
                <a:solidFill>
                  <a:srgbClr val="FFFFFF"/>
                </a:solidFill>
                <a:latin typeface="Comic Sans MS" panose="030F0702030302020204" pitchFamily="66" charset="0"/>
                <a:cs typeface="Calibri" panose="020F0502020204030204" pitchFamily="34" charset="0"/>
              </a:rPr>
              <a:t>g</a:t>
            </a:r>
            <a:r>
              <a:rPr sz="1800" dirty="0">
                <a:solidFill>
                  <a:srgbClr val="FFFFFF"/>
                </a:solidFill>
                <a:latin typeface="Comic Sans MS" panose="030F0702030302020204" pitchFamily="66" charset="0"/>
                <a:cs typeface="Calibri" panose="020F0502020204030204" pitchFamily="34" charset="0"/>
              </a:rPr>
              <a:t>e </a:t>
            </a:r>
            <a:r>
              <a:rPr sz="1800" spc="-5" dirty="0">
                <a:solidFill>
                  <a:srgbClr val="FFFFFF"/>
                </a:solidFill>
                <a:latin typeface="Comic Sans MS" panose="030F0702030302020204" pitchFamily="66" charset="0"/>
                <a:cs typeface="Calibri" panose="020F0502020204030204" pitchFamily="34" charset="0"/>
              </a:rPr>
              <a:t>D</a:t>
            </a:r>
            <a:r>
              <a:rPr sz="1800" dirty="0">
                <a:solidFill>
                  <a:srgbClr val="FFFFFF"/>
                </a:solidFill>
                <a:latin typeface="Comic Sans MS" panose="030F0702030302020204" pitchFamily="66" charset="0"/>
                <a:cs typeface="Calibri" panose="020F0502020204030204" pitchFamily="34" charset="0"/>
              </a:rPr>
              <a:t>a</a:t>
            </a:r>
            <a:r>
              <a:rPr sz="1800" spc="-5" dirty="0">
                <a:solidFill>
                  <a:srgbClr val="FFFFFF"/>
                </a:solidFill>
                <a:latin typeface="Comic Sans MS" panose="030F0702030302020204" pitchFamily="66" charset="0"/>
                <a:cs typeface="Calibri" panose="020F0502020204030204" pitchFamily="34" charset="0"/>
              </a:rPr>
              <a:t>t</a:t>
            </a:r>
            <a:r>
              <a:rPr sz="1800" dirty="0">
                <a:solidFill>
                  <a:srgbClr val="FFFFFF"/>
                </a:solidFill>
                <a:latin typeface="Comic Sans MS" panose="030F0702030302020204" pitchFamily="66" charset="0"/>
                <a:cs typeface="Calibri" panose="020F0502020204030204" pitchFamily="34" charset="0"/>
              </a:rPr>
              <a:t>a</a:t>
            </a:r>
            <a:r>
              <a:rPr sz="1800" spc="-5" dirty="0">
                <a:solidFill>
                  <a:srgbClr val="FFFFFF"/>
                </a:solidFill>
                <a:latin typeface="Comic Sans MS" panose="030F0702030302020204" pitchFamily="66" charset="0"/>
                <a:cs typeface="Calibri" panose="020F0502020204030204" pitchFamily="34" charset="0"/>
              </a:rPr>
              <a:t> M</a:t>
            </a:r>
            <a:r>
              <a:rPr sz="1800" spc="-15" dirty="0">
                <a:solidFill>
                  <a:srgbClr val="FFFFFF"/>
                </a:solidFill>
                <a:latin typeface="Comic Sans MS" panose="030F0702030302020204" pitchFamily="66" charset="0"/>
                <a:cs typeface="Calibri" panose="020F0502020204030204" pitchFamily="34" charset="0"/>
              </a:rPr>
              <a:t>od</a:t>
            </a:r>
            <a:r>
              <a:rPr sz="1800" spc="5" dirty="0">
                <a:solidFill>
                  <a:srgbClr val="FFFFFF"/>
                </a:solidFill>
                <a:latin typeface="Comic Sans MS" panose="030F0702030302020204" pitchFamily="66" charset="0"/>
                <a:cs typeface="Calibri" panose="020F0502020204030204" pitchFamily="34" charset="0"/>
              </a:rPr>
              <a:t>e</a:t>
            </a:r>
            <a:r>
              <a:rPr sz="1800" spc="-15" dirty="0">
                <a:solidFill>
                  <a:srgbClr val="FFFFFF"/>
                </a:solidFill>
                <a:latin typeface="Comic Sans MS" panose="030F0702030302020204" pitchFamily="66" charset="0"/>
                <a:cs typeface="Calibri" panose="020F0502020204030204" pitchFamily="34" charset="0"/>
              </a:rPr>
              <a:t>l</a:t>
            </a:r>
            <a:r>
              <a:rPr sz="1800" spc="-10" dirty="0">
                <a:solidFill>
                  <a:srgbClr val="FFFFFF"/>
                </a:solidFill>
                <a:latin typeface="Comic Sans MS" panose="030F0702030302020204" pitchFamily="66" charset="0"/>
                <a:cs typeface="Calibri" panose="020F0502020204030204" pitchFamily="34" charset="0"/>
              </a:rPr>
              <a:t>s</a:t>
            </a:r>
            <a:endParaRPr sz="1800" dirty="0">
              <a:latin typeface="Comic Sans MS" panose="030F0702030302020204" pitchFamily="66" charset="0"/>
              <a:cs typeface="Calibri" panose="020F0502020204030204" pitchFamily="34" charset="0"/>
            </a:endParaRPr>
          </a:p>
        </p:txBody>
      </p:sp>
      <p:sp>
        <p:nvSpPr>
          <p:cNvPr id="16" name="object 16"/>
          <p:cNvSpPr/>
          <p:nvPr/>
        </p:nvSpPr>
        <p:spPr>
          <a:xfrm>
            <a:off x="6303468" y="2017909"/>
            <a:ext cx="4241800" cy="1109980"/>
          </a:xfrm>
          <a:custGeom>
            <a:avLst/>
            <a:gdLst/>
            <a:ahLst/>
            <a:cxnLst/>
            <a:rect l="l" t="t" r="r" b="b"/>
            <a:pathLst>
              <a:path w="4241800" h="1109980">
                <a:moveTo>
                  <a:pt x="4241800" y="0"/>
                </a:moveTo>
                <a:lnTo>
                  <a:pt x="378282" y="0"/>
                </a:lnTo>
                <a:lnTo>
                  <a:pt x="0" y="554915"/>
                </a:lnTo>
                <a:lnTo>
                  <a:pt x="378282" y="1109825"/>
                </a:lnTo>
                <a:lnTo>
                  <a:pt x="4241800" y="1109825"/>
                </a:lnTo>
                <a:lnTo>
                  <a:pt x="4241800" y="0"/>
                </a:lnTo>
                <a:close/>
              </a:path>
            </a:pathLst>
          </a:custGeom>
          <a:solidFill>
            <a:srgbClr val="FFFFFF"/>
          </a:solidFill>
        </p:spPr>
        <p:txBody>
          <a:bodyPr wrap="square" lIns="0" tIns="0" rIns="0" bIns="0" rtlCol="0"/>
          <a:lstStyle/>
          <a:p>
            <a:endParaRPr>
              <a:latin typeface="Comic Sans MS" panose="030F0702030302020204" pitchFamily="66" charset="0"/>
            </a:endParaRPr>
          </a:p>
        </p:txBody>
      </p:sp>
      <p:sp>
        <p:nvSpPr>
          <p:cNvPr id="17" name="object 17"/>
          <p:cNvSpPr/>
          <p:nvPr/>
        </p:nvSpPr>
        <p:spPr>
          <a:xfrm>
            <a:off x="6303468" y="2017909"/>
            <a:ext cx="4241800" cy="1109980"/>
          </a:xfrm>
          <a:custGeom>
            <a:avLst/>
            <a:gdLst/>
            <a:ahLst/>
            <a:cxnLst/>
            <a:rect l="l" t="t" r="r" b="b"/>
            <a:pathLst>
              <a:path w="4241800" h="1109980">
                <a:moveTo>
                  <a:pt x="4241800" y="0"/>
                </a:moveTo>
                <a:lnTo>
                  <a:pt x="378283" y="0"/>
                </a:lnTo>
                <a:lnTo>
                  <a:pt x="0" y="554915"/>
                </a:lnTo>
                <a:lnTo>
                  <a:pt x="378283" y="1109826"/>
                </a:lnTo>
                <a:lnTo>
                  <a:pt x="4241800" y="1109826"/>
                </a:lnTo>
                <a:lnTo>
                  <a:pt x="4241800" y="0"/>
                </a:lnTo>
                <a:close/>
              </a:path>
            </a:pathLst>
          </a:custGeom>
          <a:ln w="25400">
            <a:solidFill>
              <a:srgbClr val="76B900"/>
            </a:solidFill>
          </a:ln>
        </p:spPr>
        <p:txBody>
          <a:bodyPr wrap="square" lIns="0" tIns="0" rIns="0" bIns="0" rtlCol="0"/>
          <a:lstStyle/>
          <a:p>
            <a:endParaRPr>
              <a:latin typeface="Comic Sans MS" panose="030F0702030302020204" pitchFamily="66" charset="0"/>
            </a:endParaRPr>
          </a:p>
        </p:txBody>
      </p:sp>
      <p:sp>
        <p:nvSpPr>
          <p:cNvPr id="18" name="object 18"/>
          <p:cNvSpPr txBox="1"/>
          <p:nvPr/>
        </p:nvSpPr>
        <p:spPr>
          <a:xfrm>
            <a:off x="6804148" y="2071921"/>
            <a:ext cx="3593465" cy="1048172"/>
          </a:xfrm>
          <a:prstGeom prst="rect">
            <a:avLst/>
          </a:prstGeom>
        </p:spPr>
        <p:txBody>
          <a:bodyPr vert="horz" wrap="square" lIns="0" tIns="0" rIns="0" bIns="0" rtlCol="0">
            <a:spAutoFit/>
          </a:bodyPr>
          <a:lstStyle/>
          <a:p>
            <a:pPr marL="12700" marR="5080">
              <a:lnSpc>
                <a:spcPct val="130000"/>
              </a:lnSpc>
            </a:pPr>
            <a:r>
              <a:rPr sz="1800" spc="-20" dirty="0">
                <a:latin typeface="Comic Sans MS" panose="030F0702030302020204" pitchFamily="66" charset="0"/>
                <a:cs typeface="Calibri" panose="020F0502020204030204" pitchFamily="34" charset="0"/>
              </a:rPr>
              <a:t>O</a:t>
            </a:r>
            <a:r>
              <a:rPr sz="1800" spc="-5" dirty="0">
                <a:latin typeface="Comic Sans MS" panose="030F0702030302020204" pitchFamily="66" charset="0"/>
                <a:cs typeface="Calibri" panose="020F0502020204030204" pitchFamily="34" charset="0"/>
              </a:rPr>
              <a:t>v</a:t>
            </a:r>
            <a:r>
              <a:rPr sz="1800" spc="5" dirty="0">
                <a:latin typeface="Comic Sans MS" panose="030F0702030302020204" pitchFamily="66" charset="0"/>
                <a:cs typeface="Calibri" panose="020F0502020204030204" pitchFamily="34" charset="0"/>
              </a:rPr>
              <a:t>e</a:t>
            </a:r>
            <a:r>
              <a:rPr sz="1800" spc="-15" dirty="0">
                <a:latin typeface="Comic Sans MS" panose="030F0702030302020204" pitchFamily="66" charset="0"/>
                <a:cs typeface="Calibri" panose="020F0502020204030204" pitchFamily="34" charset="0"/>
              </a:rPr>
              <a:t>rs</a:t>
            </a:r>
            <a:r>
              <a:rPr sz="1800" dirty="0">
                <a:latin typeface="Comic Sans MS" panose="030F0702030302020204" pitchFamily="66" charset="0"/>
                <a:cs typeface="Calibri" panose="020F0502020204030204" pitchFamily="34" charset="0"/>
              </a:rPr>
              <a:t>u</a:t>
            </a:r>
            <a:r>
              <a:rPr sz="1800" spc="-5" dirty="0">
                <a:latin typeface="Comic Sans MS" panose="030F0702030302020204" pitchFamily="66" charset="0"/>
                <a:cs typeface="Calibri" panose="020F0502020204030204" pitchFamily="34" charset="0"/>
              </a:rPr>
              <a:t>b</a:t>
            </a:r>
            <a:r>
              <a:rPr sz="1800" spc="-15" dirty="0">
                <a:latin typeface="Comic Sans MS" panose="030F0702030302020204" pitchFamily="66" charset="0"/>
                <a:cs typeface="Calibri" panose="020F0502020204030204" pitchFamily="34" charset="0"/>
              </a:rPr>
              <a:t>s</a:t>
            </a:r>
            <a:r>
              <a:rPr sz="1800" spc="-5" dirty="0">
                <a:latin typeface="Comic Sans MS" panose="030F0702030302020204" pitchFamily="66" charset="0"/>
                <a:cs typeface="Calibri" panose="020F0502020204030204" pitchFamily="34" charset="0"/>
              </a:rPr>
              <a:t>c</a:t>
            </a:r>
            <a:r>
              <a:rPr sz="1800" spc="-15" dirty="0">
                <a:latin typeface="Comic Sans MS" panose="030F0702030302020204" pitchFamily="66" charset="0"/>
                <a:cs typeface="Calibri" panose="020F0502020204030204" pitchFamily="34" charset="0"/>
              </a:rPr>
              <a:t>rib</a:t>
            </a:r>
            <a:r>
              <a:rPr sz="1800" dirty="0">
                <a:latin typeface="Comic Sans MS" panose="030F0702030302020204" pitchFamily="66" charset="0"/>
                <a:cs typeface="Calibri" panose="020F0502020204030204" pitchFamily="34" charset="0"/>
              </a:rPr>
              <a:t>e </a:t>
            </a:r>
            <a:r>
              <a:rPr sz="1800" spc="-5" dirty="0">
                <a:latin typeface="Comic Sans MS" panose="030F0702030302020204" pitchFamily="66" charset="0"/>
                <a:cs typeface="Calibri" panose="020F0502020204030204" pitchFamily="34" charset="0"/>
              </a:rPr>
              <a:t>G</a:t>
            </a:r>
            <a:r>
              <a:rPr sz="1800" spc="-15" dirty="0">
                <a:latin typeface="Comic Sans MS" panose="030F0702030302020204" pitchFamily="66" charset="0"/>
                <a:cs typeface="Calibri" panose="020F0502020204030204" pitchFamily="34" charset="0"/>
              </a:rPr>
              <a:t>P</a:t>
            </a:r>
            <a:r>
              <a:rPr sz="1800" dirty="0">
                <a:latin typeface="Comic Sans MS" panose="030F0702030302020204" pitchFamily="66" charset="0"/>
                <a:cs typeface="Calibri" panose="020F0502020204030204" pitchFamily="34" charset="0"/>
              </a:rPr>
              <a:t>U</a:t>
            </a:r>
            <a:r>
              <a:rPr sz="1800" spc="-10"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mem</a:t>
            </a:r>
            <a:r>
              <a:rPr sz="1800" spc="-15" dirty="0">
                <a:latin typeface="Comic Sans MS" panose="030F0702030302020204" pitchFamily="66" charset="0"/>
                <a:cs typeface="Calibri" panose="020F0502020204030204" pitchFamily="34" charset="0"/>
              </a:rPr>
              <a:t>ory A</a:t>
            </a:r>
            <a:r>
              <a:rPr sz="1800" spc="-20" dirty="0">
                <a:latin typeface="Comic Sans MS" panose="030F0702030302020204" pitchFamily="66" charset="0"/>
                <a:cs typeface="Calibri" panose="020F0502020204030204" pitchFamily="34" charset="0"/>
              </a:rPr>
              <a:t>ll</a:t>
            </a:r>
            <a:r>
              <a:rPr sz="1800" spc="-15" dirty="0">
                <a:latin typeface="Comic Sans MS" panose="030F0702030302020204" pitchFamily="66" charset="0"/>
                <a:cs typeface="Calibri" panose="020F0502020204030204" pitchFamily="34" charset="0"/>
              </a:rPr>
              <a:t>o</a:t>
            </a:r>
            <a:r>
              <a:rPr sz="1800" spc="-5" dirty="0">
                <a:latin typeface="Comic Sans MS" panose="030F0702030302020204" pitchFamily="66" charset="0"/>
                <a:cs typeface="Calibri" panose="020F0502020204030204" pitchFamily="34" charset="0"/>
              </a:rPr>
              <a:t>c</a:t>
            </a:r>
            <a:r>
              <a:rPr sz="1800" spc="5"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t</a:t>
            </a:r>
            <a:r>
              <a:rPr sz="1800" dirty="0">
                <a:latin typeface="Comic Sans MS" panose="030F0702030302020204" pitchFamily="66" charset="0"/>
                <a:cs typeface="Calibri" panose="020F0502020204030204" pitchFamily="34" charset="0"/>
              </a:rPr>
              <a:t>e up</a:t>
            </a:r>
            <a:r>
              <a:rPr sz="1800" spc="-10"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t</a:t>
            </a:r>
            <a:r>
              <a:rPr sz="1800" spc="-10" dirty="0">
                <a:latin typeface="Comic Sans MS" panose="030F0702030302020204" pitchFamily="66" charset="0"/>
                <a:cs typeface="Calibri" panose="020F0502020204030204" pitchFamily="34" charset="0"/>
              </a:rPr>
              <a:t>o </a:t>
            </a:r>
            <a:r>
              <a:rPr sz="1800" spc="-15" dirty="0">
                <a:latin typeface="Comic Sans MS" panose="030F0702030302020204" pitchFamily="66" charset="0"/>
                <a:cs typeface="Calibri" panose="020F0502020204030204" pitchFamily="34" charset="0"/>
              </a:rPr>
              <a:t>s</a:t>
            </a:r>
            <a:r>
              <a:rPr sz="1800" spc="-10" dirty="0">
                <a:latin typeface="Comic Sans MS" panose="030F0702030302020204" pitchFamily="66" charset="0"/>
                <a:cs typeface="Calibri" panose="020F0502020204030204" pitchFamily="34" charset="0"/>
              </a:rPr>
              <a:t>y</a:t>
            </a:r>
            <a:r>
              <a:rPr sz="1800" spc="-15" dirty="0">
                <a:latin typeface="Comic Sans MS" panose="030F0702030302020204" pitchFamily="66" charset="0"/>
                <a:cs typeface="Calibri" panose="020F0502020204030204" pitchFamily="34" charset="0"/>
              </a:rPr>
              <a:t>s</a:t>
            </a:r>
            <a:r>
              <a:rPr sz="1800" spc="-5" dirty="0">
                <a:latin typeface="Comic Sans MS" panose="030F0702030302020204" pitchFamily="66" charset="0"/>
                <a:cs typeface="Calibri" panose="020F0502020204030204" pitchFamily="34" charset="0"/>
              </a:rPr>
              <a:t>t</a:t>
            </a:r>
            <a:r>
              <a:rPr sz="1800" spc="5" dirty="0">
                <a:latin typeface="Comic Sans MS" panose="030F0702030302020204" pitchFamily="66" charset="0"/>
                <a:cs typeface="Calibri" panose="020F0502020204030204" pitchFamily="34" charset="0"/>
              </a:rPr>
              <a:t>e</a:t>
            </a:r>
            <a:r>
              <a:rPr sz="1800" dirty="0">
                <a:latin typeface="Comic Sans MS" panose="030F0702030302020204" pitchFamily="66" charset="0"/>
                <a:cs typeface="Calibri" panose="020F0502020204030204" pitchFamily="34" charset="0"/>
              </a:rPr>
              <a:t>m </a:t>
            </a:r>
            <a:r>
              <a:rPr sz="1800" spc="5" dirty="0">
                <a:latin typeface="Comic Sans MS" panose="030F0702030302020204" pitchFamily="66" charset="0"/>
                <a:cs typeface="Calibri" panose="020F0502020204030204" pitchFamily="34" charset="0"/>
              </a:rPr>
              <a:t>mem</a:t>
            </a:r>
            <a:r>
              <a:rPr sz="1800" spc="-15" dirty="0">
                <a:latin typeface="Comic Sans MS" panose="030F0702030302020204" pitchFamily="66" charset="0"/>
                <a:cs typeface="Calibri" panose="020F0502020204030204" pitchFamily="34" charset="0"/>
              </a:rPr>
              <a:t>o</a:t>
            </a:r>
            <a:r>
              <a:rPr sz="1800" spc="-10" dirty="0">
                <a:latin typeface="Comic Sans MS" panose="030F0702030302020204" pitchFamily="66" charset="0"/>
                <a:cs typeface="Calibri" panose="020F0502020204030204" pitchFamily="34" charset="0"/>
              </a:rPr>
              <a:t>ry </a:t>
            </a:r>
            <a:r>
              <a:rPr sz="1800" spc="-15" dirty="0">
                <a:latin typeface="Comic Sans MS" panose="030F0702030302020204" pitchFamily="66" charset="0"/>
                <a:cs typeface="Calibri" panose="020F0502020204030204" pitchFamily="34" charset="0"/>
              </a:rPr>
              <a:t>s</a:t>
            </a:r>
            <a:r>
              <a:rPr sz="1800" spc="-5" dirty="0">
                <a:latin typeface="Comic Sans MS" panose="030F0702030302020204" pitchFamily="66" charset="0"/>
                <a:cs typeface="Calibri" panose="020F0502020204030204" pitchFamily="34" charset="0"/>
              </a:rPr>
              <a:t>i</a:t>
            </a:r>
            <a:r>
              <a:rPr sz="1800" spc="-15" dirty="0">
                <a:latin typeface="Comic Sans MS" panose="030F0702030302020204" pitchFamily="66" charset="0"/>
                <a:cs typeface="Calibri" panose="020F0502020204030204" pitchFamily="34" charset="0"/>
              </a:rPr>
              <a:t>z</a:t>
            </a:r>
            <a:r>
              <a:rPr sz="1800" dirty="0">
                <a:latin typeface="Comic Sans MS" panose="030F0702030302020204" pitchFamily="66" charset="0"/>
                <a:cs typeface="Calibri" panose="020F0502020204030204" pitchFamily="34" charset="0"/>
              </a:rPr>
              <a:t>e</a:t>
            </a:r>
          </a:p>
        </p:txBody>
      </p:sp>
      <p:sp>
        <p:nvSpPr>
          <p:cNvPr id="19" name="object 19"/>
          <p:cNvSpPr/>
          <p:nvPr/>
        </p:nvSpPr>
        <p:spPr>
          <a:xfrm>
            <a:off x="4398264" y="4437888"/>
            <a:ext cx="6187440" cy="1234440"/>
          </a:xfrm>
          <a:prstGeom prst="rect">
            <a:avLst/>
          </a:prstGeom>
          <a:blipFill>
            <a:blip r:embed="rId6" cstate="print"/>
            <a:stretch>
              <a:fillRect/>
            </a:stretch>
          </a:blipFill>
        </p:spPr>
        <p:txBody>
          <a:bodyPr wrap="square" lIns="0" tIns="0" rIns="0" bIns="0" rtlCol="0"/>
          <a:lstStyle/>
          <a:p>
            <a:endParaRPr>
              <a:latin typeface="Comic Sans MS" panose="030F0702030302020204" pitchFamily="66" charset="0"/>
            </a:endParaRPr>
          </a:p>
        </p:txBody>
      </p:sp>
      <p:sp>
        <p:nvSpPr>
          <p:cNvPr id="20" name="object 20"/>
          <p:cNvSpPr/>
          <p:nvPr/>
        </p:nvSpPr>
        <p:spPr>
          <a:xfrm>
            <a:off x="4349496" y="4532376"/>
            <a:ext cx="1972055" cy="1118616"/>
          </a:xfrm>
          <a:prstGeom prst="rect">
            <a:avLst/>
          </a:prstGeom>
          <a:blipFill>
            <a:blip r:embed="rId7" cstate="print"/>
            <a:stretch>
              <a:fillRect/>
            </a:stretch>
          </a:blipFill>
        </p:spPr>
        <p:txBody>
          <a:bodyPr wrap="square" lIns="0" tIns="0" rIns="0" bIns="0" rtlCol="0"/>
          <a:lstStyle/>
          <a:p>
            <a:endParaRPr>
              <a:latin typeface="Comic Sans MS" panose="030F0702030302020204" pitchFamily="66" charset="0"/>
            </a:endParaRPr>
          </a:p>
        </p:txBody>
      </p:sp>
      <p:sp>
        <p:nvSpPr>
          <p:cNvPr id="21" name="object 21"/>
          <p:cNvSpPr/>
          <p:nvPr/>
        </p:nvSpPr>
        <p:spPr>
          <a:xfrm>
            <a:off x="4438434" y="4460896"/>
            <a:ext cx="6107430" cy="1149985"/>
          </a:xfrm>
          <a:custGeom>
            <a:avLst/>
            <a:gdLst/>
            <a:ahLst/>
            <a:cxnLst/>
            <a:rect l="l" t="t" r="r" b="b"/>
            <a:pathLst>
              <a:path w="6107430" h="1149985">
                <a:moveTo>
                  <a:pt x="0" y="0"/>
                </a:moveTo>
                <a:lnTo>
                  <a:pt x="6106833" y="0"/>
                </a:lnTo>
                <a:lnTo>
                  <a:pt x="6106833" y="1149948"/>
                </a:lnTo>
                <a:lnTo>
                  <a:pt x="0" y="1149948"/>
                </a:lnTo>
                <a:lnTo>
                  <a:pt x="0"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22" name="object 22"/>
          <p:cNvSpPr txBox="1"/>
          <p:nvPr/>
        </p:nvSpPr>
        <p:spPr>
          <a:xfrm>
            <a:off x="4521439" y="4534478"/>
            <a:ext cx="1635760" cy="1104277"/>
          </a:xfrm>
          <a:prstGeom prst="rect">
            <a:avLst/>
          </a:prstGeom>
        </p:spPr>
        <p:txBody>
          <a:bodyPr vert="horz" wrap="square" lIns="0" tIns="0" rIns="0" bIns="0" rtlCol="0">
            <a:spAutoFit/>
          </a:bodyPr>
          <a:lstStyle/>
          <a:p>
            <a:pPr marL="12700">
              <a:lnSpc>
                <a:spcPct val="100000"/>
              </a:lnSpc>
            </a:pPr>
            <a:r>
              <a:rPr sz="1800" spc="-245" dirty="0">
                <a:solidFill>
                  <a:srgbClr val="FFFFFF"/>
                </a:solidFill>
                <a:latin typeface="Comic Sans MS" panose="030F0702030302020204" pitchFamily="66" charset="0"/>
                <a:cs typeface="Calibri" panose="020F0502020204030204" pitchFamily="34" charset="0"/>
              </a:rPr>
              <a:t>T</a:t>
            </a:r>
            <a:r>
              <a:rPr sz="1800" spc="-10" dirty="0">
                <a:solidFill>
                  <a:srgbClr val="FFFFFF"/>
                </a:solidFill>
                <a:latin typeface="Comic Sans MS" panose="030F0702030302020204" pitchFamily="66" charset="0"/>
                <a:cs typeface="Calibri" panose="020F0502020204030204" pitchFamily="34" charset="0"/>
              </a:rPr>
              <a:t>u</a:t>
            </a:r>
            <a:r>
              <a:rPr sz="1800" dirty="0">
                <a:solidFill>
                  <a:srgbClr val="FFFFFF"/>
                </a:solidFill>
                <a:latin typeface="Comic Sans MS" panose="030F0702030302020204" pitchFamily="66" charset="0"/>
                <a:cs typeface="Calibri" panose="020F0502020204030204" pitchFamily="34" charset="0"/>
              </a:rPr>
              <a:t>ne</a:t>
            </a:r>
            <a:endParaRPr sz="1800" dirty="0">
              <a:latin typeface="Comic Sans MS" panose="030F0702030302020204" pitchFamily="66" charset="0"/>
              <a:cs typeface="Calibri" panose="020F0502020204030204" pitchFamily="34" charset="0"/>
            </a:endParaRPr>
          </a:p>
          <a:p>
            <a:pPr marL="12700" marR="5080">
              <a:lnSpc>
                <a:spcPct val="101000"/>
              </a:lnSpc>
              <a:spcBef>
                <a:spcPts val="25"/>
              </a:spcBef>
            </a:pPr>
            <a:r>
              <a:rPr sz="1800" spc="-5" dirty="0">
                <a:solidFill>
                  <a:srgbClr val="FFFFFF"/>
                </a:solidFill>
                <a:latin typeface="Comic Sans MS" panose="030F0702030302020204" pitchFamily="66" charset="0"/>
                <a:cs typeface="Calibri" panose="020F0502020204030204" pitchFamily="34" charset="0"/>
              </a:rPr>
              <a:t>U</a:t>
            </a:r>
            <a:r>
              <a:rPr sz="1800" dirty="0">
                <a:solidFill>
                  <a:srgbClr val="FFFFFF"/>
                </a:solidFill>
                <a:latin typeface="Comic Sans MS" panose="030F0702030302020204" pitchFamily="66" charset="0"/>
                <a:cs typeface="Calibri" panose="020F0502020204030204" pitchFamily="34" charset="0"/>
              </a:rPr>
              <a:t>n</a:t>
            </a:r>
            <a:r>
              <a:rPr sz="1800" spc="-5" dirty="0">
                <a:solidFill>
                  <a:srgbClr val="FFFFFF"/>
                </a:solidFill>
                <a:latin typeface="Comic Sans MS" panose="030F0702030302020204" pitchFamily="66" charset="0"/>
                <a:cs typeface="Calibri" panose="020F0502020204030204" pitchFamily="34" charset="0"/>
              </a:rPr>
              <a:t>i</a:t>
            </a:r>
            <a:r>
              <a:rPr sz="1800" spc="-15" dirty="0">
                <a:solidFill>
                  <a:srgbClr val="FFFFFF"/>
                </a:solidFill>
                <a:latin typeface="Comic Sans MS" panose="030F0702030302020204" pitchFamily="66" charset="0"/>
                <a:cs typeface="Calibri" panose="020F0502020204030204" pitchFamily="34" charset="0"/>
              </a:rPr>
              <a:t>fi</a:t>
            </a:r>
            <a:r>
              <a:rPr sz="1800" spc="5" dirty="0">
                <a:solidFill>
                  <a:srgbClr val="FFFFFF"/>
                </a:solidFill>
                <a:latin typeface="Comic Sans MS" panose="030F0702030302020204" pitchFamily="66" charset="0"/>
                <a:cs typeface="Calibri" panose="020F0502020204030204" pitchFamily="34" charset="0"/>
              </a:rPr>
              <a:t>e</a:t>
            </a:r>
            <a:r>
              <a:rPr sz="1800" dirty="0">
                <a:solidFill>
                  <a:srgbClr val="FFFFFF"/>
                </a:solidFill>
                <a:latin typeface="Comic Sans MS" panose="030F0702030302020204" pitchFamily="66" charset="0"/>
                <a:cs typeface="Calibri" panose="020F0502020204030204" pitchFamily="34" charset="0"/>
              </a:rPr>
              <a:t>d</a:t>
            </a:r>
            <a:r>
              <a:rPr sz="1800" spc="-10" dirty="0">
                <a:solidFill>
                  <a:srgbClr val="FFFFFF"/>
                </a:solidFill>
                <a:latin typeface="Comic Sans MS" panose="030F0702030302020204" pitchFamily="66" charset="0"/>
                <a:cs typeface="Calibri" panose="020F0502020204030204" pitchFamily="34" charset="0"/>
              </a:rPr>
              <a:t> </a:t>
            </a:r>
            <a:r>
              <a:rPr sz="1800" spc="-5" dirty="0">
                <a:solidFill>
                  <a:srgbClr val="FFFFFF"/>
                </a:solidFill>
                <a:latin typeface="Comic Sans MS" panose="030F0702030302020204" pitchFamily="66" charset="0"/>
                <a:cs typeface="Calibri" panose="020F0502020204030204" pitchFamily="34" charset="0"/>
              </a:rPr>
              <a:t>M</a:t>
            </a:r>
            <a:r>
              <a:rPr sz="1800" spc="5" dirty="0">
                <a:solidFill>
                  <a:srgbClr val="FFFFFF"/>
                </a:solidFill>
                <a:latin typeface="Comic Sans MS" panose="030F0702030302020204" pitchFamily="66" charset="0"/>
                <a:cs typeface="Calibri" panose="020F0502020204030204" pitchFamily="34" charset="0"/>
              </a:rPr>
              <a:t>em</a:t>
            </a:r>
            <a:r>
              <a:rPr sz="1800" spc="-15" dirty="0">
                <a:solidFill>
                  <a:srgbClr val="FFFFFF"/>
                </a:solidFill>
                <a:latin typeface="Comic Sans MS" panose="030F0702030302020204" pitchFamily="66" charset="0"/>
                <a:cs typeface="Calibri" panose="020F0502020204030204" pitchFamily="34" charset="0"/>
              </a:rPr>
              <a:t>o</a:t>
            </a:r>
            <a:r>
              <a:rPr sz="1800" spc="-10" dirty="0">
                <a:solidFill>
                  <a:srgbClr val="FFFFFF"/>
                </a:solidFill>
                <a:latin typeface="Comic Sans MS" panose="030F0702030302020204" pitchFamily="66" charset="0"/>
                <a:cs typeface="Calibri" panose="020F0502020204030204" pitchFamily="34" charset="0"/>
              </a:rPr>
              <a:t>r</a:t>
            </a:r>
            <a:r>
              <a:rPr sz="1800" dirty="0">
                <a:solidFill>
                  <a:srgbClr val="FFFFFF"/>
                </a:solidFill>
                <a:latin typeface="Comic Sans MS" panose="030F0702030302020204" pitchFamily="66" charset="0"/>
                <a:cs typeface="Calibri" panose="020F0502020204030204" pitchFamily="34" charset="0"/>
              </a:rPr>
              <a:t>y </a:t>
            </a:r>
            <a:r>
              <a:rPr sz="1800" spc="-90" dirty="0">
                <a:solidFill>
                  <a:srgbClr val="FFFFFF"/>
                </a:solidFill>
                <a:latin typeface="Comic Sans MS" panose="030F0702030302020204" pitchFamily="66" charset="0"/>
                <a:cs typeface="Calibri" panose="020F0502020204030204" pitchFamily="34" charset="0"/>
              </a:rPr>
              <a:t>P</a:t>
            </a:r>
            <a:r>
              <a:rPr sz="1800" spc="5" dirty="0">
                <a:solidFill>
                  <a:srgbClr val="FFFFFF"/>
                </a:solidFill>
                <a:latin typeface="Comic Sans MS" panose="030F0702030302020204" pitchFamily="66" charset="0"/>
                <a:cs typeface="Calibri" panose="020F0502020204030204" pitchFamily="34" charset="0"/>
              </a:rPr>
              <a:t>e</a:t>
            </a:r>
            <a:r>
              <a:rPr sz="1800" spc="-15" dirty="0">
                <a:solidFill>
                  <a:srgbClr val="FFFFFF"/>
                </a:solidFill>
                <a:latin typeface="Comic Sans MS" panose="030F0702030302020204" pitchFamily="66" charset="0"/>
                <a:cs typeface="Calibri" panose="020F0502020204030204" pitchFamily="34" charset="0"/>
              </a:rPr>
              <a:t>rfor</a:t>
            </a:r>
            <a:r>
              <a:rPr sz="1800" spc="5" dirty="0">
                <a:solidFill>
                  <a:srgbClr val="FFFFFF"/>
                </a:solidFill>
                <a:latin typeface="Comic Sans MS" panose="030F0702030302020204" pitchFamily="66" charset="0"/>
                <a:cs typeface="Calibri" panose="020F0502020204030204" pitchFamily="34" charset="0"/>
              </a:rPr>
              <a:t>m</a:t>
            </a:r>
            <a:r>
              <a:rPr sz="1800" dirty="0">
                <a:solidFill>
                  <a:srgbClr val="FFFFFF"/>
                </a:solidFill>
                <a:latin typeface="Comic Sans MS" panose="030F0702030302020204" pitchFamily="66" charset="0"/>
                <a:cs typeface="Calibri" panose="020F0502020204030204" pitchFamily="34" charset="0"/>
              </a:rPr>
              <a:t>an</a:t>
            </a:r>
            <a:r>
              <a:rPr sz="1800" spc="-5" dirty="0">
                <a:solidFill>
                  <a:srgbClr val="FFFFFF"/>
                </a:solidFill>
                <a:latin typeface="Comic Sans MS" panose="030F0702030302020204" pitchFamily="66" charset="0"/>
                <a:cs typeface="Calibri" panose="020F0502020204030204" pitchFamily="34" charset="0"/>
              </a:rPr>
              <a:t>c</a:t>
            </a:r>
            <a:r>
              <a:rPr sz="1800" dirty="0">
                <a:solidFill>
                  <a:srgbClr val="FFFFFF"/>
                </a:solidFill>
                <a:latin typeface="Comic Sans MS" panose="030F0702030302020204" pitchFamily="66" charset="0"/>
                <a:cs typeface="Calibri" panose="020F0502020204030204" pitchFamily="34" charset="0"/>
              </a:rPr>
              <a:t>e</a:t>
            </a:r>
            <a:endParaRPr sz="1800" dirty="0">
              <a:latin typeface="Comic Sans MS" panose="030F0702030302020204" pitchFamily="66" charset="0"/>
              <a:cs typeface="Calibri" panose="020F0502020204030204" pitchFamily="34" charset="0"/>
            </a:endParaRPr>
          </a:p>
        </p:txBody>
      </p:sp>
      <p:sp>
        <p:nvSpPr>
          <p:cNvPr id="23" name="object 23"/>
          <p:cNvSpPr/>
          <p:nvPr/>
        </p:nvSpPr>
        <p:spPr>
          <a:xfrm>
            <a:off x="6297035" y="4480957"/>
            <a:ext cx="4227195" cy="1109980"/>
          </a:xfrm>
          <a:custGeom>
            <a:avLst/>
            <a:gdLst/>
            <a:ahLst/>
            <a:cxnLst/>
            <a:rect l="l" t="t" r="r" b="b"/>
            <a:pathLst>
              <a:path w="4227195" h="1109979">
                <a:moveTo>
                  <a:pt x="4227173" y="0"/>
                </a:moveTo>
                <a:lnTo>
                  <a:pt x="378282" y="0"/>
                </a:lnTo>
                <a:lnTo>
                  <a:pt x="0" y="554915"/>
                </a:lnTo>
                <a:lnTo>
                  <a:pt x="378282" y="1109826"/>
                </a:lnTo>
                <a:lnTo>
                  <a:pt x="4227173" y="1109826"/>
                </a:lnTo>
                <a:lnTo>
                  <a:pt x="4227173" y="0"/>
                </a:lnTo>
                <a:close/>
              </a:path>
            </a:pathLst>
          </a:custGeom>
          <a:solidFill>
            <a:srgbClr val="FFFFFF"/>
          </a:solidFill>
        </p:spPr>
        <p:txBody>
          <a:bodyPr wrap="square" lIns="0" tIns="0" rIns="0" bIns="0" rtlCol="0"/>
          <a:lstStyle/>
          <a:p>
            <a:endParaRPr>
              <a:latin typeface="Comic Sans MS" panose="030F0702030302020204" pitchFamily="66" charset="0"/>
            </a:endParaRPr>
          </a:p>
        </p:txBody>
      </p:sp>
      <p:sp>
        <p:nvSpPr>
          <p:cNvPr id="24" name="object 24"/>
          <p:cNvSpPr/>
          <p:nvPr/>
        </p:nvSpPr>
        <p:spPr>
          <a:xfrm>
            <a:off x="6297036" y="4480957"/>
            <a:ext cx="4227195" cy="1109980"/>
          </a:xfrm>
          <a:custGeom>
            <a:avLst/>
            <a:gdLst/>
            <a:ahLst/>
            <a:cxnLst/>
            <a:rect l="l" t="t" r="r" b="b"/>
            <a:pathLst>
              <a:path w="4227195" h="1109979">
                <a:moveTo>
                  <a:pt x="4227173" y="0"/>
                </a:moveTo>
                <a:lnTo>
                  <a:pt x="378282" y="0"/>
                </a:lnTo>
                <a:lnTo>
                  <a:pt x="0" y="554915"/>
                </a:lnTo>
                <a:lnTo>
                  <a:pt x="378282" y="1109826"/>
                </a:lnTo>
                <a:lnTo>
                  <a:pt x="4227173" y="1109826"/>
                </a:lnTo>
                <a:lnTo>
                  <a:pt x="4227173" y="0"/>
                </a:lnTo>
                <a:close/>
              </a:path>
            </a:pathLst>
          </a:custGeom>
          <a:ln w="25400">
            <a:solidFill>
              <a:srgbClr val="76B900"/>
            </a:solidFill>
          </a:ln>
        </p:spPr>
        <p:txBody>
          <a:bodyPr wrap="square" lIns="0" tIns="0" rIns="0" bIns="0" rtlCol="0"/>
          <a:lstStyle/>
          <a:p>
            <a:endParaRPr>
              <a:latin typeface="Comic Sans MS" panose="030F0702030302020204" pitchFamily="66" charset="0"/>
            </a:endParaRPr>
          </a:p>
        </p:txBody>
      </p:sp>
      <p:sp>
        <p:nvSpPr>
          <p:cNvPr id="25" name="object 25"/>
          <p:cNvSpPr txBox="1"/>
          <p:nvPr/>
        </p:nvSpPr>
        <p:spPr>
          <a:xfrm>
            <a:off x="6797309" y="4743247"/>
            <a:ext cx="3629660" cy="686278"/>
          </a:xfrm>
          <a:prstGeom prst="rect">
            <a:avLst/>
          </a:prstGeom>
        </p:spPr>
        <p:txBody>
          <a:bodyPr vert="horz" wrap="square" lIns="0" tIns="0" rIns="0" bIns="0" rtlCol="0">
            <a:spAutoFit/>
          </a:bodyPr>
          <a:lstStyle/>
          <a:p>
            <a:pPr marL="12700" marR="5080">
              <a:lnSpc>
                <a:spcPct val="129000"/>
              </a:lnSpc>
            </a:pPr>
            <a:r>
              <a:rPr sz="1800" spc="-5" dirty="0">
                <a:latin typeface="Comic Sans MS" panose="030F0702030302020204" pitchFamily="66" charset="0"/>
                <a:cs typeface="Calibri" panose="020F0502020204030204" pitchFamily="34" charset="0"/>
              </a:rPr>
              <a:t>Us</a:t>
            </a:r>
            <a:r>
              <a:rPr sz="1800" spc="5"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g</a:t>
            </a:r>
            <a:r>
              <a:rPr sz="1800" dirty="0">
                <a:latin typeface="Comic Sans MS" panose="030F0702030302020204" pitchFamily="66" charset="0"/>
                <a:cs typeface="Calibri" panose="020F0502020204030204" pitchFamily="34" charset="0"/>
              </a:rPr>
              <a:t>e h</a:t>
            </a:r>
            <a:r>
              <a:rPr sz="1800" spc="-5" dirty="0">
                <a:latin typeface="Comic Sans MS" panose="030F0702030302020204" pitchFamily="66" charset="0"/>
                <a:cs typeface="Calibri" panose="020F0502020204030204" pitchFamily="34" charset="0"/>
              </a:rPr>
              <a:t>i</a:t>
            </a:r>
            <a:r>
              <a:rPr sz="1800" dirty="0">
                <a:latin typeface="Comic Sans MS" panose="030F0702030302020204" pitchFamily="66" charset="0"/>
                <a:cs typeface="Calibri" panose="020F0502020204030204" pitchFamily="34" charset="0"/>
              </a:rPr>
              <a:t>n</a:t>
            </a:r>
            <a:r>
              <a:rPr sz="1800" spc="-5" dirty="0">
                <a:latin typeface="Comic Sans MS" panose="030F0702030302020204" pitchFamily="66" charset="0"/>
                <a:cs typeface="Calibri" panose="020F0502020204030204" pitchFamily="34" charset="0"/>
              </a:rPr>
              <a:t>t</a:t>
            </a:r>
            <a:r>
              <a:rPr sz="1800" spc="-10" dirty="0">
                <a:latin typeface="Comic Sans MS" panose="030F0702030302020204" pitchFamily="66" charset="0"/>
                <a:cs typeface="Calibri" panose="020F0502020204030204" pitchFamily="34" charset="0"/>
              </a:rPr>
              <a:t>s </a:t>
            </a:r>
            <a:r>
              <a:rPr sz="1800" spc="-5" dirty="0">
                <a:latin typeface="Comic Sans MS" panose="030F0702030302020204" pitchFamily="66" charset="0"/>
                <a:cs typeface="Calibri" panose="020F0502020204030204" pitchFamily="34" charset="0"/>
              </a:rPr>
              <a:t>vi</a:t>
            </a:r>
            <a:r>
              <a:rPr sz="1800"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 c</a:t>
            </a:r>
            <a:r>
              <a:rPr sz="1800" dirty="0">
                <a:latin typeface="Comic Sans MS" panose="030F0702030302020204" pitchFamily="66" charset="0"/>
                <a:cs typeface="Calibri" panose="020F0502020204030204" pitchFamily="34" charset="0"/>
              </a:rPr>
              <a:t>u</a:t>
            </a:r>
            <a:r>
              <a:rPr sz="1800" spc="-5" dirty="0">
                <a:latin typeface="Comic Sans MS" panose="030F0702030302020204" pitchFamily="66" charset="0"/>
                <a:cs typeface="Calibri" panose="020F0502020204030204" pitchFamily="34" charset="0"/>
              </a:rPr>
              <a:t>d</a:t>
            </a:r>
            <a:r>
              <a:rPr sz="1800"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M</a:t>
            </a:r>
            <a:r>
              <a:rPr sz="1800" spc="5" dirty="0">
                <a:latin typeface="Comic Sans MS" panose="030F0702030302020204" pitchFamily="66" charset="0"/>
                <a:cs typeface="Calibri" panose="020F0502020204030204" pitchFamily="34" charset="0"/>
              </a:rPr>
              <a:t>em</a:t>
            </a:r>
            <a:r>
              <a:rPr sz="1800" spc="-15"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dvis</a:t>
            </a:r>
            <a:r>
              <a:rPr sz="1800" dirty="0">
                <a:latin typeface="Comic Sans MS" panose="030F0702030302020204" pitchFamily="66" charset="0"/>
                <a:cs typeface="Calibri" panose="020F0502020204030204" pitchFamily="34" charset="0"/>
              </a:rPr>
              <a:t>e</a:t>
            </a:r>
            <a:r>
              <a:rPr sz="1800" spc="-105" dirty="0">
                <a:latin typeface="Comic Sans MS" panose="030F0702030302020204" pitchFamily="66" charset="0"/>
                <a:cs typeface="Calibri" panose="020F0502020204030204" pitchFamily="34" charset="0"/>
              </a:rPr>
              <a:t> </a:t>
            </a:r>
            <a:r>
              <a:rPr sz="1800" spc="-15" dirty="0">
                <a:latin typeface="Comic Sans MS" panose="030F0702030302020204" pitchFamily="66" charset="0"/>
                <a:cs typeface="Calibri" panose="020F0502020204030204" pitchFamily="34" charset="0"/>
              </a:rPr>
              <a:t>AP</a:t>
            </a:r>
            <a:r>
              <a:rPr sz="1800" dirty="0">
                <a:latin typeface="Comic Sans MS" panose="030F0702030302020204" pitchFamily="66" charset="0"/>
                <a:cs typeface="Calibri" panose="020F0502020204030204" pitchFamily="34" charset="0"/>
              </a:rPr>
              <a:t>I </a:t>
            </a:r>
            <a:r>
              <a:rPr sz="1800" spc="-15" dirty="0">
                <a:latin typeface="Comic Sans MS" panose="030F0702030302020204" pitchFamily="66" charset="0"/>
                <a:cs typeface="Calibri" panose="020F0502020204030204" pitchFamily="34" charset="0"/>
              </a:rPr>
              <a:t>Exp</a:t>
            </a:r>
            <a:r>
              <a:rPr sz="1800" spc="-20" dirty="0">
                <a:latin typeface="Comic Sans MS" panose="030F0702030302020204" pitchFamily="66" charset="0"/>
                <a:cs typeface="Calibri" panose="020F0502020204030204" pitchFamily="34" charset="0"/>
              </a:rPr>
              <a:t>l</a:t>
            </a:r>
            <a:r>
              <a:rPr sz="1800" spc="-5" dirty="0">
                <a:latin typeface="Comic Sans MS" panose="030F0702030302020204" pitchFamily="66" charset="0"/>
                <a:cs typeface="Calibri" panose="020F0502020204030204" pitchFamily="34" charset="0"/>
              </a:rPr>
              <a:t>ici</a:t>
            </a:r>
            <a:r>
              <a:rPr sz="1800" dirty="0">
                <a:latin typeface="Comic Sans MS" panose="030F0702030302020204" pitchFamily="66" charset="0"/>
                <a:cs typeface="Calibri" panose="020F0502020204030204" pitchFamily="34" charset="0"/>
              </a:rPr>
              <a:t>t</a:t>
            </a:r>
            <a:r>
              <a:rPr sz="1800" spc="-10" dirty="0">
                <a:latin typeface="Comic Sans MS" panose="030F0702030302020204" pitchFamily="66" charset="0"/>
                <a:cs typeface="Calibri" panose="020F0502020204030204" pitchFamily="34" charset="0"/>
              </a:rPr>
              <a:t> </a:t>
            </a:r>
            <a:r>
              <a:rPr sz="1800" spc="-15" dirty="0">
                <a:solidFill>
                  <a:srgbClr val="FF0000"/>
                </a:solidFill>
                <a:latin typeface="Comic Sans MS" panose="030F0702030302020204" pitchFamily="66" charset="0"/>
                <a:cs typeface="Calibri" panose="020F0502020204030204" pitchFamily="34" charset="0"/>
              </a:rPr>
              <a:t>p</a:t>
            </a:r>
            <a:r>
              <a:rPr sz="1800" spc="-10" dirty="0">
                <a:solidFill>
                  <a:srgbClr val="FF0000"/>
                </a:solidFill>
                <a:latin typeface="Comic Sans MS" panose="030F0702030302020204" pitchFamily="66" charset="0"/>
                <a:cs typeface="Calibri" panose="020F0502020204030204" pitchFamily="34" charset="0"/>
              </a:rPr>
              <a:t>r</a:t>
            </a:r>
            <a:r>
              <a:rPr sz="1800" spc="5" dirty="0">
                <a:solidFill>
                  <a:srgbClr val="FF0000"/>
                </a:solidFill>
                <a:latin typeface="Comic Sans MS" panose="030F0702030302020204" pitchFamily="66" charset="0"/>
                <a:cs typeface="Calibri" panose="020F0502020204030204" pitchFamily="34" charset="0"/>
              </a:rPr>
              <a:t>e</a:t>
            </a:r>
            <a:r>
              <a:rPr sz="1800" spc="-15" dirty="0">
                <a:solidFill>
                  <a:srgbClr val="FF0000"/>
                </a:solidFill>
                <a:latin typeface="Comic Sans MS" panose="030F0702030302020204" pitchFamily="66" charset="0"/>
                <a:cs typeface="Calibri" panose="020F0502020204030204" pitchFamily="34" charset="0"/>
              </a:rPr>
              <a:t>f</a:t>
            </a:r>
            <a:r>
              <a:rPr sz="1800" spc="5" dirty="0">
                <a:solidFill>
                  <a:srgbClr val="FF0000"/>
                </a:solidFill>
                <a:latin typeface="Comic Sans MS" panose="030F0702030302020204" pitchFamily="66" charset="0"/>
                <a:cs typeface="Calibri" panose="020F0502020204030204" pitchFamily="34" charset="0"/>
              </a:rPr>
              <a:t>e</a:t>
            </a:r>
            <a:r>
              <a:rPr sz="1800" spc="-5" dirty="0">
                <a:solidFill>
                  <a:srgbClr val="FF0000"/>
                </a:solidFill>
                <a:latin typeface="Comic Sans MS" panose="030F0702030302020204" pitchFamily="66" charset="0"/>
                <a:cs typeface="Calibri" panose="020F0502020204030204" pitchFamily="34" charset="0"/>
              </a:rPr>
              <a:t>tc</a:t>
            </a:r>
            <a:r>
              <a:rPr sz="1800" dirty="0">
                <a:solidFill>
                  <a:srgbClr val="FF0000"/>
                </a:solidFill>
                <a:latin typeface="Comic Sans MS" panose="030F0702030302020204" pitchFamily="66" charset="0"/>
                <a:cs typeface="Calibri" panose="020F0502020204030204" pitchFamily="34" charset="0"/>
              </a:rPr>
              <a:t>h</a:t>
            </a:r>
            <a:r>
              <a:rPr sz="1800" spc="-5" dirty="0">
                <a:solidFill>
                  <a:srgbClr val="FF0000"/>
                </a:solidFill>
                <a:latin typeface="Comic Sans MS" panose="030F0702030302020204" pitchFamily="66" charset="0"/>
                <a:cs typeface="Calibri" panose="020F0502020204030204" pitchFamily="34" charset="0"/>
              </a:rPr>
              <a:t>i</a:t>
            </a:r>
            <a:r>
              <a:rPr sz="1800" dirty="0">
                <a:solidFill>
                  <a:srgbClr val="FF0000"/>
                </a:solidFill>
                <a:latin typeface="Comic Sans MS" panose="030F0702030302020204" pitchFamily="66" charset="0"/>
                <a:cs typeface="Calibri" panose="020F0502020204030204" pitchFamily="34" charset="0"/>
              </a:rPr>
              <a:t>n</a:t>
            </a:r>
            <a:r>
              <a:rPr sz="1800" spc="-10" dirty="0">
                <a:solidFill>
                  <a:srgbClr val="FF0000"/>
                </a:solidFill>
                <a:latin typeface="Comic Sans MS" panose="030F0702030302020204" pitchFamily="66" charset="0"/>
                <a:cs typeface="Calibri" panose="020F0502020204030204" pitchFamily="34" charset="0"/>
              </a:rPr>
              <a:t>g</a:t>
            </a:r>
            <a:r>
              <a:rPr sz="1800" spc="-110" dirty="0">
                <a:latin typeface="Comic Sans MS" panose="030F0702030302020204" pitchFamily="66" charset="0"/>
                <a:cs typeface="Calibri" panose="020F0502020204030204" pitchFamily="34" charset="0"/>
              </a:rPr>
              <a:t> </a:t>
            </a:r>
            <a:r>
              <a:rPr sz="1800" spc="-15" dirty="0">
                <a:latin typeface="Comic Sans MS" panose="030F0702030302020204" pitchFamily="66" charset="0"/>
                <a:cs typeface="Calibri" panose="020F0502020204030204" pitchFamily="34" charset="0"/>
              </a:rPr>
              <a:t>AP</a:t>
            </a:r>
            <a:r>
              <a:rPr sz="1800" dirty="0">
                <a:latin typeface="Comic Sans MS" panose="030F0702030302020204" pitchFamily="66" charset="0"/>
                <a:cs typeface="Calibri" panose="020F0502020204030204" pitchFamily="34" charset="0"/>
              </a:rPr>
              <a:t>I</a:t>
            </a:r>
          </a:p>
        </p:txBody>
      </p:sp>
      <p:sp>
        <p:nvSpPr>
          <p:cNvPr id="26" name="object 26"/>
          <p:cNvSpPr/>
          <p:nvPr/>
        </p:nvSpPr>
        <p:spPr>
          <a:xfrm>
            <a:off x="4398264" y="3200400"/>
            <a:ext cx="6208776" cy="1231392"/>
          </a:xfrm>
          <a:prstGeom prst="rect">
            <a:avLst/>
          </a:prstGeom>
          <a:blipFill>
            <a:blip r:embed="rId8" cstate="print"/>
            <a:stretch>
              <a:fillRect/>
            </a:stretch>
          </a:blipFill>
        </p:spPr>
        <p:txBody>
          <a:bodyPr wrap="square" lIns="0" tIns="0" rIns="0" bIns="0" rtlCol="0"/>
          <a:lstStyle/>
          <a:p>
            <a:endParaRPr>
              <a:latin typeface="Comic Sans MS" panose="030F0702030302020204" pitchFamily="66" charset="0"/>
            </a:endParaRPr>
          </a:p>
        </p:txBody>
      </p:sp>
      <p:sp>
        <p:nvSpPr>
          <p:cNvPr id="27" name="object 27"/>
          <p:cNvSpPr/>
          <p:nvPr/>
        </p:nvSpPr>
        <p:spPr>
          <a:xfrm>
            <a:off x="4349496" y="3432047"/>
            <a:ext cx="1652016" cy="838200"/>
          </a:xfrm>
          <a:prstGeom prst="rect">
            <a:avLst/>
          </a:prstGeom>
          <a:blipFill>
            <a:blip r:embed="rId9" cstate="print"/>
            <a:stretch>
              <a:fillRect/>
            </a:stretch>
          </a:blipFill>
        </p:spPr>
        <p:txBody>
          <a:bodyPr wrap="square" lIns="0" tIns="0" rIns="0" bIns="0" rtlCol="0"/>
          <a:lstStyle/>
          <a:p>
            <a:endParaRPr>
              <a:latin typeface="Comic Sans MS" panose="030F0702030302020204" pitchFamily="66" charset="0"/>
            </a:endParaRPr>
          </a:p>
        </p:txBody>
      </p:sp>
      <p:sp>
        <p:nvSpPr>
          <p:cNvPr id="28" name="object 28"/>
          <p:cNvSpPr/>
          <p:nvPr/>
        </p:nvSpPr>
        <p:spPr>
          <a:xfrm>
            <a:off x="4439018" y="3221595"/>
            <a:ext cx="6127750" cy="1149985"/>
          </a:xfrm>
          <a:custGeom>
            <a:avLst/>
            <a:gdLst/>
            <a:ahLst/>
            <a:cxnLst/>
            <a:rect l="l" t="t" r="r" b="b"/>
            <a:pathLst>
              <a:path w="6127750" h="1149985">
                <a:moveTo>
                  <a:pt x="0" y="0"/>
                </a:moveTo>
                <a:lnTo>
                  <a:pt x="6127381" y="0"/>
                </a:lnTo>
                <a:lnTo>
                  <a:pt x="6127381" y="1149948"/>
                </a:lnTo>
                <a:lnTo>
                  <a:pt x="0" y="1149948"/>
                </a:lnTo>
                <a:lnTo>
                  <a:pt x="0"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29" name="object 29"/>
          <p:cNvSpPr txBox="1"/>
          <p:nvPr/>
        </p:nvSpPr>
        <p:spPr>
          <a:xfrm>
            <a:off x="4566729" y="3325587"/>
            <a:ext cx="1315085" cy="834844"/>
          </a:xfrm>
          <a:prstGeom prst="rect">
            <a:avLst/>
          </a:prstGeom>
        </p:spPr>
        <p:txBody>
          <a:bodyPr vert="horz" wrap="square" lIns="0" tIns="0" rIns="0" bIns="0" rtlCol="0">
            <a:spAutoFit/>
          </a:bodyPr>
          <a:lstStyle/>
          <a:p>
            <a:pPr marL="12700" marR="5080">
              <a:lnSpc>
                <a:spcPct val="102000"/>
              </a:lnSpc>
            </a:pPr>
            <a:r>
              <a:rPr sz="1800" spc="-5" dirty="0">
                <a:solidFill>
                  <a:srgbClr val="FFFFFF"/>
                </a:solidFill>
                <a:latin typeface="Comic Sans MS" panose="030F0702030302020204" pitchFamily="66" charset="0"/>
                <a:cs typeface="Calibri" panose="020F0502020204030204" pitchFamily="34" charset="0"/>
              </a:rPr>
              <a:t>S</a:t>
            </a:r>
            <a:r>
              <a:rPr sz="1800" dirty="0">
                <a:solidFill>
                  <a:srgbClr val="FFFFFF"/>
                </a:solidFill>
                <a:latin typeface="Comic Sans MS" panose="030F0702030302020204" pitchFamily="66" charset="0"/>
                <a:cs typeface="Calibri" panose="020F0502020204030204" pitchFamily="34" charset="0"/>
              </a:rPr>
              <a:t>i</a:t>
            </a:r>
            <a:r>
              <a:rPr sz="1800" spc="5" dirty="0">
                <a:solidFill>
                  <a:srgbClr val="FFFFFF"/>
                </a:solidFill>
                <a:latin typeface="Comic Sans MS" panose="030F0702030302020204" pitchFamily="66" charset="0"/>
                <a:cs typeface="Calibri" panose="020F0502020204030204" pitchFamily="34" charset="0"/>
              </a:rPr>
              <a:t>m</a:t>
            </a:r>
            <a:r>
              <a:rPr sz="1800" spc="-5" dirty="0">
                <a:solidFill>
                  <a:srgbClr val="FFFFFF"/>
                </a:solidFill>
                <a:latin typeface="Comic Sans MS" panose="030F0702030302020204" pitchFamily="66" charset="0"/>
                <a:cs typeface="Calibri" panose="020F0502020204030204" pitchFamily="34" charset="0"/>
              </a:rPr>
              <a:t>pl</a:t>
            </a:r>
            <a:r>
              <a:rPr sz="1800" spc="5" dirty="0">
                <a:solidFill>
                  <a:srgbClr val="FFFFFF"/>
                </a:solidFill>
                <a:latin typeface="Comic Sans MS" panose="030F0702030302020204" pitchFamily="66" charset="0"/>
                <a:cs typeface="Calibri" panose="020F0502020204030204" pitchFamily="34" charset="0"/>
              </a:rPr>
              <a:t>e</a:t>
            </a:r>
            <a:r>
              <a:rPr sz="1800" spc="-10" dirty="0">
                <a:solidFill>
                  <a:srgbClr val="FFFFFF"/>
                </a:solidFill>
                <a:latin typeface="Comic Sans MS" panose="030F0702030302020204" pitchFamily="66" charset="0"/>
                <a:cs typeface="Calibri" panose="020F0502020204030204" pitchFamily="34" charset="0"/>
              </a:rPr>
              <a:t>r </a:t>
            </a:r>
            <a:r>
              <a:rPr sz="1800" spc="-5" dirty="0">
                <a:solidFill>
                  <a:srgbClr val="FFFFFF"/>
                </a:solidFill>
                <a:latin typeface="Comic Sans MS" panose="030F0702030302020204" pitchFamily="66" charset="0"/>
                <a:cs typeface="Calibri" panose="020F0502020204030204" pitchFamily="34" charset="0"/>
              </a:rPr>
              <a:t>D</a:t>
            </a:r>
            <a:r>
              <a:rPr sz="1800" dirty="0">
                <a:solidFill>
                  <a:srgbClr val="FFFFFF"/>
                </a:solidFill>
                <a:latin typeface="Comic Sans MS" panose="030F0702030302020204" pitchFamily="66" charset="0"/>
                <a:cs typeface="Calibri" panose="020F0502020204030204" pitchFamily="34" charset="0"/>
              </a:rPr>
              <a:t>a</a:t>
            </a:r>
            <a:r>
              <a:rPr sz="1800" spc="-5" dirty="0">
                <a:solidFill>
                  <a:srgbClr val="FFFFFF"/>
                </a:solidFill>
                <a:latin typeface="Comic Sans MS" panose="030F0702030302020204" pitchFamily="66" charset="0"/>
                <a:cs typeface="Calibri" panose="020F0502020204030204" pitchFamily="34" charset="0"/>
              </a:rPr>
              <a:t>t</a:t>
            </a:r>
            <a:r>
              <a:rPr sz="1800" dirty="0">
                <a:solidFill>
                  <a:srgbClr val="FFFFFF"/>
                </a:solidFill>
                <a:latin typeface="Comic Sans MS" panose="030F0702030302020204" pitchFamily="66" charset="0"/>
                <a:cs typeface="Calibri" panose="020F0502020204030204" pitchFamily="34" charset="0"/>
              </a:rPr>
              <a:t>a</a:t>
            </a:r>
            <a:r>
              <a:rPr sz="1800" spc="-105" dirty="0">
                <a:solidFill>
                  <a:srgbClr val="FFFFFF"/>
                </a:solidFill>
                <a:latin typeface="Comic Sans MS" panose="030F0702030302020204" pitchFamily="66" charset="0"/>
                <a:cs typeface="Calibri" panose="020F0502020204030204" pitchFamily="34" charset="0"/>
              </a:rPr>
              <a:t> </a:t>
            </a:r>
            <a:r>
              <a:rPr sz="1800" spc="-15" dirty="0">
                <a:solidFill>
                  <a:srgbClr val="FFFFFF"/>
                </a:solidFill>
                <a:latin typeface="Comic Sans MS" panose="030F0702030302020204" pitchFamily="66" charset="0"/>
                <a:cs typeface="Calibri" panose="020F0502020204030204" pitchFamily="34" charset="0"/>
              </a:rPr>
              <a:t>Ac</a:t>
            </a:r>
            <a:r>
              <a:rPr sz="1800" spc="-5" dirty="0">
                <a:solidFill>
                  <a:srgbClr val="FFFFFF"/>
                </a:solidFill>
                <a:latin typeface="Comic Sans MS" panose="030F0702030302020204" pitchFamily="66" charset="0"/>
                <a:cs typeface="Calibri" panose="020F0502020204030204" pitchFamily="34" charset="0"/>
              </a:rPr>
              <a:t>c</a:t>
            </a:r>
            <a:r>
              <a:rPr sz="1800" spc="5" dirty="0">
                <a:solidFill>
                  <a:srgbClr val="FFFFFF"/>
                </a:solidFill>
                <a:latin typeface="Comic Sans MS" panose="030F0702030302020204" pitchFamily="66" charset="0"/>
                <a:cs typeface="Calibri" panose="020F0502020204030204" pitchFamily="34" charset="0"/>
              </a:rPr>
              <a:t>e</a:t>
            </a:r>
            <a:r>
              <a:rPr sz="1800" spc="-15" dirty="0">
                <a:solidFill>
                  <a:srgbClr val="FFFFFF"/>
                </a:solidFill>
                <a:latin typeface="Comic Sans MS" panose="030F0702030302020204" pitchFamily="66" charset="0"/>
                <a:cs typeface="Calibri" panose="020F0502020204030204" pitchFamily="34" charset="0"/>
              </a:rPr>
              <a:t>ss</a:t>
            </a:r>
            <a:r>
              <a:rPr sz="1800" spc="-10" dirty="0">
                <a:solidFill>
                  <a:srgbClr val="FFFFFF"/>
                </a:solidFill>
                <a:latin typeface="Comic Sans MS" panose="030F0702030302020204" pitchFamily="66" charset="0"/>
                <a:cs typeface="Calibri" panose="020F0502020204030204" pitchFamily="34" charset="0"/>
              </a:rPr>
              <a:t>s</a:t>
            </a:r>
            <a:endParaRPr sz="1800" dirty="0">
              <a:latin typeface="Comic Sans MS" panose="030F0702030302020204" pitchFamily="66" charset="0"/>
              <a:cs typeface="Calibri" panose="020F0502020204030204" pitchFamily="34" charset="0"/>
            </a:endParaRPr>
          </a:p>
        </p:txBody>
      </p:sp>
      <p:sp>
        <p:nvSpPr>
          <p:cNvPr id="30" name="object 30"/>
          <p:cNvSpPr/>
          <p:nvPr/>
        </p:nvSpPr>
        <p:spPr>
          <a:xfrm>
            <a:off x="6303873" y="3245299"/>
            <a:ext cx="4241800" cy="1109980"/>
          </a:xfrm>
          <a:custGeom>
            <a:avLst/>
            <a:gdLst/>
            <a:ahLst/>
            <a:cxnLst/>
            <a:rect l="l" t="t" r="r" b="b"/>
            <a:pathLst>
              <a:path w="4241800" h="1109979">
                <a:moveTo>
                  <a:pt x="4241396" y="0"/>
                </a:moveTo>
                <a:lnTo>
                  <a:pt x="378283" y="0"/>
                </a:lnTo>
                <a:lnTo>
                  <a:pt x="0" y="554913"/>
                </a:lnTo>
                <a:lnTo>
                  <a:pt x="378283" y="1109826"/>
                </a:lnTo>
                <a:lnTo>
                  <a:pt x="4241396" y="1109826"/>
                </a:lnTo>
                <a:lnTo>
                  <a:pt x="4241396" y="0"/>
                </a:lnTo>
                <a:close/>
              </a:path>
            </a:pathLst>
          </a:custGeom>
          <a:solidFill>
            <a:srgbClr val="FFFFFF"/>
          </a:solidFill>
        </p:spPr>
        <p:txBody>
          <a:bodyPr wrap="square" lIns="0" tIns="0" rIns="0" bIns="0" rtlCol="0"/>
          <a:lstStyle/>
          <a:p>
            <a:endParaRPr>
              <a:latin typeface="Comic Sans MS" panose="030F0702030302020204" pitchFamily="66" charset="0"/>
            </a:endParaRPr>
          </a:p>
        </p:txBody>
      </p:sp>
      <p:sp>
        <p:nvSpPr>
          <p:cNvPr id="31" name="object 31"/>
          <p:cNvSpPr/>
          <p:nvPr/>
        </p:nvSpPr>
        <p:spPr>
          <a:xfrm>
            <a:off x="6303873" y="3245299"/>
            <a:ext cx="4241800" cy="1109980"/>
          </a:xfrm>
          <a:custGeom>
            <a:avLst/>
            <a:gdLst/>
            <a:ahLst/>
            <a:cxnLst/>
            <a:rect l="l" t="t" r="r" b="b"/>
            <a:pathLst>
              <a:path w="4241800" h="1109979">
                <a:moveTo>
                  <a:pt x="4241396" y="0"/>
                </a:moveTo>
                <a:lnTo>
                  <a:pt x="378284" y="0"/>
                </a:lnTo>
                <a:lnTo>
                  <a:pt x="0" y="554913"/>
                </a:lnTo>
                <a:lnTo>
                  <a:pt x="378284" y="1109826"/>
                </a:lnTo>
                <a:lnTo>
                  <a:pt x="4241396" y="1109826"/>
                </a:lnTo>
                <a:lnTo>
                  <a:pt x="4241396" y="0"/>
                </a:lnTo>
                <a:close/>
              </a:path>
            </a:pathLst>
          </a:custGeom>
          <a:ln w="25400">
            <a:solidFill>
              <a:srgbClr val="76B900"/>
            </a:solidFill>
          </a:ln>
        </p:spPr>
        <p:txBody>
          <a:bodyPr wrap="square" lIns="0" tIns="0" rIns="0" bIns="0" rtlCol="0"/>
          <a:lstStyle/>
          <a:p>
            <a:endParaRPr>
              <a:latin typeface="Comic Sans MS" panose="030F0702030302020204" pitchFamily="66" charset="0"/>
            </a:endParaRPr>
          </a:p>
        </p:txBody>
      </p:sp>
      <p:sp>
        <p:nvSpPr>
          <p:cNvPr id="32" name="object 32"/>
          <p:cNvSpPr txBox="1"/>
          <p:nvPr/>
        </p:nvSpPr>
        <p:spPr>
          <a:xfrm>
            <a:off x="6797309" y="3379200"/>
            <a:ext cx="3582670" cy="907941"/>
          </a:xfrm>
          <a:prstGeom prst="rect">
            <a:avLst/>
          </a:prstGeom>
        </p:spPr>
        <p:txBody>
          <a:bodyPr vert="horz" wrap="square" lIns="0" tIns="0" rIns="0" bIns="0" rtlCol="0">
            <a:spAutoFit/>
          </a:bodyPr>
          <a:lstStyle/>
          <a:p>
            <a:pPr marL="12700">
              <a:lnSpc>
                <a:spcPct val="100000"/>
              </a:lnSpc>
            </a:pPr>
            <a:r>
              <a:rPr sz="1800" spc="-20" dirty="0">
                <a:latin typeface="Comic Sans MS" panose="030F0702030302020204" pitchFamily="66" charset="0"/>
                <a:cs typeface="Calibri" panose="020F0502020204030204" pitchFamily="34" charset="0"/>
              </a:rPr>
              <a:t>CP</a:t>
            </a:r>
            <a:r>
              <a:rPr sz="1800" spc="-5" dirty="0">
                <a:latin typeface="Comic Sans MS" panose="030F0702030302020204" pitchFamily="66" charset="0"/>
                <a:cs typeface="Calibri" panose="020F0502020204030204" pitchFamily="34" charset="0"/>
              </a:rPr>
              <a:t>U</a:t>
            </a:r>
            <a:r>
              <a:rPr sz="1800" spc="5" dirty="0">
                <a:latin typeface="Comic Sans MS" panose="030F0702030302020204" pitchFamily="66" charset="0"/>
                <a:cs typeface="Calibri" panose="020F0502020204030204" pitchFamily="34" charset="0"/>
              </a:rPr>
              <a:t>/</a:t>
            </a:r>
            <a:r>
              <a:rPr sz="1800" spc="-10" dirty="0">
                <a:latin typeface="Comic Sans MS" panose="030F0702030302020204" pitchFamily="66" charset="0"/>
                <a:cs typeface="Calibri" panose="020F0502020204030204" pitchFamily="34" charset="0"/>
              </a:rPr>
              <a:t>G</a:t>
            </a:r>
            <a:r>
              <a:rPr sz="1800" spc="-15" dirty="0">
                <a:latin typeface="Comic Sans MS" panose="030F0702030302020204" pitchFamily="66" charset="0"/>
                <a:cs typeface="Calibri" panose="020F0502020204030204" pitchFamily="34" charset="0"/>
              </a:rPr>
              <a:t>P</a:t>
            </a:r>
            <a:r>
              <a:rPr sz="1800" dirty="0">
                <a:latin typeface="Comic Sans MS" panose="030F0702030302020204" pitchFamily="66" charset="0"/>
                <a:cs typeface="Calibri" panose="020F0502020204030204" pitchFamily="34" charset="0"/>
              </a:rPr>
              <a:t>U</a:t>
            </a:r>
            <a:r>
              <a:rPr sz="1800" spc="-10" dirty="0">
                <a:latin typeface="Comic Sans MS" panose="030F0702030302020204" pitchFamily="66" charset="0"/>
                <a:cs typeface="Calibri" panose="020F0502020204030204" pitchFamily="34" charset="0"/>
              </a:rPr>
              <a:t> </a:t>
            </a:r>
            <a:r>
              <a:rPr sz="1800" spc="-5" dirty="0">
                <a:solidFill>
                  <a:srgbClr val="FF0000"/>
                </a:solidFill>
                <a:latin typeface="Comic Sans MS" panose="030F0702030302020204" pitchFamily="66" charset="0"/>
                <a:cs typeface="Calibri" panose="020F0502020204030204" pitchFamily="34" charset="0"/>
              </a:rPr>
              <a:t>D</a:t>
            </a:r>
            <a:r>
              <a:rPr sz="1800" spc="5" dirty="0">
                <a:solidFill>
                  <a:srgbClr val="FF0000"/>
                </a:solidFill>
                <a:latin typeface="Comic Sans MS" panose="030F0702030302020204" pitchFamily="66" charset="0"/>
                <a:cs typeface="Calibri" panose="020F0502020204030204" pitchFamily="34" charset="0"/>
              </a:rPr>
              <a:t>a</a:t>
            </a:r>
            <a:r>
              <a:rPr sz="1800" spc="-5" dirty="0">
                <a:solidFill>
                  <a:srgbClr val="FF0000"/>
                </a:solidFill>
                <a:latin typeface="Comic Sans MS" panose="030F0702030302020204" pitchFamily="66" charset="0"/>
                <a:cs typeface="Calibri" panose="020F0502020204030204" pitchFamily="34" charset="0"/>
              </a:rPr>
              <a:t>t</a:t>
            </a:r>
            <a:r>
              <a:rPr sz="1800" dirty="0">
                <a:solidFill>
                  <a:srgbClr val="FF0000"/>
                </a:solidFill>
                <a:latin typeface="Comic Sans MS" panose="030F0702030302020204" pitchFamily="66" charset="0"/>
                <a:cs typeface="Calibri" panose="020F0502020204030204" pitchFamily="34" charset="0"/>
              </a:rPr>
              <a:t>a</a:t>
            </a:r>
            <a:r>
              <a:rPr sz="1800" dirty="0">
                <a:latin typeface="Comic Sans MS" panose="030F0702030302020204" pitchFamily="66" charset="0"/>
                <a:cs typeface="Calibri" panose="020F0502020204030204" pitchFamily="34" charset="0"/>
              </a:rPr>
              <a:t> </a:t>
            </a:r>
            <a:r>
              <a:rPr sz="1800" spc="-5" dirty="0">
                <a:solidFill>
                  <a:srgbClr val="FF0000"/>
                </a:solidFill>
                <a:latin typeface="Comic Sans MS" panose="030F0702030302020204" pitchFamily="66" charset="0"/>
                <a:cs typeface="Calibri" panose="020F0502020204030204" pitchFamily="34" charset="0"/>
              </a:rPr>
              <a:t>c</a:t>
            </a:r>
            <a:r>
              <a:rPr sz="1800" spc="-15" dirty="0">
                <a:solidFill>
                  <a:srgbClr val="FF0000"/>
                </a:solidFill>
                <a:latin typeface="Comic Sans MS" panose="030F0702030302020204" pitchFamily="66" charset="0"/>
                <a:cs typeface="Calibri" panose="020F0502020204030204" pitchFamily="34" charset="0"/>
              </a:rPr>
              <a:t>o</a:t>
            </a:r>
            <a:r>
              <a:rPr sz="1800" dirty="0">
                <a:solidFill>
                  <a:srgbClr val="FF0000"/>
                </a:solidFill>
                <a:latin typeface="Comic Sans MS" panose="030F0702030302020204" pitchFamily="66" charset="0"/>
                <a:cs typeface="Calibri" panose="020F0502020204030204" pitchFamily="34" charset="0"/>
              </a:rPr>
              <a:t>h</a:t>
            </a:r>
            <a:r>
              <a:rPr sz="1800" spc="5" dirty="0">
                <a:solidFill>
                  <a:srgbClr val="FF0000"/>
                </a:solidFill>
                <a:latin typeface="Comic Sans MS" panose="030F0702030302020204" pitchFamily="66" charset="0"/>
                <a:cs typeface="Calibri" panose="020F0502020204030204" pitchFamily="34" charset="0"/>
              </a:rPr>
              <a:t>e</a:t>
            </a:r>
            <a:r>
              <a:rPr sz="1800" spc="-10" dirty="0">
                <a:solidFill>
                  <a:srgbClr val="FF0000"/>
                </a:solidFill>
                <a:latin typeface="Comic Sans MS" panose="030F0702030302020204" pitchFamily="66" charset="0"/>
                <a:cs typeface="Calibri" panose="020F0502020204030204" pitchFamily="34" charset="0"/>
              </a:rPr>
              <a:t>r</a:t>
            </a:r>
            <a:r>
              <a:rPr sz="1800" spc="5" dirty="0">
                <a:solidFill>
                  <a:srgbClr val="FF0000"/>
                </a:solidFill>
                <a:latin typeface="Comic Sans MS" panose="030F0702030302020204" pitchFamily="66" charset="0"/>
                <a:cs typeface="Calibri" panose="020F0502020204030204" pitchFamily="34" charset="0"/>
              </a:rPr>
              <a:t>e</a:t>
            </a:r>
            <a:r>
              <a:rPr sz="1800" dirty="0">
                <a:solidFill>
                  <a:srgbClr val="FF0000"/>
                </a:solidFill>
                <a:latin typeface="Comic Sans MS" panose="030F0702030302020204" pitchFamily="66" charset="0"/>
                <a:cs typeface="Calibri" panose="020F0502020204030204" pitchFamily="34" charset="0"/>
              </a:rPr>
              <a:t>n</a:t>
            </a:r>
            <a:r>
              <a:rPr sz="1800" spc="-5" dirty="0">
                <a:solidFill>
                  <a:srgbClr val="FF0000"/>
                </a:solidFill>
                <a:latin typeface="Comic Sans MS" panose="030F0702030302020204" pitchFamily="66" charset="0"/>
                <a:cs typeface="Calibri" panose="020F0502020204030204" pitchFamily="34" charset="0"/>
              </a:rPr>
              <a:t>c</a:t>
            </a:r>
            <a:r>
              <a:rPr sz="1800" dirty="0">
                <a:solidFill>
                  <a:srgbClr val="FF0000"/>
                </a:solidFill>
                <a:latin typeface="Comic Sans MS" panose="030F0702030302020204" pitchFamily="66" charset="0"/>
                <a:cs typeface="Calibri" panose="020F0502020204030204" pitchFamily="34" charset="0"/>
              </a:rPr>
              <a:t>e</a:t>
            </a:r>
          </a:p>
          <a:p>
            <a:pPr marL="12700">
              <a:lnSpc>
                <a:spcPct val="100000"/>
              </a:lnSpc>
              <a:spcBef>
                <a:spcPts val="645"/>
              </a:spcBef>
            </a:pPr>
            <a:r>
              <a:rPr sz="1800" spc="-5" dirty="0">
                <a:latin typeface="Comic Sans MS" panose="030F0702030302020204" pitchFamily="66" charset="0"/>
                <a:cs typeface="Calibri" panose="020F0502020204030204" pitchFamily="34" charset="0"/>
              </a:rPr>
              <a:t>U</a:t>
            </a:r>
            <a:r>
              <a:rPr sz="1800" dirty="0">
                <a:latin typeface="Comic Sans MS" panose="030F0702030302020204" pitchFamily="66" charset="0"/>
                <a:cs typeface="Calibri" panose="020F0502020204030204" pitchFamily="34" charset="0"/>
              </a:rPr>
              <a:t>n</a:t>
            </a:r>
            <a:r>
              <a:rPr sz="1800" spc="-5" dirty="0">
                <a:latin typeface="Comic Sans MS" panose="030F0702030302020204" pitchFamily="66" charset="0"/>
                <a:cs typeface="Calibri" panose="020F0502020204030204" pitchFamily="34" charset="0"/>
              </a:rPr>
              <a:t>i</a:t>
            </a:r>
            <a:r>
              <a:rPr sz="1800" spc="-15" dirty="0">
                <a:latin typeface="Comic Sans MS" panose="030F0702030302020204" pitchFamily="66" charset="0"/>
                <a:cs typeface="Calibri" panose="020F0502020204030204" pitchFamily="34" charset="0"/>
              </a:rPr>
              <a:t>fi</a:t>
            </a:r>
            <a:r>
              <a:rPr sz="1800" spc="5" dirty="0">
                <a:latin typeface="Comic Sans MS" panose="030F0702030302020204" pitchFamily="66" charset="0"/>
                <a:cs typeface="Calibri" panose="020F0502020204030204" pitchFamily="34" charset="0"/>
              </a:rPr>
              <a:t>e</a:t>
            </a:r>
            <a:r>
              <a:rPr sz="1800" dirty="0">
                <a:latin typeface="Comic Sans MS" panose="030F0702030302020204" pitchFamily="66" charset="0"/>
                <a:cs typeface="Calibri" panose="020F0502020204030204" pitchFamily="34" charset="0"/>
              </a:rPr>
              <a:t>d</a:t>
            </a:r>
            <a:r>
              <a:rPr sz="1800" spc="-10"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mem</a:t>
            </a:r>
            <a:r>
              <a:rPr sz="1800" spc="-15" dirty="0">
                <a:latin typeface="Comic Sans MS" panose="030F0702030302020204" pitchFamily="66" charset="0"/>
                <a:cs typeface="Calibri" panose="020F0502020204030204" pitchFamily="34" charset="0"/>
              </a:rPr>
              <a:t>o</a:t>
            </a:r>
            <a:r>
              <a:rPr sz="1800" spc="-10" dirty="0">
                <a:latin typeface="Comic Sans MS" panose="030F0702030302020204" pitchFamily="66" charset="0"/>
                <a:cs typeface="Calibri" panose="020F0502020204030204" pitchFamily="34" charset="0"/>
              </a:rPr>
              <a:t>r</a:t>
            </a:r>
            <a:r>
              <a:rPr sz="1800" dirty="0">
                <a:latin typeface="Comic Sans MS" panose="030F0702030302020204" pitchFamily="66" charset="0"/>
                <a:cs typeface="Calibri" panose="020F0502020204030204" pitchFamily="34" charset="0"/>
              </a:rPr>
              <a:t>y</a:t>
            </a:r>
            <a:r>
              <a:rPr sz="1800" spc="-5" dirty="0">
                <a:latin typeface="Comic Sans MS" panose="030F0702030302020204" pitchFamily="66" charset="0"/>
                <a:cs typeface="Calibri" panose="020F0502020204030204" pitchFamily="34" charset="0"/>
              </a:rPr>
              <a:t> </a:t>
            </a:r>
            <a:r>
              <a:rPr sz="1800"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t</a:t>
            </a:r>
            <a:r>
              <a:rPr sz="1800" spc="-15" dirty="0">
                <a:latin typeface="Comic Sans MS" panose="030F0702030302020204" pitchFamily="66" charset="0"/>
                <a:cs typeface="Calibri" panose="020F0502020204030204" pitchFamily="34" charset="0"/>
              </a:rPr>
              <a:t>o</a:t>
            </a:r>
            <a:r>
              <a:rPr sz="1800" spc="-10" dirty="0">
                <a:latin typeface="Comic Sans MS" panose="030F0702030302020204" pitchFamily="66" charset="0"/>
                <a:cs typeface="Calibri" panose="020F0502020204030204" pitchFamily="34" charset="0"/>
              </a:rPr>
              <a:t>m</a:t>
            </a:r>
            <a:r>
              <a:rPr sz="1800" spc="-5" dirty="0">
                <a:latin typeface="Comic Sans MS" panose="030F0702030302020204" pitchFamily="66" charset="0"/>
                <a:cs typeface="Calibri" panose="020F0502020204030204" pitchFamily="34" charset="0"/>
              </a:rPr>
              <a:t>i</a:t>
            </a:r>
            <a:r>
              <a:rPr sz="1800" dirty="0">
                <a:latin typeface="Comic Sans MS" panose="030F0702030302020204" pitchFamily="66" charset="0"/>
                <a:cs typeface="Calibri" panose="020F0502020204030204" pitchFamily="34" charset="0"/>
              </a:rPr>
              <a:t>c</a:t>
            </a:r>
            <a:r>
              <a:rPr sz="1800" spc="-10" dirty="0">
                <a:latin typeface="Comic Sans MS" panose="030F0702030302020204" pitchFamily="66" charset="0"/>
                <a:cs typeface="Calibri" panose="020F0502020204030204" pitchFamily="34" charset="0"/>
              </a:rPr>
              <a:t> </a:t>
            </a:r>
            <a:r>
              <a:rPr sz="1800" spc="-15" dirty="0">
                <a:latin typeface="Comic Sans MS" panose="030F0702030302020204" pitchFamily="66" charset="0"/>
                <a:cs typeface="Calibri" panose="020F0502020204030204" pitchFamily="34" charset="0"/>
              </a:rPr>
              <a:t>op</a:t>
            </a:r>
            <a:r>
              <a:rPr sz="1800" spc="5" dirty="0">
                <a:latin typeface="Comic Sans MS" panose="030F0702030302020204" pitchFamily="66" charset="0"/>
                <a:cs typeface="Calibri" panose="020F0502020204030204" pitchFamily="34" charset="0"/>
              </a:rPr>
              <a:t>e</a:t>
            </a:r>
            <a:r>
              <a:rPr sz="1800" spc="-10" dirty="0">
                <a:latin typeface="Comic Sans MS" panose="030F0702030302020204" pitchFamily="66" charset="0"/>
                <a:cs typeface="Calibri" panose="020F0502020204030204" pitchFamily="34" charset="0"/>
              </a:rPr>
              <a:t>r</a:t>
            </a:r>
            <a:r>
              <a:rPr sz="1800"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tio</a:t>
            </a:r>
            <a:r>
              <a:rPr sz="1800" dirty="0">
                <a:latin typeface="Comic Sans MS" panose="030F0702030302020204" pitchFamily="66" charset="0"/>
                <a:cs typeface="Calibri" panose="020F0502020204030204" pitchFamily="34" charset="0"/>
              </a:rPr>
              <a:t>n</a:t>
            </a:r>
            <a:r>
              <a:rPr sz="1800" spc="-10" dirty="0">
                <a:latin typeface="Comic Sans MS" panose="030F0702030302020204" pitchFamily="66" charset="0"/>
                <a:cs typeface="Calibri" panose="020F0502020204030204" pitchFamily="34" charset="0"/>
              </a:rPr>
              <a:t>s</a:t>
            </a:r>
            <a:endParaRPr sz="1800" dirty="0">
              <a:latin typeface="Comic Sans MS" panose="030F0702030302020204" pitchFamily="66" charset="0"/>
              <a:cs typeface="Calibri" panose="020F0502020204030204" pitchFamily="34" charset="0"/>
            </a:endParaRPr>
          </a:p>
        </p:txBody>
      </p:sp>
      <p:sp>
        <p:nvSpPr>
          <p:cNvPr id="33" name="object 33"/>
          <p:cNvSpPr txBox="1"/>
          <p:nvPr/>
        </p:nvSpPr>
        <p:spPr>
          <a:xfrm>
            <a:off x="1223596" y="5522339"/>
            <a:ext cx="2377358" cy="276999"/>
          </a:xfrm>
          <a:prstGeom prst="rect">
            <a:avLst/>
          </a:prstGeom>
        </p:spPr>
        <p:txBody>
          <a:bodyPr vert="horz" wrap="square" lIns="0" tIns="0" rIns="0" bIns="0" rtlCol="0">
            <a:spAutoFit/>
          </a:bodyPr>
          <a:lstStyle/>
          <a:p>
            <a:pPr marL="12700">
              <a:lnSpc>
                <a:spcPct val="100000"/>
              </a:lnSpc>
            </a:pPr>
            <a:r>
              <a:rPr sz="1800" spc="-10" dirty="0">
                <a:latin typeface="Comic Sans MS" panose="030F0702030302020204" pitchFamily="66" charset="0"/>
                <a:cs typeface="Calibri" panose="020F0502020204030204" pitchFamily="34" charset="0"/>
              </a:rPr>
              <a:t>GP</a:t>
            </a:r>
            <a:r>
              <a:rPr sz="1800" dirty="0">
                <a:latin typeface="Comic Sans MS" panose="030F0702030302020204" pitchFamily="66" charset="0"/>
                <a:cs typeface="Calibri" panose="020F0502020204030204" pitchFamily="34" charset="0"/>
              </a:rPr>
              <a:t>U</a:t>
            </a:r>
            <a:r>
              <a:rPr sz="1800" spc="-10"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M</a:t>
            </a:r>
            <a:r>
              <a:rPr sz="1800" spc="5" dirty="0">
                <a:latin typeface="Comic Sans MS" panose="030F0702030302020204" pitchFamily="66" charset="0"/>
                <a:cs typeface="Calibri" panose="020F0502020204030204" pitchFamily="34" charset="0"/>
              </a:rPr>
              <a:t>em</a:t>
            </a:r>
            <a:r>
              <a:rPr sz="1800" spc="-15" dirty="0">
                <a:latin typeface="Comic Sans MS" panose="030F0702030302020204" pitchFamily="66" charset="0"/>
                <a:cs typeface="Calibri" panose="020F0502020204030204" pitchFamily="34" charset="0"/>
              </a:rPr>
              <a:t>or</a:t>
            </a:r>
            <a:r>
              <a:rPr sz="1800" dirty="0">
                <a:latin typeface="Comic Sans MS" panose="030F0702030302020204" pitchFamily="66" charset="0"/>
                <a:cs typeface="Calibri" panose="020F0502020204030204" pitchFamily="34" charset="0"/>
              </a:rPr>
              <a:t>y</a:t>
            </a:r>
            <a:r>
              <a:rPr sz="1800" spc="-5" dirty="0">
                <a:latin typeface="Comic Sans MS" panose="030F0702030302020204" pitchFamily="66" charset="0"/>
                <a:cs typeface="Calibri" panose="020F0502020204030204" pitchFamily="34" charset="0"/>
              </a:rPr>
              <a:t> </a:t>
            </a:r>
            <a:r>
              <a:rPr sz="1800" spc="-15" dirty="0">
                <a:latin typeface="Comic Sans MS" panose="030F0702030302020204" pitchFamily="66" charset="0"/>
                <a:cs typeface="Calibri" panose="020F0502020204030204" pitchFamily="34" charset="0"/>
              </a:rPr>
              <a:t>S</a:t>
            </a:r>
            <a:r>
              <a:rPr sz="1800" spc="-5" dirty="0">
                <a:latin typeface="Comic Sans MS" panose="030F0702030302020204" pitchFamily="66" charset="0"/>
                <a:cs typeface="Calibri" panose="020F0502020204030204" pitchFamily="34" charset="0"/>
              </a:rPr>
              <a:t>ize</a:t>
            </a:r>
            <a:endParaRPr sz="1800" dirty="0">
              <a:latin typeface="Comic Sans MS" panose="030F0702030302020204" pitchFamily="66"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6247" y="197145"/>
            <a:ext cx="8515478" cy="430530"/>
          </a:xfrm>
          <a:prstGeom prst="rect">
            <a:avLst/>
          </a:prstGeom>
        </p:spPr>
        <p:txBody>
          <a:bodyPr vert="horz" wrap="square" lIns="0" tIns="0" rIns="0" bIns="0" rtlCol="0">
            <a:spAutoFit/>
          </a:bodyPr>
          <a:lstStyle/>
          <a:p>
            <a:pPr marL="297180">
              <a:lnSpc>
                <a:spcPct val="100000"/>
              </a:lnSpc>
            </a:pPr>
            <a:r>
              <a:rPr sz="2800" spc="5" dirty="0">
                <a:latin typeface="Comic Sans MS" panose="030F0702030302020204" pitchFamily="66" charset="0"/>
              </a:rPr>
              <a:t>S</a:t>
            </a:r>
            <a:r>
              <a:rPr sz="2800" spc="-5" dirty="0">
                <a:latin typeface="Comic Sans MS" panose="030F0702030302020204" pitchFamily="66" charset="0"/>
              </a:rPr>
              <a:t>IM</a:t>
            </a:r>
            <a:r>
              <a:rPr sz="2800" spc="-20" dirty="0">
                <a:latin typeface="Comic Sans MS" panose="030F0702030302020204" pitchFamily="66" charset="0"/>
              </a:rPr>
              <a:t>P</a:t>
            </a:r>
            <a:r>
              <a:rPr sz="2800" dirty="0">
                <a:latin typeface="Comic Sans MS" panose="030F0702030302020204" pitchFamily="66" charset="0"/>
              </a:rPr>
              <a:t>L</a:t>
            </a:r>
            <a:r>
              <a:rPr sz="2800" spc="-5" dirty="0">
                <a:latin typeface="Comic Sans MS" panose="030F0702030302020204" pitchFamily="66" charset="0"/>
              </a:rPr>
              <a:t>I</a:t>
            </a:r>
            <a:r>
              <a:rPr sz="2800" spc="-25" dirty="0">
                <a:latin typeface="Comic Sans MS" panose="030F0702030302020204" pitchFamily="66" charset="0"/>
              </a:rPr>
              <a:t>F</a:t>
            </a:r>
            <a:r>
              <a:rPr sz="2800" spc="-5" dirty="0">
                <a:latin typeface="Comic Sans MS" panose="030F0702030302020204" pitchFamily="66" charset="0"/>
              </a:rPr>
              <a:t>I</a:t>
            </a:r>
            <a:r>
              <a:rPr sz="2800" spc="-25" dirty="0">
                <a:latin typeface="Comic Sans MS" panose="030F0702030302020204" pitchFamily="66" charset="0"/>
              </a:rPr>
              <a:t>E</a:t>
            </a:r>
            <a:r>
              <a:rPr sz="2800" dirty="0">
                <a:latin typeface="Comic Sans MS" panose="030F0702030302020204" pitchFamily="66" charset="0"/>
              </a:rPr>
              <a:t>D</a:t>
            </a:r>
            <a:r>
              <a:rPr sz="2800" spc="5" dirty="0">
                <a:latin typeface="Comic Sans MS" panose="030F0702030302020204" pitchFamily="66" charset="0"/>
              </a:rPr>
              <a:t> </a:t>
            </a:r>
            <a:r>
              <a:rPr sz="2800" spc="-5" dirty="0">
                <a:latin typeface="Comic Sans MS" panose="030F0702030302020204" pitchFamily="66" charset="0"/>
              </a:rPr>
              <a:t>M</a:t>
            </a:r>
            <a:r>
              <a:rPr sz="2800" spc="-25" dirty="0">
                <a:latin typeface="Comic Sans MS" panose="030F0702030302020204" pitchFamily="66" charset="0"/>
              </a:rPr>
              <a:t>E</a:t>
            </a:r>
            <a:r>
              <a:rPr sz="2800" spc="-5" dirty="0">
                <a:latin typeface="Comic Sans MS" panose="030F0702030302020204" pitchFamily="66" charset="0"/>
              </a:rPr>
              <a:t>M</a:t>
            </a:r>
            <a:r>
              <a:rPr sz="2800" spc="-30" dirty="0">
                <a:latin typeface="Comic Sans MS" panose="030F0702030302020204" pitchFamily="66" charset="0"/>
              </a:rPr>
              <a:t>O</a:t>
            </a:r>
            <a:r>
              <a:rPr sz="2800" spc="5" dirty="0">
                <a:latin typeface="Comic Sans MS" panose="030F0702030302020204" pitchFamily="66" charset="0"/>
              </a:rPr>
              <a:t>R</a:t>
            </a:r>
            <a:r>
              <a:rPr sz="2800" dirty="0">
                <a:latin typeface="Comic Sans MS" panose="030F0702030302020204" pitchFamily="66" charset="0"/>
              </a:rPr>
              <a:t>Y</a:t>
            </a:r>
            <a:r>
              <a:rPr sz="2800" spc="-5" dirty="0">
                <a:latin typeface="Comic Sans MS" panose="030F0702030302020204" pitchFamily="66" charset="0"/>
              </a:rPr>
              <a:t> M</a:t>
            </a:r>
            <a:r>
              <a:rPr sz="2800" spc="-25" dirty="0">
                <a:latin typeface="Comic Sans MS" panose="030F0702030302020204" pitchFamily="66" charset="0"/>
              </a:rPr>
              <a:t>A</a:t>
            </a:r>
            <a:r>
              <a:rPr sz="2800" dirty="0">
                <a:latin typeface="Comic Sans MS" panose="030F0702030302020204" pitchFamily="66" charset="0"/>
              </a:rPr>
              <a:t>N</a:t>
            </a:r>
            <a:r>
              <a:rPr sz="2800" spc="-25" dirty="0">
                <a:latin typeface="Comic Sans MS" panose="030F0702030302020204" pitchFamily="66" charset="0"/>
              </a:rPr>
              <a:t>A</a:t>
            </a:r>
            <a:r>
              <a:rPr sz="2800" dirty="0">
                <a:latin typeface="Comic Sans MS" panose="030F0702030302020204" pitchFamily="66" charset="0"/>
              </a:rPr>
              <a:t>G</a:t>
            </a:r>
            <a:r>
              <a:rPr sz="2800" spc="-25" dirty="0">
                <a:latin typeface="Comic Sans MS" panose="030F0702030302020204" pitchFamily="66" charset="0"/>
              </a:rPr>
              <a:t>E</a:t>
            </a:r>
            <a:r>
              <a:rPr sz="2800" spc="-5" dirty="0">
                <a:latin typeface="Comic Sans MS" panose="030F0702030302020204" pitchFamily="66" charset="0"/>
              </a:rPr>
              <a:t>M</a:t>
            </a:r>
            <a:r>
              <a:rPr sz="2800" spc="-25" dirty="0">
                <a:latin typeface="Comic Sans MS" panose="030F0702030302020204" pitchFamily="66" charset="0"/>
              </a:rPr>
              <a:t>E</a:t>
            </a:r>
            <a:r>
              <a:rPr sz="2800" dirty="0">
                <a:latin typeface="Comic Sans MS" panose="030F0702030302020204" pitchFamily="66" charset="0"/>
              </a:rPr>
              <a:t>N</a:t>
            </a:r>
            <a:r>
              <a:rPr sz="2800" spc="-25" dirty="0">
                <a:latin typeface="Comic Sans MS" panose="030F0702030302020204" pitchFamily="66" charset="0"/>
              </a:rPr>
              <a:t>T</a:t>
            </a:r>
            <a:r>
              <a:rPr sz="2800" spc="-5" dirty="0">
                <a:latin typeface="Comic Sans MS" panose="030F0702030302020204" pitchFamily="66" charset="0"/>
              </a:rPr>
              <a:t> C</a:t>
            </a:r>
            <a:r>
              <a:rPr sz="2800" spc="-30" dirty="0">
                <a:latin typeface="Comic Sans MS" panose="030F0702030302020204" pitchFamily="66" charset="0"/>
              </a:rPr>
              <a:t>O</a:t>
            </a:r>
            <a:r>
              <a:rPr sz="2800" spc="-25" dirty="0">
                <a:latin typeface="Comic Sans MS" panose="030F0702030302020204" pitchFamily="66" charset="0"/>
              </a:rPr>
              <a:t>DE</a:t>
            </a:r>
          </a:p>
        </p:txBody>
      </p:sp>
      <p:sp>
        <p:nvSpPr>
          <p:cNvPr id="3" name="object 3"/>
          <p:cNvSpPr/>
          <p:nvPr/>
        </p:nvSpPr>
        <p:spPr>
          <a:xfrm>
            <a:off x="1176527" y="4315967"/>
            <a:ext cx="5352288" cy="853440"/>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4" name="object 4"/>
          <p:cNvSpPr/>
          <p:nvPr/>
        </p:nvSpPr>
        <p:spPr>
          <a:xfrm>
            <a:off x="1222872" y="2049274"/>
            <a:ext cx="4153535" cy="3043555"/>
          </a:xfrm>
          <a:custGeom>
            <a:avLst/>
            <a:gdLst/>
            <a:ahLst/>
            <a:cxnLst/>
            <a:rect l="l" t="t" r="r" b="b"/>
            <a:pathLst>
              <a:path w="4153535" h="3043554">
                <a:moveTo>
                  <a:pt x="4066962" y="0"/>
                </a:moveTo>
                <a:lnTo>
                  <a:pt x="0" y="0"/>
                </a:lnTo>
                <a:lnTo>
                  <a:pt x="0" y="2956850"/>
                </a:lnTo>
                <a:lnTo>
                  <a:pt x="86396" y="3043247"/>
                </a:lnTo>
                <a:lnTo>
                  <a:pt x="4153358" y="3043247"/>
                </a:lnTo>
                <a:lnTo>
                  <a:pt x="4153358" y="86395"/>
                </a:lnTo>
                <a:lnTo>
                  <a:pt x="4066962" y="0"/>
                </a:lnTo>
                <a:close/>
              </a:path>
            </a:pathLst>
          </a:custGeom>
          <a:solidFill>
            <a:srgbClr val="00B0F0"/>
          </a:solidFill>
        </p:spPr>
        <p:txBody>
          <a:bodyPr wrap="square" lIns="0" tIns="0" rIns="0" bIns="0" rtlCol="0"/>
          <a:lstStyle/>
          <a:p>
            <a:endParaRPr>
              <a:latin typeface="Comic Sans MS" panose="030F0702030302020204" pitchFamily="66" charset="0"/>
            </a:endParaRPr>
          </a:p>
        </p:txBody>
      </p:sp>
      <p:sp>
        <p:nvSpPr>
          <p:cNvPr id="5" name="object 5"/>
          <p:cNvSpPr/>
          <p:nvPr/>
        </p:nvSpPr>
        <p:spPr>
          <a:xfrm>
            <a:off x="5434584" y="4319015"/>
            <a:ext cx="5535168" cy="856488"/>
          </a:xfrm>
          <a:prstGeom prst="rect">
            <a:avLst/>
          </a:prstGeom>
          <a:blipFill>
            <a:blip r:embed="rId4" cstate="print"/>
            <a:stretch>
              <a:fillRect/>
            </a:stretch>
          </a:blipFill>
        </p:spPr>
        <p:txBody>
          <a:bodyPr wrap="square" lIns="0" tIns="0" rIns="0" bIns="0" rtlCol="0"/>
          <a:lstStyle/>
          <a:p>
            <a:endParaRPr>
              <a:latin typeface="Comic Sans MS" panose="030F0702030302020204" pitchFamily="66" charset="0"/>
            </a:endParaRPr>
          </a:p>
        </p:txBody>
      </p:sp>
      <p:sp>
        <p:nvSpPr>
          <p:cNvPr id="6" name="object 6"/>
          <p:cNvSpPr/>
          <p:nvPr/>
        </p:nvSpPr>
        <p:spPr>
          <a:xfrm>
            <a:off x="5486400" y="2049274"/>
            <a:ext cx="4637405" cy="3043555"/>
          </a:xfrm>
          <a:custGeom>
            <a:avLst/>
            <a:gdLst/>
            <a:ahLst/>
            <a:cxnLst/>
            <a:rect l="l" t="t" r="r" b="b"/>
            <a:pathLst>
              <a:path w="4637405" h="3043554">
                <a:moveTo>
                  <a:pt x="4550916" y="0"/>
                </a:moveTo>
                <a:lnTo>
                  <a:pt x="0" y="0"/>
                </a:lnTo>
                <a:lnTo>
                  <a:pt x="0" y="2956850"/>
                </a:lnTo>
                <a:lnTo>
                  <a:pt x="86396" y="3043247"/>
                </a:lnTo>
                <a:lnTo>
                  <a:pt x="4637313" y="3043247"/>
                </a:lnTo>
                <a:lnTo>
                  <a:pt x="4637313" y="86396"/>
                </a:lnTo>
                <a:lnTo>
                  <a:pt x="4550916"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7" name="object 7"/>
          <p:cNvSpPr/>
          <p:nvPr/>
        </p:nvSpPr>
        <p:spPr>
          <a:xfrm>
            <a:off x="5486400" y="2049274"/>
            <a:ext cx="4637405" cy="3043555"/>
          </a:xfrm>
          <a:custGeom>
            <a:avLst/>
            <a:gdLst/>
            <a:ahLst/>
            <a:cxnLst/>
            <a:rect l="l" t="t" r="r" b="b"/>
            <a:pathLst>
              <a:path w="4637405" h="3043554">
                <a:moveTo>
                  <a:pt x="0" y="0"/>
                </a:moveTo>
                <a:lnTo>
                  <a:pt x="4550917" y="0"/>
                </a:lnTo>
                <a:lnTo>
                  <a:pt x="4637314" y="86396"/>
                </a:lnTo>
                <a:lnTo>
                  <a:pt x="4637314" y="3043248"/>
                </a:lnTo>
                <a:lnTo>
                  <a:pt x="86396" y="3043248"/>
                </a:lnTo>
                <a:lnTo>
                  <a:pt x="0" y="2956851"/>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73025">
              <a:lnSpc>
                <a:spcPct val="100000"/>
              </a:lnSpc>
            </a:pPr>
            <a:fld id="{81D60167-4931-47E6-BA6A-407CBD079E47}" type="slidenum">
              <a:rPr dirty="0"/>
              <a:t>7</a:t>
            </a:fld>
            <a:endParaRPr dirty="0"/>
          </a:p>
        </p:txBody>
      </p:sp>
      <p:sp>
        <p:nvSpPr>
          <p:cNvPr id="10" name="object 10"/>
          <p:cNvSpPr txBox="1"/>
          <p:nvPr/>
        </p:nvSpPr>
        <p:spPr>
          <a:xfrm>
            <a:off x="5608327" y="4760380"/>
            <a:ext cx="132715" cy="215444"/>
          </a:xfrm>
          <a:prstGeom prst="rect">
            <a:avLst/>
          </a:prstGeom>
        </p:spPr>
        <p:txBody>
          <a:bodyPr vert="horz" wrap="square" lIns="0" tIns="0" rIns="0" bIns="0" rtlCol="0">
            <a:spAutoFit/>
          </a:bodyPr>
          <a:lstStyle/>
          <a:p>
            <a:pPr marL="12700">
              <a:lnSpc>
                <a:spcPct val="100000"/>
              </a:lnSpc>
            </a:pPr>
            <a:r>
              <a:rPr sz="1400" spc="-10" dirty="0">
                <a:solidFill>
                  <a:srgbClr val="505050"/>
                </a:solidFill>
                <a:latin typeface="Comic Sans MS" panose="030F0702030302020204" pitchFamily="66" charset="0"/>
                <a:cs typeface="Lucida Console" panose="020B0609040504020204"/>
              </a:rPr>
              <a:t>}</a:t>
            </a:r>
            <a:endParaRPr sz="1400">
              <a:latin typeface="Comic Sans MS" panose="030F0702030302020204" pitchFamily="66" charset="0"/>
              <a:cs typeface="Lucida Console" panose="020B0609040504020204"/>
            </a:endParaRPr>
          </a:p>
        </p:txBody>
      </p:sp>
      <p:sp>
        <p:nvSpPr>
          <p:cNvPr id="12" name="object 9"/>
          <p:cNvSpPr txBox="1"/>
          <p:nvPr/>
        </p:nvSpPr>
        <p:spPr>
          <a:xfrm>
            <a:off x="5608327" y="1614056"/>
            <a:ext cx="4281170" cy="3154133"/>
          </a:xfrm>
          <a:prstGeom prst="rect">
            <a:avLst/>
          </a:prstGeom>
        </p:spPr>
        <p:txBody>
          <a:bodyPr vert="horz" wrap="square" lIns="0" tIns="0" rIns="0" bIns="0" rtlCol="0">
            <a:spAutoFit/>
          </a:bodyPr>
          <a:lstStyle/>
          <a:p>
            <a:pPr marL="909320"/>
            <a:r>
              <a:rPr b="1" spc="-5" dirty="0">
                <a:solidFill>
                  <a:srgbClr val="76B900"/>
                </a:solidFill>
                <a:latin typeface="Comic Sans MS" panose="030F0702030302020204" pitchFamily="66" charset="0"/>
                <a:cs typeface="Trebuchet MS" panose="020B0603020202020204"/>
              </a:rPr>
              <a:t>O</a:t>
            </a:r>
            <a:r>
              <a:rPr b="1" spc="5" dirty="0">
                <a:solidFill>
                  <a:srgbClr val="76B900"/>
                </a:solidFill>
                <a:latin typeface="Comic Sans MS" panose="030F0702030302020204" pitchFamily="66" charset="0"/>
                <a:cs typeface="Trebuchet MS" panose="020B0603020202020204"/>
              </a:rPr>
              <a:t>r</a:t>
            </a:r>
            <a:r>
              <a:rPr b="1" spc="-10" dirty="0">
                <a:solidFill>
                  <a:srgbClr val="76B900"/>
                </a:solidFill>
                <a:latin typeface="Comic Sans MS" panose="030F0702030302020204" pitchFamily="66" charset="0"/>
                <a:cs typeface="Trebuchet MS" panose="020B0603020202020204"/>
              </a:rPr>
              <a:t>d</a:t>
            </a:r>
            <a:r>
              <a:rPr b="1" dirty="0">
                <a:solidFill>
                  <a:srgbClr val="76B900"/>
                </a:solidFill>
                <a:latin typeface="Comic Sans MS" panose="030F0702030302020204" pitchFamily="66" charset="0"/>
                <a:cs typeface="Trebuchet MS" panose="020B0603020202020204"/>
              </a:rPr>
              <a:t>in</a:t>
            </a:r>
            <a:r>
              <a:rPr b="1" spc="-10" dirty="0">
                <a:solidFill>
                  <a:srgbClr val="76B900"/>
                </a:solidFill>
                <a:latin typeface="Comic Sans MS" panose="030F0702030302020204" pitchFamily="66" charset="0"/>
                <a:cs typeface="Trebuchet MS" panose="020B0603020202020204"/>
              </a:rPr>
              <a:t>a</a:t>
            </a:r>
            <a:r>
              <a:rPr b="1" spc="5" dirty="0">
                <a:solidFill>
                  <a:srgbClr val="76B900"/>
                </a:solidFill>
                <a:latin typeface="Comic Sans MS" panose="030F0702030302020204" pitchFamily="66" charset="0"/>
                <a:cs typeface="Trebuchet MS" panose="020B0603020202020204"/>
              </a:rPr>
              <a:t>r</a:t>
            </a:r>
            <a:r>
              <a:rPr b="1" spc="-10" dirty="0">
                <a:solidFill>
                  <a:srgbClr val="76B900"/>
                </a:solidFill>
                <a:latin typeface="Comic Sans MS" panose="030F0702030302020204" pitchFamily="66" charset="0"/>
                <a:cs typeface="Trebuchet MS" panose="020B0603020202020204"/>
              </a:rPr>
              <a:t>y</a:t>
            </a:r>
            <a:r>
              <a:rPr b="1" spc="-5" dirty="0">
                <a:solidFill>
                  <a:srgbClr val="76B900"/>
                </a:solidFill>
                <a:latin typeface="Comic Sans MS" panose="030F0702030302020204" pitchFamily="66" charset="0"/>
                <a:cs typeface="Trebuchet MS" panose="020B0603020202020204"/>
              </a:rPr>
              <a:t> </a:t>
            </a:r>
            <a:r>
              <a:rPr b="1" spc="-20" dirty="0">
                <a:solidFill>
                  <a:srgbClr val="76B900"/>
                </a:solidFill>
                <a:latin typeface="Comic Sans MS" panose="030F0702030302020204" pitchFamily="66" charset="0"/>
                <a:cs typeface="Trebuchet MS" panose="020B0603020202020204"/>
              </a:rPr>
              <a:t>C</a:t>
            </a:r>
            <a:r>
              <a:rPr b="1" spc="-15" dirty="0">
                <a:solidFill>
                  <a:srgbClr val="76B900"/>
                </a:solidFill>
                <a:latin typeface="Comic Sans MS" panose="030F0702030302020204" pitchFamily="66" charset="0"/>
                <a:cs typeface="Trebuchet MS" panose="020B0603020202020204"/>
              </a:rPr>
              <a:t>U</a:t>
            </a:r>
            <a:r>
              <a:rPr b="1" spc="-10" dirty="0">
                <a:solidFill>
                  <a:srgbClr val="76B900"/>
                </a:solidFill>
                <a:latin typeface="Comic Sans MS" panose="030F0702030302020204" pitchFamily="66" charset="0"/>
                <a:cs typeface="Trebuchet MS" panose="020B0603020202020204"/>
              </a:rPr>
              <a:t>D</a:t>
            </a:r>
            <a:r>
              <a:rPr b="1" dirty="0">
                <a:solidFill>
                  <a:srgbClr val="76B900"/>
                </a:solidFill>
                <a:latin typeface="Comic Sans MS" panose="030F0702030302020204" pitchFamily="66" charset="0"/>
                <a:cs typeface="Trebuchet MS" panose="020B0603020202020204"/>
              </a:rPr>
              <a:t>A</a:t>
            </a:r>
            <a:r>
              <a:rPr b="1" spc="-10" dirty="0">
                <a:solidFill>
                  <a:srgbClr val="76B900"/>
                </a:solidFill>
                <a:latin typeface="Comic Sans MS" panose="030F0702030302020204" pitchFamily="66" charset="0"/>
                <a:cs typeface="Trebuchet MS" panose="020B0603020202020204"/>
              </a:rPr>
              <a:t> </a:t>
            </a:r>
            <a:r>
              <a:rPr b="1" spc="-20" dirty="0">
                <a:solidFill>
                  <a:srgbClr val="76B900"/>
                </a:solidFill>
                <a:latin typeface="Comic Sans MS" panose="030F0702030302020204" pitchFamily="66" charset="0"/>
                <a:cs typeface="Trebuchet MS" panose="020B0603020202020204"/>
              </a:rPr>
              <a:t>C</a:t>
            </a:r>
            <a:r>
              <a:rPr b="1" spc="-25" dirty="0">
                <a:solidFill>
                  <a:srgbClr val="76B900"/>
                </a:solidFill>
                <a:latin typeface="Comic Sans MS" panose="030F0702030302020204" pitchFamily="66" charset="0"/>
                <a:cs typeface="Trebuchet MS" panose="020B0603020202020204"/>
              </a:rPr>
              <a:t>o</a:t>
            </a:r>
            <a:r>
              <a:rPr b="1" spc="-10" dirty="0">
                <a:solidFill>
                  <a:srgbClr val="76B900"/>
                </a:solidFill>
                <a:latin typeface="Comic Sans MS" panose="030F0702030302020204" pitchFamily="66" charset="0"/>
                <a:cs typeface="Trebuchet MS" panose="020B0603020202020204"/>
              </a:rPr>
              <a:t>d</a:t>
            </a:r>
            <a:r>
              <a:rPr b="1" spc="-15" dirty="0">
                <a:solidFill>
                  <a:srgbClr val="76B900"/>
                </a:solidFill>
                <a:latin typeface="Comic Sans MS" panose="030F0702030302020204" pitchFamily="66" charset="0"/>
                <a:cs typeface="Trebuchet MS" panose="020B0603020202020204"/>
              </a:rPr>
              <a:t>e</a:t>
            </a:r>
            <a:endParaRPr dirty="0">
              <a:solidFill>
                <a:prstClr val="black"/>
              </a:solidFill>
              <a:latin typeface="Comic Sans MS" panose="030F0702030302020204" pitchFamily="66" charset="0"/>
              <a:cs typeface="Trebuchet MS" panose="020B0603020202020204"/>
            </a:endParaRPr>
          </a:p>
          <a:p>
            <a:pPr>
              <a:spcBef>
                <a:spcPts val="0"/>
              </a:spcBef>
            </a:pPr>
            <a:endParaRPr sz="1850" dirty="0">
              <a:solidFill>
                <a:prstClr val="black"/>
              </a:solidFill>
              <a:latin typeface="Comic Sans MS" panose="030F0702030302020204" pitchFamily="66" charset="0"/>
              <a:cs typeface="Times New Roman" panose="02020603050405020304"/>
            </a:endParaRPr>
          </a:p>
          <a:p>
            <a:pPr marL="225425" marR="855345" indent="-212725">
              <a:lnSpc>
                <a:spcPct val="101000"/>
              </a:lnSpc>
            </a:pPr>
            <a:r>
              <a:rPr sz="1400" spc="-20" dirty="0">
                <a:solidFill>
                  <a:srgbClr val="505050"/>
                </a:solidFill>
                <a:latin typeface="Comic Sans MS" panose="030F0702030302020204" pitchFamily="66" charset="0"/>
                <a:cs typeface="Lucida Console" panose="020B0609040504020204"/>
              </a:rPr>
              <a:t>voi</a:t>
            </a:r>
            <a:r>
              <a:rPr sz="1400" spc="-10" dirty="0">
                <a:solidFill>
                  <a:srgbClr val="505050"/>
                </a:solidFill>
                <a:latin typeface="Comic Sans MS" panose="030F0702030302020204" pitchFamily="66" charset="0"/>
                <a:cs typeface="Lucida Console" panose="020B0609040504020204"/>
              </a:rPr>
              <a:t>d</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sortfile(FIL</a:t>
            </a:r>
            <a:r>
              <a:rPr sz="1400" spc="-10" dirty="0">
                <a:solidFill>
                  <a:srgbClr val="505050"/>
                </a:solidFill>
                <a:latin typeface="Comic Sans MS" panose="030F0702030302020204" pitchFamily="66" charset="0"/>
                <a:cs typeface="Lucida Console" panose="020B0609040504020204"/>
              </a:rPr>
              <a:t>E</a:t>
            </a:r>
            <a:r>
              <a:rPr sz="1400" spc="-20" dirty="0">
                <a:solidFill>
                  <a:srgbClr val="505050"/>
                </a:solidFill>
                <a:latin typeface="Comic Sans MS" panose="030F0702030302020204" pitchFamily="66" charset="0"/>
                <a:cs typeface="Lucida Console" panose="020B0609040504020204"/>
              </a:rPr>
              <a:t> *fp</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cha</a:t>
            </a:r>
            <a:r>
              <a:rPr sz="1400" spc="-10" dirty="0">
                <a:solidFill>
                  <a:srgbClr val="505050"/>
                </a:solidFill>
                <a:latin typeface="Comic Sans MS" panose="030F0702030302020204" pitchFamily="66" charset="0"/>
                <a:cs typeface="Lucida Console" panose="020B0609040504020204"/>
              </a:rPr>
              <a:t>r</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*data</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*d_data</a:t>
            </a:r>
            <a:r>
              <a:rPr sz="1400" spc="-10" dirty="0">
                <a:solidFill>
                  <a:srgbClr val="505050"/>
                </a:solidFill>
                <a:latin typeface="Comic Sans MS" panose="030F0702030302020204" pitchFamily="66" charset="0"/>
                <a:cs typeface="Lucida Console" panose="020B0609040504020204"/>
              </a:rPr>
              <a:t>;</a:t>
            </a:r>
            <a:endParaRPr sz="1400" dirty="0">
              <a:solidFill>
                <a:prstClr val="black"/>
              </a:solidFill>
              <a:latin typeface="Comic Sans MS" panose="030F0702030302020204" pitchFamily="66" charset="0"/>
              <a:cs typeface="Lucida Console" panose="020B0609040504020204"/>
            </a:endParaRPr>
          </a:p>
          <a:p>
            <a:pPr marL="225425" marR="1388110">
              <a:lnSpc>
                <a:spcPct val="99000"/>
              </a:lnSpc>
              <a:spcBef>
                <a:spcPts val="20"/>
              </a:spcBef>
            </a:pPr>
            <a:r>
              <a:rPr sz="1400" spc="-20" dirty="0">
                <a:solidFill>
                  <a:srgbClr val="5E5E5E"/>
                </a:solidFill>
                <a:latin typeface="Comic Sans MS" panose="030F0702030302020204" pitchFamily="66" charset="0"/>
                <a:cs typeface="Lucida Console" panose="020B0609040504020204"/>
              </a:rPr>
              <a:t>dat</a:t>
            </a:r>
            <a:r>
              <a:rPr sz="1400" spc="-10" dirty="0">
                <a:solidFill>
                  <a:srgbClr val="5E5E5E"/>
                </a:solidFill>
                <a:latin typeface="Comic Sans MS" panose="030F0702030302020204" pitchFamily="66" charset="0"/>
                <a:cs typeface="Lucida Console" panose="020B0609040504020204"/>
              </a:rPr>
              <a:t>a</a:t>
            </a:r>
            <a:r>
              <a:rPr sz="1400" spc="-15" dirty="0">
                <a:solidFill>
                  <a:srgbClr val="5E5E5E"/>
                </a:solidFill>
                <a:latin typeface="Comic Sans MS" panose="030F0702030302020204" pitchFamily="66" charset="0"/>
                <a:cs typeface="Lucida Console" panose="020B0609040504020204"/>
              </a:rPr>
              <a:t> </a:t>
            </a:r>
            <a:r>
              <a:rPr sz="1400" spc="-10" dirty="0">
                <a:solidFill>
                  <a:srgbClr val="5E5E5E"/>
                </a:solidFill>
                <a:latin typeface="Comic Sans MS" panose="030F0702030302020204" pitchFamily="66" charset="0"/>
                <a:cs typeface="Lucida Console" panose="020B0609040504020204"/>
              </a:rPr>
              <a:t>=</a:t>
            </a:r>
            <a:r>
              <a:rPr sz="1400" spc="-15" dirty="0">
                <a:solidFill>
                  <a:srgbClr val="5E5E5E"/>
                </a:solidFill>
                <a:latin typeface="Comic Sans MS" panose="030F0702030302020204" pitchFamily="66" charset="0"/>
                <a:cs typeface="Lucida Console" panose="020B0609040504020204"/>
              </a:rPr>
              <a:t> </a:t>
            </a:r>
            <a:r>
              <a:rPr sz="1400" spc="-20" dirty="0">
                <a:solidFill>
                  <a:srgbClr val="5E5E5E"/>
                </a:solidFill>
                <a:latin typeface="Comic Sans MS" panose="030F0702030302020204" pitchFamily="66" charset="0"/>
                <a:cs typeface="Lucida Console" panose="020B0609040504020204"/>
              </a:rPr>
              <a:t>(cha</a:t>
            </a:r>
            <a:r>
              <a:rPr sz="1400" spc="-10" dirty="0">
                <a:solidFill>
                  <a:srgbClr val="5E5E5E"/>
                </a:solidFill>
                <a:latin typeface="Comic Sans MS" panose="030F0702030302020204" pitchFamily="66" charset="0"/>
                <a:cs typeface="Lucida Console" panose="020B0609040504020204"/>
              </a:rPr>
              <a:t>r</a:t>
            </a:r>
            <a:r>
              <a:rPr sz="1400" spc="-20" dirty="0">
                <a:solidFill>
                  <a:srgbClr val="5E5E5E"/>
                </a:solidFill>
                <a:latin typeface="Comic Sans MS" panose="030F0702030302020204" pitchFamily="66" charset="0"/>
                <a:cs typeface="Lucida Console" panose="020B0609040504020204"/>
              </a:rPr>
              <a:t> *)malloc(N); </a:t>
            </a:r>
            <a:r>
              <a:rPr sz="1400" spc="-20" dirty="0">
                <a:solidFill>
                  <a:prstClr val="black"/>
                </a:solidFill>
                <a:latin typeface="Comic Sans MS" panose="030F0702030302020204" pitchFamily="66" charset="0"/>
                <a:cs typeface="Lucida Console" panose="020B0609040504020204"/>
              </a:rPr>
              <a:t>cudaMalloc(&amp;d_data</a:t>
            </a:r>
            <a:r>
              <a:rPr sz="1400" spc="-10" dirty="0">
                <a:solidFill>
                  <a:prstClr val="black"/>
                </a:solidFill>
                <a:latin typeface="Comic Sans MS" panose="030F0702030302020204" pitchFamily="66" charset="0"/>
                <a:cs typeface="Lucida Console" panose="020B0609040504020204"/>
              </a:rPr>
              <a:t>,</a:t>
            </a:r>
            <a:r>
              <a:rPr sz="1400" spc="-15" dirty="0">
                <a:solidFill>
                  <a:prstClr val="black"/>
                </a:solidFill>
                <a:latin typeface="Comic Sans MS" panose="030F0702030302020204" pitchFamily="66" charset="0"/>
                <a:cs typeface="Lucida Console" panose="020B0609040504020204"/>
              </a:rPr>
              <a:t> </a:t>
            </a:r>
            <a:r>
              <a:rPr sz="1400" spc="-20" dirty="0">
                <a:solidFill>
                  <a:prstClr val="black"/>
                </a:solidFill>
                <a:latin typeface="Comic Sans MS" panose="030F0702030302020204" pitchFamily="66" charset="0"/>
                <a:cs typeface="Lucida Console" panose="020B0609040504020204"/>
              </a:rPr>
              <a:t>N); </a:t>
            </a:r>
            <a:r>
              <a:rPr sz="1400" spc="-20" dirty="0">
                <a:solidFill>
                  <a:srgbClr val="505050"/>
                </a:solidFill>
                <a:latin typeface="Comic Sans MS" panose="030F0702030302020204" pitchFamily="66" charset="0"/>
                <a:cs typeface="Lucida Console" panose="020B0609040504020204"/>
              </a:rPr>
              <a:t>fread(data</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1</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fp);</a:t>
            </a:r>
            <a:endParaRPr sz="1400" dirty="0">
              <a:solidFill>
                <a:prstClr val="black"/>
              </a:solidFill>
              <a:latin typeface="Comic Sans MS" panose="030F0702030302020204" pitchFamily="66" charset="0"/>
              <a:cs typeface="Lucida Console" panose="020B0609040504020204"/>
            </a:endParaRPr>
          </a:p>
          <a:p>
            <a:pPr marL="225425" marR="5080">
              <a:lnSpc>
                <a:spcPct val="101000"/>
              </a:lnSpc>
              <a:spcBef>
                <a:spcPts val="10"/>
              </a:spcBef>
            </a:pPr>
            <a:r>
              <a:rPr sz="1400" spc="-20" dirty="0">
                <a:solidFill>
                  <a:prstClr val="black"/>
                </a:solidFill>
                <a:latin typeface="Comic Sans MS" panose="030F0702030302020204" pitchFamily="66" charset="0"/>
                <a:cs typeface="Lucida Console" panose="020B0609040504020204"/>
              </a:rPr>
              <a:t>cudaMemcpy(d_data</a:t>
            </a:r>
            <a:r>
              <a:rPr sz="1400" spc="-10" dirty="0">
                <a:solidFill>
                  <a:prstClr val="black"/>
                </a:solidFill>
                <a:latin typeface="Comic Sans MS" panose="030F0702030302020204" pitchFamily="66" charset="0"/>
                <a:cs typeface="Lucida Console" panose="020B0609040504020204"/>
              </a:rPr>
              <a:t>,</a:t>
            </a:r>
            <a:r>
              <a:rPr sz="1400" spc="-15" dirty="0">
                <a:solidFill>
                  <a:prstClr val="black"/>
                </a:solidFill>
                <a:latin typeface="Comic Sans MS" panose="030F0702030302020204" pitchFamily="66" charset="0"/>
                <a:cs typeface="Lucida Console" panose="020B0609040504020204"/>
              </a:rPr>
              <a:t> </a:t>
            </a:r>
            <a:r>
              <a:rPr sz="1400" spc="-20" dirty="0">
                <a:solidFill>
                  <a:prstClr val="black"/>
                </a:solidFill>
                <a:latin typeface="Comic Sans MS" panose="030F0702030302020204" pitchFamily="66" charset="0"/>
                <a:cs typeface="Lucida Console" panose="020B0609040504020204"/>
              </a:rPr>
              <a:t>data</a:t>
            </a:r>
            <a:r>
              <a:rPr sz="1400" spc="-10" dirty="0">
                <a:solidFill>
                  <a:prstClr val="black"/>
                </a:solidFill>
                <a:latin typeface="Comic Sans MS" panose="030F0702030302020204" pitchFamily="66" charset="0"/>
                <a:cs typeface="Lucida Console" panose="020B0609040504020204"/>
              </a:rPr>
              <a:t>,</a:t>
            </a:r>
            <a:r>
              <a:rPr sz="1400" spc="-20" dirty="0">
                <a:solidFill>
                  <a:prstClr val="black"/>
                </a:solidFill>
                <a:latin typeface="Comic Sans MS" panose="030F0702030302020204" pitchFamily="66" charset="0"/>
                <a:cs typeface="Lucida Console" panose="020B0609040504020204"/>
              </a:rPr>
              <a:t> N</a:t>
            </a:r>
            <a:r>
              <a:rPr sz="1400" spc="-10" dirty="0">
                <a:solidFill>
                  <a:prstClr val="black"/>
                </a:solidFill>
                <a:latin typeface="Comic Sans MS" panose="030F0702030302020204" pitchFamily="66" charset="0"/>
                <a:cs typeface="Lucida Console" panose="020B0609040504020204"/>
              </a:rPr>
              <a:t>,</a:t>
            </a:r>
            <a:r>
              <a:rPr sz="1400" spc="-15" dirty="0">
                <a:solidFill>
                  <a:prstClr val="black"/>
                </a:solidFill>
                <a:latin typeface="Comic Sans MS" panose="030F0702030302020204" pitchFamily="66" charset="0"/>
                <a:cs typeface="Lucida Console" panose="020B0609040504020204"/>
              </a:rPr>
              <a:t> </a:t>
            </a:r>
            <a:r>
              <a:rPr sz="1400" spc="-20" dirty="0">
                <a:solidFill>
                  <a:prstClr val="black"/>
                </a:solidFill>
                <a:latin typeface="Comic Sans MS" panose="030F0702030302020204" pitchFamily="66" charset="0"/>
                <a:cs typeface="Lucida Console" panose="020B0609040504020204"/>
              </a:rPr>
              <a:t>…)</a:t>
            </a:r>
            <a:r>
              <a:rPr sz="1400" spc="-10" dirty="0">
                <a:solidFill>
                  <a:prstClr val="black"/>
                </a:solidFill>
                <a:latin typeface="Comic Sans MS" panose="030F0702030302020204" pitchFamily="66" charset="0"/>
                <a:cs typeface="Lucida Console" panose="020B0609040504020204"/>
              </a:rPr>
              <a:t>;</a:t>
            </a:r>
            <a:r>
              <a:rPr sz="1400" spc="-15" dirty="0">
                <a:solidFill>
                  <a:prstClr val="black"/>
                </a:solidFill>
                <a:latin typeface="Comic Sans MS" panose="030F0702030302020204" pitchFamily="66" charset="0"/>
                <a:cs typeface="Lucida Console" panose="020B0609040504020204"/>
              </a:rPr>
              <a:t> </a:t>
            </a:r>
            <a:r>
              <a:rPr sz="1400" spc="-20" dirty="0">
                <a:solidFill>
                  <a:prstClr val="black"/>
                </a:solidFill>
                <a:latin typeface="Comic Sans MS" panose="030F0702030302020204" pitchFamily="66" charset="0"/>
                <a:cs typeface="Lucida Console" panose="020B0609040504020204"/>
              </a:rPr>
              <a:t>/</a:t>
            </a:r>
            <a:r>
              <a:rPr sz="1400" spc="-10" dirty="0">
                <a:solidFill>
                  <a:prstClr val="black"/>
                </a:solidFill>
                <a:latin typeface="Comic Sans MS" panose="030F0702030302020204" pitchFamily="66" charset="0"/>
                <a:cs typeface="Lucida Console" panose="020B0609040504020204"/>
              </a:rPr>
              <a:t>/</a:t>
            </a:r>
            <a:r>
              <a:rPr sz="1400" spc="-15" dirty="0">
                <a:solidFill>
                  <a:prstClr val="black"/>
                </a:solidFill>
                <a:latin typeface="Comic Sans MS" panose="030F0702030302020204" pitchFamily="66" charset="0"/>
                <a:cs typeface="Lucida Console" panose="020B0609040504020204"/>
              </a:rPr>
              <a:t> </a:t>
            </a:r>
            <a:r>
              <a:rPr sz="1400" spc="-10" dirty="0">
                <a:solidFill>
                  <a:prstClr val="black"/>
                </a:solidFill>
                <a:latin typeface="Comic Sans MS" panose="030F0702030302020204" pitchFamily="66" charset="0"/>
                <a:cs typeface="Lucida Console" panose="020B0609040504020204"/>
              </a:rPr>
              <a:t>1 </a:t>
            </a:r>
            <a:r>
              <a:rPr sz="1400" spc="-20" dirty="0">
                <a:solidFill>
                  <a:srgbClr val="505050"/>
                </a:solidFill>
                <a:latin typeface="Comic Sans MS" panose="030F0702030302020204" pitchFamily="66" charset="0"/>
                <a:cs typeface="Lucida Console" panose="020B0609040504020204"/>
              </a:rPr>
              <a:t>qsort&lt;&lt;&lt;...&gt;&gt;&gt;(data,N,1,compare)</a:t>
            </a:r>
            <a:r>
              <a:rPr sz="1400" spc="-10" dirty="0">
                <a:solidFill>
                  <a:srgbClr val="505050"/>
                </a:solidFill>
                <a:latin typeface="Comic Sans MS" panose="030F0702030302020204" pitchFamily="66" charset="0"/>
                <a:cs typeface="Lucida Console" panose="020B0609040504020204"/>
              </a:rPr>
              <a:t>;</a:t>
            </a:r>
            <a:r>
              <a:rPr sz="1400" spc="-3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2 </a:t>
            </a:r>
            <a:r>
              <a:rPr sz="1400" spc="-20" dirty="0">
                <a:solidFill>
                  <a:prstClr val="black"/>
                </a:solidFill>
                <a:latin typeface="Comic Sans MS" panose="030F0702030302020204" pitchFamily="66" charset="0"/>
                <a:cs typeface="Lucida Console" panose="020B0609040504020204"/>
              </a:rPr>
              <a:t>cudaMemcpy(data</a:t>
            </a:r>
            <a:r>
              <a:rPr sz="1400" spc="-10" dirty="0">
                <a:solidFill>
                  <a:prstClr val="black"/>
                </a:solidFill>
                <a:latin typeface="Comic Sans MS" panose="030F0702030302020204" pitchFamily="66" charset="0"/>
                <a:cs typeface="Lucida Console" panose="020B0609040504020204"/>
              </a:rPr>
              <a:t>,</a:t>
            </a:r>
            <a:r>
              <a:rPr sz="1400" spc="-20" dirty="0">
                <a:solidFill>
                  <a:prstClr val="black"/>
                </a:solidFill>
                <a:latin typeface="Comic Sans MS" panose="030F0702030302020204" pitchFamily="66" charset="0"/>
                <a:cs typeface="Lucida Console" panose="020B0609040504020204"/>
              </a:rPr>
              <a:t> d_data</a:t>
            </a:r>
            <a:r>
              <a:rPr sz="1400" spc="-10" dirty="0">
                <a:solidFill>
                  <a:prstClr val="black"/>
                </a:solidFill>
                <a:latin typeface="Comic Sans MS" panose="030F0702030302020204" pitchFamily="66" charset="0"/>
                <a:cs typeface="Lucida Console" panose="020B0609040504020204"/>
              </a:rPr>
              <a:t>,</a:t>
            </a:r>
            <a:r>
              <a:rPr sz="1400" spc="-15" dirty="0">
                <a:solidFill>
                  <a:prstClr val="black"/>
                </a:solidFill>
                <a:latin typeface="Comic Sans MS" panose="030F0702030302020204" pitchFamily="66" charset="0"/>
                <a:cs typeface="Lucida Console" panose="020B0609040504020204"/>
              </a:rPr>
              <a:t> </a:t>
            </a:r>
            <a:r>
              <a:rPr sz="1400" spc="-20" dirty="0">
                <a:solidFill>
                  <a:prstClr val="black"/>
                </a:solidFill>
                <a:latin typeface="Comic Sans MS" panose="030F0702030302020204" pitchFamily="66" charset="0"/>
                <a:cs typeface="Lucida Console" panose="020B0609040504020204"/>
              </a:rPr>
              <a:t>N</a:t>
            </a:r>
            <a:r>
              <a:rPr sz="1400" spc="-10" dirty="0">
                <a:solidFill>
                  <a:prstClr val="black"/>
                </a:solidFill>
                <a:latin typeface="Comic Sans MS" panose="030F0702030302020204" pitchFamily="66" charset="0"/>
                <a:cs typeface="Lucida Console" panose="020B0609040504020204"/>
              </a:rPr>
              <a:t>,</a:t>
            </a:r>
            <a:r>
              <a:rPr sz="1400" spc="-15" dirty="0">
                <a:solidFill>
                  <a:prstClr val="black"/>
                </a:solidFill>
                <a:latin typeface="Comic Sans MS" panose="030F0702030302020204" pitchFamily="66" charset="0"/>
                <a:cs typeface="Lucida Console" panose="020B0609040504020204"/>
              </a:rPr>
              <a:t> </a:t>
            </a:r>
            <a:r>
              <a:rPr sz="1400" spc="-20" dirty="0">
                <a:solidFill>
                  <a:prstClr val="black"/>
                </a:solidFill>
                <a:latin typeface="Comic Sans MS" panose="030F0702030302020204" pitchFamily="66" charset="0"/>
                <a:cs typeface="Lucida Console" panose="020B0609040504020204"/>
              </a:rPr>
              <a:t>…)</a:t>
            </a:r>
            <a:r>
              <a:rPr sz="1400" spc="-10" dirty="0">
                <a:solidFill>
                  <a:prstClr val="black"/>
                </a:solidFill>
                <a:latin typeface="Comic Sans MS" panose="030F0702030302020204" pitchFamily="66" charset="0"/>
                <a:cs typeface="Lucida Console" panose="020B0609040504020204"/>
              </a:rPr>
              <a:t>;</a:t>
            </a:r>
            <a:r>
              <a:rPr sz="1400" spc="-15" dirty="0">
                <a:solidFill>
                  <a:prstClr val="black"/>
                </a:solidFill>
                <a:latin typeface="Comic Sans MS" panose="030F0702030302020204" pitchFamily="66" charset="0"/>
                <a:cs typeface="Lucida Console" panose="020B0609040504020204"/>
              </a:rPr>
              <a:t> </a:t>
            </a:r>
            <a:r>
              <a:rPr sz="1400" spc="-20" dirty="0">
                <a:solidFill>
                  <a:prstClr val="black"/>
                </a:solidFill>
                <a:latin typeface="Comic Sans MS" panose="030F0702030302020204" pitchFamily="66" charset="0"/>
                <a:cs typeface="Lucida Console" panose="020B0609040504020204"/>
              </a:rPr>
              <a:t>/</a:t>
            </a:r>
            <a:r>
              <a:rPr sz="1400" spc="-10" dirty="0">
                <a:solidFill>
                  <a:prstClr val="black"/>
                </a:solidFill>
                <a:latin typeface="Comic Sans MS" panose="030F0702030302020204" pitchFamily="66" charset="0"/>
                <a:cs typeface="Lucida Console" panose="020B0609040504020204"/>
              </a:rPr>
              <a:t>/</a:t>
            </a:r>
            <a:r>
              <a:rPr sz="1400" spc="-15" dirty="0">
                <a:solidFill>
                  <a:prstClr val="black"/>
                </a:solidFill>
                <a:latin typeface="Comic Sans MS" panose="030F0702030302020204" pitchFamily="66" charset="0"/>
                <a:cs typeface="Lucida Console" panose="020B0609040504020204"/>
              </a:rPr>
              <a:t> </a:t>
            </a:r>
            <a:r>
              <a:rPr sz="1400" spc="-10" dirty="0">
                <a:solidFill>
                  <a:prstClr val="black"/>
                </a:solidFill>
                <a:latin typeface="Comic Sans MS" panose="030F0702030302020204" pitchFamily="66" charset="0"/>
                <a:cs typeface="Lucida Console" panose="020B0609040504020204"/>
              </a:rPr>
              <a:t>3</a:t>
            </a:r>
            <a:endParaRPr sz="1400" dirty="0">
              <a:solidFill>
                <a:prstClr val="black"/>
              </a:solidFill>
              <a:latin typeface="Comic Sans MS" panose="030F0702030302020204" pitchFamily="66" charset="0"/>
              <a:cs typeface="Lucida Console" panose="020B0609040504020204"/>
            </a:endParaRPr>
          </a:p>
          <a:p>
            <a:pPr>
              <a:spcBef>
                <a:spcPts val="55"/>
              </a:spcBef>
            </a:pPr>
            <a:endParaRPr sz="1350" dirty="0">
              <a:solidFill>
                <a:prstClr val="black"/>
              </a:solidFill>
              <a:latin typeface="Comic Sans MS" panose="030F0702030302020204" pitchFamily="66" charset="0"/>
              <a:cs typeface="Times New Roman" panose="02020603050405020304"/>
            </a:endParaRPr>
          </a:p>
          <a:p>
            <a:pPr marL="225425" marR="2239010">
              <a:lnSpc>
                <a:spcPct val="101000"/>
              </a:lnSpc>
            </a:pPr>
            <a:r>
              <a:rPr sz="1400" spc="-20" dirty="0">
                <a:solidFill>
                  <a:prstClr val="black"/>
                </a:solidFill>
                <a:latin typeface="Comic Sans MS" panose="030F0702030302020204" pitchFamily="66" charset="0"/>
                <a:cs typeface="Lucida Console" panose="020B0609040504020204"/>
              </a:rPr>
              <a:t>use_data(data); cudaFree(d_data); </a:t>
            </a:r>
            <a:r>
              <a:rPr sz="1400" spc="-20" dirty="0">
                <a:solidFill>
                  <a:srgbClr val="5E5E5E"/>
                </a:solidFill>
                <a:latin typeface="Comic Sans MS" panose="030F0702030302020204" pitchFamily="66" charset="0"/>
                <a:cs typeface="Lucida Console" panose="020B0609040504020204"/>
              </a:rPr>
              <a:t>free(data);</a:t>
            </a:r>
            <a:endParaRPr sz="1400" dirty="0">
              <a:solidFill>
                <a:prstClr val="black"/>
              </a:solidFill>
              <a:latin typeface="Comic Sans MS" panose="030F0702030302020204" pitchFamily="66" charset="0"/>
              <a:cs typeface="Lucida Console" panose="020B0609040504020204"/>
            </a:endParaRPr>
          </a:p>
        </p:txBody>
      </p:sp>
      <p:sp>
        <p:nvSpPr>
          <p:cNvPr id="15" name="object 8"/>
          <p:cNvSpPr txBox="1"/>
          <p:nvPr/>
        </p:nvSpPr>
        <p:spPr>
          <a:xfrm>
            <a:off x="1371600" y="1562100"/>
            <a:ext cx="3581400" cy="3789755"/>
          </a:xfrm>
          <a:prstGeom prst="rect">
            <a:avLst/>
          </a:prstGeom>
        </p:spPr>
        <p:txBody>
          <a:bodyPr vert="horz" wrap="square" lIns="0" tIns="0" rIns="0" bIns="0" rtlCol="0">
            <a:spAutoFit/>
          </a:bodyPr>
          <a:lstStyle>
            <a:lvl1pPr marL="0">
              <a:defRPr sz="1800" b="1" i="0">
                <a:solidFill>
                  <a:srgbClr val="00B0F0"/>
                </a:solidFill>
                <a:latin typeface="Trebuchet MS" panose="020B0603020202020204"/>
                <a:ea typeface="+mn-ea"/>
                <a:cs typeface="Trebuchet MS" panose="020B060302020202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438275" marR="0" lvl="0" indent="0" defTabSz="914400" eaLnBrk="1" fontAlgn="auto" latinLnBrk="0" hangingPunct="1">
              <a:lnSpc>
                <a:spcPct val="100000"/>
              </a:lnSpc>
              <a:spcBef>
                <a:spcPts val="0"/>
              </a:spcBef>
              <a:spcAft>
                <a:spcPts val="0"/>
              </a:spcAft>
              <a:buClrTx/>
              <a:buSzTx/>
              <a:buFontTx/>
              <a:buNone/>
              <a:defRPr/>
            </a:pPr>
            <a:r>
              <a:rPr kumimoji="0" lang="en-US" sz="1800" b="1" i="0" u="none" strike="noStrike" kern="0" cap="none" spc="-20" normalizeH="0" baseline="0" noProof="0" dirty="0">
                <a:ln>
                  <a:noFill/>
                </a:ln>
                <a:solidFill>
                  <a:srgbClr val="00B0F0"/>
                </a:solidFill>
                <a:effectLst/>
                <a:uLnTx/>
                <a:uFillTx/>
                <a:latin typeface="Comic Sans MS" panose="030F0702030302020204" pitchFamily="66" charset="0"/>
              </a:rPr>
              <a:t>C</a:t>
            </a:r>
            <a:r>
              <a:rPr kumimoji="0" lang="en-US" sz="1800" b="1" i="0" u="none" strike="noStrike" kern="0" cap="none" spc="-10" normalizeH="0" baseline="0" noProof="0" dirty="0">
                <a:ln>
                  <a:noFill/>
                </a:ln>
                <a:solidFill>
                  <a:srgbClr val="00B0F0"/>
                </a:solidFill>
                <a:effectLst/>
                <a:uLnTx/>
                <a:uFillTx/>
                <a:latin typeface="Comic Sans MS" panose="030F0702030302020204" pitchFamily="66" charset="0"/>
              </a:rPr>
              <a:t>P</a:t>
            </a:r>
            <a:r>
              <a:rPr kumimoji="0" lang="en-US" sz="1800" b="1" i="0" u="none" strike="noStrike" kern="0" cap="none" spc="-15" normalizeH="0" baseline="0" noProof="0" dirty="0">
                <a:ln>
                  <a:noFill/>
                </a:ln>
                <a:solidFill>
                  <a:srgbClr val="00B0F0"/>
                </a:solidFill>
                <a:effectLst/>
                <a:uLnTx/>
                <a:uFillTx/>
                <a:latin typeface="Comic Sans MS" panose="030F0702030302020204" pitchFamily="66" charset="0"/>
              </a:rPr>
              <a:t>U</a:t>
            </a:r>
            <a:r>
              <a:rPr kumimoji="0" lang="en-US" sz="1800" b="1" i="0" u="none" strike="noStrike" kern="0" cap="none" spc="0" normalizeH="0" baseline="0" noProof="0" dirty="0">
                <a:ln>
                  <a:noFill/>
                </a:ln>
                <a:solidFill>
                  <a:srgbClr val="00B0F0"/>
                </a:solidFill>
                <a:effectLst/>
                <a:uLnTx/>
                <a:uFillTx/>
                <a:latin typeface="Comic Sans MS" panose="030F0702030302020204" pitchFamily="66" charset="0"/>
              </a:rPr>
              <a:t> </a:t>
            </a:r>
            <a:r>
              <a:rPr kumimoji="0" lang="en-US" sz="1800" b="1" i="0" u="none" strike="noStrike" kern="0" cap="none" spc="-20" normalizeH="0" baseline="0" noProof="0" dirty="0">
                <a:ln>
                  <a:noFill/>
                </a:ln>
                <a:solidFill>
                  <a:srgbClr val="00B0F0"/>
                </a:solidFill>
                <a:effectLst/>
                <a:uLnTx/>
                <a:uFillTx/>
                <a:latin typeface="Comic Sans MS" panose="030F0702030302020204" pitchFamily="66" charset="0"/>
              </a:rPr>
              <a:t>C</a:t>
            </a:r>
            <a:r>
              <a:rPr kumimoji="0" lang="en-US" sz="1800" b="1" i="0" u="none" strike="noStrike" kern="0" cap="none" spc="-25" normalizeH="0" baseline="0" noProof="0" dirty="0">
                <a:ln>
                  <a:noFill/>
                </a:ln>
                <a:solidFill>
                  <a:srgbClr val="00B0F0"/>
                </a:solidFill>
                <a:effectLst/>
                <a:uLnTx/>
                <a:uFillTx/>
                <a:latin typeface="Comic Sans MS" panose="030F0702030302020204" pitchFamily="66" charset="0"/>
              </a:rPr>
              <a:t>o</a:t>
            </a:r>
            <a:r>
              <a:rPr kumimoji="0" lang="en-US" sz="1800" b="1" i="0" u="none" strike="noStrike" kern="0" cap="none" spc="-15" normalizeH="0" baseline="0" noProof="0" dirty="0">
                <a:ln>
                  <a:noFill/>
                </a:ln>
                <a:solidFill>
                  <a:srgbClr val="00B0F0"/>
                </a:solidFill>
                <a:effectLst/>
                <a:uLnTx/>
                <a:uFillTx/>
                <a:latin typeface="Comic Sans MS" panose="030F0702030302020204" pitchFamily="66" charset="0"/>
              </a:rPr>
              <a:t>de</a:t>
            </a:r>
          </a:p>
          <a:p>
            <a:pPr marL="0" marR="0" lvl="0" indent="0" defTabSz="914400" eaLnBrk="1" fontAlgn="auto" latinLnBrk="0" hangingPunct="1">
              <a:lnSpc>
                <a:spcPct val="100000"/>
              </a:lnSpc>
              <a:spcBef>
                <a:spcPts val="50"/>
              </a:spcBef>
              <a:spcAft>
                <a:spcPts val="0"/>
              </a:spcAft>
              <a:buClrTx/>
              <a:buSzTx/>
              <a:buFontTx/>
              <a:buNone/>
              <a:defRPr/>
            </a:pPr>
            <a:endParaRPr kumimoji="0" lang="en-US" sz="1850" b="1" i="0" u="none" strike="noStrike" kern="0" cap="none" spc="0" normalizeH="0" baseline="0" noProof="0" dirty="0">
              <a:ln>
                <a:noFill/>
              </a:ln>
              <a:solidFill>
                <a:srgbClr val="00B0F0"/>
              </a:solidFill>
              <a:effectLst/>
              <a:uLnTx/>
              <a:uFillTx/>
              <a:latin typeface="Comic Sans MS" panose="030F0702030302020204" pitchFamily="66" charset="0"/>
              <a:cs typeface="Times New Roman" panose="02020603050405020304"/>
            </a:endParaRPr>
          </a:p>
          <a:p>
            <a:pPr marL="225425" marR="5080" lvl="0" indent="-212725" defTabSz="914400" eaLnBrk="1" fontAlgn="auto" latinLnBrk="0" hangingPunct="1">
              <a:lnSpc>
                <a:spcPct val="101000"/>
              </a:lnSpc>
              <a:spcBef>
                <a:spcPts val="0"/>
              </a:spcBef>
              <a:spcAft>
                <a:spcPts val="0"/>
              </a:spcAft>
              <a:buClrTx/>
              <a:buSzTx/>
              <a:buFontTx/>
              <a:buNone/>
              <a:defRPr/>
            </a:pP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voi</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d</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rgbClr val="5E5E5E"/>
                </a:solidFill>
                <a:effectLst/>
                <a:uLnTx/>
                <a:uFillTx/>
                <a:latin typeface="Comic Sans MS" panose="030F0702030302020204" pitchFamily="66" charset="0"/>
                <a:cs typeface="Lucida Console" panose="020B0609040504020204"/>
              </a:rPr>
              <a:t>sortfile</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(FIL</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E</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rgbClr val="5E5E5E"/>
                </a:solidFill>
                <a:effectLst/>
                <a:uLnTx/>
                <a:uFillTx/>
                <a:latin typeface="Comic Sans MS" panose="030F0702030302020204" pitchFamily="66" charset="0"/>
                <a:cs typeface="Lucida Console" panose="020B0609040504020204"/>
              </a:rPr>
              <a:t>fp</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in</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N</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 </a:t>
            </a:r>
          </a:p>
          <a:p>
            <a:pPr marL="225425" marR="5080" lvl="0" indent="-212725" defTabSz="914400" eaLnBrk="1" fontAlgn="auto" latinLnBrk="0" hangingPunct="1">
              <a:lnSpc>
                <a:spcPct val="101000"/>
              </a:lnSpc>
              <a:spcBef>
                <a:spcPts val="0"/>
              </a:spcBef>
              <a:spcAft>
                <a:spcPts val="0"/>
              </a:spcAft>
              <a:buClrTx/>
              <a:buSzTx/>
              <a:buFontTx/>
              <a:buNone/>
              <a:defRPr/>
            </a:pP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	cha</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r</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*data;</a:t>
            </a:r>
          </a:p>
          <a:p>
            <a:pPr marL="225425" marR="5080" lvl="0" indent="-212725" defTabSz="914400" eaLnBrk="1" fontAlgn="auto" latinLnBrk="0" hangingPunct="1">
              <a:lnSpc>
                <a:spcPct val="101000"/>
              </a:lnSpc>
              <a:spcBef>
                <a:spcPts val="0"/>
              </a:spcBef>
              <a:spcAft>
                <a:spcPts val="0"/>
              </a:spcAft>
              <a:buClrTx/>
              <a:buSzTx/>
              <a:buFontTx/>
              <a:buNone/>
              <a:defRPr/>
            </a:pPr>
            <a:endParaRPr kumimoji="0" lang="en-US" sz="1400" b="1" i="0" u="none" strike="noStrike" kern="0" cap="none" spc="0" normalizeH="0" baseline="0" noProof="0" dirty="0">
              <a:ln>
                <a:noFill/>
              </a:ln>
              <a:solidFill>
                <a:srgbClr val="00B0F0"/>
              </a:solidFill>
              <a:effectLst/>
              <a:uLnTx/>
              <a:uFillTx/>
              <a:latin typeface="Comic Sans MS" panose="030F0702030302020204" pitchFamily="66" charset="0"/>
              <a:cs typeface="Lucida Console" panose="020B0609040504020204"/>
            </a:endParaRPr>
          </a:p>
          <a:p>
            <a:pPr marL="225425" marR="0" lvl="0" indent="0" defTabSz="914400" eaLnBrk="1" fontAlgn="auto" latinLnBrk="0" hangingPunct="1">
              <a:lnSpc>
                <a:spcPct val="100000"/>
              </a:lnSpc>
              <a:spcBef>
                <a:spcPts val="0"/>
              </a:spcBef>
              <a:spcAft>
                <a:spcPts val="0"/>
              </a:spcAft>
              <a:buClrTx/>
              <a:buSzTx/>
              <a:buFontTx/>
              <a:buNone/>
              <a:defRPr/>
            </a:pP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dat</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(cha</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r</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 *)malloc(N);</a:t>
            </a:r>
            <a:endParaRPr kumimoji="0" lang="en-US" sz="1400" b="1" i="0" u="none" strike="noStrike" kern="0" cap="none" spc="0" normalizeH="0" baseline="0" noProof="0" dirty="0">
              <a:ln>
                <a:noFill/>
              </a:ln>
              <a:solidFill>
                <a:srgbClr val="00B0F0"/>
              </a:solidFill>
              <a:effectLst/>
              <a:uLnTx/>
              <a:uFillTx/>
              <a:latin typeface="Comic Sans MS" panose="030F0702030302020204" pitchFamily="66" charset="0"/>
              <a:cs typeface="Lucida Console" panose="020B0609040504020204"/>
            </a:endParaRPr>
          </a:p>
          <a:p>
            <a:pPr marL="225425" marR="324485" lvl="0" indent="0" defTabSz="914400" eaLnBrk="1" fontAlgn="auto" latinLnBrk="0" hangingPunct="1">
              <a:lnSpc>
                <a:spcPts val="3410"/>
              </a:lnSpc>
              <a:spcBef>
                <a:spcPts val="300"/>
              </a:spcBef>
              <a:spcAft>
                <a:spcPts val="0"/>
              </a:spcAft>
              <a:buClrTx/>
              <a:buSzTx/>
              <a:buFontTx/>
              <a:buNone/>
              <a:defRPr/>
            </a:pP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fread</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(data</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1</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N</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fp</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a:t>
            </a:r>
          </a:p>
          <a:p>
            <a:pPr marL="225425" marR="324485" lvl="0" indent="0" defTabSz="914400" eaLnBrk="1" fontAlgn="auto" latinLnBrk="0" hangingPunct="1">
              <a:lnSpc>
                <a:spcPts val="3410"/>
              </a:lnSpc>
              <a:spcBef>
                <a:spcPts val="300"/>
              </a:spcBef>
              <a:spcAft>
                <a:spcPts val="0"/>
              </a:spcAft>
              <a:buClrTx/>
              <a:buSzTx/>
              <a:buFontTx/>
              <a:buNone/>
              <a:defRPr/>
            </a:pP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qsort</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(data</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N</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1</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compare);</a:t>
            </a:r>
            <a:endParaRPr kumimoji="0" lang="en-US" sz="1400" b="1" i="0" u="none" strike="noStrike" kern="0" cap="none" spc="0" normalizeH="0" baseline="0" noProof="0" dirty="0">
              <a:ln>
                <a:noFill/>
              </a:ln>
              <a:solidFill>
                <a:sysClr val="windowText" lastClr="000000"/>
              </a:solidFill>
              <a:effectLst/>
              <a:uLnTx/>
              <a:uFillTx/>
              <a:latin typeface="Comic Sans MS" panose="030F0702030302020204" pitchFamily="66" charset="0"/>
              <a:cs typeface="Lucida Console" panose="020B0609040504020204"/>
            </a:endParaRPr>
          </a:p>
          <a:p>
            <a:pPr marL="225425" marR="1600835" lvl="0" indent="0" defTabSz="914400" eaLnBrk="1" fontAlgn="auto" latinLnBrk="0" hangingPunct="1">
              <a:lnSpc>
                <a:spcPct val="203000"/>
              </a:lnSpc>
              <a:spcBef>
                <a:spcPts val="1180"/>
              </a:spcBef>
              <a:spcAft>
                <a:spcPts val="0"/>
              </a:spcAft>
              <a:buClrTx/>
              <a:buSzTx/>
              <a:buFontTx/>
              <a:buNone/>
              <a:defRPr/>
            </a:pP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use_data</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(data); </a:t>
            </a:r>
          </a:p>
          <a:p>
            <a:pPr marL="225425" marR="1600835" lvl="0" indent="0" defTabSz="914400" eaLnBrk="1" fontAlgn="auto" latinLnBrk="0" hangingPunct="1">
              <a:lnSpc>
                <a:spcPct val="203000"/>
              </a:lnSpc>
              <a:spcBef>
                <a:spcPts val="1180"/>
              </a:spcBef>
              <a:spcAft>
                <a:spcPts val="0"/>
              </a:spcAft>
              <a:buClrTx/>
              <a:buSzTx/>
              <a:buFontTx/>
              <a:buNone/>
              <a:defRPr/>
            </a:pP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free(data);</a:t>
            </a:r>
            <a:endParaRPr kumimoji="0" lang="en-US" sz="1400" b="1" i="0" u="none" strike="noStrike" kern="0" cap="none" spc="0" normalizeH="0" baseline="0" noProof="0" dirty="0">
              <a:ln>
                <a:noFill/>
              </a:ln>
              <a:solidFill>
                <a:srgbClr val="00B0F0"/>
              </a:solidFill>
              <a:effectLst/>
              <a:uLnTx/>
              <a:uFillTx/>
              <a:latin typeface="Comic Sans MS" panose="030F0702030302020204" pitchFamily="66" charset="0"/>
              <a:cs typeface="Lucida Console" panose="020B0609040504020204"/>
            </a:endParaRPr>
          </a:p>
          <a:p>
            <a:pPr marL="12700" marR="0" lvl="0" indent="0" defTabSz="914400" eaLnBrk="1" fontAlgn="auto" latinLnBrk="0" hangingPunct="1">
              <a:lnSpc>
                <a:spcPct val="100000"/>
              </a:lnSpc>
              <a:spcBef>
                <a:spcPts val="0"/>
              </a:spcBef>
              <a:spcAft>
                <a:spcPts val="0"/>
              </a:spcAft>
              <a:buClrTx/>
              <a:buSzTx/>
              <a:buFontTx/>
              <a:buNone/>
              <a:defRPr/>
            </a:pP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endParaRPr kumimoji="0" lang="en-US" sz="1400" b="1" i="0" u="none" strike="noStrike" kern="0" cap="none" spc="0" normalizeH="0" baseline="0" noProof="0" dirty="0">
              <a:ln>
                <a:noFill/>
              </a:ln>
              <a:solidFill>
                <a:srgbClr val="00B0F0"/>
              </a:solidFill>
              <a:effectLst/>
              <a:uLnTx/>
              <a:uFillTx/>
              <a:latin typeface="Comic Sans MS" panose="030F0702030302020204" pitchFamily="66" charset="0"/>
              <a:cs typeface="Lucida Console" panose="020B0609040504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6247" y="197145"/>
            <a:ext cx="8515478" cy="430530"/>
          </a:xfrm>
          <a:prstGeom prst="rect">
            <a:avLst/>
          </a:prstGeom>
        </p:spPr>
        <p:txBody>
          <a:bodyPr vert="horz" wrap="square" lIns="0" tIns="0" rIns="0" bIns="0" rtlCol="0">
            <a:spAutoFit/>
          </a:bodyPr>
          <a:lstStyle/>
          <a:p>
            <a:pPr marL="297180">
              <a:lnSpc>
                <a:spcPct val="100000"/>
              </a:lnSpc>
            </a:pPr>
            <a:r>
              <a:rPr sz="2800" spc="5" dirty="0">
                <a:latin typeface="Comic Sans MS" panose="030F0702030302020204" pitchFamily="66" charset="0"/>
              </a:rPr>
              <a:t>S</a:t>
            </a:r>
            <a:r>
              <a:rPr sz="2800" spc="-5" dirty="0">
                <a:latin typeface="Comic Sans MS" panose="030F0702030302020204" pitchFamily="66" charset="0"/>
              </a:rPr>
              <a:t>IM</a:t>
            </a:r>
            <a:r>
              <a:rPr sz="2800" spc="-20" dirty="0">
                <a:latin typeface="Comic Sans MS" panose="030F0702030302020204" pitchFamily="66" charset="0"/>
              </a:rPr>
              <a:t>P</a:t>
            </a:r>
            <a:r>
              <a:rPr sz="2800" dirty="0">
                <a:latin typeface="Comic Sans MS" panose="030F0702030302020204" pitchFamily="66" charset="0"/>
              </a:rPr>
              <a:t>L</a:t>
            </a:r>
            <a:r>
              <a:rPr sz="2800" spc="-5" dirty="0">
                <a:latin typeface="Comic Sans MS" panose="030F0702030302020204" pitchFamily="66" charset="0"/>
              </a:rPr>
              <a:t>I</a:t>
            </a:r>
            <a:r>
              <a:rPr sz="2800" spc="-25" dirty="0">
                <a:latin typeface="Comic Sans MS" panose="030F0702030302020204" pitchFamily="66" charset="0"/>
              </a:rPr>
              <a:t>F</a:t>
            </a:r>
            <a:r>
              <a:rPr sz="2800" spc="-5" dirty="0">
                <a:latin typeface="Comic Sans MS" panose="030F0702030302020204" pitchFamily="66" charset="0"/>
              </a:rPr>
              <a:t>I</a:t>
            </a:r>
            <a:r>
              <a:rPr sz="2800" spc="-25" dirty="0">
                <a:latin typeface="Comic Sans MS" panose="030F0702030302020204" pitchFamily="66" charset="0"/>
              </a:rPr>
              <a:t>E</a:t>
            </a:r>
            <a:r>
              <a:rPr sz="2800" dirty="0">
                <a:latin typeface="Comic Sans MS" panose="030F0702030302020204" pitchFamily="66" charset="0"/>
              </a:rPr>
              <a:t>D</a:t>
            </a:r>
            <a:r>
              <a:rPr sz="2800" spc="5" dirty="0">
                <a:latin typeface="Comic Sans MS" panose="030F0702030302020204" pitchFamily="66" charset="0"/>
              </a:rPr>
              <a:t> </a:t>
            </a:r>
            <a:r>
              <a:rPr sz="2800" spc="-5" dirty="0">
                <a:latin typeface="Comic Sans MS" panose="030F0702030302020204" pitchFamily="66" charset="0"/>
              </a:rPr>
              <a:t>M</a:t>
            </a:r>
            <a:r>
              <a:rPr sz="2800" spc="-25" dirty="0">
                <a:latin typeface="Comic Sans MS" panose="030F0702030302020204" pitchFamily="66" charset="0"/>
              </a:rPr>
              <a:t>E</a:t>
            </a:r>
            <a:r>
              <a:rPr sz="2800" spc="-5" dirty="0">
                <a:latin typeface="Comic Sans MS" panose="030F0702030302020204" pitchFamily="66" charset="0"/>
              </a:rPr>
              <a:t>M</a:t>
            </a:r>
            <a:r>
              <a:rPr sz="2800" spc="-30" dirty="0">
                <a:latin typeface="Comic Sans MS" panose="030F0702030302020204" pitchFamily="66" charset="0"/>
              </a:rPr>
              <a:t>O</a:t>
            </a:r>
            <a:r>
              <a:rPr sz="2800" spc="5" dirty="0">
                <a:latin typeface="Comic Sans MS" panose="030F0702030302020204" pitchFamily="66" charset="0"/>
              </a:rPr>
              <a:t>R</a:t>
            </a:r>
            <a:r>
              <a:rPr sz="2800" dirty="0">
                <a:latin typeface="Comic Sans MS" panose="030F0702030302020204" pitchFamily="66" charset="0"/>
              </a:rPr>
              <a:t>Y</a:t>
            </a:r>
            <a:r>
              <a:rPr sz="2800" spc="-5" dirty="0">
                <a:latin typeface="Comic Sans MS" panose="030F0702030302020204" pitchFamily="66" charset="0"/>
              </a:rPr>
              <a:t> M</a:t>
            </a:r>
            <a:r>
              <a:rPr sz="2800" spc="-25" dirty="0">
                <a:latin typeface="Comic Sans MS" panose="030F0702030302020204" pitchFamily="66" charset="0"/>
              </a:rPr>
              <a:t>A</a:t>
            </a:r>
            <a:r>
              <a:rPr sz="2800" dirty="0">
                <a:latin typeface="Comic Sans MS" panose="030F0702030302020204" pitchFamily="66" charset="0"/>
              </a:rPr>
              <a:t>N</a:t>
            </a:r>
            <a:r>
              <a:rPr sz="2800" spc="-25" dirty="0">
                <a:latin typeface="Comic Sans MS" panose="030F0702030302020204" pitchFamily="66" charset="0"/>
              </a:rPr>
              <a:t>A</a:t>
            </a:r>
            <a:r>
              <a:rPr sz="2800" dirty="0">
                <a:latin typeface="Comic Sans MS" panose="030F0702030302020204" pitchFamily="66" charset="0"/>
              </a:rPr>
              <a:t>G</a:t>
            </a:r>
            <a:r>
              <a:rPr sz="2800" spc="-25" dirty="0">
                <a:latin typeface="Comic Sans MS" panose="030F0702030302020204" pitchFamily="66" charset="0"/>
              </a:rPr>
              <a:t>E</a:t>
            </a:r>
            <a:r>
              <a:rPr sz="2800" spc="-5" dirty="0">
                <a:latin typeface="Comic Sans MS" panose="030F0702030302020204" pitchFamily="66" charset="0"/>
              </a:rPr>
              <a:t>M</a:t>
            </a:r>
            <a:r>
              <a:rPr sz="2800" spc="-25" dirty="0">
                <a:latin typeface="Comic Sans MS" panose="030F0702030302020204" pitchFamily="66" charset="0"/>
              </a:rPr>
              <a:t>E</a:t>
            </a:r>
            <a:r>
              <a:rPr sz="2800" dirty="0">
                <a:latin typeface="Comic Sans MS" panose="030F0702030302020204" pitchFamily="66" charset="0"/>
              </a:rPr>
              <a:t>N</a:t>
            </a:r>
            <a:r>
              <a:rPr sz="2800" spc="-25" dirty="0">
                <a:latin typeface="Comic Sans MS" panose="030F0702030302020204" pitchFamily="66" charset="0"/>
              </a:rPr>
              <a:t>T</a:t>
            </a:r>
            <a:r>
              <a:rPr sz="2800" spc="-5" dirty="0">
                <a:latin typeface="Comic Sans MS" panose="030F0702030302020204" pitchFamily="66" charset="0"/>
              </a:rPr>
              <a:t> C</a:t>
            </a:r>
            <a:r>
              <a:rPr sz="2800" spc="-30" dirty="0">
                <a:latin typeface="Comic Sans MS" panose="030F0702030302020204" pitchFamily="66" charset="0"/>
              </a:rPr>
              <a:t>O</a:t>
            </a:r>
            <a:r>
              <a:rPr sz="2800" spc="-25" dirty="0">
                <a:latin typeface="Comic Sans MS" panose="030F0702030302020204" pitchFamily="66" charset="0"/>
              </a:rPr>
              <a:t>DE</a:t>
            </a:r>
          </a:p>
        </p:txBody>
      </p:sp>
      <p:sp>
        <p:nvSpPr>
          <p:cNvPr id="3" name="object 3"/>
          <p:cNvSpPr/>
          <p:nvPr/>
        </p:nvSpPr>
        <p:spPr>
          <a:xfrm>
            <a:off x="1176527" y="4315967"/>
            <a:ext cx="5352288" cy="853440"/>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4" name="object 4"/>
          <p:cNvSpPr/>
          <p:nvPr/>
        </p:nvSpPr>
        <p:spPr>
          <a:xfrm>
            <a:off x="1222872" y="2049274"/>
            <a:ext cx="4153535" cy="3043555"/>
          </a:xfrm>
          <a:custGeom>
            <a:avLst/>
            <a:gdLst/>
            <a:ahLst/>
            <a:cxnLst/>
            <a:rect l="l" t="t" r="r" b="b"/>
            <a:pathLst>
              <a:path w="4153535" h="3043554">
                <a:moveTo>
                  <a:pt x="4066962" y="0"/>
                </a:moveTo>
                <a:lnTo>
                  <a:pt x="0" y="0"/>
                </a:lnTo>
                <a:lnTo>
                  <a:pt x="0" y="2956850"/>
                </a:lnTo>
                <a:lnTo>
                  <a:pt x="86396" y="3043247"/>
                </a:lnTo>
                <a:lnTo>
                  <a:pt x="4153358" y="3043247"/>
                </a:lnTo>
                <a:lnTo>
                  <a:pt x="4153358" y="86395"/>
                </a:lnTo>
                <a:lnTo>
                  <a:pt x="4066962" y="0"/>
                </a:lnTo>
                <a:close/>
              </a:path>
            </a:pathLst>
          </a:custGeom>
          <a:solidFill>
            <a:srgbClr val="00B0F0"/>
          </a:solidFill>
        </p:spPr>
        <p:txBody>
          <a:bodyPr wrap="square" lIns="0" tIns="0" rIns="0" bIns="0" rtlCol="0"/>
          <a:lstStyle/>
          <a:p>
            <a:endParaRPr>
              <a:latin typeface="Comic Sans MS" panose="030F0702030302020204" pitchFamily="66" charset="0"/>
            </a:endParaRPr>
          </a:p>
        </p:txBody>
      </p:sp>
      <p:sp>
        <p:nvSpPr>
          <p:cNvPr id="5" name="object 5"/>
          <p:cNvSpPr/>
          <p:nvPr/>
        </p:nvSpPr>
        <p:spPr>
          <a:xfrm>
            <a:off x="5434584" y="4319015"/>
            <a:ext cx="5535168" cy="856488"/>
          </a:xfrm>
          <a:prstGeom prst="rect">
            <a:avLst/>
          </a:prstGeom>
          <a:blipFill>
            <a:blip r:embed="rId4" cstate="print"/>
            <a:stretch>
              <a:fillRect/>
            </a:stretch>
          </a:blipFill>
        </p:spPr>
        <p:txBody>
          <a:bodyPr wrap="square" lIns="0" tIns="0" rIns="0" bIns="0" rtlCol="0"/>
          <a:lstStyle/>
          <a:p>
            <a:endParaRPr>
              <a:latin typeface="Comic Sans MS" panose="030F0702030302020204" pitchFamily="66" charset="0"/>
            </a:endParaRPr>
          </a:p>
        </p:txBody>
      </p:sp>
      <p:sp>
        <p:nvSpPr>
          <p:cNvPr id="6" name="object 6"/>
          <p:cNvSpPr/>
          <p:nvPr/>
        </p:nvSpPr>
        <p:spPr>
          <a:xfrm>
            <a:off x="5486398" y="2049274"/>
            <a:ext cx="4605020" cy="3043555"/>
          </a:xfrm>
          <a:custGeom>
            <a:avLst/>
            <a:gdLst/>
            <a:ahLst/>
            <a:cxnLst/>
            <a:rect l="l" t="t" r="r" b="b"/>
            <a:pathLst>
              <a:path w="4605020" h="3043554">
                <a:moveTo>
                  <a:pt x="4518258" y="0"/>
                </a:moveTo>
                <a:lnTo>
                  <a:pt x="0" y="0"/>
                </a:lnTo>
                <a:lnTo>
                  <a:pt x="0" y="2956849"/>
                </a:lnTo>
                <a:lnTo>
                  <a:pt x="86398" y="3043247"/>
                </a:lnTo>
                <a:lnTo>
                  <a:pt x="4604656" y="3043247"/>
                </a:lnTo>
                <a:lnTo>
                  <a:pt x="4604656" y="86396"/>
                </a:lnTo>
                <a:lnTo>
                  <a:pt x="4518258"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7" name="object 7"/>
          <p:cNvSpPr/>
          <p:nvPr/>
        </p:nvSpPr>
        <p:spPr>
          <a:xfrm>
            <a:off x="5486398" y="2049274"/>
            <a:ext cx="4605020" cy="3043555"/>
          </a:xfrm>
          <a:custGeom>
            <a:avLst/>
            <a:gdLst/>
            <a:ahLst/>
            <a:cxnLst/>
            <a:rect l="l" t="t" r="r" b="b"/>
            <a:pathLst>
              <a:path w="4605020" h="3043554">
                <a:moveTo>
                  <a:pt x="0" y="0"/>
                </a:moveTo>
                <a:lnTo>
                  <a:pt x="4518259" y="0"/>
                </a:lnTo>
                <a:lnTo>
                  <a:pt x="4604657" y="86397"/>
                </a:lnTo>
                <a:lnTo>
                  <a:pt x="4604657" y="3043248"/>
                </a:lnTo>
                <a:lnTo>
                  <a:pt x="86397" y="3043248"/>
                </a:lnTo>
                <a:lnTo>
                  <a:pt x="0" y="2956850"/>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11" name="object 11"/>
          <p:cNvSpPr txBox="1">
            <a:spLocks noGrp="1"/>
          </p:cNvSpPr>
          <p:nvPr>
            <p:ph type="sldNum" sz="quarter" idx="7"/>
          </p:nvPr>
        </p:nvSpPr>
        <p:spPr>
          <a:xfrm>
            <a:off x="0" y="0"/>
            <a:ext cx="0" cy="276999"/>
          </a:xfrm>
          <a:prstGeom prst="rect">
            <a:avLst/>
          </a:prstGeom>
        </p:spPr>
        <p:txBody>
          <a:bodyPr vert="horz" wrap="square" lIns="0" tIns="0" rIns="0" bIns="0" rtlCol="0">
            <a:spAutoFit/>
          </a:bodyPr>
          <a:lstStyle/>
          <a:p>
            <a:pPr marL="73025">
              <a:lnSpc>
                <a:spcPct val="100000"/>
              </a:lnSpc>
            </a:pPr>
            <a:fld id="{81D60167-4931-47E6-BA6A-407CBD079E47}" type="slidenum">
              <a:rPr dirty="0">
                <a:latin typeface="Comic Sans MS" panose="030F0702030302020204" pitchFamily="66" charset="0"/>
              </a:rPr>
              <a:t>8</a:t>
            </a:fld>
            <a:endParaRPr dirty="0">
              <a:latin typeface="Comic Sans MS" panose="030F0702030302020204" pitchFamily="66" charset="0"/>
            </a:endParaRPr>
          </a:p>
        </p:txBody>
      </p:sp>
      <p:sp>
        <p:nvSpPr>
          <p:cNvPr id="10" name="object 10"/>
          <p:cNvSpPr txBox="1"/>
          <p:nvPr/>
        </p:nvSpPr>
        <p:spPr>
          <a:xfrm>
            <a:off x="5608326" y="4760380"/>
            <a:ext cx="132715" cy="215444"/>
          </a:xfrm>
          <a:prstGeom prst="rect">
            <a:avLst/>
          </a:prstGeom>
        </p:spPr>
        <p:txBody>
          <a:bodyPr vert="horz" wrap="square" lIns="0" tIns="0" rIns="0" bIns="0" rtlCol="0">
            <a:spAutoFit/>
          </a:bodyPr>
          <a:lstStyle/>
          <a:p>
            <a:pPr marL="12700">
              <a:lnSpc>
                <a:spcPct val="100000"/>
              </a:lnSpc>
            </a:pP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16" name="object 8"/>
          <p:cNvSpPr txBox="1"/>
          <p:nvPr/>
        </p:nvSpPr>
        <p:spPr>
          <a:xfrm>
            <a:off x="1344800" y="1649527"/>
            <a:ext cx="2846200" cy="3817135"/>
          </a:xfrm>
          <a:prstGeom prst="rect">
            <a:avLst/>
          </a:prstGeom>
        </p:spPr>
        <p:txBody>
          <a:bodyPr vert="horz" wrap="square" lIns="0" tIns="0" rIns="0" bIns="0" rtlCol="0">
            <a:spAutoFit/>
          </a:bodyPr>
          <a:lstStyle>
            <a:lvl1pPr marL="0">
              <a:defRPr sz="1800" b="1" i="0">
                <a:solidFill>
                  <a:srgbClr val="00B0F0"/>
                </a:solidFill>
                <a:latin typeface="Trebuchet MS" panose="020B0603020202020204"/>
                <a:ea typeface="+mn-ea"/>
                <a:cs typeface="Trebuchet MS" panose="020B060302020202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438275" marR="0" lvl="0" indent="0" defTabSz="914400" eaLnBrk="1" fontAlgn="auto" latinLnBrk="0" hangingPunct="1">
              <a:lnSpc>
                <a:spcPct val="100000"/>
              </a:lnSpc>
              <a:spcBef>
                <a:spcPts val="0"/>
              </a:spcBef>
              <a:spcAft>
                <a:spcPts val="0"/>
              </a:spcAft>
              <a:buClrTx/>
              <a:buSzTx/>
              <a:buFontTx/>
              <a:buNone/>
              <a:defRPr/>
            </a:pPr>
            <a:r>
              <a:rPr kumimoji="0" lang="en-US" sz="1800" b="1" i="0" u="none" strike="noStrike" kern="0" cap="none" spc="-20" normalizeH="0" baseline="0" noProof="0" dirty="0">
                <a:ln>
                  <a:noFill/>
                </a:ln>
                <a:solidFill>
                  <a:srgbClr val="00B0F0"/>
                </a:solidFill>
                <a:effectLst/>
                <a:uLnTx/>
                <a:uFillTx/>
                <a:latin typeface="Comic Sans MS" panose="030F0702030302020204" pitchFamily="66" charset="0"/>
              </a:rPr>
              <a:t>C</a:t>
            </a:r>
            <a:r>
              <a:rPr kumimoji="0" lang="en-US" sz="1800" b="1" i="0" u="none" strike="noStrike" kern="0" cap="none" spc="-10" normalizeH="0" baseline="0" noProof="0" dirty="0">
                <a:ln>
                  <a:noFill/>
                </a:ln>
                <a:solidFill>
                  <a:srgbClr val="00B0F0"/>
                </a:solidFill>
                <a:effectLst/>
                <a:uLnTx/>
                <a:uFillTx/>
                <a:latin typeface="Comic Sans MS" panose="030F0702030302020204" pitchFamily="66" charset="0"/>
              </a:rPr>
              <a:t>P</a:t>
            </a:r>
            <a:r>
              <a:rPr kumimoji="0" lang="en-US" sz="1800" b="1" i="0" u="none" strike="noStrike" kern="0" cap="none" spc="-15" normalizeH="0" baseline="0" noProof="0" dirty="0">
                <a:ln>
                  <a:noFill/>
                </a:ln>
                <a:solidFill>
                  <a:srgbClr val="00B0F0"/>
                </a:solidFill>
                <a:effectLst/>
                <a:uLnTx/>
                <a:uFillTx/>
                <a:latin typeface="Comic Sans MS" panose="030F0702030302020204" pitchFamily="66" charset="0"/>
              </a:rPr>
              <a:t>U</a:t>
            </a:r>
            <a:r>
              <a:rPr kumimoji="0" lang="en-US" sz="1800" b="1" i="0" u="none" strike="noStrike" kern="0" cap="none" spc="0" normalizeH="0" baseline="0" noProof="0" dirty="0">
                <a:ln>
                  <a:noFill/>
                </a:ln>
                <a:solidFill>
                  <a:srgbClr val="00B0F0"/>
                </a:solidFill>
                <a:effectLst/>
                <a:uLnTx/>
                <a:uFillTx/>
                <a:latin typeface="Comic Sans MS" panose="030F0702030302020204" pitchFamily="66" charset="0"/>
              </a:rPr>
              <a:t> </a:t>
            </a:r>
            <a:r>
              <a:rPr kumimoji="0" lang="en-US" sz="1800" b="1" i="0" u="none" strike="noStrike" kern="0" cap="none" spc="-20" normalizeH="0" baseline="0" noProof="0" dirty="0">
                <a:ln>
                  <a:noFill/>
                </a:ln>
                <a:solidFill>
                  <a:srgbClr val="00B0F0"/>
                </a:solidFill>
                <a:effectLst/>
                <a:uLnTx/>
                <a:uFillTx/>
                <a:latin typeface="Comic Sans MS" panose="030F0702030302020204" pitchFamily="66" charset="0"/>
              </a:rPr>
              <a:t>C</a:t>
            </a:r>
            <a:r>
              <a:rPr kumimoji="0" lang="en-US" sz="1800" b="1" i="0" u="none" strike="noStrike" kern="0" cap="none" spc="-25" normalizeH="0" baseline="0" noProof="0" dirty="0">
                <a:ln>
                  <a:noFill/>
                </a:ln>
                <a:solidFill>
                  <a:srgbClr val="00B0F0"/>
                </a:solidFill>
                <a:effectLst/>
                <a:uLnTx/>
                <a:uFillTx/>
                <a:latin typeface="Comic Sans MS" panose="030F0702030302020204" pitchFamily="66" charset="0"/>
              </a:rPr>
              <a:t>o</a:t>
            </a:r>
            <a:r>
              <a:rPr kumimoji="0" lang="en-US" sz="1800" b="1" i="0" u="none" strike="noStrike" kern="0" cap="none" spc="-15" normalizeH="0" baseline="0" noProof="0" dirty="0">
                <a:ln>
                  <a:noFill/>
                </a:ln>
                <a:solidFill>
                  <a:srgbClr val="00B0F0"/>
                </a:solidFill>
                <a:effectLst/>
                <a:uLnTx/>
                <a:uFillTx/>
                <a:latin typeface="Comic Sans MS" panose="030F0702030302020204" pitchFamily="66" charset="0"/>
              </a:rPr>
              <a:t>de</a:t>
            </a:r>
          </a:p>
          <a:p>
            <a:pPr marL="0" marR="0" lvl="0" indent="0" defTabSz="914400" eaLnBrk="1" fontAlgn="auto" latinLnBrk="0" hangingPunct="1">
              <a:lnSpc>
                <a:spcPct val="100000"/>
              </a:lnSpc>
              <a:spcBef>
                <a:spcPts val="50"/>
              </a:spcBef>
              <a:spcAft>
                <a:spcPts val="0"/>
              </a:spcAft>
              <a:buClrTx/>
              <a:buSzTx/>
              <a:buFontTx/>
              <a:buNone/>
              <a:defRPr/>
            </a:pPr>
            <a:endParaRPr kumimoji="0" lang="en-US" sz="1850" b="1" i="0" u="none" strike="noStrike" kern="0" cap="none" spc="0" normalizeH="0" baseline="0" noProof="0" dirty="0">
              <a:ln>
                <a:noFill/>
              </a:ln>
              <a:solidFill>
                <a:srgbClr val="00B0F0"/>
              </a:solidFill>
              <a:effectLst/>
              <a:uLnTx/>
              <a:uFillTx/>
              <a:latin typeface="Comic Sans MS" panose="030F0702030302020204" pitchFamily="66" charset="0"/>
              <a:cs typeface="Times New Roman" panose="02020603050405020304"/>
            </a:endParaRPr>
          </a:p>
          <a:p>
            <a:pPr marL="225425" marR="5080" lvl="0" indent="-212725" defTabSz="914400" eaLnBrk="1" fontAlgn="auto" latinLnBrk="0" hangingPunct="1">
              <a:lnSpc>
                <a:spcPct val="101000"/>
              </a:lnSpc>
              <a:spcBef>
                <a:spcPts val="0"/>
              </a:spcBef>
              <a:spcAft>
                <a:spcPts val="0"/>
              </a:spcAft>
              <a:buClrTx/>
              <a:buSzTx/>
              <a:buFontTx/>
              <a:buNone/>
              <a:defRPr/>
            </a:pP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voi</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d</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rgbClr val="5E5E5E"/>
                </a:solidFill>
                <a:effectLst/>
                <a:uLnTx/>
                <a:uFillTx/>
                <a:latin typeface="Comic Sans MS" panose="030F0702030302020204" pitchFamily="66" charset="0"/>
                <a:cs typeface="Lucida Console" panose="020B0609040504020204"/>
              </a:rPr>
              <a:t>sortfile</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(FIL</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E</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rgbClr val="5E5E5E"/>
                </a:solidFill>
                <a:effectLst/>
                <a:uLnTx/>
                <a:uFillTx/>
                <a:latin typeface="Comic Sans MS" panose="030F0702030302020204" pitchFamily="66" charset="0"/>
                <a:cs typeface="Lucida Console" panose="020B0609040504020204"/>
              </a:rPr>
              <a:t>fp</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in</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N</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cha</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r</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*data;</a:t>
            </a:r>
            <a:endParaRPr kumimoji="0" lang="en-US" sz="1400" b="1" i="0" u="none" strike="noStrike" kern="0" cap="none" spc="0" normalizeH="0" baseline="0" noProof="0" dirty="0">
              <a:ln>
                <a:noFill/>
              </a:ln>
              <a:solidFill>
                <a:srgbClr val="00B0F0"/>
              </a:solidFill>
              <a:effectLst/>
              <a:uLnTx/>
              <a:uFillTx/>
              <a:latin typeface="Comic Sans MS" panose="030F0702030302020204" pitchFamily="66" charset="0"/>
              <a:cs typeface="Lucida Console" panose="020B0609040504020204"/>
            </a:endParaRPr>
          </a:p>
          <a:p>
            <a:pPr marL="225425" marR="0" lvl="0" indent="0" defTabSz="914400" eaLnBrk="1" fontAlgn="auto" latinLnBrk="0" hangingPunct="1">
              <a:lnSpc>
                <a:spcPct val="100000"/>
              </a:lnSpc>
              <a:spcBef>
                <a:spcPts val="0"/>
              </a:spcBef>
              <a:spcAft>
                <a:spcPts val="0"/>
              </a:spcAft>
              <a:buClrTx/>
              <a:buSzTx/>
              <a:buFontTx/>
              <a:buNone/>
              <a:defRPr/>
            </a:pP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dat</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(cha</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r</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 *)malloc(N);</a:t>
            </a:r>
            <a:endParaRPr kumimoji="0" lang="en-US" sz="1400" b="1" i="0" u="none" strike="noStrike" kern="0" cap="none" spc="0" normalizeH="0" baseline="0" noProof="0" dirty="0">
              <a:ln>
                <a:noFill/>
              </a:ln>
              <a:solidFill>
                <a:srgbClr val="00B0F0"/>
              </a:solidFill>
              <a:effectLst/>
              <a:uLnTx/>
              <a:uFillTx/>
              <a:latin typeface="Comic Sans MS" panose="030F0702030302020204" pitchFamily="66" charset="0"/>
              <a:cs typeface="Lucida Console" panose="020B0609040504020204"/>
            </a:endParaRPr>
          </a:p>
          <a:p>
            <a:pPr marL="225425" marR="324485" lvl="0" indent="0" defTabSz="914400" eaLnBrk="1" fontAlgn="auto" latinLnBrk="0" hangingPunct="1">
              <a:lnSpc>
                <a:spcPts val="3410"/>
              </a:lnSpc>
              <a:spcBef>
                <a:spcPts val="300"/>
              </a:spcBef>
              <a:spcAft>
                <a:spcPts val="0"/>
              </a:spcAft>
              <a:buClrTx/>
              <a:buSzTx/>
              <a:buFontTx/>
              <a:buNone/>
              <a:defRPr/>
            </a:pPr>
            <a:r>
              <a:rPr kumimoji="0" lang="en-US" sz="1400" b="0" i="0" u="none" strike="noStrike" kern="0" cap="none" spc="-20" normalizeH="0" baseline="0" noProof="0" dirty="0" err="1">
                <a:ln>
                  <a:noFill/>
                </a:ln>
                <a:solidFill>
                  <a:srgbClr val="5E5E5E"/>
                </a:solidFill>
                <a:effectLst/>
                <a:uLnTx/>
                <a:uFillTx/>
                <a:latin typeface="Comic Sans MS" panose="030F0702030302020204" pitchFamily="66" charset="0"/>
                <a:cs typeface="Lucida Console" panose="020B0609040504020204"/>
              </a:rPr>
              <a:t>fread</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(data</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 1</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N</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rgbClr val="5E5E5E"/>
                </a:solidFill>
                <a:effectLst/>
                <a:uLnTx/>
                <a:uFillTx/>
                <a:latin typeface="Comic Sans MS" panose="030F0702030302020204" pitchFamily="66" charset="0"/>
                <a:cs typeface="Lucida Console" panose="020B0609040504020204"/>
              </a:rPr>
              <a:t>fp</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rgbClr val="5E5E5E"/>
                </a:solidFill>
                <a:effectLst/>
                <a:uLnTx/>
                <a:uFillTx/>
                <a:latin typeface="Comic Sans MS" panose="030F0702030302020204" pitchFamily="66" charset="0"/>
                <a:cs typeface="Lucida Console" panose="020B0609040504020204"/>
              </a:rPr>
              <a:t>qsort</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(data</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 N</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1</a:t>
            </a: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E5E5E"/>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compare);</a:t>
            </a:r>
            <a:endParaRPr kumimoji="0" lang="en-US" sz="1400" b="1" i="0" u="none" strike="noStrike" kern="0" cap="none" spc="0" normalizeH="0" baseline="0" noProof="0" dirty="0">
              <a:ln>
                <a:noFill/>
              </a:ln>
              <a:solidFill>
                <a:srgbClr val="00B0F0"/>
              </a:solidFill>
              <a:effectLst/>
              <a:uLnTx/>
              <a:uFillTx/>
              <a:latin typeface="Comic Sans MS" panose="030F0702030302020204" pitchFamily="66" charset="0"/>
              <a:cs typeface="Lucida Console" panose="020B0609040504020204"/>
            </a:endParaRPr>
          </a:p>
          <a:p>
            <a:pPr marL="225425" marR="1600835" lvl="0" indent="0" defTabSz="914400" eaLnBrk="1" fontAlgn="auto" latinLnBrk="0" hangingPunct="1">
              <a:lnSpc>
                <a:spcPct val="203000"/>
              </a:lnSpc>
              <a:spcBef>
                <a:spcPts val="1180"/>
              </a:spcBef>
              <a:spcAft>
                <a:spcPts val="0"/>
              </a:spcAft>
              <a:buClrTx/>
              <a:buSzTx/>
              <a:buFontTx/>
              <a:buNone/>
              <a:defRPr/>
            </a:pPr>
            <a:r>
              <a:rPr kumimoji="0" lang="en-US" sz="1400" b="0" i="0" u="none" strike="noStrike" kern="0" cap="none" spc="-20" normalizeH="0" baseline="0" noProof="0" dirty="0" err="1">
                <a:ln>
                  <a:noFill/>
                </a:ln>
                <a:solidFill>
                  <a:srgbClr val="5E5E5E"/>
                </a:solidFill>
                <a:effectLst/>
                <a:uLnTx/>
                <a:uFillTx/>
                <a:latin typeface="Comic Sans MS" panose="030F0702030302020204" pitchFamily="66" charset="0"/>
                <a:cs typeface="Lucida Console" panose="020B0609040504020204"/>
              </a:rPr>
              <a:t>use_data</a:t>
            </a:r>
            <a:r>
              <a:rPr kumimoji="0" lang="en-US" sz="1400" b="0" i="0" u="none" strike="noStrike" kern="0" cap="none" spc="-20" normalizeH="0" baseline="0" noProof="0" dirty="0">
                <a:ln>
                  <a:noFill/>
                </a:ln>
                <a:solidFill>
                  <a:srgbClr val="5E5E5E"/>
                </a:solidFill>
                <a:effectLst/>
                <a:uLnTx/>
                <a:uFillTx/>
                <a:latin typeface="Comic Sans MS" panose="030F0702030302020204" pitchFamily="66" charset="0"/>
                <a:cs typeface="Lucida Console" panose="020B0609040504020204"/>
              </a:rPr>
              <a:t>(data); free(data);</a:t>
            </a:r>
            <a:endParaRPr kumimoji="0" lang="en-US" sz="1400" b="1" i="0" u="none" strike="noStrike" kern="0" cap="none" spc="0" normalizeH="0" baseline="0" noProof="0" dirty="0">
              <a:ln>
                <a:noFill/>
              </a:ln>
              <a:solidFill>
                <a:srgbClr val="00B0F0"/>
              </a:solidFill>
              <a:effectLst/>
              <a:uLnTx/>
              <a:uFillTx/>
              <a:latin typeface="Comic Sans MS" panose="030F0702030302020204" pitchFamily="66" charset="0"/>
              <a:cs typeface="Lucida Console" panose="020B0609040504020204"/>
            </a:endParaRPr>
          </a:p>
          <a:p>
            <a:pPr marL="12700" marR="0" lvl="0" indent="0" defTabSz="914400" eaLnBrk="1" fontAlgn="auto" latinLnBrk="0" hangingPunct="1">
              <a:lnSpc>
                <a:spcPct val="100000"/>
              </a:lnSpc>
              <a:spcBef>
                <a:spcPts val="0"/>
              </a:spcBef>
              <a:spcAft>
                <a:spcPts val="0"/>
              </a:spcAft>
              <a:buClrTx/>
              <a:buSzTx/>
              <a:buFontTx/>
              <a:buNone/>
              <a:defRPr/>
            </a:pPr>
            <a:r>
              <a:rPr kumimoji="0" lang="en-US" sz="1400" b="0" i="0" u="none" strike="noStrike" kern="0" cap="none" spc="-10" normalizeH="0" baseline="0" noProof="0" dirty="0">
                <a:ln>
                  <a:noFill/>
                </a:ln>
                <a:solidFill>
                  <a:srgbClr val="5E5E5E"/>
                </a:solidFill>
                <a:effectLst/>
                <a:uLnTx/>
                <a:uFillTx/>
                <a:latin typeface="Comic Sans MS" panose="030F0702030302020204" pitchFamily="66" charset="0"/>
                <a:cs typeface="Lucida Console" panose="020B0609040504020204"/>
              </a:rPr>
              <a:t>}</a:t>
            </a:r>
            <a:endParaRPr kumimoji="0" lang="en-US" sz="1400" b="1" i="0" u="none" strike="noStrike" kern="0" cap="none" spc="0" normalizeH="0" baseline="0" noProof="0" dirty="0">
              <a:ln>
                <a:noFill/>
              </a:ln>
              <a:solidFill>
                <a:srgbClr val="00B0F0"/>
              </a:solidFill>
              <a:effectLst/>
              <a:uLnTx/>
              <a:uFillTx/>
              <a:latin typeface="Comic Sans MS" panose="030F0702030302020204" pitchFamily="66" charset="0"/>
              <a:cs typeface="Lucida Console" panose="020B0609040504020204"/>
            </a:endParaRPr>
          </a:p>
        </p:txBody>
      </p:sp>
      <p:sp>
        <p:nvSpPr>
          <p:cNvPr id="17" name="object 9"/>
          <p:cNvSpPr txBox="1"/>
          <p:nvPr/>
        </p:nvSpPr>
        <p:spPr>
          <a:xfrm>
            <a:off x="5608326" y="1370726"/>
            <a:ext cx="3840474" cy="3430747"/>
          </a:xfrm>
          <a:prstGeom prst="rect">
            <a:avLst/>
          </a:prstGeom>
        </p:spPr>
        <p:txBody>
          <a:bodyPr vert="horz" wrap="square" lIns="0" tIns="0" rIns="0" bIns="0" rtlCol="0">
            <a:spAutoFit/>
          </a:bodyPr>
          <a:lstStyle>
            <a:lvl1pPr marL="0">
              <a:defRPr sz="1800" b="1" i="0">
                <a:solidFill>
                  <a:srgbClr val="76B900"/>
                </a:solidFill>
                <a:latin typeface="Trebuchet MS" panose="020B0603020202020204"/>
                <a:ea typeface="+mn-ea"/>
                <a:cs typeface="Trebuchet MS" panose="020B060302020202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61620" marR="0" lvl="0" indent="0" defTabSz="914400" eaLnBrk="1" fontAlgn="auto" latinLnBrk="0" hangingPunct="1">
              <a:lnSpc>
                <a:spcPct val="100000"/>
              </a:lnSpc>
              <a:spcBef>
                <a:spcPts val="0"/>
              </a:spcBef>
              <a:spcAft>
                <a:spcPts val="0"/>
              </a:spcAft>
              <a:buClrTx/>
              <a:buSzTx/>
              <a:buFontTx/>
              <a:buNone/>
              <a:defRPr/>
            </a:pPr>
            <a:r>
              <a:rPr kumimoji="0" lang="en-US" sz="1800" b="1" i="0" u="none" strike="noStrike" kern="0" cap="none" spc="-20" normalizeH="0" baseline="0" noProof="0" dirty="0">
                <a:ln>
                  <a:noFill/>
                </a:ln>
                <a:solidFill>
                  <a:srgbClr val="76B900"/>
                </a:solidFill>
                <a:effectLst/>
                <a:uLnTx/>
                <a:uFillTx/>
                <a:latin typeface="Comic Sans MS" panose="030F0702030302020204" pitchFamily="66" charset="0"/>
              </a:rPr>
              <a:t>C</a:t>
            </a:r>
            <a:r>
              <a:rPr kumimoji="0" lang="en-US" sz="1800" b="1" i="0" u="none" strike="noStrike" kern="0" cap="none" spc="-10" normalizeH="0" baseline="0" noProof="0" dirty="0">
                <a:ln>
                  <a:noFill/>
                </a:ln>
                <a:solidFill>
                  <a:srgbClr val="76B900"/>
                </a:solidFill>
                <a:effectLst/>
                <a:uLnTx/>
                <a:uFillTx/>
                <a:latin typeface="Comic Sans MS" panose="030F0702030302020204" pitchFamily="66" charset="0"/>
              </a:rPr>
              <a:t>UD</a:t>
            </a:r>
            <a:r>
              <a:rPr kumimoji="0" lang="en-US" sz="1800" b="1" i="0" u="none" strike="noStrike" kern="0" cap="none" spc="0" normalizeH="0" baseline="0" noProof="0" dirty="0">
                <a:ln>
                  <a:noFill/>
                </a:ln>
                <a:solidFill>
                  <a:srgbClr val="76B900"/>
                </a:solidFill>
                <a:effectLst/>
                <a:uLnTx/>
                <a:uFillTx/>
                <a:latin typeface="Comic Sans MS" panose="030F0702030302020204" pitchFamily="66" charset="0"/>
              </a:rPr>
              <a:t>A</a:t>
            </a:r>
            <a:r>
              <a:rPr kumimoji="0" lang="en-US" sz="1800" b="1" i="0" u="none" strike="noStrike" kern="0" cap="none" spc="-10" normalizeH="0" baseline="0" noProof="0" dirty="0">
                <a:ln>
                  <a:noFill/>
                </a:ln>
                <a:solidFill>
                  <a:srgbClr val="76B900"/>
                </a:solidFill>
                <a:effectLst/>
                <a:uLnTx/>
                <a:uFillTx/>
                <a:latin typeface="Comic Sans MS" panose="030F0702030302020204" pitchFamily="66" charset="0"/>
              </a:rPr>
              <a:t> </a:t>
            </a:r>
            <a:r>
              <a:rPr kumimoji="0" lang="en-US" sz="1800" b="1" i="0" u="none" strike="noStrike" kern="0" cap="none" spc="-20" normalizeH="0" baseline="0" noProof="0" dirty="0">
                <a:ln>
                  <a:noFill/>
                </a:ln>
                <a:solidFill>
                  <a:srgbClr val="76B900"/>
                </a:solidFill>
                <a:effectLst/>
                <a:uLnTx/>
                <a:uFillTx/>
                <a:latin typeface="Comic Sans MS" panose="030F0702030302020204" pitchFamily="66" charset="0"/>
              </a:rPr>
              <a:t>C</a:t>
            </a:r>
            <a:r>
              <a:rPr kumimoji="0" lang="en-US" sz="1800" b="1" i="0" u="none" strike="noStrike" kern="0" cap="none" spc="-25" normalizeH="0" baseline="0" noProof="0" dirty="0">
                <a:ln>
                  <a:noFill/>
                </a:ln>
                <a:solidFill>
                  <a:srgbClr val="76B900"/>
                </a:solidFill>
                <a:effectLst/>
                <a:uLnTx/>
                <a:uFillTx/>
                <a:latin typeface="Comic Sans MS" panose="030F0702030302020204" pitchFamily="66" charset="0"/>
              </a:rPr>
              <a:t>o</a:t>
            </a:r>
            <a:r>
              <a:rPr kumimoji="0" lang="en-US" sz="1800" b="1" i="0" u="none" strike="noStrike" kern="0" cap="none" spc="-15" normalizeH="0" baseline="0" noProof="0" dirty="0">
                <a:ln>
                  <a:noFill/>
                </a:ln>
                <a:solidFill>
                  <a:srgbClr val="76B900"/>
                </a:solidFill>
                <a:effectLst/>
                <a:uLnTx/>
                <a:uFillTx/>
                <a:latin typeface="Comic Sans MS" panose="030F0702030302020204" pitchFamily="66" charset="0"/>
              </a:rPr>
              <a:t>de</a:t>
            </a:r>
            <a:r>
              <a:rPr kumimoji="0" lang="en-US" sz="1800" b="1" i="0" u="none" strike="noStrike" kern="0" cap="none" spc="-5" normalizeH="0" baseline="0" noProof="0" dirty="0">
                <a:ln>
                  <a:noFill/>
                </a:ln>
                <a:solidFill>
                  <a:srgbClr val="76B900"/>
                </a:solidFill>
                <a:effectLst/>
                <a:uLnTx/>
                <a:uFillTx/>
                <a:latin typeface="Comic Sans MS" panose="030F0702030302020204" pitchFamily="66" charset="0"/>
              </a:rPr>
              <a:t> </a:t>
            </a:r>
            <a:r>
              <a:rPr kumimoji="0" lang="en-US" sz="1800" b="1" i="0" u="none" strike="noStrike" kern="0" cap="none" spc="-15" normalizeH="0" baseline="0" noProof="0" dirty="0">
                <a:ln>
                  <a:noFill/>
                </a:ln>
                <a:solidFill>
                  <a:srgbClr val="76B900"/>
                </a:solidFill>
                <a:effectLst/>
                <a:uLnTx/>
                <a:uFillTx/>
                <a:latin typeface="Comic Sans MS" panose="030F0702030302020204" pitchFamily="66" charset="0"/>
              </a:rPr>
              <a:t>w</a:t>
            </a:r>
            <a:r>
              <a:rPr kumimoji="0" lang="en-US" sz="1800" b="1" i="0" u="none" strike="noStrike" kern="0" cap="none" spc="0" normalizeH="0" baseline="0" noProof="0" dirty="0">
                <a:ln>
                  <a:noFill/>
                </a:ln>
                <a:solidFill>
                  <a:srgbClr val="76B900"/>
                </a:solidFill>
                <a:effectLst/>
                <a:uLnTx/>
                <a:uFillTx/>
                <a:latin typeface="Comic Sans MS" panose="030F0702030302020204" pitchFamily="66" charset="0"/>
              </a:rPr>
              <a:t>i</a:t>
            </a:r>
            <a:r>
              <a:rPr kumimoji="0" lang="en-US" sz="1800" b="1" i="0" u="none" strike="noStrike" kern="0" cap="none" spc="-5" normalizeH="0" baseline="0" noProof="0" dirty="0">
                <a:ln>
                  <a:noFill/>
                </a:ln>
                <a:solidFill>
                  <a:srgbClr val="76B900"/>
                </a:solidFill>
                <a:effectLst/>
                <a:uLnTx/>
                <a:uFillTx/>
                <a:latin typeface="Comic Sans MS" panose="030F0702030302020204" pitchFamily="66" charset="0"/>
              </a:rPr>
              <a:t>t</a:t>
            </a:r>
            <a:r>
              <a:rPr kumimoji="0" lang="en-US" sz="1800" b="1" i="0" u="none" strike="noStrike" kern="0" cap="none" spc="-15" normalizeH="0" baseline="0" noProof="0" dirty="0">
                <a:ln>
                  <a:noFill/>
                </a:ln>
                <a:solidFill>
                  <a:srgbClr val="76B900"/>
                </a:solidFill>
                <a:effectLst/>
                <a:uLnTx/>
                <a:uFillTx/>
                <a:latin typeface="Comic Sans MS" panose="030F0702030302020204" pitchFamily="66" charset="0"/>
              </a:rPr>
              <a:t>h</a:t>
            </a:r>
            <a:r>
              <a:rPr kumimoji="0" lang="en-US" sz="1800" b="1" i="0" u="none" strike="noStrike" kern="0" cap="none" spc="-10" normalizeH="0" baseline="0" noProof="0" dirty="0">
                <a:ln>
                  <a:noFill/>
                </a:ln>
                <a:solidFill>
                  <a:srgbClr val="76B900"/>
                </a:solidFill>
                <a:effectLst/>
                <a:uLnTx/>
                <a:uFillTx/>
                <a:latin typeface="Comic Sans MS" panose="030F0702030302020204" pitchFamily="66" charset="0"/>
              </a:rPr>
              <a:t> U</a:t>
            </a:r>
            <a:r>
              <a:rPr kumimoji="0" lang="en-US" sz="1800" b="1" i="0" u="none" strike="noStrike" kern="0" cap="none" spc="-5" normalizeH="0" baseline="0" noProof="0" dirty="0">
                <a:ln>
                  <a:noFill/>
                </a:ln>
                <a:solidFill>
                  <a:srgbClr val="76B900"/>
                </a:solidFill>
                <a:effectLst/>
                <a:uLnTx/>
                <a:uFillTx/>
                <a:latin typeface="Comic Sans MS" panose="030F0702030302020204" pitchFamily="66" charset="0"/>
              </a:rPr>
              <a:t>n</a:t>
            </a:r>
            <a:r>
              <a:rPr kumimoji="0" lang="en-US" sz="1800" b="1" i="0" u="none" strike="noStrike" kern="0" cap="none" spc="0" normalizeH="0" baseline="0" noProof="0" dirty="0">
                <a:ln>
                  <a:noFill/>
                </a:ln>
                <a:solidFill>
                  <a:srgbClr val="76B900"/>
                </a:solidFill>
                <a:effectLst/>
                <a:uLnTx/>
                <a:uFillTx/>
                <a:latin typeface="Comic Sans MS" panose="030F0702030302020204" pitchFamily="66" charset="0"/>
              </a:rPr>
              <a:t>i</a:t>
            </a:r>
            <a:r>
              <a:rPr kumimoji="0" lang="en-US" sz="1800" b="1" i="0" u="none" strike="noStrike" kern="0" cap="none" spc="-15" normalizeH="0" baseline="0" noProof="0" dirty="0">
                <a:ln>
                  <a:noFill/>
                </a:ln>
                <a:solidFill>
                  <a:srgbClr val="76B900"/>
                </a:solidFill>
                <a:effectLst/>
                <a:uLnTx/>
                <a:uFillTx/>
                <a:latin typeface="Comic Sans MS" panose="030F0702030302020204" pitchFamily="66" charset="0"/>
              </a:rPr>
              <a:t>f</a:t>
            </a:r>
            <a:r>
              <a:rPr kumimoji="0" lang="en-US" sz="1800" b="1" i="0" u="none" strike="noStrike" kern="0" cap="none" spc="0" normalizeH="0" baseline="0" noProof="0" dirty="0">
                <a:ln>
                  <a:noFill/>
                </a:ln>
                <a:solidFill>
                  <a:srgbClr val="76B900"/>
                </a:solidFill>
                <a:effectLst/>
                <a:uLnTx/>
                <a:uFillTx/>
                <a:latin typeface="Comic Sans MS" panose="030F0702030302020204" pitchFamily="66" charset="0"/>
              </a:rPr>
              <a:t>i</a:t>
            </a:r>
            <a:r>
              <a:rPr kumimoji="0" lang="en-US" sz="1800" b="1" i="0" u="none" strike="noStrike" kern="0" cap="none" spc="-15" normalizeH="0" baseline="0" noProof="0" dirty="0">
                <a:ln>
                  <a:noFill/>
                </a:ln>
                <a:solidFill>
                  <a:srgbClr val="76B900"/>
                </a:solidFill>
                <a:effectLst/>
                <a:uLnTx/>
                <a:uFillTx/>
                <a:latin typeface="Comic Sans MS" panose="030F0702030302020204" pitchFamily="66" charset="0"/>
              </a:rPr>
              <a:t>ed</a:t>
            </a:r>
            <a:r>
              <a:rPr kumimoji="0" lang="en-US" sz="1800" b="1" i="0" u="none" strike="noStrike" kern="0" cap="none" spc="-5" normalizeH="0" baseline="0" noProof="0" dirty="0">
                <a:ln>
                  <a:noFill/>
                </a:ln>
                <a:solidFill>
                  <a:srgbClr val="76B900"/>
                </a:solidFill>
                <a:effectLst/>
                <a:uLnTx/>
                <a:uFillTx/>
                <a:latin typeface="Comic Sans MS" panose="030F0702030302020204" pitchFamily="66" charset="0"/>
              </a:rPr>
              <a:t> M</a:t>
            </a:r>
            <a:r>
              <a:rPr kumimoji="0" lang="en-US" sz="1800" b="1" i="0" u="none" strike="noStrike" kern="0" cap="none" spc="-15" normalizeH="0" baseline="0" noProof="0" dirty="0">
                <a:ln>
                  <a:noFill/>
                </a:ln>
                <a:solidFill>
                  <a:srgbClr val="76B900"/>
                </a:solidFill>
                <a:effectLst/>
                <a:uLnTx/>
                <a:uFillTx/>
                <a:latin typeface="Comic Sans MS" panose="030F0702030302020204" pitchFamily="66" charset="0"/>
              </a:rPr>
              <a:t>e</a:t>
            </a:r>
            <a:r>
              <a:rPr kumimoji="0" lang="en-US" sz="1800" b="1" i="0" u="none" strike="noStrike" kern="0" cap="none" spc="0" normalizeH="0" baseline="0" noProof="0" dirty="0">
                <a:ln>
                  <a:noFill/>
                </a:ln>
                <a:solidFill>
                  <a:srgbClr val="76B900"/>
                </a:solidFill>
                <a:effectLst/>
                <a:uLnTx/>
                <a:uFillTx/>
                <a:latin typeface="Comic Sans MS" panose="030F0702030302020204" pitchFamily="66" charset="0"/>
              </a:rPr>
              <a:t>m</a:t>
            </a:r>
            <a:r>
              <a:rPr kumimoji="0" lang="en-US" sz="1800" b="1" i="0" u="none" strike="noStrike" kern="0" cap="none" spc="-25" normalizeH="0" baseline="0" noProof="0" dirty="0">
                <a:ln>
                  <a:noFill/>
                </a:ln>
                <a:solidFill>
                  <a:srgbClr val="76B900"/>
                </a:solidFill>
                <a:effectLst/>
                <a:uLnTx/>
                <a:uFillTx/>
                <a:latin typeface="Comic Sans MS" panose="030F0702030302020204" pitchFamily="66" charset="0"/>
              </a:rPr>
              <a:t>o</a:t>
            </a:r>
            <a:r>
              <a:rPr kumimoji="0" lang="en-US" sz="1800" b="1" i="0" u="none" strike="noStrike" kern="0" cap="none" spc="5" normalizeH="0" baseline="0" noProof="0" dirty="0">
                <a:ln>
                  <a:noFill/>
                </a:ln>
                <a:solidFill>
                  <a:srgbClr val="76B900"/>
                </a:solidFill>
                <a:effectLst/>
                <a:uLnTx/>
                <a:uFillTx/>
                <a:latin typeface="Comic Sans MS" panose="030F0702030302020204" pitchFamily="66" charset="0"/>
              </a:rPr>
              <a:t>r</a:t>
            </a:r>
            <a:r>
              <a:rPr kumimoji="0" lang="en-US" sz="1800" b="1" i="0" u="none" strike="noStrike" kern="0" cap="none" spc="-10" normalizeH="0" baseline="0" noProof="0" dirty="0">
                <a:ln>
                  <a:noFill/>
                </a:ln>
                <a:solidFill>
                  <a:srgbClr val="76B900"/>
                </a:solidFill>
                <a:effectLst/>
                <a:uLnTx/>
                <a:uFillTx/>
                <a:latin typeface="Comic Sans MS" panose="030F0702030302020204" pitchFamily="66" charset="0"/>
              </a:rPr>
              <a:t>y</a:t>
            </a:r>
          </a:p>
          <a:p>
            <a:pPr marL="0" marR="0" lvl="0" indent="0" defTabSz="914400" eaLnBrk="1" fontAlgn="auto" latinLnBrk="0" hangingPunct="1">
              <a:lnSpc>
                <a:spcPct val="100000"/>
              </a:lnSpc>
              <a:spcBef>
                <a:spcPts val="10"/>
              </a:spcBef>
              <a:spcAft>
                <a:spcPts val="0"/>
              </a:spcAft>
              <a:buClrTx/>
              <a:buSzTx/>
              <a:buFontTx/>
              <a:buNone/>
              <a:defRPr/>
            </a:pPr>
            <a:endParaRPr kumimoji="0" lang="en-US" sz="1850" b="1" i="0" u="none" strike="noStrike" kern="0" cap="none" spc="0" normalizeH="0" baseline="0" noProof="0" dirty="0">
              <a:ln>
                <a:noFill/>
              </a:ln>
              <a:solidFill>
                <a:srgbClr val="76B900"/>
              </a:solidFill>
              <a:effectLst/>
              <a:uLnTx/>
              <a:uFillTx/>
              <a:latin typeface="Comic Sans MS" panose="030F0702030302020204" pitchFamily="66" charset="0"/>
              <a:cs typeface="Times New Roman" panose="02020603050405020304"/>
            </a:endParaRPr>
          </a:p>
          <a:p>
            <a:pPr marL="225425" marR="340360" lvl="0" indent="-212725" defTabSz="914400" eaLnBrk="1" fontAlgn="auto" latinLnBrk="0" hangingPunct="1">
              <a:lnSpc>
                <a:spcPct val="101000"/>
              </a:lnSpc>
              <a:spcBef>
                <a:spcPts val="0"/>
              </a:spcBef>
              <a:spcAft>
                <a:spcPts val="0"/>
              </a:spcAft>
              <a:buClrTx/>
              <a:buSzTx/>
              <a:buFontTx/>
              <a:buNone/>
              <a:defRPr/>
            </a:pPr>
            <a:r>
              <a:rPr kumimoji="0" lang="en-US" sz="1400" b="0" i="0" u="none" strike="noStrike" kern="0" cap="none" spc="-20" normalizeH="0" baseline="0" noProof="0" dirty="0">
                <a:ln>
                  <a:noFill/>
                </a:ln>
                <a:solidFill>
                  <a:srgbClr val="505050"/>
                </a:solidFill>
                <a:effectLst/>
                <a:uLnTx/>
                <a:uFillTx/>
                <a:latin typeface="Comic Sans MS" panose="030F0702030302020204" pitchFamily="66" charset="0"/>
                <a:cs typeface="Lucida Console" panose="020B0609040504020204"/>
              </a:rPr>
              <a:t>voi</a:t>
            </a:r>
            <a:r>
              <a:rPr kumimoji="0" lang="en-US" sz="1400" b="0" i="0" u="none" strike="noStrike" kern="0" cap="none" spc="-10" normalizeH="0" baseline="0" noProof="0" dirty="0">
                <a:ln>
                  <a:noFill/>
                </a:ln>
                <a:solidFill>
                  <a:srgbClr val="505050"/>
                </a:solidFill>
                <a:effectLst/>
                <a:uLnTx/>
                <a:uFillTx/>
                <a:latin typeface="Comic Sans MS" panose="030F0702030302020204" pitchFamily="66" charset="0"/>
                <a:cs typeface="Lucida Console" panose="020B0609040504020204"/>
              </a:rPr>
              <a:t>d</a:t>
            </a:r>
            <a:r>
              <a:rPr kumimoji="0" lang="en-US" sz="1400" b="0" i="0" u="none" strike="noStrike" kern="0" cap="none" spc="-15" normalizeH="0" baseline="0" noProof="0" dirty="0">
                <a:ln>
                  <a:noFill/>
                </a:ln>
                <a:solidFill>
                  <a:srgbClr val="50505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rgbClr val="505050"/>
                </a:solidFill>
                <a:effectLst/>
                <a:uLnTx/>
                <a:uFillTx/>
                <a:latin typeface="Comic Sans MS" panose="030F0702030302020204" pitchFamily="66" charset="0"/>
                <a:cs typeface="Lucida Console" panose="020B0609040504020204"/>
              </a:rPr>
              <a:t>sortfile</a:t>
            </a:r>
            <a:r>
              <a:rPr kumimoji="0" lang="en-US" sz="1400" b="0" i="0" u="none" strike="noStrike" kern="0" cap="none" spc="-20" normalizeH="0" baseline="0" noProof="0" dirty="0">
                <a:ln>
                  <a:noFill/>
                </a:ln>
                <a:solidFill>
                  <a:srgbClr val="505050"/>
                </a:solidFill>
                <a:effectLst/>
                <a:uLnTx/>
                <a:uFillTx/>
                <a:latin typeface="Comic Sans MS" panose="030F0702030302020204" pitchFamily="66" charset="0"/>
                <a:cs typeface="Lucida Console" panose="020B0609040504020204"/>
              </a:rPr>
              <a:t>(FIL</a:t>
            </a:r>
            <a:r>
              <a:rPr kumimoji="0" lang="en-US" sz="1400" b="0" i="0" u="none" strike="noStrike" kern="0" cap="none" spc="-10" normalizeH="0" baseline="0" noProof="0" dirty="0">
                <a:ln>
                  <a:noFill/>
                </a:ln>
                <a:solidFill>
                  <a:srgbClr val="505050"/>
                </a:solidFill>
                <a:effectLst/>
                <a:uLnTx/>
                <a:uFillTx/>
                <a:latin typeface="Comic Sans MS" panose="030F0702030302020204" pitchFamily="66" charset="0"/>
                <a:cs typeface="Lucida Console" panose="020B0609040504020204"/>
              </a:rPr>
              <a:t>E</a:t>
            </a:r>
            <a:r>
              <a:rPr kumimoji="0" lang="en-US" sz="1400" b="0" i="0" u="none" strike="noStrike" kern="0" cap="none" spc="-20" normalizeH="0" baseline="0" noProof="0" dirty="0">
                <a:ln>
                  <a:noFill/>
                </a:ln>
                <a:solidFill>
                  <a:srgbClr val="50505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rgbClr val="505050"/>
                </a:solidFill>
                <a:effectLst/>
                <a:uLnTx/>
                <a:uFillTx/>
                <a:latin typeface="Comic Sans MS" panose="030F0702030302020204" pitchFamily="66" charset="0"/>
                <a:cs typeface="Lucida Console" panose="020B0609040504020204"/>
              </a:rPr>
              <a:t>fp</a:t>
            </a:r>
            <a:r>
              <a:rPr kumimoji="0" lang="en-US" sz="1400" b="0" i="0" u="none" strike="noStrike" kern="0" cap="none" spc="-10" normalizeH="0" baseline="0" noProof="0" dirty="0">
                <a:ln>
                  <a:noFill/>
                </a:ln>
                <a:solidFill>
                  <a:srgbClr val="505050"/>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0505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05050"/>
                </a:solidFill>
                <a:effectLst/>
                <a:uLnTx/>
                <a:uFillTx/>
                <a:latin typeface="Comic Sans MS" panose="030F0702030302020204" pitchFamily="66" charset="0"/>
                <a:cs typeface="Lucida Console" panose="020B0609040504020204"/>
              </a:rPr>
              <a:t>in</a:t>
            </a:r>
            <a:r>
              <a:rPr kumimoji="0" lang="en-US" sz="1400" b="0" i="0" u="none" strike="noStrike" kern="0" cap="none" spc="-10" normalizeH="0" baseline="0" noProof="0" dirty="0">
                <a:ln>
                  <a:noFill/>
                </a:ln>
                <a:solidFill>
                  <a:srgbClr val="505050"/>
                </a:solidFill>
                <a:effectLst/>
                <a:uLnTx/>
                <a:uFillTx/>
                <a:latin typeface="Comic Sans MS" panose="030F0702030302020204" pitchFamily="66" charset="0"/>
                <a:cs typeface="Lucida Console" panose="020B0609040504020204"/>
              </a:rPr>
              <a:t>t</a:t>
            </a:r>
            <a:r>
              <a:rPr kumimoji="0" lang="en-US" sz="1400" b="0" i="0" u="none" strike="noStrike" kern="0" cap="none" spc="-15" normalizeH="0" baseline="0" noProof="0" dirty="0">
                <a:ln>
                  <a:noFill/>
                </a:ln>
                <a:solidFill>
                  <a:srgbClr val="50505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rgbClr val="505050"/>
                </a:solidFill>
                <a:effectLst/>
                <a:uLnTx/>
                <a:uFillTx/>
                <a:latin typeface="Comic Sans MS" panose="030F0702030302020204" pitchFamily="66" charset="0"/>
                <a:cs typeface="Lucida Console" panose="020B0609040504020204"/>
              </a:rPr>
              <a:t>N</a:t>
            </a:r>
            <a:r>
              <a:rPr kumimoji="0" lang="en-US" sz="1400" b="0" i="0" u="none" strike="noStrike" kern="0" cap="none" spc="-10" normalizeH="0" baseline="0" noProof="0" dirty="0">
                <a:ln>
                  <a:noFill/>
                </a:ln>
                <a:solidFill>
                  <a:srgbClr val="505050"/>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rgbClr val="505050"/>
                </a:solidFill>
                <a:effectLst/>
                <a:uLnTx/>
                <a:uFillTx/>
                <a:latin typeface="Comic Sans MS" panose="030F0702030302020204" pitchFamily="66" charset="0"/>
                <a:cs typeface="Lucida Console" panose="020B0609040504020204"/>
              </a:rPr>
              <a:t> </a:t>
            </a:r>
            <a:r>
              <a:rPr kumimoji="0" lang="en-US" sz="1400" b="0" i="0" u="none" strike="noStrike" kern="0" cap="none" spc="-10" normalizeH="0" baseline="0" noProof="0" dirty="0">
                <a:ln>
                  <a:noFill/>
                </a:ln>
                <a:solidFill>
                  <a:srgbClr val="505050"/>
                </a:solidFill>
                <a:effectLst/>
                <a:uLnTx/>
                <a:uFillTx/>
                <a:latin typeface="Comic Sans MS" panose="030F0702030302020204" pitchFamily="66" charset="0"/>
                <a:cs typeface="Lucida Console" panose="020B0609040504020204"/>
              </a:rPr>
              <a:t>{ </a:t>
            </a:r>
          </a:p>
          <a:p>
            <a:pPr marL="225425" marR="340360" lvl="0" indent="-212725" defTabSz="914400" eaLnBrk="1" fontAlgn="auto" latinLnBrk="0" hangingPunct="1">
              <a:lnSpc>
                <a:spcPct val="101000"/>
              </a:lnSpc>
              <a:spcBef>
                <a:spcPts val="0"/>
              </a:spcBef>
              <a:spcAft>
                <a:spcPts val="0"/>
              </a:spcAft>
              <a:buClrTx/>
              <a:buSzTx/>
              <a:buFontTx/>
              <a:buNone/>
              <a:defRPr/>
            </a:pP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cha</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r</a:t>
            </a:r>
            <a:r>
              <a:rPr kumimoji="0" lang="en-US" sz="1400" b="0" i="0" u="none" strike="noStrike" kern="0" cap="none" spc="-15"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*data; </a:t>
            </a:r>
          </a:p>
          <a:p>
            <a:pPr marL="225425" marR="340360" lvl="0" indent="-212725" defTabSz="914400" eaLnBrk="1" fontAlgn="auto" latinLnBrk="0" hangingPunct="1">
              <a:lnSpc>
                <a:spcPct val="101000"/>
              </a:lnSpc>
              <a:spcBef>
                <a:spcPts val="0"/>
              </a:spcBef>
              <a:spcAft>
                <a:spcPts val="0"/>
              </a:spcAft>
              <a:buClrTx/>
              <a:buSzTx/>
              <a:buFontTx/>
              <a:buNone/>
              <a:defRPr/>
            </a:pP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cudaMallocManaged</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(&amp;data</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N);</a:t>
            </a:r>
            <a:endParaRPr kumimoji="0" lang="en-US" sz="1400" b="1" i="0" u="none" strike="noStrike" kern="0" cap="none" spc="0" normalizeH="0" baseline="0" noProof="0" dirty="0">
              <a:ln>
                <a:noFill/>
              </a:ln>
              <a:solidFill>
                <a:sysClr val="windowText" lastClr="000000"/>
              </a:solidFill>
              <a:effectLst/>
              <a:uLnTx/>
              <a:uFillTx/>
              <a:latin typeface="Comic Sans MS" panose="030F0702030302020204" pitchFamily="66" charset="0"/>
              <a:cs typeface="Lucida Console" panose="020B0609040504020204"/>
            </a:endParaRPr>
          </a:p>
          <a:p>
            <a:pPr marL="0" marR="0" lvl="0" indent="0" defTabSz="914400" eaLnBrk="1" fontAlgn="auto" latinLnBrk="0" hangingPunct="1">
              <a:lnSpc>
                <a:spcPct val="100000"/>
              </a:lnSpc>
              <a:spcBef>
                <a:spcPts val="20"/>
              </a:spcBef>
              <a:spcAft>
                <a:spcPts val="0"/>
              </a:spcAft>
              <a:buClrTx/>
              <a:buSzTx/>
              <a:buFontTx/>
              <a:buNone/>
              <a:defRPr/>
            </a:pPr>
            <a:endParaRPr kumimoji="0" lang="en-US" sz="1400" b="1" i="0" u="none" strike="noStrike" kern="0" cap="none" spc="0" normalizeH="0" baseline="0" noProof="0" dirty="0">
              <a:ln>
                <a:noFill/>
              </a:ln>
              <a:solidFill>
                <a:sysClr val="windowText" lastClr="000000"/>
              </a:solidFill>
              <a:effectLst/>
              <a:uLnTx/>
              <a:uFillTx/>
              <a:latin typeface="Comic Sans MS" panose="030F0702030302020204" pitchFamily="66" charset="0"/>
              <a:cs typeface="Times New Roman" panose="02020603050405020304"/>
            </a:endParaRPr>
          </a:p>
          <a:p>
            <a:pPr marL="225425" marR="0" lvl="0" indent="0" defTabSz="914400" eaLnBrk="1" fontAlgn="auto" latinLnBrk="0" hangingPunct="1">
              <a:lnSpc>
                <a:spcPct val="100000"/>
              </a:lnSpc>
              <a:spcBef>
                <a:spcPts val="0"/>
              </a:spcBef>
              <a:spcAft>
                <a:spcPts val="0"/>
              </a:spcAft>
              <a:buClrTx/>
              <a:buSzTx/>
              <a:buFontTx/>
              <a:buNone/>
              <a:defRPr/>
            </a:pP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fread</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(data</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1</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N</a:t>
            </a:r>
            <a:r>
              <a:rPr kumimoji="0" lang="en-US" sz="1400" b="0" i="0" u="none" strike="noStrike" kern="0" cap="none" spc="-1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r>
              <a:rPr kumimoji="0" lang="en-US" sz="1400" b="0" i="0" u="none" strike="noStrike" kern="0" cap="none" spc="-15"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 </a:t>
            </a: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fp</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endParaRPr kumimoji="0" lang="en-US" sz="1400" b="1" i="0" u="none" strike="noStrike" kern="0" cap="none" spc="0" normalizeH="0" baseline="0" noProof="0" dirty="0">
              <a:ln>
                <a:noFill/>
              </a:ln>
              <a:solidFill>
                <a:sysClr val="windowText" lastClr="000000"/>
              </a:solidFill>
              <a:effectLst/>
              <a:uLnTx/>
              <a:uFillTx/>
              <a:latin typeface="Comic Sans MS" panose="030F0702030302020204" pitchFamily="66" charset="0"/>
              <a:cs typeface="Lucida Console" panose="020B0609040504020204"/>
            </a:endParaRPr>
          </a:p>
          <a:p>
            <a:pPr marL="0" marR="0" lvl="0" indent="0" defTabSz="914400" eaLnBrk="1" fontAlgn="auto" latinLnBrk="0" hangingPunct="1">
              <a:lnSpc>
                <a:spcPct val="100000"/>
              </a:lnSpc>
              <a:spcBef>
                <a:spcPts val="5"/>
              </a:spcBef>
              <a:spcAft>
                <a:spcPts val="0"/>
              </a:spcAft>
              <a:buClrTx/>
              <a:buSzTx/>
              <a:buFontTx/>
              <a:buNone/>
              <a:defRPr/>
            </a:pPr>
            <a:endParaRPr kumimoji="0" lang="en-US" sz="1500" b="1" i="0" u="none" strike="noStrike" kern="0" cap="none" spc="0" normalizeH="0" baseline="0" noProof="0" dirty="0">
              <a:ln>
                <a:noFill/>
              </a:ln>
              <a:solidFill>
                <a:sysClr val="windowText" lastClr="000000"/>
              </a:solidFill>
              <a:effectLst/>
              <a:uLnTx/>
              <a:uFillTx/>
              <a:latin typeface="Comic Sans MS" panose="030F0702030302020204" pitchFamily="66" charset="0"/>
              <a:cs typeface="Times New Roman" panose="02020603050405020304"/>
            </a:endParaRPr>
          </a:p>
          <a:p>
            <a:pPr marL="225425" marR="21590" lvl="0" indent="0" defTabSz="914400" eaLnBrk="1" fontAlgn="auto" latinLnBrk="0" hangingPunct="1">
              <a:lnSpc>
                <a:spcPct val="100000"/>
              </a:lnSpc>
              <a:spcBef>
                <a:spcPts val="0"/>
              </a:spcBef>
              <a:spcAft>
                <a:spcPts val="0"/>
              </a:spcAft>
              <a:buClrTx/>
              <a:buSzTx/>
              <a:buFontTx/>
              <a:buNone/>
              <a:defRPr/>
            </a:pP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qsort</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&lt;&lt;&lt;...&gt;&gt;&gt;(data,N,1,compare); </a:t>
            </a: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cudaDeviceSynchronize</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a:t>
            </a:r>
            <a:endParaRPr kumimoji="0" lang="en-US" sz="1400" b="1" i="0" u="none" strike="noStrike" kern="0" cap="none" spc="0" normalizeH="0" baseline="0" noProof="0" dirty="0">
              <a:ln>
                <a:noFill/>
              </a:ln>
              <a:solidFill>
                <a:sysClr val="windowText" lastClr="000000"/>
              </a:solidFill>
              <a:effectLst/>
              <a:uLnTx/>
              <a:uFillTx/>
              <a:latin typeface="Comic Sans MS" panose="030F0702030302020204" pitchFamily="66" charset="0"/>
              <a:cs typeface="Lucida Console" panose="020B0609040504020204"/>
            </a:endParaRPr>
          </a:p>
          <a:p>
            <a:pPr marL="225425" marR="1936115" lvl="0" indent="0" defTabSz="914400" eaLnBrk="1" fontAlgn="auto" latinLnBrk="0" hangingPunct="1">
              <a:lnSpc>
                <a:spcPts val="3410"/>
              </a:lnSpc>
              <a:spcBef>
                <a:spcPts val="300"/>
              </a:spcBef>
              <a:spcAft>
                <a:spcPts val="0"/>
              </a:spcAft>
              <a:buClrTx/>
              <a:buSzTx/>
              <a:buFontTx/>
              <a:buNone/>
              <a:defRPr/>
            </a:pP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use_data</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(data); </a:t>
            </a:r>
            <a:r>
              <a:rPr kumimoji="0" lang="en-US" sz="1400" b="0" i="0" u="none" strike="noStrike" kern="0" cap="none" spc="-20" normalizeH="0" baseline="0" noProof="0" dirty="0" err="1">
                <a:ln>
                  <a:noFill/>
                </a:ln>
                <a:solidFill>
                  <a:sysClr val="windowText" lastClr="000000"/>
                </a:solidFill>
                <a:effectLst/>
                <a:uLnTx/>
                <a:uFillTx/>
                <a:latin typeface="Comic Sans MS" panose="030F0702030302020204" pitchFamily="66" charset="0"/>
                <a:cs typeface="Lucida Console" panose="020B0609040504020204"/>
              </a:rPr>
              <a:t>cudaFree</a:t>
            </a:r>
            <a:r>
              <a:rPr kumimoji="0" lang="en-US" sz="1400" b="0" i="0" u="none" strike="noStrike" kern="0" cap="none" spc="-20" normalizeH="0" baseline="0" noProof="0" dirty="0">
                <a:ln>
                  <a:noFill/>
                </a:ln>
                <a:solidFill>
                  <a:sysClr val="windowText" lastClr="000000"/>
                </a:solidFill>
                <a:effectLst/>
                <a:uLnTx/>
                <a:uFillTx/>
                <a:latin typeface="Comic Sans MS" panose="030F0702030302020204" pitchFamily="66" charset="0"/>
                <a:cs typeface="Lucida Console" panose="020B0609040504020204"/>
              </a:rPr>
              <a:t>(data);</a:t>
            </a:r>
            <a:endParaRPr kumimoji="0" lang="en-US" sz="1400" b="1" i="0" u="none" strike="noStrike" kern="0" cap="none" spc="0" normalizeH="0" baseline="0" noProof="0" dirty="0">
              <a:ln>
                <a:noFill/>
              </a:ln>
              <a:solidFill>
                <a:sysClr val="windowText" lastClr="000000"/>
              </a:solidFill>
              <a:effectLst/>
              <a:uLnTx/>
              <a:uFillTx/>
              <a:latin typeface="Comic Sans MS" panose="030F0702030302020204" pitchFamily="66" charset="0"/>
              <a:cs typeface="Lucida Console" panose="020B0609040504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282251"/>
            <a:ext cx="9464040" cy="838691"/>
          </a:xfrm>
          <a:prstGeom prst="rect">
            <a:avLst/>
          </a:prstGeom>
        </p:spPr>
        <p:txBody>
          <a:bodyPr vert="horz" wrap="square" lIns="0" tIns="0" rIns="0" bIns="0" rtlCol="0">
            <a:spAutoFit/>
          </a:bodyPr>
          <a:lstStyle/>
          <a:p>
            <a:pPr marL="1270" algn="ctr">
              <a:lnSpc>
                <a:spcPct val="100000"/>
              </a:lnSpc>
            </a:pPr>
            <a:r>
              <a:rPr sz="3200" dirty="0">
                <a:latin typeface="Comic Sans MS" panose="030F0702030302020204" pitchFamily="66" charset="0"/>
              </a:rPr>
              <a:t>UN</a:t>
            </a:r>
            <a:r>
              <a:rPr sz="3200" spc="-5" dirty="0">
                <a:latin typeface="Comic Sans MS" panose="030F0702030302020204" pitchFamily="66" charset="0"/>
              </a:rPr>
              <a:t>I</a:t>
            </a:r>
            <a:r>
              <a:rPr sz="3200" spc="-25" dirty="0">
                <a:latin typeface="Comic Sans MS" panose="030F0702030302020204" pitchFamily="66" charset="0"/>
              </a:rPr>
              <a:t>F</a:t>
            </a:r>
            <a:r>
              <a:rPr sz="3200" spc="-5" dirty="0">
                <a:latin typeface="Comic Sans MS" panose="030F0702030302020204" pitchFamily="66" charset="0"/>
              </a:rPr>
              <a:t>I</a:t>
            </a:r>
            <a:r>
              <a:rPr sz="3200" spc="-25" dirty="0">
                <a:latin typeface="Comic Sans MS" panose="030F0702030302020204" pitchFamily="66" charset="0"/>
              </a:rPr>
              <a:t>E</a:t>
            </a:r>
            <a:r>
              <a:rPr sz="3200" dirty="0">
                <a:latin typeface="Comic Sans MS" panose="030F0702030302020204" pitchFamily="66" charset="0"/>
              </a:rPr>
              <a:t>D</a:t>
            </a:r>
            <a:r>
              <a:rPr sz="3200" spc="5" dirty="0">
                <a:latin typeface="Comic Sans MS" panose="030F0702030302020204" pitchFamily="66" charset="0"/>
              </a:rPr>
              <a:t> </a:t>
            </a:r>
            <a:r>
              <a:rPr sz="3200" spc="-5" dirty="0">
                <a:latin typeface="Comic Sans MS" panose="030F0702030302020204" pitchFamily="66" charset="0"/>
              </a:rPr>
              <a:t>M</a:t>
            </a:r>
            <a:r>
              <a:rPr sz="3200" spc="-25" dirty="0">
                <a:latin typeface="Comic Sans MS" panose="030F0702030302020204" pitchFamily="66" charset="0"/>
              </a:rPr>
              <a:t>E</a:t>
            </a:r>
            <a:r>
              <a:rPr sz="3200" spc="-5" dirty="0">
                <a:latin typeface="Comic Sans MS" panose="030F0702030302020204" pitchFamily="66" charset="0"/>
              </a:rPr>
              <a:t>M</a:t>
            </a:r>
            <a:r>
              <a:rPr sz="3200" spc="-30" dirty="0">
                <a:latin typeface="Comic Sans MS" panose="030F0702030302020204" pitchFamily="66" charset="0"/>
              </a:rPr>
              <a:t>O</a:t>
            </a:r>
            <a:r>
              <a:rPr sz="3200" dirty="0">
                <a:latin typeface="Comic Sans MS" panose="030F0702030302020204" pitchFamily="66" charset="0"/>
              </a:rPr>
              <a:t>RY </a:t>
            </a:r>
            <a:r>
              <a:rPr sz="3200" spc="-25" dirty="0">
                <a:latin typeface="Comic Sans MS" panose="030F0702030302020204" pitchFamily="66" charset="0"/>
              </a:rPr>
              <a:t>EXA</a:t>
            </a:r>
            <a:r>
              <a:rPr sz="3200" spc="-5" dirty="0">
                <a:latin typeface="Comic Sans MS" panose="030F0702030302020204" pitchFamily="66" charset="0"/>
              </a:rPr>
              <a:t>M</a:t>
            </a:r>
            <a:r>
              <a:rPr sz="3200" spc="-15" dirty="0">
                <a:latin typeface="Comic Sans MS" panose="030F0702030302020204" pitchFamily="66" charset="0"/>
              </a:rPr>
              <a:t>PLE</a:t>
            </a:r>
          </a:p>
          <a:p>
            <a:pPr marL="1270" algn="ctr">
              <a:lnSpc>
                <a:spcPct val="100000"/>
              </a:lnSpc>
              <a:spcBef>
                <a:spcPts val="310"/>
              </a:spcBef>
            </a:pPr>
            <a:r>
              <a:rPr sz="2000" dirty="0">
                <a:solidFill>
                  <a:srgbClr val="76B900"/>
                </a:solidFill>
                <a:latin typeface="Comic Sans MS" panose="030F0702030302020204" pitchFamily="66" charset="0"/>
              </a:rPr>
              <a:t>W</a:t>
            </a:r>
            <a:r>
              <a:rPr sz="2000" spc="-5" dirty="0">
                <a:solidFill>
                  <a:srgbClr val="76B900"/>
                </a:solidFill>
                <a:latin typeface="Comic Sans MS" panose="030F0702030302020204" pitchFamily="66" charset="0"/>
              </a:rPr>
              <a:t>it</a:t>
            </a:r>
            <a:r>
              <a:rPr sz="2000" dirty="0">
                <a:solidFill>
                  <a:srgbClr val="76B900"/>
                </a:solidFill>
                <a:latin typeface="Comic Sans MS" panose="030F0702030302020204" pitchFamily="66" charset="0"/>
              </a:rPr>
              <a:t>h</a:t>
            </a:r>
            <a:r>
              <a:rPr sz="2000" spc="-5" dirty="0">
                <a:solidFill>
                  <a:srgbClr val="76B900"/>
                </a:solidFill>
                <a:latin typeface="Comic Sans MS" panose="030F0702030302020204" pitchFamily="66" charset="0"/>
              </a:rPr>
              <a:t> </a:t>
            </a:r>
            <a:r>
              <a:rPr sz="2000" spc="-20" dirty="0">
                <a:solidFill>
                  <a:srgbClr val="76B900"/>
                </a:solidFill>
                <a:latin typeface="Comic Sans MS" panose="030F0702030302020204" pitchFamily="66" charset="0"/>
              </a:rPr>
              <a:t>O</a:t>
            </a:r>
            <a:r>
              <a:rPr sz="2000" spc="5" dirty="0">
                <a:solidFill>
                  <a:srgbClr val="76B900"/>
                </a:solidFill>
                <a:latin typeface="Comic Sans MS" panose="030F0702030302020204" pitchFamily="66" charset="0"/>
              </a:rPr>
              <a:t>n</a:t>
            </a:r>
            <a:r>
              <a:rPr sz="2000" dirty="0">
                <a:solidFill>
                  <a:srgbClr val="76B900"/>
                </a:solidFill>
                <a:latin typeface="Comic Sans MS" panose="030F0702030302020204" pitchFamily="66" charset="0"/>
              </a:rPr>
              <a:t>-</a:t>
            </a:r>
            <a:r>
              <a:rPr sz="2000" spc="-5" dirty="0">
                <a:solidFill>
                  <a:srgbClr val="76B900"/>
                </a:solidFill>
                <a:latin typeface="Comic Sans MS" panose="030F0702030302020204" pitchFamily="66" charset="0"/>
              </a:rPr>
              <a:t>D</a:t>
            </a:r>
            <a:r>
              <a:rPr sz="2000" spc="5" dirty="0">
                <a:solidFill>
                  <a:srgbClr val="76B900"/>
                </a:solidFill>
                <a:latin typeface="Comic Sans MS" panose="030F0702030302020204" pitchFamily="66" charset="0"/>
              </a:rPr>
              <a:t>em</a:t>
            </a:r>
            <a:r>
              <a:rPr sz="2000" dirty="0">
                <a:solidFill>
                  <a:srgbClr val="76B900"/>
                </a:solidFill>
                <a:latin typeface="Comic Sans MS" panose="030F0702030302020204" pitchFamily="66" charset="0"/>
              </a:rPr>
              <a:t>and</a:t>
            </a:r>
            <a:r>
              <a:rPr sz="2000" spc="-10" dirty="0">
                <a:solidFill>
                  <a:srgbClr val="76B900"/>
                </a:solidFill>
                <a:latin typeface="Comic Sans MS" panose="030F0702030302020204" pitchFamily="66" charset="0"/>
              </a:rPr>
              <a:t> </a:t>
            </a:r>
            <a:r>
              <a:rPr sz="2000" spc="-15" dirty="0">
                <a:solidFill>
                  <a:srgbClr val="76B900"/>
                </a:solidFill>
                <a:latin typeface="Comic Sans MS" panose="030F0702030302020204" pitchFamily="66" charset="0"/>
              </a:rPr>
              <a:t>P</a:t>
            </a:r>
            <a:r>
              <a:rPr sz="2000" dirty="0">
                <a:solidFill>
                  <a:srgbClr val="76B900"/>
                </a:solidFill>
                <a:latin typeface="Comic Sans MS" panose="030F0702030302020204" pitchFamily="66" charset="0"/>
              </a:rPr>
              <a:t>a</a:t>
            </a:r>
            <a:r>
              <a:rPr sz="2000" spc="-5" dirty="0">
                <a:solidFill>
                  <a:srgbClr val="76B900"/>
                </a:solidFill>
                <a:latin typeface="Comic Sans MS" panose="030F0702030302020204" pitchFamily="66" charset="0"/>
              </a:rPr>
              <a:t>gi</a:t>
            </a:r>
            <a:r>
              <a:rPr sz="2000" dirty="0">
                <a:solidFill>
                  <a:srgbClr val="76B900"/>
                </a:solidFill>
                <a:latin typeface="Comic Sans MS" panose="030F0702030302020204" pitchFamily="66" charset="0"/>
              </a:rPr>
              <a:t>n</a:t>
            </a:r>
            <a:r>
              <a:rPr sz="2000" spc="-10" dirty="0">
                <a:solidFill>
                  <a:srgbClr val="76B900"/>
                </a:solidFill>
                <a:latin typeface="Comic Sans MS" panose="030F0702030302020204" pitchFamily="66" charset="0"/>
              </a:rPr>
              <a:t>g</a:t>
            </a:r>
            <a:endParaRPr sz="2000" dirty="0">
              <a:latin typeface="Comic Sans MS" panose="030F0702030302020204" pitchFamily="66" charset="0"/>
            </a:endParaRPr>
          </a:p>
        </p:txBody>
      </p:sp>
      <p:sp>
        <p:nvSpPr>
          <p:cNvPr id="18" name="object 18"/>
          <p:cNvSpPr txBox="1">
            <a:spLocks noGrp="1"/>
          </p:cNvSpPr>
          <p:nvPr>
            <p:ph type="sldNum" sz="quarter" idx="7"/>
          </p:nvPr>
        </p:nvSpPr>
        <p:spPr>
          <a:xfrm>
            <a:off x="0" y="0"/>
            <a:ext cx="0" cy="276999"/>
          </a:xfrm>
          <a:prstGeom prst="rect">
            <a:avLst/>
          </a:prstGeom>
        </p:spPr>
        <p:txBody>
          <a:bodyPr vert="horz" wrap="square" lIns="0" tIns="0" rIns="0" bIns="0" rtlCol="0">
            <a:spAutoFit/>
          </a:bodyPr>
          <a:lstStyle/>
          <a:p>
            <a:pPr marL="73025">
              <a:lnSpc>
                <a:spcPct val="100000"/>
              </a:lnSpc>
            </a:pPr>
            <a:fld id="{81D60167-4931-47E6-BA6A-407CBD079E47}" type="slidenum">
              <a:rPr dirty="0">
                <a:latin typeface="Comic Sans MS" panose="030F0702030302020204" pitchFamily="66" charset="0"/>
              </a:rPr>
              <a:t>9</a:t>
            </a:fld>
            <a:endParaRPr dirty="0">
              <a:latin typeface="Comic Sans MS" panose="030F0702030302020204" pitchFamily="66" charset="0"/>
            </a:endParaRPr>
          </a:p>
        </p:txBody>
      </p:sp>
      <p:sp>
        <p:nvSpPr>
          <p:cNvPr id="3" name="object 3"/>
          <p:cNvSpPr/>
          <p:nvPr/>
        </p:nvSpPr>
        <p:spPr>
          <a:xfrm>
            <a:off x="1551857" y="1616397"/>
            <a:ext cx="4884420" cy="4384675"/>
          </a:xfrm>
          <a:custGeom>
            <a:avLst/>
            <a:gdLst/>
            <a:ahLst/>
            <a:cxnLst/>
            <a:rect l="l" t="t" r="r" b="b"/>
            <a:pathLst>
              <a:path w="4884420" h="4384675">
                <a:moveTo>
                  <a:pt x="4759632" y="0"/>
                </a:moveTo>
                <a:lnTo>
                  <a:pt x="0" y="0"/>
                </a:lnTo>
                <a:lnTo>
                  <a:pt x="0" y="4260108"/>
                </a:lnTo>
                <a:lnTo>
                  <a:pt x="124479" y="4384588"/>
                </a:lnTo>
                <a:lnTo>
                  <a:pt x="4884112" y="4384588"/>
                </a:lnTo>
                <a:lnTo>
                  <a:pt x="4884112" y="124480"/>
                </a:lnTo>
                <a:lnTo>
                  <a:pt x="4759632" y="0"/>
                </a:lnTo>
                <a:close/>
              </a:path>
            </a:pathLst>
          </a:custGeom>
          <a:solidFill>
            <a:srgbClr val="F2F2F2"/>
          </a:solidFill>
        </p:spPr>
        <p:txBody>
          <a:bodyPr wrap="square" lIns="0" tIns="0" rIns="0" bIns="0" rtlCol="0"/>
          <a:lstStyle/>
          <a:p>
            <a:endParaRPr dirty="0">
              <a:latin typeface="Comic Sans MS" panose="030F0702030302020204" pitchFamily="66" charset="0"/>
            </a:endParaRPr>
          </a:p>
        </p:txBody>
      </p:sp>
      <p:sp>
        <p:nvSpPr>
          <p:cNvPr id="4" name="object 4"/>
          <p:cNvSpPr txBox="1"/>
          <p:nvPr/>
        </p:nvSpPr>
        <p:spPr>
          <a:xfrm>
            <a:off x="1692824" y="1687996"/>
            <a:ext cx="5317576" cy="1054100"/>
          </a:xfrm>
          <a:prstGeom prst="rect">
            <a:avLst/>
          </a:prstGeom>
        </p:spPr>
        <p:txBody>
          <a:bodyPr vert="horz" wrap="square" lIns="0" tIns="0" rIns="0" bIns="0" rtlCol="0">
            <a:spAutoFit/>
          </a:bodyPr>
          <a:lstStyle/>
          <a:p>
            <a:pPr marL="12700">
              <a:lnSpc>
                <a:spcPct val="100000"/>
              </a:lnSpc>
              <a:tabLst>
                <a:tab pos="1076325" algn="l"/>
              </a:tabLst>
            </a:pPr>
            <a:r>
              <a:rPr sz="1400" u="heavy" spc="-10" dirty="0">
                <a:latin typeface="Comic Sans MS" panose="030F0702030302020204" pitchFamily="66" charset="0"/>
                <a:cs typeface="Lucida Console" panose="020B0609040504020204"/>
              </a:rPr>
              <a:t> </a:t>
            </a:r>
            <a:r>
              <a:rPr sz="1400" u="heavy"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globa</a:t>
            </a:r>
            <a:r>
              <a:rPr sz="1400" spc="-15" dirty="0">
                <a:latin typeface="Comic Sans MS" panose="030F0702030302020204" pitchFamily="66" charset="0"/>
                <a:cs typeface="Lucida Console" panose="020B0609040504020204"/>
              </a:rPr>
              <a:t>l</a:t>
            </a:r>
            <a:r>
              <a:rPr sz="1400" u="heavy" spc="-10" dirty="0">
                <a:latin typeface="Comic Sans MS" panose="030F0702030302020204" pitchFamily="66" charset="0"/>
                <a:cs typeface="Lucida Console" panose="020B0609040504020204"/>
              </a:rPr>
              <a:t> </a:t>
            </a:r>
            <a:r>
              <a:rPr sz="1400" u="heavy" dirty="0">
                <a:latin typeface="Comic Sans MS" panose="030F0702030302020204" pitchFamily="66" charset="0"/>
                <a:cs typeface="Lucida Console" panose="020B0609040504020204"/>
              </a:rPr>
              <a:t>	</a:t>
            </a:r>
            <a:endParaRPr sz="1400" dirty="0">
              <a:latin typeface="Comic Sans MS" panose="030F0702030302020204" pitchFamily="66" charset="0"/>
              <a:cs typeface="Lucida Console" panose="020B0609040504020204"/>
            </a:endParaRPr>
          </a:p>
          <a:p>
            <a:pPr marL="12700">
              <a:lnSpc>
                <a:spcPct val="100000"/>
              </a:lnSpc>
              <a:spcBef>
                <a:spcPts val="25"/>
              </a:spcBef>
            </a:pPr>
            <a:r>
              <a:rPr sz="1400" spc="-20" dirty="0">
                <a:latin typeface="Comic Sans MS" panose="030F0702030302020204" pitchFamily="66" charset="0"/>
                <a:cs typeface="Lucida Console" panose="020B0609040504020204"/>
              </a:rPr>
              <a:t>voi</a:t>
            </a:r>
            <a:r>
              <a:rPr sz="1400" spc="-10" dirty="0">
                <a:latin typeface="Comic Sans MS" panose="030F0702030302020204" pitchFamily="66" charset="0"/>
                <a:cs typeface="Lucida Console" panose="020B0609040504020204"/>
              </a:rPr>
              <a:t>d</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setValue(in</a:t>
            </a:r>
            <a:r>
              <a:rPr sz="1400" spc="-10" dirty="0">
                <a:latin typeface="Comic Sans MS" panose="030F0702030302020204" pitchFamily="66" charset="0"/>
                <a:cs typeface="Lucida Console" panose="020B0609040504020204"/>
              </a:rPr>
              <a:t>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*ptr</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in</a:t>
            </a:r>
            <a:r>
              <a:rPr sz="1400" spc="-10" dirty="0">
                <a:latin typeface="Comic Sans MS" panose="030F0702030302020204" pitchFamily="66" charset="0"/>
                <a:cs typeface="Lucida Console" panose="020B0609040504020204"/>
              </a:rPr>
              <a:t>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index,</a:t>
            </a:r>
            <a:endParaRPr sz="1400" dirty="0">
              <a:latin typeface="Comic Sans MS" panose="030F0702030302020204" pitchFamily="66" charset="0"/>
              <a:cs typeface="Lucida Console" panose="020B0609040504020204"/>
            </a:endParaRPr>
          </a:p>
          <a:p>
            <a:pPr marL="12700">
              <a:lnSpc>
                <a:spcPct val="100000"/>
              </a:lnSpc>
            </a:pP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225425">
              <a:lnSpc>
                <a:spcPts val="1645"/>
              </a:lnSpc>
              <a:spcBef>
                <a:spcPts val="25"/>
              </a:spcBef>
            </a:pPr>
            <a:r>
              <a:rPr sz="1400" spc="-20" dirty="0">
                <a:latin typeface="Comic Sans MS" panose="030F0702030302020204" pitchFamily="66" charset="0"/>
                <a:cs typeface="Lucida Console" panose="020B0609040504020204"/>
              </a:rPr>
              <a:t>ptr[index</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val</a:t>
            </a: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12700">
              <a:lnSpc>
                <a:spcPts val="1645"/>
              </a:lnSpc>
            </a:pP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5" name="object 5"/>
          <p:cNvSpPr txBox="1"/>
          <p:nvPr/>
        </p:nvSpPr>
        <p:spPr>
          <a:xfrm>
            <a:off x="4376043" y="1903229"/>
            <a:ext cx="877569" cy="215444"/>
          </a:xfrm>
          <a:prstGeom prst="rect">
            <a:avLst/>
          </a:prstGeom>
        </p:spPr>
        <p:txBody>
          <a:bodyPr vert="horz" wrap="square" lIns="0" tIns="0" rIns="0" bIns="0" rtlCol="0">
            <a:spAutoFit/>
          </a:bodyPr>
          <a:lstStyle/>
          <a:p>
            <a:pPr marL="12700">
              <a:lnSpc>
                <a:spcPct val="100000"/>
              </a:lnSpc>
            </a:pPr>
            <a:r>
              <a:rPr sz="1400" spc="-20" dirty="0">
                <a:latin typeface="Comic Sans MS" panose="030F0702030302020204" pitchFamily="66" charset="0"/>
                <a:cs typeface="Lucida Console" panose="020B0609040504020204"/>
              </a:rPr>
              <a:t>in</a:t>
            </a:r>
            <a:r>
              <a:rPr sz="1400" spc="-10" dirty="0">
                <a:latin typeface="Comic Sans MS" panose="030F0702030302020204" pitchFamily="66" charset="0"/>
                <a:cs typeface="Lucida Console" panose="020B0609040504020204"/>
              </a:rPr>
              <a:t>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val</a:t>
            </a: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6" name="object 6"/>
          <p:cNvSpPr txBox="1"/>
          <p:nvPr/>
        </p:nvSpPr>
        <p:spPr>
          <a:xfrm>
            <a:off x="1692824" y="3184564"/>
            <a:ext cx="3031576" cy="640432"/>
          </a:xfrm>
          <a:prstGeom prst="rect">
            <a:avLst/>
          </a:prstGeom>
        </p:spPr>
        <p:txBody>
          <a:bodyPr vert="horz" wrap="square" lIns="0" tIns="0" rIns="0" bIns="0" rtlCol="0">
            <a:spAutoFit/>
          </a:bodyPr>
          <a:lstStyle/>
          <a:p>
            <a:pPr marL="225425" marR="642620" indent="-212725">
              <a:lnSpc>
                <a:spcPct val="101000"/>
              </a:lnSpc>
            </a:pPr>
            <a:r>
              <a:rPr sz="1400" spc="-20" dirty="0">
                <a:latin typeface="Comic Sans MS" panose="030F0702030302020204" pitchFamily="66" charset="0"/>
                <a:cs typeface="Lucida Console" panose="020B0609040504020204"/>
              </a:rPr>
              <a:t>voi</a:t>
            </a:r>
            <a:r>
              <a:rPr sz="1400" spc="-10" dirty="0">
                <a:latin typeface="Comic Sans MS" panose="030F0702030302020204" pitchFamily="66" charset="0"/>
                <a:cs typeface="Lucida Console" panose="020B0609040504020204"/>
              </a:rPr>
              <a:t>d</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foo(in</a:t>
            </a:r>
            <a:r>
              <a:rPr sz="1400" spc="-10" dirty="0">
                <a:latin typeface="Comic Sans MS" panose="030F0702030302020204" pitchFamily="66" charset="0"/>
                <a:cs typeface="Lucida Console" panose="020B0609040504020204"/>
              </a:rPr>
              <a:t>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size</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a:t>
            </a:r>
            <a:endParaRPr lang="en-US" sz="1400" spc="-10" dirty="0">
              <a:latin typeface="Comic Sans MS" panose="030F0702030302020204" pitchFamily="66" charset="0"/>
              <a:cs typeface="Lucida Console" panose="020B0609040504020204"/>
            </a:endParaRPr>
          </a:p>
          <a:p>
            <a:pPr marL="225425" marR="642620" indent="-212725">
              <a:lnSpc>
                <a:spcPct val="101000"/>
              </a:lnSpc>
            </a:pPr>
            <a:r>
              <a:rPr lang="en-US" sz="1400" spc="-10"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cha</a:t>
            </a:r>
            <a:r>
              <a:rPr sz="1400" spc="-10" dirty="0">
                <a:latin typeface="Comic Sans MS" panose="030F0702030302020204" pitchFamily="66" charset="0"/>
                <a:cs typeface="Lucida Console" panose="020B0609040504020204"/>
              </a:rPr>
              <a:t>r</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*data;</a:t>
            </a:r>
            <a:endParaRPr sz="1400" dirty="0">
              <a:latin typeface="Comic Sans MS" panose="030F0702030302020204" pitchFamily="66" charset="0"/>
              <a:cs typeface="Lucida Console" panose="020B0609040504020204"/>
            </a:endParaRPr>
          </a:p>
          <a:p>
            <a:pPr marL="225425">
              <a:lnSpc>
                <a:spcPts val="1610"/>
              </a:lnSpc>
            </a:pPr>
            <a:r>
              <a:rPr sz="1400" spc="-20" dirty="0">
                <a:solidFill>
                  <a:srgbClr val="76B900"/>
                </a:solidFill>
                <a:latin typeface="Comic Sans MS" panose="030F0702030302020204" pitchFamily="66" charset="0"/>
                <a:cs typeface="Lucida Console" panose="020B0609040504020204"/>
              </a:rPr>
              <a:t>cudaMallocManaged</a:t>
            </a:r>
            <a:r>
              <a:rPr sz="1400" spc="-20" dirty="0">
                <a:latin typeface="Comic Sans MS" panose="030F0702030302020204" pitchFamily="66" charset="0"/>
                <a:cs typeface="Lucida Console" panose="020B0609040504020204"/>
              </a:rPr>
              <a:t>(&amp;data,</a:t>
            </a:r>
            <a:endParaRPr sz="1400" dirty="0">
              <a:latin typeface="Comic Sans MS" panose="030F0702030302020204" pitchFamily="66" charset="0"/>
              <a:cs typeface="Lucida Console" panose="020B0609040504020204"/>
            </a:endParaRPr>
          </a:p>
        </p:txBody>
      </p:sp>
      <p:sp>
        <p:nvSpPr>
          <p:cNvPr id="7" name="object 7"/>
          <p:cNvSpPr txBox="1"/>
          <p:nvPr/>
        </p:nvSpPr>
        <p:spPr>
          <a:xfrm>
            <a:off x="4151253" y="3616511"/>
            <a:ext cx="663575" cy="215444"/>
          </a:xfrm>
          <a:prstGeom prst="rect">
            <a:avLst/>
          </a:prstGeom>
        </p:spPr>
        <p:txBody>
          <a:bodyPr vert="horz" wrap="square" lIns="0" tIns="0" rIns="0" bIns="0" rtlCol="0">
            <a:spAutoFit/>
          </a:bodyPr>
          <a:lstStyle/>
          <a:p>
            <a:pPr marL="12700">
              <a:lnSpc>
                <a:spcPct val="100000"/>
              </a:lnSpc>
            </a:pPr>
            <a:r>
              <a:rPr sz="1400" spc="-20" dirty="0">
                <a:latin typeface="Comic Sans MS" panose="030F0702030302020204" pitchFamily="66" charset="0"/>
                <a:cs typeface="Lucida Console" panose="020B0609040504020204"/>
              </a:rPr>
              <a:t>size);</a:t>
            </a:r>
            <a:endParaRPr sz="1400" dirty="0">
              <a:latin typeface="Comic Sans MS" panose="030F0702030302020204" pitchFamily="66" charset="0"/>
              <a:cs typeface="Lucida Console" panose="020B0609040504020204"/>
            </a:endParaRPr>
          </a:p>
        </p:txBody>
      </p:sp>
      <p:sp>
        <p:nvSpPr>
          <p:cNvPr id="8" name="object 8"/>
          <p:cNvSpPr txBox="1"/>
          <p:nvPr/>
        </p:nvSpPr>
        <p:spPr>
          <a:xfrm>
            <a:off x="1905549" y="4038004"/>
            <a:ext cx="2365375" cy="215444"/>
          </a:xfrm>
          <a:prstGeom prst="rect">
            <a:avLst/>
          </a:prstGeom>
        </p:spPr>
        <p:txBody>
          <a:bodyPr vert="horz" wrap="square" lIns="0" tIns="0" rIns="0" bIns="0" rtlCol="0">
            <a:spAutoFit/>
          </a:bodyPr>
          <a:lstStyle/>
          <a:p>
            <a:pPr marL="12700">
              <a:lnSpc>
                <a:spcPct val="100000"/>
              </a:lnSpc>
            </a:pPr>
            <a:r>
              <a:rPr sz="1400" spc="-20" dirty="0">
                <a:latin typeface="Comic Sans MS" panose="030F0702030302020204" pitchFamily="66" charset="0"/>
                <a:cs typeface="Lucida Console" panose="020B0609040504020204"/>
              </a:rPr>
              <a:t>memset(data</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0</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size);</a:t>
            </a:r>
            <a:endParaRPr sz="1400" dirty="0">
              <a:latin typeface="Comic Sans MS" panose="030F0702030302020204" pitchFamily="66" charset="0"/>
              <a:cs typeface="Lucida Console" panose="020B0609040504020204"/>
            </a:endParaRPr>
          </a:p>
        </p:txBody>
      </p:sp>
      <p:sp>
        <p:nvSpPr>
          <p:cNvPr id="9" name="object 9"/>
          <p:cNvSpPr txBox="1"/>
          <p:nvPr/>
        </p:nvSpPr>
        <p:spPr>
          <a:xfrm>
            <a:off x="1905549" y="4467772"/>
            <a:ext cx="3748404" cy="407670"/>
          </a:xfrm>
          <a:prstGeom prst="rect">
            <a:avLst/>
          </a:prstGeom>
        </p:spPr>
        <p:txBody>
          <a:bodyPr vert="horz" wrap="square" lIns="0" tIns="0" rIns="0" bIns="0" rtlCol="0">
            <a:spAutoFit/>
          </a:bodyPr>
          <a:lstStyle/>
          <a:p>
            <a:pPr marL="12700" marR="5080">
              <a:lnSpc>
                <a:spcPts val="1610"/>
              </a:lnSpc>
            </a:pPr>
            <a:r>
              <a:rPr sz="1400" spc="-20" dirty="0">
                <a:latin typeface="Comic Sans MS" panose="030F0702030302020204" pitchFamily="66" charset="0"/>
                <a:cs typeface="Lucida Console" panose="020B0609040504020204"/>
              </a:rPr>
              <a:t>setValue&lt;&lt;&lt;...&gt;&gt;&gt;(data</a:t>
            </a:r>
            <a:r>
              <a:rPr sz="1400" spc="-10" dirty="0">
                <a:latin typeface="Comic Sans MS" panose="030F0702030302020204" pitchFamily="66" charset="0"/>
                <a:cs typeface="Lucida Console" panose="020B0609040504020204"/>
              </a:rPr>
              <a:t>,</a:t>
            </a:r>
            <a:r>
              <a:rPr sz="1400" spc="-2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size/2</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5); cudaDeviceSynchronize();</a:t>
            </a:r>
            <a:endParaRPr sz="1400">
              <a:latin typeface="Comic Sans MS" panose="030F0702030302020204" pitchFamily="66" charset="0"/>
              <a:cs typeface="Lucida Console" panose="020B0609040504020204"/>
            </a:endParaRPr>
          </a:p>
        </p:txBody>
      </p:sp>
      <p:sp>
        <p:nvSpPr>
          <p:cNvPr id="10" name="object 10"/>
          <p:cNvSpPr txBox="1"/>
          <p:nvPr/>
        </p:nvSpPr>
        <p:spPr>
          <a:xfrm>
            <a:off x="1905549" y="5104804"/>
            <a:ext cx="1514475" cy="215444"/>
          </a:xfrm>
          <a:prstGeom prst="rect">
            <a:avLst/>
          </a:prstGeom>
        </p:spPr>
        <p:txBody>
          <a:bodyPr vert="horz" wrap="square" lIns="0" tIns="0" rIns="0" bIns="0" rtlCol="0">
            <a:spAutoFit/>
          </a:bodyPr>
          <a:lstStyle/>
          <a:p>
            <a:pPr marL="12700">
              <a:lnSpc>
                <a:spcPct val="100000"/>
              </a:lnSpc>
            </a:pPr>
            <a:r>
              <a:rPr sz="1400" spc="-20" dirty="0">
                <a:latin typeface="Comic Sans MS" panose="030F0702030302020204" pitchFamily="66" charset="0"/>
                <a:cs typeface="Lucida Console" panose="020B0609040504020204"/>
              </a:rPr>
              <a:t>useData(data);</a:t>
            </a:r>
            <a:endParaRPr sz="1400">
              <a:latin typeface="Comic Sans MS" panose="030F0702030302020204" pitchFamily="66" charset="0"/>
              <a:cs typeface="Lucida Console" panose="020B0609040504020204"/>
            </a:endParaRPr>
          </a:p>
        </p:txBody>
      </p:sp>
      <p:sp>
        <p:nvSpPr>
          <p:cNvPr id="11" name="object 11"/>
          <p:cNvSpPr txBox="1"/>
          <p:nvPr/>
        </p:nvSpPr>
        <p:spPr>
          <a:xfrm>
            <a:off x="1905549" y="5534572"/>
            <a:ext cx="1621155" cy="215444"/>
          </a:xfrm>
          <a:prstGeom prst="rect">
            <a:avLst/>
          </a:prstGeom>
        </p:spPr>
        <p:txBody>
          <a:bodyPr vert="horz" wrap="square" lIns="0" tIns="0" rIns="0" bIns="0" rtlCol="0">
            <a:spAutoFit/>
          </a:bodyPr>
          <a:lstStyle/>
          <a:p>
            <a:pPr marL="12700">
              <a:lnSpc>
                <a:spcPct val="100000"/>
              </a:lnSpc>
            </a:pPr>
            <a:r>
              <a:rPr sz="1400" spc="-20" dirty="0">
                <a:solidFill>
                  <a:srgbClr val="76B900"/>
                </a:solidFill>
                <a:latin typeface="Comic Sans MS" panose="030F0702030302020204" pitchFamily="66" charset="0"/>
                <a:cs typeface="Lucida Console" panose="020B0609040504020204"/>
              </a:rPr>
              <a:t>cudaFree</a:t>
            </a:r>
            <a:r>
              <a:rPr sz="1400" spc="-20" dirty="0">
                <a:latin typeface="Comic Sans MS" panose="030F0702030302020204" pitchFamily="66" charset="0"/>
                <a:cs typeface="Lucida Console" panose="020B0609040504020204"/>
              </a:rPr>
              <a:t>(data);</a:t>
            </a:r>
            <a:endParaRPr sz="1400" dirty="0">
              <a:latin typeface="Comic Sans MS" panose="030F0702030302020204" pitchFamily="66" charset="0"/>
              <a:cs typeface="Lucida Console" panose="020B0609040504020204"/>
            </a:endParaRPr>
          </a:p>
        </p:txBody>
      </p:sp>
      <p:sp>
        <p:nvSpPr>
          <p:cNvPr id="12" name="object 12"/>
          <p:cNvSpPr txBox="1"/>
          <p:nvPr/>
        </p:nvSpPr>
        <p:spPr>
          <a:xfrm>
            <a:off x="1692824" y="5738788"/>
            <a:ext cx="132715" cy="215444"/>
          </a:xfrm>
          <a:prstGeom prst="rect">
            <a:avLst/>
          </a:prstGeom>
        </p:spPr>
        <p:txBody>
          <a:bodyPr vert="horz" wrap="square" lIns="0" tIns="0" rIns="0" bIns="0" rtlCol="0">
            <a:spAutoFit/>
          </a:bodyPr>
          <a:lstStyle/>
          <a:p>
            <a:pPr marL="12700">
              <a:lnSpc>
                <a:spcPct val="100000"/>
              </a:lnSpc>
            </a:pPr>
            <a:r>
              <a:rPr sz="1400" spc="-10" dirty="0">
                <a:latin typeface="Comic Sans MS" panose="030F0702030302020204" pitchFamily="66" charset="0"/>
                <a:cs typeface="Lucida Console" panose="020B0609040504020204"/>
              </a:rPr>
              <a:t>}</a:t>
            </a:r>
            <a:endParaRPr sz="1400">
              <a:latin typeface="Comic Sans MS" panose="030F0702030302020204" pitchFamily="66" charset="0"/>
              <a:cs typeface="Lucida Console" panose="020B0609040504020204"/>
            </a:endParaRPr>
          </a:p>
        </p:txBody>
      </p:sp>
      <p:sp>
        <p:nvSpPr>
          <p:cNvPr id="13" name="object 13"/>
          <p:cNvSpPr/>
          <p:nvPr/>
        </p:nvSpPr>
        <p:spPr>
          <a:xfrm>
            <a:off x="5620138" y="3609285"/>
            <a:ext cx="1871345" cy="76200"/>
          </a:xfrm>
          <a:custGeom>
            <a:avLst/>
            <a:gdLst/>
            <a:ahLst/>
            <a:cxnLst/>
            <a:rect l="l" t="t" r="r" b="b"/>
            <a:pathLst>
              <a:path w="1871345" h="76200">
                <a:moveTo>
                  <a:pt x="76200" y="0"/>
                </a:moveTo>
                <a:lnTo>
                  <a:pt x="0" y="38100"/>
                </a:lnTo>
                <a:lnTo>
                  <a:pt x="76200" y="76200"/>
                </a:lnTo>
                <a:lnTo>
                  <a:pt x="76200" y="47625"/>
                </a:lnTo>
                <a:lnTo>
                  <a:pt x="63500" y="47625"/>
                </a:lnTo>
                <a:lnTo>
                  <a:pt x="63500" y="28575"/>
                </a:lnTo>
                <a:lnTo>
                  <a:pt x="76200" y="28575"/>
                </a:lnTo>
                <a:lnTo>
                  <a:pt x="76200" y="0"/>
                </a:lnTo>
                <a:close/>
              </a:path>
              <a:path w="1871345" h="76200">
                <a:moveTo>
                  <a:pt x="76200" y="28575"/>
                </a:moveTo>
                <a:lnTo>
                  <a:pt x="76200" y="47625"/>
                </a:lnTo>
                <a:lnTo>
                  <a:pt x="1871092" y="47626"/>
                </a:lnTo>
                <a:lnTo>
                  <a:pt x="1871092" y="28576"/>
                </a:lnTo>
                <a:lnTo>
                  <a:pt x="76200" y="28575"/>
                </a:lnTo>
                <a:close/>
              </a:path>
              <a:path w="1871345" h="76200">
                <a:moveTo>
                  <a:pt x="63500" y="28575"/>
                </a:moveTo>
                <a:lnTo>
                  <a:pt x="63500" y="47625"/>
                </a:lnTo>
                <a:lnTo>
                  <a:pt x="76200" y="47625"/>
                </a:lnTo>
                <a:lnTo>
                  <a:pt x="76200" y="28575"/>
                </a:lnTo>
                <a:lnTo>
                  <a:pt x="63500" y="28575"/>
                </a:lnTo>
                <a:close/>
              </a:path>
              <a:path w="1871345" h="76200">
                <a:moveTo>
                  <a:pt x="76200" y="28575"/>
                </a:moveTo>
                <a:lnTo>
                  <a:pt x="63500" y="28575"/>
                </a:lnTo>
                <a:lnTo>
                  <a:pt x="76200" y="28575"/>
                </a:lnTo>
                <a:close/>
              </a:path>
            </a:pathLst>
          </a:custGeom>
          <a:solidFill>
            <a:srgbClr val="000000"/>
          </a:solidFill>
        </p:spPr>
        <p:txBody>
          <a:bodyPr wrap="square" lIns="0" tIns="0" rIns="0" bIns="0" rtlCol="0"/>
          <a:lstStyle/>
          <a:p>
            <a:endParaRPr>
              <a:latin typeface="Comic Sans MS" panose="030F0702030302020204" pitchFamily="66" charset="0"/>
            </a:endParaRPr>
          </a:p>
        </p:txBody>
      </p:sp>
      <p:sp>
        <p:nvSpPr>
          <p:cNvPr id="14" name="object 14"/>
          <p:cNvSpPr txBox="1"/>
          <p:nvPr/>
        </p:nvSpPr>
        <p:spPr>
          <a:xfrm>
            <a:off x="7769807" y="3508807"/>
            <a:ext cx="2715895" cy="553998"/>
          </a:xfrm>
          <a:prstGeom prst="rect">
            <a:avLst/>
          </a:prstGeom>
        </p:spPr>
        <p:txBody>
          <a:bodyPr vert="horz" wrap="square" lIns="0" tIns="0" rIns="0" bIns="0" rtlCol="0">
            <a:spAutoFit/>
          </a:bodyPr>
          <a:lstStyle/>
          <a:p>
            <a:pPr marL="12700">
              <a:lnSpc>
                <a:spcPct val="100000"/>
              </a:lnSpc>
            </a:pPr>
            <a:r>
              <a:rPr sz="1800" spc="-5" dirty="0">
                <a:latin typeface="Comic Sans MS" panose="030F0702030302020204" pitchFamily="66" charset="0"/>
                <a:cs typeface="Calibri" panose="020F0502020204030204" pitchFamily="34" charset="0"/>
              </a:rPr>
              <a:t>U</a:t>
            </a:r>
            <a:r>
              <a:rPr sz="1800" dirty="0">
                <a:latin typeface="Comic Sans MS" panose="030F0702030302020204" pitchFamily="66" charset="0"/>
                <a:cs typeface="Calibri" panose="020F0502020204030204" pitchFamily="34" charset="0"/>
              </a:rPr>
              <a:t>n</a:t>
            </a:r>
            <a:r>
              <a:rPr sz="1800" spc="-5" dirty="0">
                <a:latin typeface="Comic Sans MS" panose="030F0702030302020204" pitchFamily="66" charset="0"/>
                <a:cs typeface="Calibri" panose="020F0502020204030204" pitchFamily="34" charset="0"/>
              </a:rPr>
              <a:t>i</a:t>
            </a:r>
            <a:r>
              <a:rPr sz="1800" spc="-15" dirty="0">
                <a:latin typeface="Comic Sans MS" panose="030F0702030302020204" pitchFamily="66" charset="0"/>
                <a:cs typeface="Calibri" panose="020F0502020204030204" pitchFamily="34" charset="0"/>
              </a:rPr>
              <a:t>fi</a:t>
            </a:r>
            <a:r>
              <a:rPr sz="1800" spc="5" dirty="0">
                <a:latin typeface="Comic Sans MS" panose="030F0702030302020204" pitchFamily="66" charset="0"/>
                <a:cs typeface="Calibri" panose="020F0502020204030204" pitchFamily="34" charset="0"/>
              </a:rPr>
              <a:t>e</a:t>
            </a:r>
            <a:r>
              <a:rPr sz="1800" dirty="0">
                <a:latin typeface="Comic Sans MS" panose="030F0702030302020204" pitchFamily="66" charset="0"/>
                <a:cs typeface="Calibri" panose="020F0502020204030204" pitchFamily="34" charset="0"/>
              </a:rPr>
              <a:t>d</a:t>
            </a:r>
            <a:r>
              <a:rPr sz="1800" spc="-10"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M</a:t>
            </a:r>
            <a:r>
              <a:rPr sz="1800" spc="5" dirty="0">
                <a:latin typeface="Comic Sans MS" panose="030F0702030302020204" pitchFamily="66" charset="0"/>
                <a:cs typeface="Calibri" panose="020F0502020204030204" pitchFamily="34" charset="0"/>
              </a:rPr>
              <a:t>em</a:t>
            </a:r>
            <a:r>
              <a:rPr sz="1800" spc="-15" dirty="0">
                <a:latin typeface="Comic Sans MS" panose="030F0702030302020204" pitchFamily="66" charset="0"/>
                <a:cs typeface="Calibri" panose="020F0502020204030204" pitchFamily="34" charset="0"/>
              </a:rPr>
              <a:t>o</a:t>
            </a:r>
            <a:r>
              <a:rPr sz="1800" spc="-10" dirty="0">
                <a:latin typeface="Comic Sans MS" panose="030F0702030302020204" pitchFamily="66" charset="0"/>
                <a:cs typeface="Calibri" panose="020F0502020204030204" pitchFamily="34" charset="0"/>
              </a:rPr>
              <a:t>r</a:t>
            </a:r>
            <a:r>
              <a:rPr sz="1800" dirty="0">
                <a:latin typeface="Comic Sans MS" panose="030F0702030302020204" pitchFamily="66" charset="0"/>
                <a:cs typeface="Calibri" panose="020F0502020204030204" pitchFamily="34" charset="0"/>
              </a:rPr>
              <a:t>y</a:t>
            </a:r>
            <a:r>
              <a:rPr sz="1800" spc="-5" dirty="0">
                <a:latin typeface="Comic Sans MS" panose="030F0702030302020204" pitchFamily="66" charset="0"/>
                <a:cs typeface="Calibri" panose="020F0502020204030204" pitchFamily="34" charset="0"/>
              </a:rPr>
              <a:t> </a:t>
            </a:r>
            <a:r>
              <a:rPr sz="1800" dirty="0">
                <a:latin typeface="Comic Sans MS" panose="030F0702030302020204" pitchFamily="66" charset="0"/>
                <a:cs typeface="Calibri" panose="020F0502020204030204" pitchFamily="34" charset="0"/>
              </a:rPr>
              <a:t>a</a:t>
            </a:r>
            <a:r>
              <a:rPr sz="1800" spc="-20" dirty="0">
                <a:latin typeface="Comic Sans MS" panose="030F0702030302020204" pitchFamily="66" charset="0"/>
                <a:cs typeface="Calibri" panose="020F0502020204030204" pitchFamily="34" charset="0"/>
              </a:rPr>
              <a:t>ll</a:t>
            </a:r>
            <a:r>
              <a:rPr sz="1800" spc="-5" dirty="0">
                <a:latin typeface="Comic Sans MS" panose="030F0702030302020204" pitchFamily="66" charset="0"/>
                <a:cs typeface="Calibri" panose="020F0502020204030204" pitchFamily="34" charset="0"/>
              </a:rPr>
              <a:t>oc</a:t>
            </a:r>
            <a:r>
              <a:rPr sz="1800"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tion</a:t>
            </a:r>
            <a:endParaRPr sz="1800" dirty="0">
              <a:latin typeface="Comic Sans MS" panose="030F0702030302020204" pitchFamily="66" charset="0"/>
              <a:cs typeface="Calibri" panose="020F0502020204030204" pitchFamily="34" charset="0"/>
            </a:endParaRPr>
          </a:p>
        </p:txBody>
      </p:sp>
      <p:sp>
        <p:nvSpPr>
          <p:cNvPr id="15" name="object 15"/>
          <p:cNvSpPr/>
          <p:nvPr/>
        </p:nvSpPr>
        <p:spPr>
          <a:xfrm>
            <a:off x="5620138" y="4116067"/>
            <a:ext cx="1871345" cy="76200"/>
          </a:xfrm>
          <a:custGeom>
            <a:avLst/>
            <a:gdLst/>
            <a:ahLst/>
            <a:cxnLst/>
            <a:rect l="l" t="t" r="r" b="b"/>
            <a:pathLst>
              <a:path w="1871345" h="76200">
                <a:moveTo>
                  <a:pt x="76200" y="0"/>
                </a:moveTo>
                <a:lnTo>
                  <a:pt x="0" y="38100"/>
                </a:lnTo>
                <a:lnTo>
                  <a:pt x="76200" y="76200"/>
                </a:lnTo>
                <a:lnTo>
                  <a:pt x="76200" y="47625"/>
                </a:lnTo>
                <a:lnTo>
                  <a:pt x="63501" y="47625"/>
                </a:lnTo>
                <a:lnTo>
                  <a:pt x="63501" y="28575"/>
                </a:lnTo>
                <a:lnTo>
                  <a:pt x="76200" y="28575"/>
                </a:lnTo>
                <a:lnTo>
                  <a:pt x="76200" y="0"/>
                </a:lnTo>
                <a:close/>
              </a:path>
              <a:path w="1871345" h="76200">
                <a:moveTo>
                  <a:pt x="76200" y="28575"/>
                </a:moveTo>
                <a:lnTo>
                  <a:pt x="63501" y="28575"/>
                </a:lnTo>
                <a:lnTo>
                  <a:pt x="63501" y="47625"/>
                </a:lnTo>
                <a:lnTo>
                  <a:pt x="76200" y="47625"/>
                </a:lnTo>
                <a:lnTo>
                  <a:pt x="76200" y="28575"/>
                </a:lnTo>
                <a:close/>
              </a:path>
              <a:path w="1871345" h="76200">
                <a:moveTo>
                  <a:pt x="1871094" y="28575"/>
                </a:moveTo>
                <a:lnTo>
                  <a:pt x="76200" y="28575"/>
                </a:lnTo>
                <a:lnTo>
                  <a:pt x="76200" y="47625"/>
                </a:lnTo>
                <a:lnTo>
                  <a:pt x="1871094" y="47625"/>
                </a:lnTo>
                <a:lnTo>
                  <a:pt x="1871094" y="28575"/>
                </a:lnTo>
                <a:close/>
              </a:path>
            </a:pathLst>
          </a:custGeom>
          <a:solidFill>
            <a:srgbClr val="000000"/>
          </a:solidFill>
        </p:spPr>
        <p:txBody>
          <a:bodyPr wrap="square" lIns="0" tIns="0" rIns="0" bIns="0" rtlCol="0"/>
          <a:lstStyle/>
          <a:p>
            <a:endParaRPr>
              <a:latin typeface="Comic Sans MS" panose="030F0702030302020204" pitchFamily="66" charset="0"/>
            </a:endParaRPr>
          </a:p>
        </p:txBody>
      </p:sp>
      <p:sp>
        <p:nvSpPr>
          <p:cNvPr id="16" name="object 16"/>
          <p:cNvSpPr/>
          <p:nvPr/>
        </p:nvSpPr>
        <p:spPr>
          <a:xfrm>
            <a:off x="6049107" y="4540369"/>
            <a:ext cx="1442720" cy="76200"/>
          </a:xfrm>
          <a:custGeom>
            <a:avLst/>
            <a:gdLst/>
            <a:ahLst/>
            <a:cxnLst/>
            <a:rect l="l" t="t" r="r" b="b"/>
            <a:pathLst>
              <a:path w="1442720" h="76200">
                <a:moveTo>
                  <a:pt x="76212" y="0"/>
                </a:moveTo>
                <a:lnTo>
                  <a:pt x="0" y="38073"/>
                </a:lnTo>
                <a:lnTo>
                  <a:pt x="76186" y="76199"/>
                </a:lnTo>
                <a:lnTo>
                  <a:pt x="76196" y="47624"/>
                </a:lnTo>
                <a:lnTo>
                  <a:pt x="63494" y="47619"/>
                </a:lnTo>
                <a:lnTo>
                  <a:pt x="63502" y="28569"/>
                </a:lnTo>
                <a:lnTo>
                  <a:pt x="76202" y="28569"/>
                </a:lnTo>
                <a:lnTo>
                  <a:pt x="76212" y="0"/>
                </a:lnTo>
                <a:close/>
              </a:path>
              <a:path w="1442720" h="76200">
                <a:moveTo>
                  <a:pt x="76202" y="28574"/>
                </a:moveTo>
                <a:lnTo>
                  <a:pt x="76196" y="47624"/>
                </a:lnTo>
                <a:lnTo>
                  <a:pt x="1442120" y="48098"/>
                </a:lnTo>
                <a:lnTo>
                  <a:pt x="1442126" y="29048"/>
                </a:lnTo>
                <a:lnTo>
                  <a:pt x="76202" y="28574"/>
                </a:lnTo>
                <a:close/>
              </a:path>
              <a:path w="1442720" h="76200">
                <a:moveTo>
                  <a:pt x="63502" y="28569"/>
                </a:moveTo>
                <a:lnTo>
                  <a:pt x="63494" y="47619"/>
                </a:lnTo>
                <a:lnTo>
                  <a:pt x="76196" y="47624"/>
                </a:lnTo>
                <a:lnTo>
                  <a:pt x="76202" y="28574"/>
                </a:lnTo>
                <a:lnTo>
                  <a:pt x="63502" y="28569"/>
                </a:lnTo>
                <a:close/>
              </a:path>
            </a:pathLst>
          </a:custGeom>
          <a:solidFill>
            <a:srgbClr val="000000"/>
          </a:solidFill>
        </p:spPr>
        <p:txBody>
          <a:bodyPr wrap="square" lIns="0" tIns="0" rIns="0" bIns="0" rtlCol="0"/>
          <a:lstStyle/>
          <a:p>
            <a:endParaRPr>
              <a:latin typeface="Comic Sans MS" panose="030F0702030302020204" pitchFamily="66" charset="0"/>
            </a:endParaRPr>
          </a:p>
        </p:txBody>
      </p:sp>
      <p:sp>
        <p:nvSpPr>
          <p:cNvPr id="17" name="object 17"/>
          <p:cNvSpPr txBox="1"/>
          <p:nvPr/>
        </p:nvSpPr>
        <p:spPr>
          <a:xfrm>
            <a:off x="7769089" y="4036111"/>
            <a:ext cx="2568575" cy="1200521"/>
          </a:xfrm>
          <a:prstGeom prst="rect">
            <a:avLst/>
          </a:prstGeom>
        </p:spPr>
        <p:txBody>
          <a:bodyPr vert="horz" wrap="square" lIns="0" tIns="0" rIns="0" bIns="0" rtlCol="0">
            <a:spAutoFit/>
          </a:bodyPr>
          <a:lstStyle/>
          <a:p>
            <a:pPr marL="12700" marR="5080" indent="22225">
              <a:lnSpc>
                <a:spcPct val="150000"/>
              </a:lnSpc>
            </a:pPr>
            <a:r>
              <a:rPr sz="1800" spc="-15" dirty="0">
                <a:latin typeface="Comic Sans MS" panose="030F0702030302020204" pitchFamily="66" charset="0"/>
                <a:cs typeface="Calibri" panose="020F0502020204030204" pitchFamily="34" charset="0"/>
              </a:rPr>
              <a:t>Ac</a:t>
            </a:r>
            <a:r>
              <a:rPr sz="1800" spc="-5" dirty="0">
                <a:latin typeface="Comic Sans MS" panose="030F0702030302020204" pitchFamily="66" charset="0"/>
                <a:cs typeface="Calibri" panose="020F0502020204030204" pitchFamily="34" charset="0"/>
              </a:rPr>
              <a:t>c</a:t>
            </a:r>
            <a:r>
              <a:rPr sz="1800" spc="5" dirty="0">
                <a:latin typeface="Comic Sans MS" panose="030F0702030302020204" pitchFamily="66" charset="0"/>
                <a:cs typeface="Calibri" panose="020F0502020204030204" pitchFamily="34" charset="0"/>
              </a:rPr>
              <a:t>e</a:t>
            </a:r>
            <a:r>
              <a:rPr sz="1800" spc="-15" dirty="0">
                <a:latin typeface="Comic Sans MS" panose="030F0702030302020204" pitchFamily="66" charset="0"/>
                <a:cs typeface="Calibri" panose="020F0502020204030204" pitchFamily="34" charset="0"/>
              </a:rPr>
              <a:t>s</a:t>
            </a:r>
            <a:r>
              <a:rPr sz="1800" spc="-10" dirty="0">
                <a:latin typeface="Comic Sans MS" panose="030F0702030302020204" pitchFamily="66" charset="0"/>
                <a:cs typeface="Calibri" panose="020F0502020204030204" pitchFamily="34" charset="0"/>
              </a:rPr>
              <a:t>s </a:t>
            </a:r>
            <a:r>
              <a:rPr sz="1800" spc="5" dirty="0">
                <a:latin typeface="Comic Sans MS" panose="030F0702030302020204" pitchFamily="66" charset="0"/>
                <a:cs typeface="Calibri" panose="020F0502020204030204" pitchFamily="34" charset="0"/>
              </a:rPr>
              <a:t>a</a:t>
            </a:r>
            <a:r>
              <a:rPr sz="1800" spc="-20" dirty="0">
                <a:latin typeface="Comic Sans MS" panose="030F0702030302020204" pitchFamily="66" charset="0"/>
                <a:cs typeface="Calibri" panose="020F0502020204030204" pitchFamily="34" charset="0"/>
              </a:rPr>
              <a:t>l</a:t>
            </a:r>
            <a:r>
              <a:rPr sz="1800" spc="-10" dirty="0">
                <a:latin typeface="Comic Sans MS" panose="030F0702030302020204" pitchFamily="66" charset="0"/>
                <a:cs typeface="Calibri" panose="020F0502020204030204" pitchFamily="34" charset="0"/>
              </a:rPr>
              <a:t>l</a:t>
            </a:r>
            <a:r>
              <a:rPr sz="1800" spc="-15"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v</a:t>
            </a:r>
            <a:r>
              <a:rPr sz="1800" spc="5" dirty="0">
                <a:latin typeface="Comic Sans MS" panose="030F0702030302020204" pitchFamily="66" charset="0"/>
                <a:cs typeface="Calibri" panose="020F0502020204030204" pitchFamily="34" charset="0"/>
              </a:rPr>
              <a:t>a</a:t>
            </a:r>
            <a:r>
              <a:rPr sz="1800" spc="-20" dirty="0">
                <a:latin typeface="Comic Sans MS" panose="030F0702030302020204" pitchFamily="66" charset="0"/>
                <a:cs typeface="Calibri" panose="020F0502020204030204" pitchFamily="34" charset="0"/>
              </a:rPr>
              <a:t>l</a:t>
            </a:r>
            <a:r>
              <a:rPr sz="1800" dirty="0">
                <a:latin typeface="Comic Sans MS" panose="030F0702030302020204" pitchFamily="66" charset="0"/>
                <a:cs typeface="Calibri" panose="020F0502020204030204" pitchFamily="34" charset="0"/>
              </a:rPr>
              <a:t>u</a:t>
            </a:r>
            <a:r>
              <a:rPr sz="1800" spc="5" dirty="0">
                <a:latin typeface="Comic Sans MS" panose="030F0702030302020204" pitchFamily="66" charset="0"/>
                <a:cs typeface="Calibri" panose="020F0502020204030204" pitchFamily="34" charset="0"/>
              </a:rPr>
              <a:t>e</a:t>
            </a:r>
            <a:r>
              <a:rPr sz="1800" spc="-10" dirty="0">
                <a:latin typeface="Comic Sans MS" panose="030F0702030302020204" pitchFamily="66" charset="0"/>
                <a:cs typeface="Calibri" panose="020F0502020204030204" pitchFamily="34" charset="0"/>
              </a:rPr>
              <a:t>s </a:t>
            </a:r>
            <a:r>
              <a:rPr sz="1800" spc="-15" dirty="0">
                <a:latin typeface="Comic Sans MS" panose="030F0702030302020204" pitchFamily="66" charset="0"/>
                <a:cs typeface="Calibri" panose="020F0502020204030204" pitchFamily="34" charset="0"/>
              </a:rPr>
              <a:t>o</a:t>
            </a:r>
            <a:r>
              <a:rPr sz="1800" dirty="0">
                <a:latin typeface="Comic Sans MS" panose="030F0702030302020204" pitchFamily="66" charset="0"/>
                <a:cs typeface="Calibri" panose="020F0502020204030204" pitchFamily="34" charset="0"/>
              </a:rPr>
              <a:t>n</a:t>
            </a:r>
            <a:r>
              <a:rPr sz="1800" spc="-5" dirty="0">
                <a:latin typeface="Comic Sans MS" panose="030F0702030302020204" pitchFamily="66" charset="0"/>
                <a:cs typeface="Calibri" panose="020F0502020204030204" pitchFamily="34" charset="0"/>
              </a:rPr>
              <a:t> C</a:t>
            </a:r>
            <a:r>
              <a:rPr sz="1800" spc="-15" dirty="0">
                <a:latin typeface="Comic Sans MS" panose="030F0702030302020204" pitchFamily="66" charset="0"/>
                <a:cs typeface="Calibri" panose="020F0502020204030204" pitchFamily="34" charset="0"/>
              </a:rPr>
              <a:t>P</a:t>
            </a:r>
            <a:r>
              <a:rPr sz="1800" dirty="0">
                <a:latin typeface="Comic Sans MS" panose="030F0702030302020204" pitchFamily="66" charset="0"/>
                <a:cs typeface="Calibri" panose="020F0502020204030204" pitchFamily="34" charset="0"/>
              </a:rPr>
              <a:t>U </a:t>
            </a:r>
            <a:r>
              <a:rPr sz="1800" spc="-15" dirty="0">
                <a:latin typeface="Comic Sans MS" panose="030F0702030302020204" pitchFamily="66" charset="0"/>
                <a:cs typeface="Calibri" panose="020F0502020204030204" pitchFamily="34" charset="0"/>
              </a:rPr>
              <a:t>Ac</a:t>
            </a:r>
            <a:r>
              <a:rPr sz="1800" spc="-5" dirty="0">
                <a:latin typeface="Comic Sans MS" panose="030F0702030302020204" pitchFamily="66" charset="0"/>
                <a:cs typeface="Calibri" panose="020F0502020204030204" pitchFamily="34" charset="0"/>
              </a:rPr>
              <a:t>c</a:t>
            </a:r>
            <a:r>
              <a:rPr sz="1800" spc="5" dirty="0">
                <a:latin typeface="Comic Sans MS" panose="030F0702030302020204" pitchFamily="66" charset="0"/>
                <a:cs typeface="Calibri" panose="020F0502020204030204" pitchFamily="34" charset="0"/>
              </a:rPr>
              <a:t>e</a:t>
            </a:r>
            <a:r>
              <a:rPr sz="1800" spc="-15" dirty="0">
                <a:latin typeface="Comic Sans MS" panose="030F0702030302020204" pitchFamily="66" charset="0"/>
                <a:cs typeface="Calibri" panose="020F0502020204030204" pitchFamily="34" charset="0"/>
              </a:rPr>
              <a:t>s</a:t>
            </a:r>
            <a:r>
              <a:rPr sz="1800" spc="-10" dirty="0">
                <a:latin typeface="Comic Sans MS" panose="030F0702030302020204" pitchFamily="66" charset="0"/>
                <a:cs typeface="Calibri" panose="020F0502020204030204" pitchFamily="34" charset="0"/>
              </a:rPr>
              <a:t>s </a:t>
            </a:r>
            <a:r>
              <a:rPr sz="1800" spc="-15" dirty="0">
                <a:latin typeface="Comic Sans MS" panose="030F0702030302020204" pitchFamily="66" charset="0"/>
                <a:cs typeface="Calibri" panose="020F0502020204030204" pitchFamily="34" charset="0"/>
              </a:rPr>
              <a:t>o</a:t>
            </a:r>
            <a:r>
              <a:rPr sz="1800" dirty="0">
                <a:latin typeface="Comic Sans MS" panose="030F0702030302020204" pitchFamily="66" charset="0"/>
                <a:cs typeface="Calibri" panose="020F0502020204030204" pitchFamily="34" charset="0"/>
              </a:rPr>
              <a:t>ne </a:t>
            </a:r>
            <a:r>
              <a:rPr sz="1800" spc="-5" dirty="0">
                <a:latin typeface="Comic Sans MS" panose="030F0702030302020204" pitchFamily="66" charset="0"/>
                <a:cs typeface="Calibri" panose="020F0502020204030204" pitchFamily="34" charset="0"/>
              </a:rPr>
              <a:t>v</a:t>
            </a:r>
            <a:r>
              <a:rPr sz="1800" spc="5" dirty="0">
                <a:latin typeface="Comic Sans MS" panose="030F0702030302020204" pitchFamily="66" charset="0"/>
                <a:cs typeface="Calibri" panose="020F0502020204030204" pitchFamily="34" charset="0"/>
              </a:rPr>
              <a:t>a</a:t>
            </a:r>
            <a:r>
              <a:rPr sz="1800" spc="-20" dirty="0">
                <a:latin typeface="Comic Sans MS" panose="030F0702030302020204" pitchFamily="66" charset="0"/>
                <a:cs typeface="Calibri" panose="020F0502020204030204" pitchFamily="34" charset="0"/>
              </a:rPr>
              <a:t>l</a:t>
            </a:r>
            <a:r>
              <a:rPr sz="1800" dirty="0">
                <a:latin typeface="Comic Sans MS" panose="030F0702030302020204" pitchFamily="66" charset="0"/>
                <a:cs typeface="Calibri" panose="020F0502020204030204" pitchFamily="34" charset="0"/>
              </a:rPr>
              <a:t>ue </a:t>
            </a:r>
            <a:r>
              <a:rPr sz="1800" spc="-15" dirty="0">
                <a:latin typeface="Comic Sans MS" panose="030F0702030302020204" pitchFamily="66" charset="0"/>
                <a:cs typeface="Calibri" panose="020F0502020204030204" pitchFamily="34" charset="0"/>
              </a:rPr>
              <a:t>o</a:t>
            </a:r>
            <a:r>
              <a:rPr sz="1800" dirty="0">
                <a:latin typeface="Comic Sans MS" panose="030F0702030302020204" pitchFamily="66" charset="0"/>
                <a:cs typeface="Calibri" panose="020F0502020204030204" pitchFamily="34" charset="0"/>
              </a:rPr>
              <a:t>n</a:t>
            </a:r>
            <a:r>
              <a:rPr sz="1800" spc="-5" dirty="0">
                <a:latin typeface="Comic Sans MS" panose="030F0702030302020204" pitchFamily="66" charset="0"/>
                <a:cs typeface="Calibri" panose="020F0502020204030204" pitchFamily="34" charset="0"/>
              </a:rPr>
              <a:t> </a:t>
            </a:r>
            <a:r>
              <a:rPr sz="1800" spc="-10" dirty="0">
                <a:latin typeface="Comic Sans MS" panose="030F0702030302020204" pitchFamily="66" charset="0"/>
                <a:cs typeface="Calibri" panose="020F0502020204030204" pitchFamily="34" charset="0"/>
              </a:rPr>
              <a:t>G</a:t>
            </a:r>
            <a:r>
              <a:rPr sz="1800" spc="-15" dirty="0">
                <a:latin typeface="Comic Sans MS" panose="030F0702030302020204" pitchFamily="66" charset="0"/>
                <a:cs typeface="Calibri" panose="020F0502020204030204" pitchFamily="34" charset="0"/>
              </a:rPr>
              <a:t>P</a:t>
            </a:r>
            <a:r>
              <a:rPr sz="1800" dirty="0">
                <a:latin typeface="Comic Sans MS" panose="030F0702030302020204" pitchFamily="66" charset="0"/>
                <a:cs typeface="Calibri" panose="020F0502020204030204" pitchFamily="34" charset="0"/>
              </a:rPr>
              <a:t>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318744"/>
            <a:ext cx="9464040" cy="777136"/>
          </a:xfrm>
          <a:prstGeom prst="rect">
            <a:avLst/>
          </a:prstGeom>
        </p:spPr>
        <p:txBody>
          <a:bodyPr vert="horz" wrap="square" lIns="0" tIns="0" rIns="0" bIns="0" rtlCol="0">
            <a:spAutoFit/>
          </a:bodyPr>
          <a:lstStyle/>
          <a:p>
            <a:pPr algn="ctr">
              <a:lnSpc>
                <a:spcPct val="100000"/>
              </a:lnSpc>
            </a:pPr>
            <a:r>
              <a:rPr sz="2800" spc="-10" dirty="0">
                <a:latin typeface="Comic Sans MS" panose="030F0702030302020204" pitchFamily="66" charset="0"/>
              </a:rPr>
              <a:t>H</a:t>
            </a:r>
            <a:r>
              <a:rPr sz="2800" spc="-5" dirty="0">
                <a:latin typeface="Comic Sans MS" panose="030F0702030302020204" pitchFamily="66" charset="0"/>
              </a:rPr>
              <a:t>O</a:t>
            </a:r>
            <a:r>
              <a:rPr sz="2800" dirty="0">
                <a:latin typeface="Comic Sans MS" panose="030F0702030302020204" pitchFamily="66" charset="0"/>
              </a:rPr>
              <a:t>W</a:t>
            </a:r>
            <a:r>
              <a:rPr sz="2800" spc="-5" dirty="0">
                <a:latin typeface="Comic Sans MS" panose="030F0702030302020204" pitchFamily="66" charset="0"/>
              </a:rPr>
              <a:t> </a:t>
            </a:r>
            <a:r>
              <a:rPr sz="2800" spc="5" dirty="0">
                <a:latin typeface="Comic Sans MS" panose="030F0702030302020204" pitchFamily="66" charset="0"/>
              </a:rPr>
              <a:t>U</a:t>
            </a:r>
            <a:r>
              <a:rPr sz="2800" dirty="0">
                <a:latin typeface="Comic Sans MS" panose="030F0702030302020204" pitchFamily="66" charset="0"/>
              </a:rPr>
              <a:t>N</a:t>
            </a:r>
            <a:r>
              <a:rPr sz="2800" spc="-5" dirty="0">
                <a:latin typeface="Comic Sans MS" panose="030F0702030302020204" pitchFamily="66" charset="0"/>
              </a:rPr>
              <a:t>I</a:t>
            </a:r>
            <a:r>
              <a:rPr sz="2800" spc="-25" dirty="0">
                <a:latin typeface="Comic Sans MS" panose="030F0702030302020204" pitchFamily="66" charset="0"/>
              </a:rPr>
              <a:t>F</a:t>
            </a:r>
            <a:r>
              <a:rPr sz="2800" spc="-5" dirty="0">
                <a:latin typeface="Comic Sans MS" panose="030F0702030302020204" pitchFamily="66" charset="0"/>
              </a:rPr>
              <a:t>I</a:t>
            </a:r>
            <a:r>
              <a:rPr sz="2800" spc="-25" dirty="0">
                <a:latin typeface="Comic Sans MS" panose="030F0702030302020204" pitchFamily="66" charset="0"/>
              </a:rPr>
              <a:t>ED</a:t>
            </a:r>
            <a:r>
              <a:rPr sz="2800" spc="5" dirty="0">
                <a:latin typeface="Comic Sans MS" panose="030F0702030302020204" pitchFamily="66" charset="0"/>
              </a:rPr>
              <a:t> </a:t>
            </a:r>
            <a:r>
              <a:rPr sz="2800" spc="-5" dirty="0">
                <a:latin typeface="Comic Sans MS" panose="030F0702030302020204" pitchFamily="66" charset="0"/>
              </a:rPr>
              <a:t>MEM</a:t>
            </a:r>
            <a:r>
              <a:rPr sz="2800" spc="-30" dirty="0">
                <a:latin typeface="Comic Sans MS" panose="030F0702030302020204" pitchFamily="66" charset="0"/>
              </a:rPr>
              <a:t>O</a:t>
            </a:r>
            <a:r>
              <a:rPr sz="2800" spc="5" dirty="0">
                <a:latin typeface="Comic Sans MS" panose="030F0702030302020204" pitchFamily="66" charset="0"/>
              </a:rPr>
              <a:t>R</a:t>
            </a:r>
            <a:r>
              <a:rPr sz="2800" dirty="0">
                <a:latin typeface="Comic Sans MS" panose="030F0702030302020204" pitchFamily="66" charset="0"/>
              </a:rPr>
              <a:t>Y </a:t>
            </a:r>
            <a:r>
              <a:rPr sz="2800" spc="-35" dirty="0">
                <a:latin typeface="Comic Sans MS" panose="030F0702030302020204" pitchFamily="66" charset="0"/>
              </a:rPr>
              <a:t>WO</a:t>
            </a:r>
            <a:r>
              <a:rPr sz="2800" spc="5" dirty="0">
                <a:latin typeface="Comic Sans MS" panose="030F0702030302020204" pitchFamily="66" charset="0"/>
              </a:rPr>
              <a:t>R</a:t>
            </a:r>
            <a:r>
              <a:rPr sz="2800" spc="-20" dirty="0">
                <a:latin typeface="Comic Sans MS" panose="030F0702030302020204" pitchFamily="66" charset="0"/>
              </a:rPr>
              <a:t>KS</a:t>
            </a:r>
            <a:r>
              <a:rPr sz="2800" spc="5" dirty="0">
                <a:latin typeface="Comic Sans MS" panose="030F0702030302020204" pitchFamily="66" charset="0"/>
              </a:rPr>
              <a:t> </a:t>
            </a:r>
            <a:r>
              <a:rPr sz="2800" spc="-30" dirty="0">
                <a:latin typeface="Comic Sans MS" panose="030F0702030302020204" pitchFamily="66" charset="0"/>
              </a:rPr>
              <a:t>O</a:t>
            </a:r>
            <a:r>
              <a:rPr sz="2800" dirty="0">
                <a:latin typeface="Comic Sans MS" panose="030F0702030302020204" pitchFamily="66" charset="0"/>
              </a:rPr>
              <a:t>N</a:t>
            </a:r>
            <a:r>
              <a:rPr sz="2800" spc="-10" dirty="0">
                <a:latin typeface="Comic Sans MS" panose="030F0702030302020204" pitchFamily="66" charset="0"/>
              </a:rPr>
              <a:t> </a:t>
            </a:r>
            <a:r>
              <a:rPr sz="2800" spc="-15" dirty="0">
                <a:latin typeface="Comic Sans MS" panose="030F0702030302020204" pitchFamily="66" charset="0"/>
              </a:rPr>
              <a:t>P</a:t>
            </a:r>
            <a:r>
              <a:rPr sz="2800" spc="-25" dirty="0">
                <a:latin typeface="Comic Sans MS" panose="030F0702030302020204" pitchFamily="66" charset="0"/>
              </a:rPr>
              <a:t>A</a:t>
            </a:r>
            <a:r>
              <a:rPr sz="2800" spc="-15" dirty="0">
                <a:latin typeface="Comic Sans MS" panose="030F0702030302020204" pitchFamily="66" charset="0"/>
              </a:rPr>
              <a:t>S</a:t>
            </a:r>
            <a:r>
              <a:rPr sz="2800" spc="-5" dirty="0">
                <a:latin typeface="Comic Sans MS" panose="030F0702030302020204" pitchFamily="66" charset="0"/>
              </a:rPr>
              <a:t>C</a:t>
            </a:r>
            <a:r>
              <a:rPr sz="2800" spc="-25" dirty="0">
                <a:latin typeface="Comic Sans MS" panose="030F0702030302020204" pitchFamily="66" charset="0"/>
              </a:rPr>
              <a:t>A</a:t>
            </a:r>
            <a:r>
              <a:rPr sz="2800" dirty="0">
                <a:latin typeface="Comic Sans MS" panose="030F0702030302020204" pitchFamily="66" charset="0"/>
              </a:rPr>
              <a:t>L+</a:t>
            </a:r>
          </a:p>
          <a:p>
            <a:pPr algn="ctr">
              <a:lnSpc>
                <a:spcPct val="100000"/>
              </a:lnSpc>
              <a:spcBef>
                <a:spcPts val="310"/>
              </a:spcBef>
            </a:pPr>
            <a:r>
              <a:rPr sz="2000" spc="-5" dirty="0">
                <a:solidFill>
                  <a:srgbClr val="76B900"/>
                </a:solidFill>
                <a:latin typeface="Comic Sans MS" panose="030F0702030302020204" pitchFamily="66" charset="0"/>
              </a:rPr>
              <a:t>S</a:t>
            </a:r>
            <a:r>
              <a:rPr sz="2000" spc="5" dirty="0">
                <a:solidFill>
                  <a:srgbClr val="76B900"/>
                </a:solidFill>
                <a:latin typeface="Comic Sans MS" panose="030F0702030302020204" pitchFamily="66" charset="0"/>
              </a:rPr>
              <a:t>e</a:t>
            </a:r>
            <a:r>
              <a:rPr sz="2000" spc="-10" dirty="0">
                <a:solidFill>
                  <a:srgbClr val="76B900"/>
                </a:solidFill>
                <a:latin typeface="Comic Sans MS" panose="030F0702030302020204" pitchFamily="66" charset="0"/>
              </a:rPr>
              <a:t>r</a:t>
            </a:r>
            <a:r>
              <a:rPr sz="2000" spc="-5" dirty="0">
                <a:solidFill>
                  <a:srgbClr val="76B900"/>
                </a:solidFill>
                <a:latin typeface="Comic Sans MS" panose="030F0702030302020204" pitchFamily="66" charset="0"/>
              </a:rPr>
              <a:t>v</a:t>
            </a:r>
            <a:r>
              <a:rPr sz="2000" dirty="0">
                <a:solidFill>
                  <a:srgbClr val="76B900"/>
                </a:solidFill>
                <a:latin typeface="Comic Sans MS" panose="030F0702030302020204" pitchFamily="66" charset="0"/>
              </a:rPr>
              <a:t>i</a:t>
            </a:r>
            <a:r>
              <a:rPr sz="2000" spc="-5" dirty="0">
                <a:solidFill>
                  <a:srgbClr val="76B900"/>
                </a:solidFill>
                <a:latin typeface="Comic Sans MS" panose="030F0702030302020204" pitchFamily="66" charset="0"/>
              </a:rPr>
              <a:t>c</a:t>
            </a:r>
            <a:r>
              <a:rPr sz="2000" dirty="0">
                <a:solidFill>
                  <a:srgbClr val="76B900"/>
                </a:solidFill>
                <a:latin typeface="Comic Sans MS" panose="030F0702030302020204" pitchFamily="66" charset="0"/>
              </a:rPr>
              <a:t>in</a:t>
            </a:r>
            <a:r>
              <a:rPr sz="2000" spc="-10" dirty="0">
                <a:solidFill>
                  <a:srgbClr val="76B900"/>
                </a:solidFill>
                <a:latin typeface="Comic Sans MS" panose="030F0702030302020204" pitchFamily="66" charset="0"/>
              </a:rPr>
              <a:t>g </a:t>
            </a:r>
            <a:r>
              <a:rPr sz="2000" spc="-5" dirty="0">
                <a:solidFill>
                  <a:srgbClr val="76B900"/>
                </a:solidFill>
                <a:latin typeface="Comic Sans MS" panose="030F0702030302020204" pitchFamily="66" charset="0"/>
              </a:rPr>
              <a:t>C</a:t>
            </a:r>
            <a:r>
              <a:rPr sz="2000" spc="-15" dirty="0">
                <a:solidFill>
                  <a:srgbClr val="76B900"/>
                </a:solidFill>
                <a:latin typeface="Comic Sans MS" panose="030F0702030302020204" pitchFamily="66" charset="0"/>
              </a:rPr>
              <a:t>P</a:t>
            </a:r>
            <a:r>
              <a:rPr sz="2000" dirty="0">
                <a:solidFill>
                  <a:srgbClr val="76B900"/>
                </a:solidFill>
                <a:latin typeface="Comic Sans MS" panose="030F0702030302020204" pitchFamily="66" charset="0"/>
              </a:rPr>
              <a:t>U</a:t>
            </a:r>
            <a:r>
              <a:rPr sz="2000" spc="-10" dirty="0">
                <a:solidFill>
                  <a:srgbClr val="76B900"/>
                </a:solidFill>
                <a:latin typeface="Comic Sans MS" panose="030F0702030302020204" pitchFamily="66" charset="0"/>
              </a:rPr>
              <a:t> </a:t>
            </a:r>
            <a:r>
              <a:rPr sz="2000" i="1" dirty="0">
                <a:solidFill>
                  <a:srgbClr val="76B900"/>
                </a:solidFill>
                <a:latin typeface="Comic Sans MS" panose="030F0702030302020204" pitchFamily="66" charset="0"/>
              </a:rPr>
              <a:t>and</a:t>
            </a:r>
            <a:r>
              <a:rPr sz="2000" i="1" spc="-10" dirty="0">
                <a:solidFill>
                  <a:srgbClr val="76B900"/>
                </a:solidFill>
                <a:latin typeface="Comic Sans MS" panose="030F0702030302020204" pitchFamily="66" charset="0"/>
              </a:rPr>
              <a:t> </a:t>
            </a:r>
            <a:r>
              <a:rPr sz="2000" spc="-10" dirty="0">
                <a:solidFill>
                  <a:srgbClr val="76B900"/>
                </a:solidFill>
                <a:latin typeface="Comic Sans MS" panose="030F0702030302020204" pitchFamily="66" charset="0"/>
              </a:rPr>
              <a:t>GP</a:t>
            </a:r>
            <a:r>
              <a:rPr sz="2000" dirty="0">
                <a:solidFill>
                  <a:srgbClr val="76B900"/>
                </a:solidFill>
                <a:latin typeface="Comic Sans MS" panose="030F0702030302020204" pitchFamily="66" charset="0"/>
              </a:rPr>
              <a:t>U</a:t>
            </a:r>
            <a:r>
              <a:rPr sz="2000" spc="-10" dirty="0">
                <a:solidFill>
                  <a:srgbClr val="76B900"/>
                </a:solidFill>
                <a:latin typeface="Comic Sans MS" panose="030F0702030302020204" pitchFamily="66" charset="0"/>
              </a:rPr>
              <a:t> </a:t>
            </a:r>
            <a:r>
              <a:rPr sz="2000" spc="-5" dirty="0">
                <a:solidFill>
                  <a:srgbClr val="76B900"/>
                </a:solidFill>
                <a:latin typeface="Comic Sans MS" panose="030F0702030302020204" pitchFamily="66" charset="0"/>
              </a:rPr>
              <a:t>P</a:t>
            </a:r>
            <a:r>
              <a:rPr sz="2000" dirty="0">
                <a:solidFill>
                  <a:srgbClr val="76B900"/>
                </a:solidFill>
                <a:latin typeface="Comic Sans MS" panose="030F0702030302020204" pitchFamily="66" charset="0"/>
              </a:rPr>
              <a:t>a</a:t>
            </a:r>
            <a:r>
              <a:rPr sz="2000" spc="-5" dirty="0">
                <a:solidFill>
                  <a:srgbClr val="76B900"/>
                </a:solidFill>
                <a:latin typeface="Comic Sans MS" panose="030F0702030302020204" pitchFamily="66" charset="0"/>
              </a:rPr>
              <a:t>g</a:t>
            </a:r>
            <a:r>
              <a:rPr sz="2000" dirty="0">
                <a:solidFill>
                  <a:srgbClr val="76B900"/>
                </a:solidFill>
                <a:latin typeface="Comic Sans MS" panose="030F0702030302020204" pitchFamily="66" charset="0"/>
              </a:rPr>
              <a:t>e </a:t>
            </a:r>
            <a:r>
              <a:rPr sz="2000" spc="-10" dirty="0">
                <a:solidFill>
                  <a:srgbClr val="76B900"/>
                </a:solidFill>
                <a:latin typeface="Comic Sans MS" panose="030F0702030302020204" pitchFamily="66" charset="0"/>
              </a:rPr>
              <a:t>F</a:t>
            </a:r>
            <a:r>
              <a:rPr sz="2000" dirty="0">
                <a:solidFill>
                  <a:srgbClr val="76B900"/>
                </a:solidFill>
                <a:latin typeface="Comic Sans MS" panose="030F0702030302020204" pitchFamily="66" charset="0"/>
              </a:rPr>
              <a:t>au</a:t>
            </a:r>
            <a:r>
              <a:rPr sz="2000" spc="-20" dirty="0">
                <a:solidFill>
                  <a:srgbClr val="76B900"/>
                </a:solidFill>
                <a:latin typeface="Comic Sans MS" panose="030F0702030302020204" pitchFamily="66" charset="0"/>
              </a:rPr>
              <a:t>l</a:t>
            </a:r>
            <a:r>
              <a:rPr sz="2000" spc="-5" dirty="0">
                <a:solidFill>
                  <a:srgbClr val="76B900"/>
                </a:solidFill>
                <a:latin typeface="Comic Sans MS" panose="030F0702030302020204" pitchFamily="66" charset="0"/>
              </a:rPr>
              <a:t>t</a:t>
            </a:r>
            <a:r>
              <a:rPr sz="2000" spc="-10" dirty="0">
                <a:solidFill>
                  <a:srgbClr val="76B900"/>
                </a:solidFill>
                <a:latin typeface="Comic Sans MS" panose="030F0702030302020204" pitchFamily="66" charset="0"/>
              </a:rPr>
              <a:t>s</a:t>
            </a:r>
            <a:endParaRPr sz="2000" dirty="0">
              <a:latin typeface="Comic Sans MS" panose="030F0702030302020204" pitchFamily="66" charset="0"/>
            </a:endParaRPr>
          </a:p>
        </p:txBody>
      </p:sp>
      <p:sp>
        <p:nvSpPr>
          <p:cNvPr id="3" name="object 3"/>
          <p:cNvSpPr/>
          <p:nvPr/>
        </p:nvSpPr>
        <p:spPr>
          <a:xfrm>
            <a:off x="2822759" y="3440102"/>
            <a:ext cx="1806575" cy="1994535"/>
          </a:xfrm>
          <a:custGeom>
            <a:avLst/>
            <a:gdLst/>
            <a:ahLst/>
            <a:cxnLst/>
            <a:rect l="l" t="t" r="r" b="b"/>
            <a:pathLst>
              <a:path w="1806575" h="1994535">
                <a:moveTo>
                  <a:pt x="0" y="0"/>
                </a:moveTo>
                <a:lnTo>
                  <a:pt x="1806221" y="0"/>
                </a:lnTo>
                <a:lnTo>
                  <a:pt x="1806221" y="1994340"/>
                </a:lnTo>
                <a:lnTo>
                  <a:pt x="0" y="1994340"/>
                </a:lnTo>
                <a:lnTo>
                  <a:pt x="0"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4" name="object 4"/>
          <p:cNvSpPr/>
          <p:nvPr/>
        </p:nvSpPr>
        <p:spPr>
          <a:xfrm>
            <a:off x="6397973" y="3440102"/>
            <a:ext cx="1806575" cy="288925"/>
          </a:xfrm>
          <a:custGeom>
            <a:avLst/>
            <a:gdLst/>
            <a:ahLst/>
            <a:cxnLst/>
            <a:rect l="l" t="t" r="r" b="b"/>
            <a:pathLst>
              <a:path w="1806575" h="288925">
                <a:moveTo>
                  <a:pt x="0" y="288644"/>
                </a:moveTo>
                <a:lnTo>
                  <a:pt x="1806221" y="288644"/>
                </a:lnTo>
                <a:lnTo>
                  <a:pt x="1806221" y="0"/>
                </a:lnTo>
                <a:lnTo>
                  <a:pt x="0" y="0"/>
                </a:lnTo>
                <a:lnTo>
                  <a:pt x="0" y="288644"/>
                </a:lnTo>
                <a:close/>
              </a:path>
            </a:pathLst>
          </a:custGeom>
          <a:solidFill>
            <a:srgbClr val="B4FFEC"/>
          </a:solidFill>
        </p:spPr>
        <p:txBody>
          <a:bodyPr wrap="square" lIns="0" tIns="0" rIns="0" bIns="0" rtlCol="0"/>
          <a:lstStyle/>
          <a:p>
            <a:endParaRPr>
              <a:latin typeface="Comic Sans MS" panose="030F0702030302020204" pitchFamily="66" charset="0"/>
            </a:endParaRPr>
          </a:p>
        </p:txBody>
      </p:sp>
      <p:sp>
        <p:nvSpPr>
          <p:cNvPr id="5" name="object 5"/>
          <p:cNvSpPr/>
          <p:nvPr/>
        </p:nvSpPr>
        <p:spPr>
          <a:xfrm>
            <a:off x="6397973" y="3992552"/>
            <a:ext cx="1806575" cy="27940"/>
          </a:xfrm>
          <a:custGeom>
            <a:avLst/>
            <a:gdLst/>
            <a:ahLst/>
            <a:cxnLst/>
            <a:rect l="l" t="t" r="r" b="b"/>
            <a:pathLst>
              <a:path w="1806575" h="27939">
                <a:moveTo>
                  <a:pt x="0" y="27362"/>
                </a:moveTo>
                <a:lnTo>
                  <a:pt x="1806221" y="27362"/>
                </a:lnTo>
                <a:lnTo>
                  <a:pt x="1806221" y="0"/>
                </a:lnTo>
                <a:lnTo>
                  <a:pt x="0" y="0"/>
                </a:lnTo>
                <a:lnTo>
                  <a:pt x="0" y="27362"/>
                </a:lnTo>
                <a:close/>
              </a:path>
            </a:pathLst>
          </a:custGeom>
          <a:solidFill>
            <a:srgbClr val="B4FFEC"/>
          </a:solidFill>
        </p:spPr>
        <p:txBody>
          <a:bodyPr wrap="square" lIns="0" tIns="0" rIns="0" bIns="0" rtlCol="0"/>
          <a:lstStyle/>
          <a:p>
            <a:endParaRPr>
              <a:latin typeface="Comic Sans MS" panose="030F0702030302020204" pitchFamily="66" charset="0"/>
            </a:endParaRPr>
          </a:p>
        </p:txBody>
      </p:sp>
      <p:sp>
        <p:nvSpPr>
          <p:cNvPr id="6" name="object 6"/>
          <p:cNvSpPr/>
          <p:nvPr/>
        </p:nvSpPr>
        <p:spPr>
          <a:xfrm>
            <a:off x="6397973" y="4283721"/>
            <a:ext cx="1806575" cy="27940"/>
          </a:xfrm>
          <a:custGeom>
            <a:avLst/>
            <a:gdLst/>
            <a:ahLst/>
            <a:cxnLst/>
            <a:rect l="l" t="t" r="r" b="b"/>
            <a:pathLst>
              <a:path w="1806575" h="27939">
                <a:moveTo>
                  <a:pt x="0" y="27362"/>
                </a:moveTo>
                <a:lnTo>
                  <a:pt x="1806221" y="27362"/>
                </a:lnTo>
                <a:lnTo>
                  <a:pt x="1806221" y="0"/>
                </a:lnTo>
                <a:lnTo>
                  <a:pt x="0" y="0"/>
                </a:lnTo>
                <a:lnTo>
                  <a:pt x="0" y="27362"/>
                </a:lnTo>
                <a:close/>
              </a:path>
            </a:pathLst>
          </a:custGeom>
          <a:solidFill>
            <a:srgbClr val="B4FFEC"/>
          </a:solidFill>
        </p:spPr>
        <p:txBody>
          <a:bodyPr wrap="square" lIns="0" tIns="0" rIns="0" bIns="0" rtlCol="0"/>
          <a:lstStyle/>
          <a:p>
            <a:endParaRPr>
              <a:latin typeface="Comic Sans MS" panose="030F0702030302020204" pitchFamily="66" charset="0"/>
            </a:endParaRPr>
          </a:p>
        </p:txBody>
      </p:sp>
      <p:sp>
        <p:nvSpPr>
          <p:cNvPr id="7" name="object 7"/>
          <p:cNvSpPr/>
          <p:nvPr/>
        </p:nvSpPr>
        <p:spPr>
          <a:xfrm>
            <a:off x="6397973" y="4574889"/>
            <a:ext cx="1806575" cy="27940"/>
          </a:xfrm>
          <a:custGeom>
            <a:avLst/>
            <a:gdLst/>
            <a:ahLst/>
            <a:cxnLst/>
            <a:rect l="l" t="t" r="r" b="b"/>
            <a:pathLst>
              <a:path w="1806575" h="27939">
                <a:moveTo>
                  <a:pt x="0" y="27363"/>
                </a:moveTo>
                <a:lnTo>
                  <a:pt x="1806221" y="27363"/>
                </a:lnTo>
                <a:lnTo>
                  <a:pt x="1806221" y="0"/>
                </a:lnTo>
                <a:lnTo>
                  <a:pt x="0" y="0"/>
                </a:lnTo>
                <a:lnTo>
                  <a:pt x="0" y="27363"/>
                </a:lnTo>
                <a:close/>
              </a:path>
            </a:pathLst>
          </a:custGeom>
          <a:solidFill>
            <a:srgbClr val="B4FFEC"/>
          </a:solidFill>
        </p:spPr>
        <p:txBody>
          <a:bodyPr wrap="square" lIns="0" tIns="0" rIns="0" bIns="0" rtlCol="0"/>
          <a:lstStyle/>
          <a:p>
            <a:endParaRPr>
              <a:latin typeface="Comic Sans MS" panose="030F0702030302020204" pitchFamily="66" charset="0"/>
            </a:endParaRPr>
          </a:p>
        </p:txBody>
      </p:sp>
      <p:sp>
        <p:nvSpPr>
          <p:cNvPr id="8" name="object 8"/>
          <p:cNvSpPr/>
          <p:nvPr/>
        </p:nvSpPr>
        <p:spPr>
          <a:xfrm>
            <a:off x="6397973" y="4866058"/>
            <a:ext cx="1806575" cy="27940"/>
          </a:xfrm>
          <a:custGeom>
            <a:avLst/>
            <a:gdLst/>
            <a:ahLst/>
            <a:cxnLst/>
            <a:rect l="l" t="t" r="r" b="b"/>
            <a:pathLst>
              <a:path w="1806575" h="27939">
                <a:moveTo>
                  <a:pt x="0" y="27363"/>
                </a:moveTo>
                <a:lnTo>
                  <a:pt x="1806221" y="27363"/>
                </a:lnTo>
                <a:lnTo>
                  <a:pt x="1806221" y="0"/>
                </a:lnTo>
                <a:lnTo>
                  <a:pt x="0" y="0"/>
                </a:lnTo>
                <a:lnTo>
                  <a:pt x="0" y="27363"/>
                </a:lnTo>
                <a:close/>
              </a:path>
            </a:pathLst>
          </a:custGeom>
          <a:solidFill>
            <a:srgbClr val="B4FFEC"/>
          </a:solidFill>
        </p:spPr>
        <p:txBody>
          <a:bodyPr wrap="square" lIns="0" tIns="0" rIns="0" bIns="0" rtlCol="0"/>
          <a:lstStyle/>
          <a:p>
            <a:endParaRPr>
              <a:latin typeface="Comic Sans MS" panose="030F0702030302020204" pitchFamily="66" charset="0"/>
            </a:endParaRPr>
          </a:p>
        </p:txBody>
      </p:sp>
      <p:sp>
        <p:nvSpPr>
          <p:cNvPr id="9" name="object 9"/>
          <p:cNvSpPr/>
          <p:nvPr/>
        </p:nvSpPr>
        <p:spPr>
          <a:xfrm>
            <a:off x="6397973" y="5157227"/>
            <a:ext cx="1806575" cy="277495"/>
          </a:xfrm>
          <a:custGeom>
            <a:avLst/>
            <a:gdLst/>
            <a:ahLst/>
            <a:cxnLst/>
            <a:rect l="l" t="t" r="r" b="b"/>
            <a:pathLst>
              <a:path w="1806575" h="277495">
                <a:moveTo>
                  <a:pt x="0" y="277214"/>
                </a:moveTo>
                <a:lnTo>
                  <a:pt x="1806221" y="277214"/>
                </a:lnTo>
                <a:lnTo>
                  <a:pt x="1806221" y="0"/>
                </a:lnTo>
                <a:lnTo>
                  <a:pt x="0" y="0"/>
                </a:lnTo>
                <a:lnTo>
                  <a:pt x="0" y="277214"/>
                </a:lnTo>
                <a:close/>
              </a:path>
            </a:pathLst>
          </a:custGeom>
          <a:solidFill>
            <a:srgbClr val="B4FFEC"/>
          </a:solidFill>
        </p:spPr>
        <p:txBody>
          <a:bodyPr wrap="square" lIns="0" tIns="0" rIns="0" bIns="0" rtlCol="0"/>
          <a:lstStyle/>
          <a:p>
            <a:endParaRPr>
              <a:latin typeface="Comic Sans MS" panose="030F0702030302020204" pitchFamily="66" charset="0"/>
            </a:endParaRPr>
          </a:p>
        </p:txBody>
      </p:sp>
      <p:sp>
        <p:nvSpPr>
          <p:cNvPr id="10" name="object 10"/>
          <p:cNvSpPr txBox="1"/>
          <p:nvPr/>
        </p:nvSpPr>
        <p:spPr>
          <a:xfrm>
            <a:off x="2517297" y="2943911"/>
            <a:ext cx="2234565" cy="553998"/>
          </a:xfrm>
          <a:prstGeom prst="rect">
            <a:avLst/>
          </a:prstGeom>
        </p:spPr>
        <p:txBody>
          <a:bodyPr vert="horz" wrap="square" lIns="0" tIns="0" rIns="0" bIns="0" rtlCol="0">
            <a:spAutoFit/>
          </a:bodyPr>
          <a:lstStyle/>
          <a:p>
            <a:pPr marL="12700">
              <a:lnSpc>
                <a:spcPct val="100000"/>
              </a:lnSpc>
            </a:pPr>
            <a:r>
              <a:rPr sz="1800" spc="-10" dirty="0">
                <a:latin typeface="Comic Sans MS" panose="030F0702030302020204" pitchFamily="66" charset="0"/>
                <a:cs typeface="Calibri" panose="020F0502020204030204" pitchFamily="34" charset="0"/>
              </a:rPr>
              <a:t>GP</a:t>
            </a:r>
            <a:r>
              <a:rPr sz="1800" dirty="0">
                <a:latin typeface="Comic Sans MS" panose="030F0702030302020204" pitchFamily="66" charset="0"/>
                <a:cs typeface="Calibri" panose="020F0502020204030204" pitchFamily="34" charset="0"/>
              </a:rPr>
              <a:t>U</a:t>
            </a:r>
            <a:r>
              <a:rPr sz="1800" spc="-10"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M</a:t>
            </a:r>
            <a:r>
              <a:rPr sz="1800" spc="5" dirty="0">
                <a:latin typeface="Comic Sans MS" panose="030F0702030302020204" pitchFamily="66" charset="0"/>
                <a:cs typeface="Calibri" panose="020F0502020204030204" pitchFamily="34" charset="0"/>
              </a:rPr>
              <a:t>em</a:t>
            </a:r>
            <a:r>
              <a:rPr sz="1800" spc="-15" dirty="0">
                <a:latin typeface="Comic Sans MS" panose="030F0702030302020204" pitchFamily="66" charset="0"/>
                <a:cs typeface="Calibri" panose="020F0502020204030204" pitchFamily="34" charset="0"/>
              </a:rPr>
              <a:t>or</a:t>
            </a:r>
            <a:r>
              <a:rPr sz="1800" dirty="0">
                <a:latin typeface="Comic Sans MS" panose="030F0702030302020204" pitchFamily="66" charset="0"/>
                <a:cs typeface="Calibri" panose="020F0502020204030204" pitchFamily="34" charset="0"/>
              </a:rPr>
              <a:t>y</a:t>
            </a:r>
            <a:r>
              <a:rPr sz="1800" spc="-5" dirty="0">
                <a:latin typeface="Comic Sans MS" panose="030F0702030302020204" pitchFamily="66" charset="0"/>
                <a:cs typeface="Calibri" panose="020F0502020204030204" pitchFamily="34" charset="0"/>
              </a:rPr>
              <a:t> M</a:t>
            </a:r>
            <a:r>
              <a:rPr sz="1800"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ppi</a:t>
            </a:r>
            <a:r>
              <a:rPr sz="1800" dirty="0">
                <a:latin typeface="Comic Sans MS" panose="030F0702030302020204" pitchFamily="66" charset="0"/>
                <a:cs typeface="Calibri" panose="020F0502020204030204" pitchFamily="34" charset="0"/>
              </a:rPr>
              <a:t>n</a:t>
            </a:r>
            <a:r>
              <a:rPr sz="1800" spc="-10" dirty="0">
                <a:latin typeface="Comic Sans MS" panose="030F0702030302020204" pitchFamily="66" charset="0"/>
                <a:cs typeface="Calibri" panose="020F0502020204030204" pitchFamily="34" charset="0"/>
              </a:rPr>
              <a:t>g</a:t>
            </a:r>
            <a:endParaRPr sz="1800" dirty="0">
              <a:latin typeface="Comic Sans MS" panose="030F0702030302020204" pitchFamily="66" charset="0"/>
              <a:cs typeface="Calibri" panose="020F0502020204030204" pitchFamily="34" charset="0"/>
            </a:endParaRPr>
          </a:p>
        </p:txBody>
      </p:sp>
      <p:sp>
        <p:nvSpPr>
          <p:cNvPr id="11" name="object 11"/>
          <p:cNvSpPr txBox="1"/>
          <p:nvPr/>
        </p:nvSpPr>
        <p:spPr>
          <a:xfrm>
            <a:off x="4952999" y="5589307"/>
            <a:ext cx="1436963" cy="215444"/>
          </a:xfrm>
          <a:prstGeom prst="rect">
            <a:avLst/>
          </a:prstGeom>
        </p:spPr>
        <p:txBody>
          <a:bodyPr vert="horz" wrap="square" lIns="0" tIns="0" rIns="0" bIns="0" rtlCol="0">
            <a:spAutoFit/>
          </a:bodyPr>
          <a:lstStyle/>
          <a:p>
            <a:pPr marL="12700">
              <a:lnSpc>
                <a:spcPct val="100000"/>
              </a:lnSpc>
            </a:pPr>
            <a:r>
              <a:rPr sz="1400" spc="-5" dirty="0">
                <a:latin typeface="Comic Sans MS" panose="030F0702030302020204" pitchFamily="66" charset="0"/>
                <a:cs typeface="Calibri" panose="020F0502020204030204" pitchFamily="34" charset="0"/>
              </a:rPr>
              <a:t>In</a:t>
            </a:r>
            <a:r>
              <a:rPr sz="1400" spc="-10" dirty="0">
                <a:latin typeface="Comic Sans MS" panose="030F0702030302020204" pitchFamily="66" charset="0"/>
                <a:cs typeface="Calibri" panose="020F0502020204030204" pitchFamily="34" charset="0"/>
              </a:rPr>
              <a:t>t</a:t>
            </a:r>
            <a:r>
              <a:rPr sz="1400" spc="-5" dirty="0">
                <a:latin typeface="Comic Sans MS" panose="030F0702030302020204" pitchFamily="66" charset="0"/>
                <a:cs typeface="Calibri" panose="020F0502020204030204" pitchFamily="34" charset="0"/>
              </a:rPr>
              <a:t>er</a:t>
            </a:r>
            <a:r>
              <a:rPr sz="1400" spc="-10" dirty="0">
                <a:latin typeface="Comic Sans MS" panose="030F0702030302020204" pitchFamily="66" charset="0"/>
                <a:cs typeface="Calibri" panose="020F0502020204030204" pitchFamily="34" charset="0"/>
              </a:rPr>
              <a:t>c</a:t>
            </a:r>
            <a:r>
              <a:rPr sz="1400" spc="-5" dirty="0">
                <a:latin typeface="Comic Sans MS" panose="030F0702030302020204" pitchFamily="66" charset="0"/>
                <a:cs typeface="Calibri" panose="020F0502020204030204" pitchFamily="34" charset="0"/>
              </a:rPr>
              <a:t>onne</a:t>
            </a:r>
            <a:r>
              <a:rPr sz="1400" spc="-10" dirty="0">
                <a:latin typeface="Comic Sans MS" panose="030F0702030302020204" pitchFamily="66" charset="0"/>
                <a:cs typeface="Calibri" panose="020F0502020204030204" pitchFamily="34" charset="0"/>
              </a:rPr>
              <a:t>c</a:t>
            </a:r>
            <a:r>
              <a:rPr sz="1400" dirty="0">
                <a:latin typeface="Comic Sans MS" panose="030F0702030302020204" pitchFamily="66" charset="0"/>
                <a:cs typeface="Calibri" panose="020F0502020204030204" pitchFamily="34" charset="0"/>
              </a:rPr>
              <a:t>t</a:t>
            </a:r>
          </a:p>
        </p:txBody>
      </p:sp>
      <p:sp>
        <p:nvSpPr>
          <p:cNvPr id="12" name="object 12"/>
          <p:cNvSpPr/>
          <p:nvPr/>
        </p:nvSpPr>
        <p:spPr>
          <a:xfrm>
            <a:off x="2262256" y="4319786"/>
            <a:ext cx="462915" cy="302895"/>
          </a:xfrm>
          <a:custGeom>
            <a:avLst/>
            <a:gdLst/>
            <a:ahLst/>
            <a:cxnLst/>
            <a:rect l="l" t="t" r="r" b="b"/>
            <a:pathLst>
              <a:path w="462914" h="302895">
                <a:moveTo>
                  <a:pt x="311485" y="0"/>
                </a:moveTo>
                <a:lnTo>
                  <a:pt x="311485" y="75679"/>
                </a:lnTo>
                <a:lnTo>
                  <a:pt x="0" y="75679"/>
                </a:lnTo>
                <a:lnTo>
                  <a:pt x="0" y="227039"/>
                </a:lnTo>
                <a:lnTo>
                  <a:pt x="311485" y="227039"/>
                </a:lnTo>
                <a:lnTo>
                  <a:pt x="311485" y="302718"/>
                </a:lnTo>
                <a:lnTo>
                  <a:pt x="462845" y="151359"/>
                </a:lnTo>
                <a:lnTo>
                  <a:pt x="311485"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13" name="object 13"/>
          <p:cNvSpPr txBox="1"/>
          <p:nvPr/>
        </p:nvSpPr>
        <p:spPr>
          <a:xfrm>
            <a:off x="1371600" y="4215943"/>
            <a:ext cx="845475" cy="512961"/>
          </a:xfrm>
          <a:prstGeom prst="rect">
            <a:avLst/>
          </a:prstGeom>
        </p:spPr>
        <p:txBody>
          <a:bodyPr vert="horz" wrap="square" lIns="0" tIns="0" rIns="0" bIns="0" rtlCol="0">
            <a:spAutoFit/>
          </a:bodyPr>
          <a:lstStyle/>
          <a:p>
            <a:pPr marL="22860" marR="5080" indent="-10795">
              <a:lnSpc>
                <a:spcPts val="2020"/>
              </a:lnSpc>
            </a:pPr>
            <a:r>
              <a:rPr sz="1800" spc="-90" dirty="0">
                <a:latin typeface="Comic Sans MS" panose="030F0702030302020204" pitchFamily="66" charset="0"/>
                <a:cs typeface="Calibri" panose="020F0502020204030204" pitchFamily="34" charset="0"/>
              </a:rPr>
              <a:t>P</a:t>
            </a:r>
            <a:r>
              <a:rPr sz="1800" dirty="0">
                <a:latin typeface="Comic Sans MS" panose="030F0702030302020204" pitchFamily="66" charset="0"/>
                <a:cs typeface="Calibri" panose="020F0502020204030204" pitchFamily="34" charset="0"/>
              </a:rPr>
              <a:t>a</a:t>
            </a:r>
            <a:r>
              <a:rPr sz="1800" spc="-15" dirty="0">
                <a:latin typeface="Comic Sans MS" panose="030F0702030302020204" pitchFamily="66" charset="0"/>
                <a:cs typeface="Calibri" panose="020F0502020204030204" pitchFamily="34" charset="0"/>
              </a:rPr>
              <a:t>g</a:t>
            </a:r>
            <a:r>
              <a:rPr sz="1800" dirty="0">
                <a:latin typeface="Comic Sans MS" panose="030F0702030302020204" pitchFamily="66" charset="0"/>
                <a:cs typeface="Calibri" panose="020F0502020204030204" pitchFamily="34" charset="0"/>
              </a:rPr>
              <a:t>e </a:t>
            </a:r>
            <a:r>
              <a:rPr sz="1800" spc="5" dirty="0">
                <a:latin typeface="Comic Sans MS" panose="030F0702030302020204" pitchFamily="66" charset="0"/>
                <a:cs typeface="Calibri" panose="020F0502020204030204" pitchFamily="34" charset="0"/>
              </a:rPr>
              <a:t>Fau</a:t>
            </a:r>
            <a:r>
              <a:rPr sz="1800" spc="-10" dirty="0">
                <a:latin typeface="Comic Sans MS" panose="030F0702030302020204" pitchFamily="66" charset="0"/>
                <a:cs typeface="Calibri" panose="020F0502020204030204" pitchFamily="34" charset="0"/>
              </a:rPr>
              <a:t>l</a:t>
            </a:r>
            <a:r>
              <a:rPr sz="1800" dirty="0">
                <a:latin typeface="Comic Sans MS" panose="030F0702030302020204" pitchFamily="66" charset="0"/>
                <a:cs typeface="Calibri" panose="020F0502020204030204" pitchFamily="34" charset="0"/>
              </a:rPr>
              <a:t>t</a:t>
            </a:r>
          </a:p>
        </p:txBody>
      </p:sp>
      <p:sp>
        <p:nvSpPr>
          <p:cNvPr id="14" name="object 14"/>
          <p:cNvSpPr/>
          <p:nvPr/>
        </p:nvSpPr>
        <p:spPr>
          <a:xfrm>
            <a:off x="5827515" y="3731482"/>
            <a:ext cx="470534" cy="302895"/>
          </a:xfrm>
          <a:custGeom>
            <a:avLst/>
            <a:gdLst/>
            <a:ahLst/>
            <a:cxnLst/>
            <a:rect l="l" t="t" r="r" b="b"/>
            <a:pathLst>
              <a:path w="470535" h="302895">
                <a:moveTo>
                  <a:pt x="318579" y="0"/>
                </a:moveTo>
                <a:lnTo>
                  <a:pt x="318579" y="75679"/>
                </a:lnTo>
                <a:lnTo>
                  <a:pt x="0" y="75679"/>
                </a:lnTo>
                <a:lnTo>
                  <a:pt x="0" y="227039"/>
                </a:lnTo>
                <a:lnTo>
                  <a:pt x="318579" y="227039"/>
                </a:lnTo>
                <a:lnTo>
                  <a:pt x="318579" y="302718"/>
                </a:lnTo>
                <a:lnTo>
                  <a:pt x="469938" y="151358"/>
                </a:lnTo>
                <a:lnTo>
                  <a:pt x="318579" y="0"/>
                </a:lnTo>
                <a:close/>
              </a:path>
            </a:pathLst>
          </a:custGeom>
          <a:solidFill>
            <a:srgbClr val="008564"/>
          </a:solidFill>
        </p:spPr>
        <p:txBody>
          <a:bodyPr wrap="square" lIns="0" tIns="0" rIns="0" bIns="0" rtlCol="0"/>
          <a:lstStyle/>
          <a:p>
            <a:endParaRPr>
              <a:latin typeface="Comic Sans MS" panose="030F0702030302020204" pitchFamily="66" charset="0"/>
            </a:endParaRPr>
          </a:p>
        </p:txBody>
      </p:sp>
      <p:sp>
        <p:nvSpPr>
          <p:cNvPr id="15" name="object 15"/>
          <p:cNvSpPr txBox="1"/>
          <p:nvPr/>
        </p:nvSpPr>
        <p:spPr>
          <a:xfrm>
            <a:off x="4881337" y="3627679"/>
            <a:ext cx="934390" cy="512961"/>
          </a:xfrm>
          <a:prstGeom prst="rect">
            <a:avLst/>
          </a:prstGeom>
        </p:spPr>
        <p:txBody>
          <a:bodyPr vert="horz" wrap="square" lIns="0" tIns="0" rIns="0" bIns="0" rtlCol="0">
            <a:spAutoFit/>
          </a:bodyPr>
          <a:lstStyle/>
          <a:p>
            <a:pPr marL="22860" marR="5080" indent="-10795">
              <a:lnSpc>
                <a:spcPts val="2020"/>
              </a:lnSpc>
            </a:pPr>
            <a:r>
              <a:rPr sz="1800" spc="-90" dirty="0">
                <a:latin typeface="Comic Sans MS" panose="030F0702030302020204" pitchFamily="66" charset="0"/>
                <a:cs typeface="Calibri" panose="020F0502020204030204" pitchFamily="34" charset="0"/>
              </a:rPr>
              <a:t>P</a:t>
            </a:r>
            <a:r>
              <a:rPr sz="1800" dirty="0">
                <a:latin typeface="Comic Sans MS" panose="030F0702030302020204" pitchFamily="66" charset="0"/>
                <a:cs typeface="Calibri" panose="020F0502020204030204" pitchFamily="34" charset="0"/>
              </a:rPr>
              <a:t>a</a:t>
            </a:r>
            <a:r>
              <a:rPr sz="1800" spc="-15" dirty="0">
                <a:latin typeface="Comic Sans MS" panose="030F0702030302020204" pitchFamily="66" charset="0"/>
                <a:cs typeface="Calibri" panose="020F0502020204030204" pitchFamily="34" charset="0"/>
              </a:rPr>
              <a:t>g</a:t>
            </a:r>
            <a:r>
              <a:rPr sz="1800" dirty="0">
                <a:latin typeface="Comic Sans MS" panose="030F0702030302020204" pitchFamily="66" charset="0"/>
                <a:cs typeface="Calibri" panose="020F0502020204030204" pitchFamily="34" charset="0"/>
              </a:rPr>
              <a:t>e </a:t>
            </a:r>
            <a:r>
              <a:rPr sz="1800" spc="5" dirty="0">
                <a:latin typeface="Comic Sans MS" panose="030F0702030302020204" pitchFamily="66" charset="0"/>
                <a:cs typeface="Calibri" panose="020F0502020204030204" pitchFamily="34" charset="0"/>
              </a:rPr>
              <a:t>Fau</a:t>
            </a:r>
            <a:r>
              <a:rPr sz="1800" spc="-10" dirty="0">
                <a:latin typeface="Comic Sans MS" panose="030F0702030302020204" pitchFamily="66" charset="0"/>
                <a:cs typeface="Calibri" panose="020F0502020204030204" pitchFamily="34" charset="0"/>
              </a:rPr>
              <a:t>l</a:t>
            </a:r>
            <a:r>
              <a:rPr sz="1800" dirty="0">
                <a:latin typeface="Comic Sans MS" panose="030F0702030302020204" pitchFamily="66" charset="0"/>
                <a:cs typeface="Calibri" panose="020F0502020204030204" pitchFamily="34" charset="0"/>
              </a:rPr>
              <a:t>t</a:t>
            </a:r>
          </a:p>
        </p:txBody>
      </p:sp>
      <p:sp>
        <p:nvSpPr>
          <p:cNvPr id="16" name="object 16"/>
          <p:cNvSpPr/>
          <p:nvPr/>
        </p:nvSpPr>
        <p:spPr>
          <a:xfrm>
            <a:off x="3801211" y="5445873"/>
            <a:ext cx="1373505" cy="586105"/>
          </a:xfrm>
          <a:custGeom>
            <a:avLst/>
            <a:gdLst/>
            <a:ahLst/>
            <a:cxnLst/>
            <a:rect l="l" t="t" r="r" b="b"/>
            <a:pathLst>
              <a:path w="1373504" h="586104">
                <a:moveTo>
                  <a:pt x="219656" y="146436"/>
                </a:moveTo>
                <a:lnTo>
                  <a:pt x="73218" y="146436"/>
                </a:lnTo>
                <a:lnTo>
                  <a:pt x="73218" y="329483"/>
                </a:lnTo>
                <a:lnTo>
                  <a:pt x="76572" y="371051"/>
                </a:lnTo>
                <a:lnTo>
                  <a:pt x="86282" y="410483"/>
                </a:lnTo>
                <a:lnTo>
                  <a:pt x="101822" y="447252"/>
                </a:lnTo>
                <a:lnTo>
                  <a:pt x="122662" y="480830"/>
                </a:lnTo>
                <a:lnTo>
                  <a:pt x="148276" y="510690"/>
                </a:lnTo>
                <a:lnTo>
                  <a:pt x="178136" y="536304"/>
                </a:lnTo>
                <a:lnTo>
                  <a:pt x="211715" y="557145"/>
                </a:lnTo>
                <a:lnTo>
                  <a:pt x="248484" y="572684"/>
                </a:lnTo>
                <a:lnTo>
                  <a:pt x="287916" y="582394"/>
                </a:lnTo>
                <a:lnTo>
                  <a:pt x="329483" y="585749"/>
                </a:lnTo>
                <a:lnTo>
                  <a:pt x="1373461" y="585749"/>
                </a:lnTo>
                <a:lnTo>
                  <a:pt x="1373461" y="439311"/>
                </a:lnTo>
                <a:lnTo>
                  <a:pt x="326076" y="439259"/>
                </a:lnTo>
                <a:lnTo>
                  <a:pt x="311571" y="437857"/>
                </a:lnTo>
                <a:lnTo>
                  <a:pt x="272228" y="423224"/>
                </a:lnTo>
                <a:lnTo>
                  <a:pt x="241737" y="395544"/>
                </a:lnTo>
                <a:lnTo>
                  <a:pt x="223436" y="358155"/>
                </a:lnTo>
                <a:lnTo>
                  <a:pt x="219656" y="329483"/>
                </a:lnTo>
                <a:lnTo>
                  <a:pt x="219656" y="146436"/>
                </a:lnTo>
                <a:close/>
              </a:path>
              <a:path w="1373504" h="586104">
                <a:moveTo>
                  <a:pt x="146438" y="0"/>
                </a:moveTo>
                <a:lnTo>
                  <a:pt x="0" y="146436"/>
                </a:lnTo>
                <a:lnTo>
                  <a:pt x="292874" y="146436"/>
                </a:lnTo>
                <a:lnTo>
                  <a:pt x="146438" y="0"/>
                </a:lnTo>
                <a:close/>
              </a:path>
            </a:pathLst>
          </a:custGeom>
          <a:solidFill>
            <a:srgbClr val="676767"/>
          </a:solidFill>
        </p:spPr>
        <p:txBody>
          <a:bodyPr wrap="square" lIns="0" tIns="0" rIns="0" bIns="0" rtlCol="0"/>
          <a:lstStyle/>
          <a:p>
            <a:endParaRPr>
              <a:latin typeface="Comic Sans MS" panose="030F0702030302020204" pitchFamily="66" charset="0"/>
            </a:endParaRPr>
          </a:p>
        </p:txBody>
      </p:sp>
      <p:sp>
        <p:nvSpPr>
          <p:cNvPr id="17" name="object 17"/>
          <p:cNvSpPr/>
          <p:nvPr/>
        </p:nvSpPr>
        <p:spPr>
          <a:xfrm>
            <a:off x="5016458" y="5445873"/>
            <a:ext cx="2153285" cy="586105"/>
          </a:xfrm>
          <a:custGeom>
            <a:avLst/>
            <a:gdLst/>
            <a:ahLst/>
            <a:cxnLst/>
            <a:rect l="l" t="t" r="r" b="b"/>
            <a:pathLst>
              <a:path w="2153284" h="586104">
                <a:moveTo>
                  <a:pt x="2080047" y="146436"/>
                </a:moveTo>
                <a:lnTo>
                  <a:pt x="1933613" y="146436"/>
                </a:lnTo>
                <a:lnTo>
                  <a:pt x="1933613" y="329482"/>
                </a:lnTo>
                <a:lnTo>
                  <a:pt x="1932647" y="344110"/>
                </a:lnTo>
                <a:lnTo>
                  <a:pt x="1919151" y="383994"/>
                </a:lnTo>
                <a:lnTo>
                  <a:pt x="1892353" y="415281"/>
                </a:lnTo>
                <a:lnTo>
                  <a:pt x="1855590" y="434634"/>
                </a:lnTo>
                <a:lnTo>
                  <a:pt x="0" y="439310"/>
                </a:lnTo>
                <a:lnTo>
                  <a:pt x="0" y="585749"/>
                </a:lnTo>
                <a:lnTo>
                  <a:pt x="1823784" y="585749"/>
                </a:lnTo>
                <a:lnTo>
                  <a:pt x="1844802" y="584899"/>
                </a:lnTo>
                <a:lnTo>
                  <a:pt x="1885368" y="578301"/>
                </a:lnTo>
                <a:lnTo>
                  <a:pt x="1923534" y="565610"/>
                </a:lnTo>
                <a:lnTo>
                  <a:pt x="1958774" y="547354"/>
                </a:lnTo>
                <a:lnTo>
                  <a:pt x="1990559" y="524061"/>
                </a:lnTo>
                <a:lnTo>
                  <a:pt x="2018362" y="496258"/>
                </a:lnTo>
                <a:lnTo>
                  <a:pt x="2041655" y="464472"/>
                </a:lnTo>
                <a:lnTo>
                  <a:pt x="2059911" y="429233"/>
                </a:lnTo>
                <a:lnTo>
                  <a:pt x="2072602" y="391066"/>
                </a:lnTo>
                <a:lnTo>
                  <a:pt x="2079200" y="350500"/>
                </a:lnTo>
                <a:lnTo>
                  <a:pt x="2080050" y="329482"/>
                </a:lnTo>
                <a:lnTo>
                  <a:pt x="2080047" y="146436"/>
                </a:lnTo>
                <a:close/>
              </a:path>
              <a:path w="2153284" h="586104">
                <a:moveTo>
                  <a:pt x="2006829" y="0"/>
                </a:moveTo>
                <a:lnTo>
                  <a:pt x="1860393" y="146436"/>
                </a:lnTo>
                <a:lnTo>
                  <a:pt x="2153267" y="146436"/>
                </a:lnTo>
                <a:lnTo>
                  <a:pt x="2006829" y="0"/>
                </a:lnTo>
                <a:close/>
              </a:path>
            </a:pathLst>
          </a:custGeom>
          <a:solidFill>
            <a:srgbClr val="676767"/>
          </a:solidFill>
        </p:spPr>
        <p:txBody>
          <a:bodyPr wrap="square" lIns="0" tIns="0" rIns="0" bIns="0" rtlCol="0"/>
          <a:lstStyle/>
          <a:p>
            <a:endParaRPr>
              <a:latin typeface="Comic Sans MS" panose="030F0702030302020204" pitchFamily="66" charset="0"/>
            </a:endParaRPr>
          </a:p>
        </p:txBody>
      </p:sp>
      <p:sp>
        <p:nvSpPr>
          <p:cNvPr id="18" name="object 18"/>
          <p:cNvSpPr txBox="1"/>
          <p:nvPr/>
        </p:nvSpPr>
        <p:spPr>
          <a:xfrm>
            <a:off x="3479840" y="3500262"/>
            <a:ext cx="486409" cy="184666"/>
          </a:xfrm>
          <a:prstGeom prst="rect">
            <a:avLst/>
          </a:prstGeom>
        </p:spPr>
        <p:txBody>
          <a:bodyPr vert="horz" wrap="square" lIns="0" tIns="0" rIns="0" bIns="0" rtlCol="0">
            <a:spAutoFit/>
          </a:bodyPr>
          <a:lstStyle/>
          <a:p>
            <a:pPr marL="12700">
              <a:lnSpc>
                <a:spcPct val="100000"/>
              </a:lnSpc>
            </a:pPr>
            <a:r>
              <a:rPr sz="1200" spc="-10" dirty="0">
                <a:latin typeface="Comic Sans MS" panose="030F0702030302020204" pitchFamily="66" charset="0"/>
                <a:cs typeface="Lucida Console" panose="020B0609040504020204"/>
              </a:rPr>
              <a:t>array</a:t>
            </a:r>
            <a:endParaRPr sz="1200">
              <a:latin typeface="Comic Sans MS" panose="030F0702030302020204" pitchFamily="66" charset="0"/>
              <a:cs typeface="Lucida Console" panose="020B0609040504020204"/>
            </a:endParaRPr>
          </a:p>
        </p:txBody>
      </p:sp>
      <p:sp>
        <p:nvSpPr>
          <p:cNvPr id="19" name="object 19"/>
          <p:cNvSpPr txBox="1"/>
          <p:nvPr/>
        </p:nvSpPr>
        <p:spPr>
          <a:xfrm>
            <a:off x="7072135" y="3533790"/>
            <a:ext cx="486409" cy="184666"/>
          </a:xfrm>
          <a:prstGeom prst="rect">
            <a:avLst/>
          </a:prstGeom>
        </p:spPr>
        <p:txBody>
          <a:bodyPr vert="horz" wrap="square" lIns="0" tIns="0" rIns="0" bIns="0" rtlCol="0">
            <a:spAutoFit/>
          </a:bodyPr>
          <a:lstStyle/>
          <a:p>
            <a:pPr marL="12700">
              <a:lnSpc>
                <a:spcPct val="100000"/>
              </a:lnSpc>
            </a:pPr>
            <a:r>
              <a:rPr sz="1200" spc="-10" dirty="0">
                <a:latin typeface="Comic Sans MS" panose="030F0702030302020204" pitchFamily="66" charset="0"/>
                <a:cs typeface="Lucida Console" panose="020B0609040504020204"/>
              </a:rPr>
              <a:t>array</a:t>
            </a:r>
            <a:endParaRPr sz="1200">
              <a:latin typeface="Comic Sans MS" panose="030F0702030302020204" pitchFamily="66" charset="0"/>
              <a:cs typeface="Lucida Console" panose="020B0609040504020204"/>
            </a:endParaRPr>
          </a:p>
        </p:txBody>
      </p:sp>
      <p:sp>
        <p:nvSpPr>
          <p:cNvPr id="21" name="object 21"/>
          <p:cNvSpPr/>
          <p:nvPr/>
        </p:nvSpPr>
        <p:spPr>
          <a:xfrm>
            <a:off x="6397973" y="3728746"/>
            <a:ext cx="1806575" cy="264160"/>
          </a:xfrm>
          <a:custGeom>
            <a:avLst/>
            <a:gdLst/>
            <a:ahLst/>
            <a:cxnLst/>
            <a:rect l="l" t="t" r="r" b="b"/>
            <a:pathLst>
              <a:path w="1806575" h="264160">
                <a:moveTo>
                  <a:pt x="0" y="0"/>
                </a:moveTo>
                <a:lnTo>
                  <a:pt x="1806221" y="0"/>
                </a:lnTo>
                <a:lnTo>
                  <a:pt x="1806221" y="263805"/>
                </a:lnTo>
                <a:lnTo>
                  <a:pt x="0" y="263805"/>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2" name="object 22"/>
          <p:cNvSpPr/>
          <p:nvPr/>
        </p:nvSpPr>
        <p:spPr>
          <a:xfrm>
            <a:off x="6397973" y="4019914"/>
            <a:ext cx="1806575" cy="264160"/>
          </a:xfrm>
          <a:custGeom>
            <a:avLst/>
            <a:gdLst/>
            <a:ahLst/>
            <a:cxnLst/>
            <a:rect l="l" t="t" r="r" b="b"/>
            <a:pathLst>
              <a:path w="1806575" h="264160">
                <a:moveTo>
                  <a:pt x="0" y="0"/>
                </a:moveTo>
                <a:lnTo>
                  <a:pt x="1806221" y="0"/>
                </a:lnTo>
                <a:lnTo>
                  <a:pt x="1806221" y="263806"/>
                </a:lnTo>
                <a:lnTo>
                  <a:pt x="0" y="263806"/>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3" name="object 23"/>
          <p:cNvSpPr/>
          <p:nvPr/>
        </p:nvSpPr>
        <p:spPr>
          <a:xfrm>
            <a:off x="6397973" y="4311083"/>
            <a:ext cx="1806575" cy="264160"/>
          </a:xfrm>
          <a:custGeom>
            <a:avLst/>
            <a:gdLst/>
            <a:ahLst/>
            <a:cxnLst/>
            <a:rect l="l" t="t" r="r" b="b"/>
            <a:pathLst>
              <a:path w="1806575" h="264160">
                <a:moveTo>
                  <a:pt x="0" y="0"/>
                </a:moveTo>
                <a:lnTo>
                  <a:pt x="1806221" y="0"/>
                </a:lnTo>
                <a:lnTo>
                  <a:pt x="1806221" y="263805"/>
                </a:lnTo>
                <a:lnTo>
                  <a:pt x="0" y="263805"/>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4" name="object 24"/>
          <p:cNvSpPr/>
          <p:nvPr/>
        </p:nvSpPr>
        <p:spPr>
          <a:xfrm>
            <a:off x="6397973" y="4893421"/>
            <a:ext cx="1806575" cy="264160"/>
          </a:xfrm>
          <a:custGeom>
            <a:avLst/>
            <a:gdLst/>
            <a:ahLst/>
            <a:cxnLst/>
            <a:rect l="l" t="t" r="r" b="b"/>
            <a:pathLst>
              <a:path w="1806575" h="264160">
                <a:moveTo>
                  <a:pt x="0" y="0"/>
                </a:moveTo>
                <a:lnTo>
                  <a:pt x="1806221" y="0"/>
                </a:lnTo>
                <a:lnTo>
                  <a:pt x="1806221" y="263806"/>
                </a:lnTo>
                <a:lnTo>
                  <a:pt x="0" y="263806"/>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5" name="object 25"/>
          <p:cNvSpPr/>
          <p:nvPr/>
        </p:nvSpPr>
        <p:spPr>
          <a:xfrm>
            <a:off x="6397973" y="4602252"/>
            <a:ext cx="1806575" cy="264160"/>
          </a:xfrm>
          <a:custGeom>
            <a:avLst/>
            <a:gdLst/>
            <a:ahLst/>
            <a:cxnLst/>
            <a:rect l="l" t="t" r="r" b="b"/>
            <a:pathLst>
              <a:path w="1806575" h="264160">
                <a:moveTo>
                  <a:pt x="0" y="0"/>
                </a:moveTo>
                <a:lnTo>
                  <a:pt x="1806221" y="0"/>
                </a:lnTo>
                <a:lnTo>
                  <a:pt x="1806221" y="263805"/>
                </a:lnTo>
                <a:lnTo>
                  <a:pt x="0" y="263805"/>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6" name="object 26"/>
          <p:cNvSpPr/>
          <p:nvPr/>
        </p:nvSpPr>
        <p:spPr>
          <a:xfrm>
            <a:off x="2755709" y="3748999"/>
            <a:ext cx="1965325" cy="1476375"/>
          </a:xfrm>
          <a:custGeom>
            <a:avLst/>
            <a:gdLst/>
            <a:ahLst/>
            <a:cxnLst/>
            <a:rect l="l" t="t" r="r" b="b"/>
            <a:pathLst>
              <a:path w="1965325" h="1476375">
                <a:moveTo>
                  <a:pt x="0" y="0"/>
                </a:moveTo>
                <a:lnTo>
                  <a:pt x="1964804" y="0"/>
                </a:lnTo>
                <a:lnTo>
                  <a:pt x="1964804" y="1475940"/>
                </a:lnTo>
                <a:lnTo>
                  <a:pt x="0" y="1475940"/>
                </a:lnTo>
                <a:lnTo>
                  <a:pt x="0" y="0"/>
                </a:lnTo>
                <a:close/>
              </a:path>
            </a:pathLst>
          </a:custGeom>
          <a:ln w="25400">
            <a:solidFill>
              <a:srgbClr val="5E5E5E"/>
            </a:solidFill>
          </a:ln>
        </p:spPr>
        <p:txBody>
          <a:bodyPr wrap="square" lIns="0" tIns="0" rIns="0" bIns="0" rtlCol="0"/>
          <a:lstStyle/>
          <a:p>
            <a:endParaRPr>
              <a:latin typeface="Comic Sans MS" panose="030F0702030302020204" pitchFamily="66" charset="0"/>
            </a:endParaRPr>
          </a:p>
        </p:txBody>
      </p:sp>
      <p:sp>
        <p:nvSpPr>
          <p:cNvPr id="27" name="object 27"/>
          <p:cNvSpPr/>
          <p:nvPr/>
        </p:nvSpPr>
        <p:spPr>
          <a:xfrm>
            <a:off x="6348004" y="3748999"/>
            <a:ext cx="1965325" cy="1476375"/>
          </a:xfrm>
          <a:custGeom>
            <a:avLst/>
            <a:gdLst/>
            <a:ahLst/>
            <a:cxnLst/>
            <a:rect l="l" t="t" r="r" b="b"/>
            <a:pathLst>
              <a:path w="1965325" h="1476375">
                <a:moveTo>
                  <a:pt x="0" y="0"/>
                </a:moveTo>
                <a:lnTo>
                  <a:pt x="1964804" y="0"/>
                </a:lnTo>
                <a:lnTo>
                  <a:pt x="1964804" y="1475940"/>
                </a:lnTo>
                <a:lnTo>
                  <a:pt x="0" y="1475940"/>
                </a:lnTo>
                <a:lnTo>
                  <a:pt x="0" y="0"/>
                </a:lnTo>
                <a:close/>
              </a:path>
            </a:pathLst>
          </a:custGeom>
          <a:ln w="25400">
            <a:solidFill>
              <a:srgbClr val="5E5E5E"/>
            </a:solidFill>
          </a:ln>
        </p:spPr>
        <p:txBody>
          <a:bodyPr wrap="square" lIns="0" tIns="0" rIns="0" bIns="0" rtlCol="0"/>
          <a:lstStyle/>
          <a:p>
            <a:endParaRPr>
              <a:latin typeface="Comic Sans MS" panose="030F0702030302020204" pitchFamily="66" charset="0"/>
            </a:endParaRPr>
          </a:p>
        </p:txBody>
      </p:sp>
      <p:sp>
        <p:nvSpPr>
          <p:cNvPr id="28" name="object 28"/>
          <p:cNvSpPr txBox="1"/>
          <p:nvPr/>
        </p:nvSpPr>
        <p:spPr>
          <a:xfrm>
            <a:off x="5943600" y="1262946"/>
            <a:ext cx="3601720" cy="2211759"/>
          </a:xfrm>
          <a:prstGeom prst="rect">
            <a:avLst/>
          </a:prstGeom>
        </p:spPr>
        <p:txBody>
          <a:bodyPr vert="horz" wrap="square" lIns="0" tIns="0" rIns="0" bIns="0" rtlCol="0">
            <a:spAutoFit/>
          </a:bodyPr>
          <a:lstStyle/>
          <a:p>
            <a:pPr marR="1283970" algn="ctr">
              <a:lnSpc>
                <a:spcPct val="100000"/>
              </a:lnSpc>
            </a:pPr>
            <a:r>
              <a:rPr sz="1800" spc="-20" dirty="0">
                <a:latin typeface="Comic Sans MS" panose="030F0702030302020204" pitchFamily="66" charset="0"/>
                <a:cs typeface="Calibri" panose="020F0502020204030204" pitchFamily="34" charset="0"/>
              </a:rPr>
              <a:t>CP</a:t>
            </a:r>
            <a:r>
              <a:rPr sz="1800" dirty="0">
                <a:latin typeface="Comic Sans MS" panose="030F0702030302020204" pitchFamily="66" charset="0"/>
                <a:cs typeface="Calibri" panose="020F0502020204030204" pitchFamily="34" charset="0"/>
              </a:rPr>
              <a:t>U</a:t>
            </a:r>
            <a:r>
              <a:rPr sz="1800" spc="-10" dirty="0">
                <a:latin typeface="Comic Sans MS" panose="030F0702030302020204" pitchFamily="66" charset="0"/>
                <a:cs typeface="Calibri" panose="020F0502020204030204" pitchFamily="34" charset="0"/>
              </a:rPr>
              <a:t> </a:t>
            </a:r>
            <a:r>
              <a:rPr sz="1800" spc="-20" dirty="0">
                <a:latin typeface="Comic Sans MS" panose="030F0702030302020204" pitchFamily="66" charset="0"/>
                <a:cs typeface="Calibri" panose="020F0502020204030204" pitchFamily="34" charset="0"/>
              </a:rPr>
              <a:t>Co</a:t>
            </a:r>
            <a:r>
              <a:rPr sz="1800" spc="-5" dirty="0">
                <a:latin typeface="Comic Sans MS" panose="030F0702030302020204" pitchFamily="66" charset="0"/>
                <a:cs typeface="Calibri" panose="020F0502020204030204" pitchFamily="34" charset="0"/>
              </a:rPr>
              <a:t>d</a:t>
            </a:r>
            <a:r>
              <a:rPr sz="1800" dirty="0">
                <a:latin typeface="Comic Sans MS" panose="030F0702030302020204" pitchFamily="66" charset="0"/>
                <a:cs typeface="Calibri" panose="020F0502020204030204" pitchFamily="34" charset="0"/>
              </a:rPr>
              <a:t>e</a:t>
            </a:r>
          </a:p>
          <a:p>
            <a:pPr marL="273685" marR="5080">
              <a:lnSpc>
                <a:spcPct val="158000"/>
              </a:lnSpc>
              <a:spcBef>
                <a:spcPts val="120"/>
              </a:spcBef>
            </a:pPr>
            <a:r>
              <a:rPr sz="1600" spc="-10" dirty="0">
                <a:latin typeface="Comic Sans MS" panose="030F0702030302020204" pitchFamily="66" charset="0"/>
                <a:cs typeface="Lucida Console" panose="020B0609040504020204"/>
              </a:rPr>
              <a:t>cudaMallocManaged(&amp;array,</a:t>
            </a:r>
            <a:r>
              <a:rPr sz="1600" spc="-5" dirty="0">
                <a:latin typeface="Comic Sans MS" panose="030F0702030302020204" pitchFamily="66" charset="0"/>
                <a:cs typeface="Lucida Console" panose="020B0609040504020204"/>
              </a:rPr>
              <a:t> </a:t>
            </a:r>
            <a:r>
              <a:rPr sz="1600" spc="-10" dirty="0">
                <a:latin typeface="Comic Sans MS" panose="030F0702030302020204" pitchFamily="66" charset="0"/>
                <a:cs typeface="Lucida Console" panose="020B0609040504020204"/>
              </a:rPr>
              <a:t>size); memset(array,</a:t>
            </a:r>
            <a:r>
              <a:rPr sz="1600" dirty="0">
                <a:latin typeface="Comic Sans MS" panose="030F0702030302020204" pitchFamily="66" charset="0"/>
                <a:cs typeface="Lucida Console" panose="020B0609040504020204"/>
              </a:rPr>
              <a:t> </a:t>
            </a:r>
            <a:r>
              <a:rPr sz="1600" spc="-10" dirty="0">
                <a:latin typeface="Comic Sans MS" panose="030F0702030302020204" pitchFamily="66" charset="0"/>
                <a:cs typeface="Lucida Console" panose="020B0609040504020204"/>
              </a:rPr>
              <a:t>size);</a:t>
            </a:r>
            <a:endParaRPr sz="1600" dirty="0">
              <a:latin typeface="Comic Sans MS" panose="030F0702030302020204" pitchFamily="66" charset="0"/>
              <a:cs typeface="Lucida Console" panose="020B0609040504020204"/>
            </a:endParaRPr>
          </a:p>
          <a:p>
            <a:pPr>
              <a:lnSpc>
                <a:spcPct val="100000"/>
              </a:lnSpc>
              <a:spcBef>
                <a:spcPts val="45"/>
              </a:spcBef>
            </a:pPr>
            <a:endParaRPr sz="1400" dirty="0">
              <a:latin typeface="Comic Sans MS" panose="030F0702030302020204" pitchFamily="66" charset="0"/>
              <a:cs typeface="Times New Roman" panose="02020603050405020304"/>
            </a:endParaRPr>
          </a:p>
          <a:p>
            <a:pPr marL="273685">
              <a:lnSpc>
                <a:spcPct val="100000"/>
              </a:lnSpc>
            </a:pPr>
            <a:r>
              <a:rPr sz="1600" spc="-10" dirty="0">
                <a:latin typeface="Comic Sans MS" panose="030F0702030302020204" pitchFamily="66" charset="0"/>
                <a:cs typeface="Lucida Console" panose="020B0609040504020204"/>
              </a:rPr>
              <a:t>setValue&lt;&lt;&lt;...&gt;&gt;&gt;(array,</a:t>
            </a:r>
            <a:r>
              <a:rPr sz="1600" spc="-5" dirty="0">
                <a:latin typeface="Comic Sans MS" panose="030F0702030302020204" pitchFamily="66" charset="0"/>
                <a:cs typeface="Lucida Console" panose="020B0609040504020204"/>
              </a:rPr>
              <a:t> </a:t>
            </a:r>
            <a:r>
              <a:rPr sz="1600" spc="-10" dirty="0">
                <a:latin typeface="Comic Sans MS" panose="030F0702030302020204" pitchFamily="66" charset="0"/>
                <a:cs typeface="Lucida Console" panose="020B0609040504020204"/>
              </a:rPr>
              <a:t>size/2,</a:t>
            </a:r>
            <a:r>
              <a:rPr sz="1600" dirty="0">
                <a:latin typeface="Comic Sans MS" panose="030F0702030302020204" pitchFamily="66" charset="0"/>
                <a:cs typeface="Lucida Console" panose="020B0609040504020204"/>
              </a:rPr>
              <a:t> </a:t>
            </a:r>
            <a:r>
              <a:rPr sz="1600" spc="-10" dirty="0">
                <a:latin typeface="Comic Sans MS" panose="030F0702030302020204" pitchFamily="66" charset="0"/>
                <a:cs typeface="Lucida Console" panose="020B0609040504020204"/>
              </a:rPr>
              <a:t>5);</a:t>
            </a:r>
            <a:endParaRPr sz="1600" dirty="0">
              <a:latin typeface="Comic Sans MS" panose="030F0702030302020204" pitchFamily="66" charset="0"/>
              <a:cs typeface="Lucida Console" panose="020B0609040504020204"/>
            </a:endParaRPr>
          </a:p>
          <a:p>
            <a:pPr marR="1376680" algn="ctr">
              <a:lnSpc>
                <a:spcPct val="100000"/>
              </a:lnSpc>
              <a:spcBef>
                <a:spcPts val="960"/>
              </a:spcBef>
            </a:pPr>
            <a:r>
              <a:rPr sz="1800" spc="-20" dirty="0">
                <a:latin typeface="Comic Sans MS" panose="030F0702030302020204" pitchFamily="66" charset="0"/>
                <a:cs typeface="Calibri" panose="020F0502020204030204" pitchFamily="34" charset="0"/>
              </a:rPr>
              <a:t>CP</a:t>
            </a:r>
            <a:r>
              <a:rPr sz="1800" dirty="0">
                <a:latin typeface="Comic Sans MS" panose="030F0702030302020204" pitchFamily="66" charset="0"/>
                <a:cs typeface="Calibri" panose="020F0502020204030204" pitchFamily="34" charset="0"/>
              </a:rPr>
              <a:t>U</a:t>
            </a:r>
            <a:r>
              <a:rPr sz="1800" spc="-10"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M</a:t>
            </a:r>
            <a:r>
              <a:rPr sz="1800" spc="5" dirty="0">
                <a:latin typeface="Comic Sans MS" panose="030F0702030302020204" pitchFamily="66" charset="0"/>
                <a:cs typeface="Calibri" panose="020F0502020204030204" pitchFamily="34" charset="0"/>
              </a:rPr>
              <a:t>em</a:t>
            </a:r>
            <a:r>
              <a:rPr sz="1800" spc="-15" dirty="0">
                <a:latin typeface="Comic Sans MS" panose="030F0702030302020204" pitchFamily="66" charset="0"/>
                <a:cs typeface="Calibri" panose="020F0502020204030204" pitchFamily="34" charset="0"/>
              </a:rPr>
              <a:t>o</a:t>
            </a:r>
            <a:r>
              <a:rPr sz="1800" spc="-10" dirty="0">
                <a:latin typeface="Comic Sans MS" panose="030F0702030302020204" pitchFamily="66" charset="0"/>
                <a:cs typeface="Calibri" panose="020F0502020204030204" pitchFamily="34" charset="0"/>
              </a:rPr>
              <a:t>r</a:t>
            </a:r>
            <a:r>
              <a:rPr sz="1800" dirty="0">
                <a:latin typeface="Comic Sans MS" panose="030F0702030302020204" pitchFamily="66" charset="0"/>
                <a:cs typeface="Calibri" panose="020F0502020204030204" pitchFamily="34" charset="0"/>
              </a:rPr>
              <a:t>y</a:t>
            </a:r>
            <a:r>
              <a:rPr sz="1800" spc="-5" dirty="0">
                <a:latin typeface="Comic Sans MS" panose="030F0702030302020204" pitchFamily="66" charset="0"/>
                <a:cs typeface="Calibri" panose="020F0502020204030204" pitchFamily="34" charset="0"/>
              </a:rPr>
              <a:t> M</a:t>
            </a:r>
            <a:r>
              <a:rPr sz="1800" spc="5"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pp</a:t>
            </a:r>
            <a:r>
              <a:rPr sz="1800" dirty="0">
                <a:latin typeface="Comic Sans MS" panose="030F0702030302020204" pitchFamily="66" charset="0"/>
                <a:cs typeface="Calibri" panose="020F0502020204030204" pitchFamily="34" charset="0"/>
              </a:rPr>
              <a:t>in</a:t>
            </a:r>
            <a:r>
              <a:rPr sz="1800" spc="-10" dirty="0">
                <a:latin typeface="Comic Sans MS" panose="030F0702030302020204" pitchFamily="66" charset="0"/>
                <a:cs typeface="Calibri" panose="020F0502020204030204" pitchFamily="34" charset="0"/>
              </a:rPr>
              <a:t>g</a:t>
            </a:r>
            <a:endParaRPr sz="1800" dirty="0">
              <a:latin typeface="Comic Sans MS" panose="030F0702030302020204" pitchFamily="66" charset="0"/>
              <a:cs typeface="Calibri" panose="020F0502020204030204" pitchFamily="34" charset="0"/>
            </a:endParaRPr>
          </a:p>
        </p:txBody>
      </p:sp>
      <p:sp>
        <p:nvSpPr>
          <p:cNvPr id="32" name="object 32"/>
          <p:cNvSpPr txBox="1"/>
          <p:nvPr/>
        </p:nvSpPr>
        <p:spPr>
          <a:xfrm>
            <a:off x="9961891" y="5880345"/>
            <a:ext cx="120650" cy="107722"/>
          </a:xfrm>
          <a:prstGeom prst="rect">
            <a:avLst/>
          </a:prstGeom>
        </p:spPr>
        <p:txBody>
          <a:bodyPr vert="horz" wrap="square" lIns="0" tIns="0" rIns="0" bIns="0" rtlCol="0">
            <a:spAutoFit/>
          </a:bodyPr>
          <a:lstStyle/>
          <a:p>
            <a:pPr marL="12700">
              <a:lnSpc>
                <a:spcPct val="100000"/>
              </a:lnSpc>
            </a:pPr>
            <a:r>
              <a:rPr sz="700" spc="5" dirty="0">
                <a:solidFill>
                  <a:srgbClr val="8C8C8C"/>
                </a:solidFill>
                <a:latin typeface="Comic Sans MS" panose="030F0702030302020204" pitchFamily="66" charset="0"/>
                <a:cs typeface="Calibri" panose="020F0502020204030204" pitchFamily="34" charset="0"/>
              </a:rPr>
              <a:t>10</a:t>
            </a:r>
            <a:endParaRPr sz="700" dirty="0">
              <a:latin typeface="Comic Sans MS" panose="030F0702030302020204" pitchFamily="66" charset="0"/>
              <a:cs typeface="Calibri" panose="020F0502020204030204" pitchFamily="34" charset="0"/>
            </a:endParaRPr>
          </a:p>
        </p:txBody>
      </p:sp>
      <p:sp>
        <p:nvSpPr>
          <p:cNvPr id="29" name="object 29"/>
          <p:cNvSpPr txBox="1"/>
          <p:nvPr/>
        </p:nvSpPr>
        <p:spPr>
          <a:xfrm>
            <a:off x="992465" y="1865437"/>
            <a:ext cx="4341535" cy="1037656"/>
          </a:xfrm>
          <a:prstGeom prst="rect">
            <a:avLst/>
          </a:prstGeom>
        </p:spPr>
        <p:txBody>
          <a:bodyPr vert="horz" wrap="square" lIns="0" tIns="0" rIns="0" bIns="0" rtlCol="0">
            <a:spAutoFit/>
          </a:bodyPr>
          <a:lstStyle/>
          <a:p>
            <a:pPr marL="12700">
              <a:tabLst>
                <a:tab pos="933450" algn="l"/>
              </a:tabLst>
            </a:pPr>
            <a:r>
              <a:rPr lang="en-US" altLang="zh-CN" sz="1600" u="sng" spc="-10" dirty="0">
                <a:latin typeface="Comic Sans MS" panose="030F0702030302020204" pitchFamily="66" charset="0"/>
                <a:cs typeface="Lucida Console" panose="020B0609040504020204"/>
              </a:rPr>
              <a:t>__</a:t>
            </a:r>
            <a:r>
              <a:rPr sz="1600" spc="-10" dirty="0">
                <a:latin typeface="Comic Sans MS" panose="030F0702030302020204" pitchFamily="66" charset="0"/>
                <a:cs typeface="Lucida Console" panose="020B0609040504020204"/>
              </a:rPr>
              <a:t>globa</a:t>
            </a:r>
            <a:r>
              <a:rPr sz="1600" spc="-5" dirty="0">
                <a:latin typeface="Comic Sans MS" panose="030F0702030302020204" pitchFamily="66" charset="0"/>
                <a:cs typeface="Lucida Console" panose="020B0609040504020204"/>
              </a:rPr>
              <a:t>l</a:t>
            </a:r>
            <a:r>
              <a:rPr lang="en-US" altLang="zh-CN" sz="1600" u="sng" spc="-10" dirty="0">
                <a:latin typeface="Comic Sans MS" panose="030F0702030302020204" pitchFamily="66" charset="0"/>
                <a:cs typeface="Lucida Console" panose="020B0609040504020204"/>
              </a:rPr>
              <a:t>__</a:t>
            </a:r>
            <a:r>
              <a:rPr lang="en-US" altLang="zh-CN" sz="1600" u="sng" dirty="0">
                <a:latin typeface="Comic Sans MS" panose="030F0702030302020204" pitchFamily="66" charset="0"/>
                <a:cs typeface="Lucida Console" panose="020B0609040504020204"/>
              </a:rPr>
              <a:t> </a:t>
            </a:r>
            <a:r>
              <a:rPr lang="en-US" altLang="zh-CN" sz="1600" u="sng" spc="-10" dirty="0">
                <a:latin typeface="Comic Sans MS" panose="030F0702030302020204" pitchFamily="66" charset="0"/>
                <a:cs typeface="Lucida Console" panose="020B0609040504020204"/>
              </a:rPr>
              <a:t>v</a:t>
            </a:r>
            <a:r>
              <a:rPr sz="1600" spc="-10" dirty="0">
                <a:latin typeface="Comic Sans MS" panose="030F0702030302020204" pitchFamily="66" charset="0"/>
                <a:cs typeface="Lucida Console" panose="020B0609040504020204"/>
              </a:rPr>
              <a:t>oid setValue(char *ptr, int</a:t>
            </a:r>
            <a:r>
              <a:rPr lang="en-US" altLang="zh-CN" sz="1600" spc="-10" dirty="0">
                <a:latin typeface="Comic Sans MS" panose="030F0702030302020204" pitchFamily="66" charset="0"/>
                <a:cs typeface="Lucida Console" panose="020B0609040504020204"/>
              </a:rPr>
              <a:t> index, char </a:t>
            </a:r>
            <a:r>
              <a:rPr lang="en-US" altLang="zh-CN" sz="1600" spc="-10" dirty="0" err="1">
                <a:latin typeface="Comic Sans MS" panose="030F0702030302020204" pitchFamily="66" charset="0"/>
                <a:cs typeface="Lucida Console" panose="020B0609040504020204"/>
              </a:rPr>
              <a:t>val</a:t>
            </a:r>
            <a:r>
              <a:rPr lang="en-US" altLang="zh-CN" sz="1600" spc="-10" dirty="0">
                <a:latin typeface="Comic Sans MS" panose="030F0702030302020204" pitchFamily="66" charset="0"/>
                <a:cs typeface="Lucida Console" panose="020B0609040504020204"/>
              </a:rPr>
              <a:t>)</a:t>
            </a:r>
            <a:endParaRPr lang="en-US" altLang="zh-CN" sz="1600" dirty="0">
              <a:latin typeface="Comic Sans MS" panose="030F0702030302020204" pitchFamily="66" charset="0"/>
              <a:cs typeface="Lucida Console" panose="020B0609040504020204"/>
            </a:endParaRPr>
          </a:p>
          <a:p>
            <a:pPr marL="12700">
              <a:lnSpc>
                <a:spcPts val="1430"/>
              </a:lnSpc>
            </a:pPr>
            <a:r>
              <a:rPr sz="1600" spc="-10" dirty="0">
                <a:latin typeface="Comic Sans MS" panose="030F0702030302020204" pitchFamily="66" charset="0"/>
                <a:cs typeface="Lucida Console" panose="020B0609040504020204"/>
              </a:rPr>
              <a:t>{</a:t>
            </a:r>
            <a:endParaRPr sz="1600" dirty="0">
              <a:latin typeface="Comic Sans MS" panose="030F0702030302020204" pitchFamily="66" charset="0"/>
              <a:cs typeface="Lucida Console" panose="020B0609040504020204"/>
            </a:endParaRPr>
          </a:p>
          <a:p>
            <a:pPr marL="196850">
              <a:lnSpc>
                <a:spcPts val="1430"/>
              </a:lnSpc>
              <a:spcBef>
                <a:spcPts val="45"/>
              </a:spcBef>
            </a:pPr>
            <a:r>
              <a:rPr sz="1600" spc="-10" dirty="0">
                <a:latin typeface="Comic Sans MS" panose="030F0702030302020204" pitchFamily="66" charset="0"/>
                <a:cs typeface="Lucida Console" panose="020B0609040504020204"/>
              </a:rPr>
              <a:t>ptr[index] = val;</a:t>
            </a:r>
            <a:endParaRPr sz="1600" dirty="0">
              <a:latin typeface="Comic Sans MS" panose="030F0702030302020204" pitchFamily="66" charset="0"/>
              <a:cs typeface="Lucida Console" panose="020B0609040504020204"/>
            </a:endParaRPr>
          </a:p>
          <a:p>
            <a:pPr marL="12700">
              <a:lnSpc>
                <a:spcPts val="1430"/>
              </a:lnSpc>
            </a:pPr>
            <a:r>
              <a:rPr sz="1600" spc="-10" dirty="0">
                <a:latin typeface="Comic Sans MS" panose="030F0702030302020204" pitchFamily="66" charset="0"/>
                <a:cs typeface="Lucida Console" panose="020B0609040504020204"/>
              </a:rPr>
              <a:t>}</a:t>
            </a:r>
            <a:endParaRPr sz="1600" dirty="0">
              <a:latin typeface="Comic Sans MS" panose="030F0702030302020204" pitchFamily="66" charset="0"/>
              <a:cs typeface="Lucida Console" panose="020B0609040504020204"/>
            </a:endParaRPr>
          </a:p>
        </p:txBody>
      </p:sp>
      <p:sp>
        <p:nvSpPr>
          <p:cNvPr id="31" name="object 31"/>
          <p:cNvSpPr txBox="1"/>
          <p:nvPr/>
        </p:nvSpPr>
        <p:spPr>
          <a:xfrm>
            <a:off x="2436321" y="1316379"/>
            <a:ext cx="1888896" cy="276999"/>
          </a:xfrm>
          <a:prstGeom prst="rect">
            <a:avLst/>
          </a:prstGeom>
        </p:spPr>
        <p:txBody>
          <a:bodyPr vert="horz" wrap="square" lIns="0" tIns="0" rIns="0" bIns="0" rtlCol="0">
            <a:spAutoFit/>
          </a:bodyPr>
          <a:lstStyle/>
          <a:p>
            <a:pPr marL="12700">
              <a:lnSpc>
                <a:spcPct val="100000"/>
              </a:lnSpc>
            </a:pPr>
            <a:r>
              <a:rPr sz="1800" spc="-10" dirty="0">
                <a:latin typeface="Comic Sans MS" panose="030F0702030302020204" pitchFamily="66" charset="0"/>
                <a:cs typeface="Calibri" panose="020F0502020204030204" pitchFamily="34" charset="0"/>
              </a:rPr>
              <a:t>GP</a:t>
            </a:r>
            <a:r>
              <a:rPr sz="1800" dirty="0">
                <a:latin typeface="Comic Sans MS" panose="030F0702030302020204" pitchFamily="66" charset="0"/>
                <a:cs typeface="Calibri" panose="020F0502020204030204" pitchFamily="34" charset="0"/>
              </a:rPr>
              <a:t>U</a:t>
            </a:r>
            <a:r>
              <a:rPr sz="1800" spc="-10"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C</a:t>
            </a:r>
            <a:r>
              <a:rPr sz="1800" spc="-15" dirty="0">
                <a:latin typeface="Comic Sans MS" panose="030F0702030302020204" pitchFamily="66" charset="0"/>
                <a:cs typeface="Calibri" panose="020F0502020204030204" pitchFamily="34" charset="0"/>
              </a:rPr>
              <a:t>od</a:t>
            </a:r>
            <a:r>
              <a:rPr sz="1800" dirty="0">
                <a:latin typeface="Comic Sans MS" panose="030F0702030302020204" pitchFamily="66" charset="0"/>
                <a:cs typeface="Calibri" panose="020F0502020204030204" pitchFamily="34" charset="0"/>
              </a:rPr>
              <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204788"/>
            <a:ext cx="5586095" cy="930910"/>
          </a:xfrm>
          <a:prstGeom prst="rect">
            <a:avLst/>
          </a:prstGeom>
        </p:spPr>
        <p:txBody>
          <a:bodyPr vert="horz" wrap="square" lIns="0" tIns="12700" rIns="0" bIns="0" rtlCol="0">
            <a:spAutoFit/>
          </a:bodyPr>
          <a:lstStyle/>
          <a:p>
            <a:pPr marL="42545">
              <a:lnSpc>
                <a:spcPts val="4300"/>
              </a:lnSpc>
              <a:spcBef>
                <a:spcPts val="100"/>
              </a:spcBef>
            </a:pPr>
            <a:r>
              <a:rPr spc="-5" dirty="0">
                <a:latin typeface="Comic Sans MS" panose="030F0702030302020204" pitchFamily="66" charset="0"/>
              </a:rPr>
              <a:t>ANALYTICS USE</a:t>
            </a:r>
            <a:r>
              <a:rPr spc="-90" dirty="0">
                <a:latin typeface="Comic Sans MS" panose="030F0702030302020204" pitchFamily="66" charset="0"/>
              </a:rPr>
              <a:t> </a:t>
            </a:r>
            <a:r>
              <a:rPr dirty="0">
                <a:latin typeface="Comic Sans MS" panose="030F0702030302020204" pitchFamily="66" charset="0"/>
              </a:rPr>
              <a:t>CASE</a:t>
            </a:r>
          </a:p>
          <a:p>
            <a:pPr marL="12700">
              <a:lnSpc>
                <a:spcPts val="2860"/>
              </a:lnSpc>
            </a:pPr>
            <a:r>
              <a:rPr sz="2400" b="0" spc="-5" dirty="0">
                <a:solidFill>
                  <a:srgbClr val="76B800"/>
                </a:solidFill>
                <a:latin typeface="Comic Sans MS" panose="030F0702030302020204" pitchFamily="66" charset="0"/>
              </a:rPr>
              <a:t>Concurrent </a:t>
            </a:r>
            <a:r>
              <a:rPr sz="2400" b="0" dirty="0">
                <a:solidFill>
                  <a:srgbClr val="76B800"/>
                </a:solidFill>
                <a:latin typeface="Comic Sans MS" panose="030F0702030302020204" pitchFamily="66" charset="0"/>
              </a:rPr>
              <a:t>Access To </a:t>
            </a:r>
            <a:r>
              <a:rPr sz="2400" b="0" spc="-5" dirty="0">
                <a:solidFill>
                  <a:srgbClr val="76B800"/>
                </a:solidFill>
                <a:latin typeface="Comic Sans MS" panose="030F0702030302020204" pitchFamily="66" charset="0"/>
              </a:rPr>
              <a:t>Hash</a:t>
            </a:r>
            <a:r>
              <a:rPr sz="2400" b="0" spc="-40" dirty="0">
                <a:solidFill>
                  <a:srgbClr val="76B800"/>
                </a:solidFill>
                <a:latin typeface="Comic Sans MS" panose="030F0702030302020204" pitchFamily="66" charset="0"/>
              </a:rPr>
              <a:t> </a:t>
            </a:r>
            <a:r>
              <a:rPr sz="2400" b="0" spc="-5" dirty="0">
                <a:solidFill>
                  <a:srgbClr val="76B800"/>
                </a:solidFill>
                <a:latin typeface="Comic Sans MS" panose="030F0702030302020204" pitchFamily="66" charset="0"/>
              </a:rPr>
              <a:t>Table</a:t>
            </a:r>
            <a:endParaRPr sz="2400" dirty="0">
              <a:latin typeface="Comic Sans MS" panose="030F0702030302020204" pitchFamily="66" charset="0"/>
            </a:endParaRPr>
          </a:p>
        </p:txBody>
      </p:sp>
      <p:sp>
        <p:nvSpPr>
          <p:cNvPr id="22" name="object 22"/>
          <p:cNvSpPr txBox="1">
            <a:spLocks noGrp="1"/>
          </p:cNvSpPr>
          <p:nvPr>
            <p:ph type="sldNum" sz="quarter" idx="7"/>
          </p:nvPr>
        </p:nvSpPr>
        <p:spPr>
          <a:xfrm>
            <a:off x="0" y="0"/>
            <a:ext cx="0" cy="560410"/>
          </a:xfrm>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dirty="0">
                <a:latin typeface="Comic Sans MS" panose="030F0702030302020204" pitchFamily="66" charset="0"/>
              </a:rPr>
              <a:t>11</a:t>
            </a:fld>
            <a:endParaRPr dirty="0">
              <a:latin typeface="Comic Sans MS" panose="030F0702030302020204" pitchFamily="66" charset="0"/>
            </a:endParaRPr>
          </a:p>
        </p:txBody>
      </p:sp>
      <p:sp>
        <p:nvSpPr>
          <p:cNvPr id="3" name="object 3"/>
          <p:cNvSpPr txBox="1"/>
          <p:nvPr/>
        </p:nvSpPr>
        <p:spPr>
          <a:xfrm>
            <a:off x="2651760" y="3281171"/>
            <a:ext cx="1420495" cy="308418"/>
          </a:xfrm>
          <a:prstGeom prst="rect">
            <a:avLst/>
          </a:prstGeom>
          <a:solidFill>
            <a:srgbClr val="76B800"/>
          </a:solidFill>
        </p:spPr>
        <p:txBody>
          <a:bodyPr vert="horz" wrap="square" lIns="0" tIns="31115" rIns="0" bIns="0" rtlCol="0">
            <a:spAutoFit/>
          </a:bodyPr>
          <a:lstStyle/>
          <a:p>
            <a:pPr marL="1270" algn="ctr">
              <a:lnSpc>
                <a:spcPct val="100000"/>
              </a:lnSpc>
              <a:spcBef>
                <a:spcPts val="245"/>
              </a:spcBef>
            </a:pPr>
            <a:r>
              <a:rPr sz="1800" spc="-5" dirty="0">
                <a:solidFill>
                  <a:srgbClr val="FFFFFF"/>
                </a:solidFill>
                <a:latin typeface="Comic Sans MS" panose="030F0702030302020204" pitchFamily="66" charset="0"/>
                <a:cs typeface="Calibri" panose="020F0502020204030204" pitchFamily="34" charset="0"/>
              </a:rPr>
              <a:t>HBM</a:t>
            </a:r>
            <a:endParaRPr sz="1800" dirty="0">
              <a:latin typeface="Comic Sans MS" panose="030F0702030302020204" pitchFamily="66" charset="0"/>
              <a:cs typeface="Calibri" panose="020F0502020204030204" pitchFamily="34" charset="0"/>
            </a:endParaRPr>
          </a:p>
        </p:txBody>
      </p:sp>
      <p:sp>
        <p:nvSpPr>
          <p:cNvPr id="4" name="object 4"/>
          <p:cNvSpPr txBox="1"/>
          <p:nvPr/>
        </p:nvSpPr>
        <p:spPr>
          <a:xfrm>
            <a:off x="3133344" y="2004060"/>
            <a:ext cx="459105" cy="291746"/>
          </a:xfrm>
          <a:prstGeom prst="rect">
            <a:avLst/>
          </a:prstGeom>
          <a:ln w="6096">
            <a:solidFill>
              <a:srgbClr val="76B800"/>
            </a:solidFill>
          </a:ln>
        </p:spPr>
        <p:txBody>
          <a:bodyPr vert="horz" wrap="square" lIns="0" tIns="14604" rIns="0" bIns="0" rtlCol="0">
            <a:spAutoFit/>
          </a:bodyPr>
          <a:lstStyle/>
          <a:p>
            <a:pPr marL="92710">
              <a:lnSpc>
                <a:spcPct val="100000"/>
              </a:lnSpc>
              <a:spcBef>
                <a:spcPts val="115"/>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5" name="object 5"/>
          <p:cNvSpPr/>
          <p:nvPr/>
        </p:nvSpPr>
        <p:spPr>
          <a:xfrm>
            <a:off x="3323844" y="23469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6" name="object 6"/>
          <p:cNvSpPr txBox="1"/>
          <p:nvPr/>
        </p:nvSpPr>
        <p:spPr>
          <a:xfrm>
            <a:off x="2651760" y="2634995"/>
            <a:ext cx="1420495" cy="309059"/>
          </a:xfrm>
          <a:prstGeom prst="rect">
            <a:avLst/>
          </a:prstGeom>
          <a:solidFill>
            <a:srgbClr val="76B800"/>
          </a:solidFill>
        </p:spPr>
        <p:txBody>
          <a:bodyPr vert="horz" wrap="square" lIns="0" tIns="31750" rIns="0" bIns="0" rtlCol="0">
            <a:spAutoFit/>
          </a:bodyPr>
          <a:lstStyle/>
          <a:p>
            <a:pPr algn="ctr">
              <a:lnSpc>
                <a:spcPct val="100000"/>
              </a:lnSpc>
              <a:spcBef>
                <a:spcPts val="250"/>
              </a:spcBef>
            </a:pPr>
            <a:r>
              <a:rPr sz="1800" dirty="0">
                <a:solidFill>
                  <a:srgbClr val="FFFFFF"/>
                </a:solidFill>
                <a:latin typeface="Comic Sans MS" panose="030F0702030302020204" pitchFamily="66" charset="0"/>
                <a:cs typeface="Calibri" panose="020F0502020204030204" pitchFamily="34" charset="0"/>
              </a:rPr>
              <a:t>L2</a:t>
            </a:r>
            <a:endParaRPr sz="1800" dirty="0">
              <a:latin typeface="Comic Sans MS" panose="030F0702030302020204" pitchFamily="66" charset="0"/>
              <a:cs typeface="Calibri" panose="020F0502020204030204" pitchFamily="34" charset="0"/>
            </a:endParaRPr>
          </a:p>
        </p:txBody>
      </p:sp>
      <p:sp>
        <p:nvSpPr>
          <p:cNvPr id="7" name="object 7"/>
          <p:cNvSpPr/>
          <p:nvPr/>
        </p:nvSpPr>
        <p:spPr>
          <a:xfrm>
            <a:off x="3323844" y="29946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8" name="object 8"/>
          <p:cNvSpPr txBox="1"/>
          <p:nvPr/>
        </p:nvSpPr>
        <p:spPr>
          <a:xfrm>
            <a:off x="3700271" y="2007107"/>
            <a:ext cx="459105" cy="291105"/>
          </a:xfrm>
          <a:prstGeom prst="rect">
            <a:avLst/>
          </a:prstGeom>
          <a:ln w="6096">
            <a:solidFill>
              <a:srgbClr val="76B800"/>
            </a:solidFill>
          </a:ln>
        </p:spPr>
        <p:txBody>
          <a:bodyPr vert="horz" wrap="square" lIns="0" tIns="13970" rIns="0" bIns="0" rtlCol="0">
            <a:spAutoFit/>
          </a:bodyPr>
          <a:lstStyle/>
          <a:p>
            <a:pPr marL="94615">
              <a:lnSpc>
                <a:spcPct val="100000"/>
              </a:lnSpc>
              <a:spcBef>
                <a:spcPts val="110"/>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9" name="object 9"/>
          <p:cNvSpPr txBox="1"/>
          <p:nvPr/>
        </p:nvSpPr>
        <p:spPr>
          <a:xfrm>
            <a:off x="2558795" y="2004060"/>
            <a:ext cx="459105" cy="291746"/>
          </a:xfrm>
          <a:prstGeom prst="rect">
            <a:avLst/>
          </a:prstGeom>
          <a:ln w="6096">
            <a:solidFill>
              <a:srgbClr val="76B800"/>
            </a:solidFill>
          </a:ln>
        </p:spPr>
        <p:txBody>
          <a:bodyPr vert="horz" wrap="square" lIns="0" tIns="14604" rIns="0" bIns="0" rtlCol="0">
            <a:spAutoFit/>
          </a:bodyPr>
          <a:lstStyle/>
          <a:p>
            <a:pPr marL="93980">
              <a:lnSpc>
                <a:spcPct val="100000"/>
              </a:lnSpc>
              <a:spcBef>
                <a:spcPts val="115"/>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10" name="object 10"/>
          <p:cNvSpPr/>
          <p:nvPr/>
        </p:nvSpPr>
        <p:spPr>
          <a:xfrm>
            <a:off x="3880103" y="23469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1" name="object 11"/>
          <p:cNvSpPr/>
          <p:nvPr/>
        </p:nvSpPr>
        <p:spPr>
          <a:xfrm>
            <a:off x="2750820" y="23469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2" name="object 12"/>
          <p:cNvSpPr/>
          <p:nvPr/>
        </p:nvSpPr>
        <p:spPr>
          <a:xfrm>
            <a:off x="3880103" y="29946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3" name="object 13"/>
          <p:cNvSpPr/>
          <p:nvPr/>
        </p:nvSpPr>
        <p:spPr>
          <a:xfrm>
            <a:off x="2750820" y="2983992"/>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4" name="object 14"/>
          <p:cNvSpPr/>
          <p:nvPr/>
        </p:nvSpPr>
        <p:spPr>
          <a:xfrm>
            <a:off x="2394966" y="1824989"/>
            <a:ext cx="1990725" cy="2005964"/>
          </a:xfrm>
          <a:custGeom>
            <a:avLst/>
            <a:gdLst/>
            <a:ahLst/>
            <a:cxnLst/>
            <a:rect l="l" t="t" r="r" b="b"/>
            <a:pathLst>
              <a:path w="1990725" h="2005964">
                <a:moveTo>
                  <a:pt x="0" y="2005583"/>
                </a:moveTo>
                <a:lnTo>
                  <a:pt x="1990344" y="2005583"/>
                </a:lnTo>
                <a:lnTo>
                  <a:pt x="1990344" y="0"/>
                </a:lnTo>
                <a:lnTo>
                  <a:pt x="0" y="0"/>
                </a:lnTo>
                <a:lnTo>
                  <a:pt x="0" y="2005583"/>
                </a:lnTo>
                <a:close/>
              </a:path>
            </a:pathLst>
          </a:custGeom>
          <a:ln w="25908">
            <a:solidFill>
              <a:srgbClr val="76B800"/>
            </a:solidFill>
          </a:ln>
        </p:spPr>
        <p:txBody>
          <a:bodyPr wrap="square" lIns="0" tIns="0" rIns="0" bIns="0" rtlCol="0"/>
          <a:lstStyle/>
          <a:p>
            <a:endParaRPr>
              <a:latin typeface="Comic Sans MS" panose="030F0702030302020204" pitchFamily="66" charset="0"/>
            </a:endParaRPr>
          </a:p>
        </p:txBody>
      </p:sp>
      <p:sp>
        <p:nvSpPr>
          <p:cNvPr id="15" name="object 15"/>
          <p:cNvSpPr/>
          <p:nvPr/>
        </p:nvSpPr>
        <p:spPr>
          <a:xfrm>
            <a:off x="2403348" y="4506467"/>
            <a:ext cx="2524125" cy="403860"/>
          </a:xfrm>
          <a:custGeom>
            <a:avLst/>
            <a:gdLst/>
            <a:ahLst/>
            <a:cxnLst/>
            <a:rect l="l" t="t" r="r" b="b"/>
            <a:pathLst>
              <a:path w="2524125" h="403860">
                <a:moveTo>
                  <a:pt x="2523744" y="0"/>
                </a:moveTo>
                <a:lnTo>
                  <a:pt x="0" y="0"/>
                </a:lnTo>
                <a:lnTo>
                  <a:pt x="0" y="403859"/>
                </a:lnTo>
                <a:lnTo>
                  <a:pt x="2523744" y="403859"/>
                </a:lnTo>
                <a:lnTo>
                  <a:pt x="2523744" y="0"/>
                </a:lnTo>
                <a:close/>
              </a:path>
            </a:pathLst>
          </a:custGeom>
          <a:solidFill>
            <a:srgbClr val="0070C5"/>
          </a:solidFill>
        </p:spPr>
        <p:txBody>
          <a:bodyPr wrap="square" lIns="0" tIns="0" rIns="0" bIns="0" rtlCol="0"/>
          <a:lstStyle/>
          <a:p>
            <a:endParaRPr>
              <a:latin typeface="Comic Sans MS" panose="030F0702030302020204" pitchFamily="66" charset="0"/>
            </a:endParaRPr>
          </a:p>
        </p:txBody>
      </p:sp>
      <p:sp>
        <p:nvSpPr>
          <p:cNvPr id="16" name="object 16"/>
          <p:cNvSpPr txBox="1"/>
          <p:nvPr/>
        </p:nvSpPr>
        <p:spPr>
          <a:xfrm>
            <a:off x="3110483" y="4520184"/>
            <a:ext cx="1816735" cy="323165"/>
          </a:xfrm>
          <a:prstGeom prst="rect">
            <a:avLst/>
          </a:prstGeom>
          <a:solidFill>
            <a:srgbClr val="0070C5"/>
          </a:solidFill>
        </p:spPr>
        <p:txBody>
          <a:bodyPr vert="horz" wrap="square" lIns="0" tIns="45720" rIns="0" bIns="0" rtlCol="0">
            <a:spAutoFit/>
          </a:bodyPr>
          <a:lstStyle/>
          <a:p>
            <a:pPr marL="155575">
              <a:lnSpc>
                <a:spcPct val="100000"/>
              </a:lnSpc>
              <a:spcBef>
                <a:spcPts val="360"/>
              </a:spcBef>
            </a:pPr>
            <a:r>
              <a:rPr sz="1800" spc="-5" dirty="0">
                <a:solidFill>
                  <a:srgbClr val="FFFFFF"/>
                </a:solidFill>
                <a:latin typeface="Comic Sans MS" panose="030F0702030302020204" pitchFamily="66" charset="0"/>
                <a:cs typeface="Calibri" panose="020F0502020204030204" pitchFamily="34" charset="0"/>
              </a:rPr>
              <a:t>SYSMEM</a:t>
            </a:r>
            <a:endParaRPr sz="1800" dirty="0">
              <a:latin typeface="Comic Sans MS" panose="030F0702030302020204" pitchFamily="66" charset="0"/>
              <a:cs typeface="Calibri" panose="020F0502020204030204" pitchFamily="34" charset="0"/>
            </a:endParaRPr>
          </a:p>
        </p:txBody>
      </p:sp>
      <p:sp>
        <p:nvSpPr>
          <p:cNvPr id="17" name="object 17"/>
          <p:cNvSpPr/>
          <p:nvPr/>
        </p:nvSpPr>
        <p:spPr>
          <a:xfrm>
            <a:off x="2884932" y="4520184"/>
            <a:ext cx="225551" cy="364236"/>
          </a:xfrm>
          <a:prstGeom prst="rect">
            <a:avLst/>
          </a:prstGeom>
          <a:blipFill>
            <a:blip r:embed="rId2" cstate="print"/>
            <a:stretch>
              <a:fillRect/>
            </a:stretch>
          </a:blipFill>
        </p:spPr>
        <p:txBody>
          <a:bodyPr wrap="square" lIns="0" tIns="0" rIns="0" bIns="0" rtlCol="0"/>
          <a:lstStyle/>
          <a:p>
            <a:endParaRPr>
              <a:latin typeface="Comic Sans MS" panose="030F0702030302020204" pitchFamily="66" charset="0"/>
            </a:endParaRPr>
          </a:p>
        </p:txBody>
      </p:sp>
      <p:sp>
        <p:nvSpPr>
          <p:cNvPr id="18" name="object 18"/>
          <p:cNvSpPr/>
          <p:nvPr/>
        </p:nvSpPr>
        <p:spPr>
          <a:xfrm>
            <a:off x="2889504" y="4896611"/>
            <a:ext cx="76200" cy="402590"/>
          </a:xfrm>
          <a:custGeom>
            <a:avLst/>
            <a:gdLst/>
            <a:ahLst/>
            <a:cxnLst/>
            <a:rect l="l" t="t" r="r" b="b"/>
            <a:pathLst>
              <a:path w="76200" h="402589">
                <a:moveTo>
                  <a:pt x="44450" y="351447"/>
                </a:moveTo>
                <a:lnTo>
                  <a:pt x="31750" y="351447"/>
                </a:lnTo>
                <a:lnTo>
                  <a:pt x="31750" y="402247"/>
                </a:lnTo>
                <a:lnTo>
                  <a:pt x="44450" y="402247"/>
                </a:lnTo>
                <a:lnTo>
                  <a:pt x="44450" y="351447"/>
                </a:lnTo>
                <a:close/>
              </a:path>
              <a:path w="76200" h="402589">
                <a:moveTo>
                  <a:pt x="44450" y="262547"/>
                </a:moveTo>
                <a:lnTo>
                  <a:pt x="31750" y="262547"/>
                </a:lnTo>
                <a:lnTo>
                  <a:pt x="31750" y="313347"/>
                </a:lnTo>
                <a:lnTo>
                  <a:pt x="44450" y="313347"/>
                </a:lnTo>
                <a:lnTo>
                  <a:pt x="44450" y="262547"/>
                </a:lnTo>
                <a:close/>
              </a:path>
              <a:path w="76200" h="402589">
                <a:moveTo>
                  <a:pt x="44450" y="173647"/>
                </a:moveTo>
                <a:lnTo>
                  <a:pt x="31750" y="173647"/>
                </a:lnTo>
                <a:lnTo>
                  <a:pt x="31750" y="224447"/>
                </a:lnTo>
                <a:lnTo>
                  <a:pt x="44450" y="224447"/>
                </a:lnTo>
                <a:lnTo>
                  <a:pt x="44450" y="173647"/>
                </a:lnTo>
                <a:close/>
              </a:path>
              <a:path w="76200" h="402589">
                <a:moveTo>
                  <a:pt x="44450" y="84747"/>
                </a:moveTo>
                <a:lnTo>
                  <a:pt x="31750" y="84747"/>
                </a:lnTo>
                <a:lnTo>
                  <a:pt x="31750" y="135547"/>
                </a:lnTo>
                <a:lnTo>
                  <a:pt x="44450" y="135547"/>
                </a:lnTo>
                <a:lnTo>
                  <a:pt x="44450" y="84747"/>
                </a:lnTo>
                <a:close/>
              </a:path>
              <a:path w="76200" h="402589">
                <a:moveTo>
                  <a:pt x="38100" y="0"/>
                </a:moveTo>
                <a:lnTo>
                  <a:pt x="0" y="76200"/>
                </a:lnTo>
                <a:lnTo>
                  <a:pt x="76200" y="76200"/>
                </a:lnTo>
                <a:lnTo>
                  <a:pt x="38100" y="0"/>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9" name="object 19"/>
          <p:cNvSpPr/>
          <p:nvPr/>
        </p:nvSpPr>
        <p:spPr>
          <a:xfrm>
            <a:off x="2512314" y="5321046"/>
            <a:ext cx="1033780" cy="403860"/>
          </a:xfrm>
          <a:custGeom>
            <a:avLst/>
            <a:gdLst/>
            <a:ahLst/>
            <a:cxnLst/>
            <a:rect l="l" t="t" r="r" b="b"/>
            <a:pathLst>
              <a:path w="1033779" h="403860">
                <a:moveTo>
                  <a:pt x="0" y="403859"/>
                </a:moveTo>
                <a:lnTo>
                  <a:pt x="1033272" y="403859"/>
                </a:lnTo>
                <a:lnTo>
                  <a:pt x="1033272" y="0"/>
                </a:lnTo>
                <a:lnTo>
                  <a:pt x="0" y="0"/>
                </a:lnTo>
                <a:lnTo>
                  <a:pt x="0" y="403859"/>
                </a:lnTo>
                <a:close/>
              </a:path>
            </a:pathLst>
          </a:custGeom>
          <a:ln w="25908">
            <a:solidFill>
              <a:srgbClr val="0070C5"/>
            </a:solidFill>
          </a:ln>
        </p:spPr>
        <p:txBody>
          <a:bodyPr wrap="square" lIns="0" tIns="0" rIns="0" bIns="0" rtlCol="0"/>
          <a:lstStyle/>
          <a:p>
            <a:endParaRPr>
              <a:latin typeface="Comic Sans MS" panose="030F0702030302020204" pitchFamily="66" charset="0"/>
            </a:endParaRPr>
          </a:p>
        </p:txBody>
      </p:sp>
      <p:sp>
        <p:nvSpPr>
          <p:cNvPr id="20" name="object 20"/>
          <p:cNvSpPr txBox="1"/>
          <p:nvPr/>
        </p:nvSpPr>
        <p:spPr>
          <a:xfrm>
            <a:off x="1734692" y="4972845"/>
            <a:ext cx="1068070" cy="551626"/>
          </a:xfrm>
          <a:prstGeom prst="rect">
            <a:avLst/>
          </a:prstGeom>
        </p:spPr>
        <p:txBody>
          <a:bodyPr vert="horz" wrap="square" lIns="0" tIns="0" rIns="0" bIns="0" rtlCol="0">
            <a:spAutoFit/>
          </a:bodyPr>
          <a:lstStyle/>
          <a:p>
            <a:pPr marL="12700">
              <a:lnSpc>
                <a:spcPts val="2150"/>
              </a:lnSpc>
            </a:pPr>
            <a:r>
              <a:rPr sz="1800" spc="-5" dirty="0">
                <a:solidFill>
                  <a:srgbClr val="FF0000"/>
                </a:solidFill>
                <a:latin typeface="Comic Sans MS" panose="030F0702030302020204" pitchFamily="66" charset="0"/>
                <a:cs typeface="Calibri" panose="020F0502020204030204" pitchFamily="34" charset="0"/>
              </a:rPr>
              <a:t>page</a:t>
            </a:r>
            <a:r>
              <a:rPr sz="1800" spc="-80" dirty="0">
                <a:solidFill>
                  <a:srgbClr val="FF0000"/>
                </a:solidFill>
                <a:latin typeface="Comic Sans MS" panose="030F0702030302020204" pitchFamily="66" charset="0"/>
                <a:cs typeface="Calibri" panose="020F0502020204030204" pitchFamily="34" charset="0"/>
              </a:rPr>
              <a:t> </a:t>
            </a:r>
            <a:r>
              <a:rPr sz="1800" spc="-5" dirty="0">
                <a:solidFill>
                  <a:srgbClr val="FF0000"/>
                </a:solidFill>
                <a:latin typeface="Comic Sans MS" panose="030F0702030302020204" pitchFamily="66" charset="0"/>
                <a:cs typeface="Calibri" panose="020F0502020204030204" pitchFamily="34" charset="0"/>
              </a:rPr>
              <a:t>fault</a:t>
            </a:r>
            <a:endParaRPr sz="1800" dirty="0">
              <a:latin typeface="Comic Sans MS" panose="030F0702030302020204" pitchFamily="66" charset="0"/>
              <a:cs typeface="Calibri" panose="020F0502020204030204" pitchFamily="34" charset="0"/>
            </a:endParaRPr>
          </a:p>
        </p:txBody>
      </p:sp>
      <p:sp>
        <p:nvSpPr>
          <p:cNvPr id="21" name="object 21"/>
          <p:cNvSpPr txBox="1"/>
          <p:nvPr/>
        </p:nvSpPr>
        <p:spPr>
          <a:xfrm>
            <a:off x="2838450" y="5381886"/>
            <a:ext cx="741934" cy="269497"/>
          </a:xfrm>
          <a:prstGeom prst="rect">
            <a:avLst/>
          </a:prstGeom>
        </p:spPr>
        <p:txBody>
          <a:bodyPr vert="horz" wrap="square" lIns="0" tIns="0" rIns="0" bIns="0" rtlCol="0">
            <a:spAutoFit/>
          </a:bodyPr>
          <a:lstStyle/>
          <a:p>
            <a:pPr marL="12700">
              <a:lnSpc>
                <a:spcPts val="2150"/>
              </a:lnSpc>
            </a:pPr>
            <a:r>
              <a:rPr sz="1800" dirty="0">
                <a:solidFill>
                  <a:srgbClr val="505050"/>
                </a:solidFill>
                <a:latin typeface="Comic Sans MS" panose="030F0702030302020204" pitchFamily="66" charset="0"/>
                <a:cs typeface="Calibri" panose="020F0502020204030204" pitchFamily="34" charset="0"/>
              </a:rPr>
              <a:t>x86</a:t>
            </a:r>
            <a:endParaRPr sz="1800" dirty="0">
              <a:latin typeface="Comic Sans MS" panose="030F0702030302020204" pitchFamily="66"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403348" y="4506467"/>
            <a:ext cx="2524125" cy="403860"/>
          </a:xfrm>
          <a:custGeom>
            <a:avLst/>
            <a:gdLst/>
            <a:ahLst/>
            <a:cxnLst/>
            <a:rect l="l" t="t" r="r" b="b"/>
            <a:pathLst>
              <a:path w="2524125" h="403860">
                <a:moveTo>
                  <a:pt x="2523744" y="0"/>
                </a:moveTo>
                <a:lnTo>
                  <a:pt x="0" y="0"/>
                </a:lnTo>
                <a:lnTo>
                  <a:pt x="0" y="403859"/>
                </a:lnTo>
                <a:lnTo>
                  <a:pt x="2523744" y="403859"/>
                </a:lnTo>
                <a:lnTo>
                  <a:pt x="2523744" y="0"/>
                </a:lnTo>
                <a:close/>
              </a:path>
            </a:pathLst>
          </a:custGeom>
          <a:solidFill>
            <a:srgbClr val="0070C5"/>
          </a:solidFill>
        </p:spPr>
        <p:txBody>
          <a:bodyPr wrap="square" lIns="0" tIns="0" rIns="0" bIns="0" rtlCol="0"/>
          <a:lstStyle/>
          <a:p>
            <a:endParaRPr>
              <a:latin typeface="Comic Sans MS" panose="030F0702030302020204" pitchFamily="66" charset="0"/>
            </a:endParaRPr>
          </a:p>
        </p:txBody>
      </p:sp>
      <p:sp>
        <p:nvSpPr>
          <p:cNvPr id="3" name="object 3"/>
          <p:cNvSpPr txBox="1"/>
          <p:nvPr/>
        </p:nvSpPr>
        <p:spPr>
          <a:xfrm>
            <a:off x="3110483" y="4520184"/>
            <a:ext cx="1816735" cy="323165"/>
          </a:xfrm>
          <a:prstGeom prst="rect">
            <a:avLst/>
          </a:prstGeom>
          <a:solidFill>
            <a:srgbClr val="0070C5"/>
          </a:solidFill>
        </p:spPr>
        <p:txBody>
          <a:bodyPr vert="horz" wrap="square" lIns="0" tIns="45720" rIns="0" bIns="0" rtlCol="0">
            <a:spAutoFit/>
          </a:bodyPr>
          <a:lstStyle/>
          <a:p>
            <a:pPr marL="155575">
              <a:lnSpc>
                <a:spcPct val="100000"/>
              </a:lnSpc>
              <a:spcBef>
                <a:spcPts val="360"/>
              </a:spcBef>
            </a:pPr>
            <a:r>
              <a:rPr sz="1800" spc="-5" dirty="0">
                <a:solidFill>
                  <a:srgbClr val="FFFFFF"/>
                </a:solidFill>
                <a:latin typeface="Comic Sans MS" panose="030F0702030302020204" pitchFamily="66" charset="0"/>
                <a:cs typeface="Calibri" panose="020F0502020204030204" pitchFamily="34" charset="0"/>
              </a:rPr>
              <a:t>SYSMEM</a:t>
            </a:r>
            <a:endParaRPr sz="1800" dirty="0">
              <a:latin typeface="Comic Sans MS" panose="030F0702030302020204" pitchFamily="66" charset="0"/>
              <a:cs typeface="Calibri" panose="020F0502020204030204" pitchFamily="34" charset="0"/>
            </a:endParaRPr>
          </a:p>
        </p:txBody>
      </p:sp>
      <p:sp>
        <p:nvSpPr>
          <p:cNvPr id="4" name="object 4"/>
          <p:cNvSpPr txBox="1">
            <a:spLocks noGrp="1"/>
          </p:cNvSpPr>
          <p:nvPr>
            <p:ph type="title"/>
          </p:nvPr>
        </p:nvSpPr>
        <p:spPr>
          <a:xfrm>
            <a:off x="2667000" y="204788"/>
            <a:ext cx="5544185" cy="930910"/>
          </a:xfrm>
          <a:prstGeom prst="rect">
            <a:avLst/>
          </a:prstGeom>
        </p:spPr>
        <p:txBody>
          <a:bodyPr vert="horz" wrap="square" lIns="0" tIns="12700" rIns="0" bIns="0" rtlCol="0">
            <a:spAutoFit/>
          </a:bodyPr>
          <a:lstStyle/>
          <a:p>
            <a:pPr marL="42545">
              <a:lnSpc>
                <a:spcPts val="4300"/>
              </a:lnSpc>
              <a:spcBef>
                <a:spcPts val="100"/>
              </a:spcBef>
            </a:pPr>
            <a:r>
              <a:rPr b="1" spc="-5" dirty="0">
                <a:latin typeface="Comic Sans MS" panose="030F0702030302020204" pitchFamily="66" charset="0"/>
              </a:rPr>
              <a:t>ANALYTICS </a:t>
            </a:r>
            <a:r>
              <a:rPr sz="3600" b="1" spc="-5" dirty="0">
                <a:latin typeface="Comic Sans MS" panose="030F0702030302020204" pitchFamily="66" charset="0"/>
              </a:rPr>
              <a:t>USE</a:t>
            </a:r>
            <a:r>
              <a:rPr b="1" spc="-90" dirty="0">
                <a:latin typeface="Comic Sans MS" panose="030F0702030302020204" pitchFamily="66" charset="0"/>
              </a:rPr>
              <a:t> </a:t>
            </a:r>
            <a:r>
              <a:rPr b="1" dirty="0">
                <a:latin typeface="Comic Sans MS" panose="030F0702030302020204" pitchFamily="66" charset="0"/>
              </a:rPr>
              <a:t>CASE</a:t>
            </a:r>
          </a:p>
          <a:p>
            <a:pPr marL="12700">
              <a:lnSpc>
                <a:spcPts val="2860"/>
              </a:lnSpc>
            </a:pPr>
            <a:r>
              <a:rPr sz="2400" spc="-5" dirty="0">
                <a:solidFill>
                  <a:srgbClr val="76B800"/>
                </a:solidFill>
                <a:latin typeface="Comic Sans MS" panose="030F0702030302020204" pitchFamily="66" charset="0"/>
                <a:cs typeface="Calibri" panose="020F0502020204030204" pitchFamily="34" charset="0"/>
              </a:rPr>
              <a:t>Concurrent </a:t>
            </a:r>
            <a:r>
              <a:rPr sz="2400" dirty="0">
                <a:solidFill>
                  <a:srgbClr val="76B800"/>
                </a:solidFill>
                <a:latin typeface="Comic Sans MS" panose="030F0702030302020204" pitchFamily="66" charset="0"/>
                <a:cs typeface="Calibri" panose="020F0502020204030204" pitchFamily="34" charset="0"/>
              </a:rPr>
              <a:t>Access To </a:t>
            </a:r>
            <a:r>
              <a:rPr sz="2400" spc="-5" dirty="0">
                <a:solidFill>
                  <a:srgbClr val="76B800"/>
                </a:solidFill>
                <a:latin typeface="Comic Sans MS" panose="030F0702030302020204" pitchFamily="66" charset="0"/>
                <a:cs typeface="Calibri" panose="020F0502020204030204" pitchFamily="34" charset="0"/>
              </a:rPr>
              <a:t>Hash</a:t>
            </a:r>
            <a:r>
              <a:rPr sz="2400" spc="-40" dirty="0">
                <a:solidFill>
                  <a:srgbClr val="76B800"/>
                </a:solidFill>
                <a:latin typeface="Comic Sans MS" panose="030F0702030302020204" pitchFamily="66" charset="0"/>
                <a:cs typeface="Calibri" panose="020F0502020204030204" pitchFamily="34" charset="0"/>
              </a:rPr>
              <a:t> </a:t>
            </a:r>
            <a:r>
              <a:rPr sz="2400" spc="-5" dirty="0">
                <a:solidFill>
                  <a:srgbClr val="76B800"/>
                </a:solidFill>
                <a:latin typeface="Comic Sans MS" panose="030F0702030302020204" pitchFamily="66" charset="0"/>
                <a:cs typeface="Calibri" panose="020F0502020204030204" pitchFamily="34" charset="0"/>
              </a:rPr>
              <a:t>Table</a:t>
            </a:r>
            <a:endParaRPr sz="2400" dirty="0">
              <a:latin typeface="Comic Sans MS" panose="030F0702030302020204" pitchFamily="66" charset="0"/>
              <a:cs typeface="Calibri" panose="020F0502020204030204" pitchFamily="34" charset="0"/>
            </a:endParaRPr>
          </a:p>
        </p:txBody>
      </p:sp>
      <p:sp>
        <p:nvSpPr>
          <p:cNvPr id="28" name="object 28"/>
          <p:cNvSpPr txBox="1">
            <a:spLocks noGrp="1"/>
          </p:cNvSpPr>
          <p:nvPr>
            <p:ph type="sldNum" sz="quarter" idx="12"/>
          </p:nvPr>
        </p:nvSpPr>
        <p:spPr>
          <a:xfrm>
            <a:off x="7863840" y="5782947"/>
            <a:ext cx="2560320" cy="204158"/>
          </a:xfrm>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dirty="0">
                <a:latin typeface="Comic Sans MS" panose="030F0702030302020204" pitchFamily="66" charset="0"/>
              </a:rPr>
              <a:t>12</a:t>
            </a:fld>
            <a:endParaRPr dirty="0">
              <a:latin typeface="Comic Sans MS" panose="030F0702030302020204" pitchFamily="66" charset="0"/>
            </a:endParaRPr>
          </a:p>
        </p:txBody>
      </p:sp>
      <p:sp>
        <p:nvSpPr>
          <p:cNvPr id="5" name="object 5"/>
          <p:cNvSpPr/>
          <p:nvPr/>
        </p:nvSpPr>
        <p:spPr>
          <a:xfrm>
            <a:off x="2651760" y="3281171"/>
            <a:ext cx="1420495" cy="349250"/>
          </a:xfrm>
          <a:custGeom>
            <a:avLst/>
            <a:gdLst/>
            <a:ahLst/>
            <a:cxnLst/>
            <a:rect l="l" t="t" r="r" b="b"/>
            <a:pathLst>
              <a:path w="1420495" h="349250">
                <a:moveTo>
                  <a:pt x="1420367" y="0"/>
                </a:moveTo>
                <a:lnTo>
                  <a:pt x="0" y="0"/>
                </a:lnTo>
                <a:lnTo>
                  <a:pt x="0" y="348995"/>
                </a:lnTo>
                <a:lnTo>
                  <a:pt x="1420367" y="348995"/>
                </a:lnTo>
                <a:lnTo>
                  <a:pt x="1420367" y="0"/>
                </a:lnTo>
                <a:close/>
              </a:path>
            </a:pathLst>
          </a:custGeom>
          <a:solidFill>
            <a:srgbClr val="76B800"/>
          </a:solidFill>
        </p:spPr>
        <p:txBody>
          <a:bodyPr wrap="square" lIns="0" tIns="0" rIns="0" bIns="0" rtlCol="0"/>
          <a:lstStyle/>
          <a:p>
            <a:endParaRPr>
              <a:latin typeface="Comic Sans MS" panose="030F0702030302020204" pitchFamily="66" charset="0"/>
            </a:endParaRPr>
          </a:p>
        </p:txBody>
      </p:sp>
      <p:sp>
        <p:nvSpPr>
          <p:cNvPr id="6" name="object 6"/>
          <p:cNvSpPr txBox="1"/>
          <p:nvPr/>
        </p:nvSpPr>
        <p:spPr>
          <a:xfrm>
            <a:off x="3110483" y="3293364"/>
            <a:ext cx="962025" cy="296235"/>
          </a:xfrm>
          <a:prstGeom prst="rect">
            <a:avLst/>
          </a:prstGeom>
          <a:solidFill>
            <a:srgbClr val="76B800"/>
          </a:solidFill>
        </p:spPr>
        <p:txBody>
          <a:bodyPr vert="horz" wrap="square" lIns="0" tIns="19050" rIns="0" bIns="0" rtlCol="0">
            <a:spAutoFit/>
          </a:bodyPr>
          <a:lstStyle/>
          <a:p>
            <a:pPr marL="31115">
              <a:lnSpc>
                <a:spcPct val="100000"/>
              </a:lnSpc>
              <a:spcBef>
                <a:spcPts val="150"/>
              </a:spcBef>
            </a:pPr>
            <a:r>
              <a:rPr sz="1800" spc="-5" dirty="0">
                <a:solidFill>
                  <a:srgbClr val="FFFFFF"/>
                </a:solidFill>
                <a:latin typeface="Comic Sans MS" panose="030F0702030302020204" pitchFamily="66" charset="0"/>
                <a:cs typeface="Calibri" panose="020F0502020204030204" pitchFamily="34" charset="0"/>
              </a:rPr>
              <a:t>HBM</a:t>
            </a:r>
            <a:endParaRPr sz="1800" dirty="0">
              <a:latin typeface="Comic Sans MS" panose="030F0702030302020204" pitchFamily="66" charset="0"/>
              <a:cs typeface="Calibri" panose="020F0502020204030204" pitchFamily="34" charset="0"/>
            </a:endParaRPr>
          </a:p>
        </p:txBody>
      </p:sp>
      <p:sp>
        <p:nvSpPr>
          <p:cNvPr id="7" name="object 7"/>
          <p:cNvSpPr txBox="1"/>
          <p:nvPr/>
        </p:nvSpPr>
        <p:spPr>
          <a:xfrm>
            <a:off x="3133344" y="2004060"/>
            <a:ext cx="459105" cy="291746"/>
          </a:xfrm>
          <a:prstGeom prst="rect">
            <a:avLst/>
          </a:prstGeom>
          <a:ln w="6096">
            <a:solidFill>
              <a:srgbClr val="76B800"/>
            </a:solidFill>
          </a:ln>
        </p:spPr>
        <p:txBody>
          <a:bodyPr vert="horz" wrap="square" lIns="0" tIns="14604" rIns="0" bIns="0" rtlCol="0">
            <a:spAutoFit/>
          </a:bodyPr>
          <a:lstStyle/>
          <a:p>
            <a:pPr marL="92710">
              <a:lnSpc>
                <a:spcPct val="100000"/>
              </a:lnSpc>
              <a:spcBef>
                <a:spcPts val="115"/>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8" name="object 8"/>
          <p:cNvSpPr/>
          <p:nvPr/>
        </p:nvSpPr>
        <p:spPr>
          <a:xfrm>
            <a:off x="3323844" y="23469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9" name="object 9"/>
          <p:cNvSpPr txBox="1"/>
          <p:nvPr/>
        </p:nvSpPr>
        <p:spPr>
          <a:xfrm>
            <a:off x="2651760" y="2634995"/>
            <a:ext cx="1420495" cy="309059"/>
          </a:xfrm>
          <a:prstGeom prst="rect">
            <a:avLst/>
          </a:prstGeom>
          <a:solidFill>
            <a:srgbClr val="76B800"/>
          </a:solidFill>
        </p:spPr>
        <p:txBody>
          <a:bodyPr vert="horz" wrap="square" lIns="0" tIns="31750" rIns="0" bIns="0" rtlCol="0">
            <a:spAutoFit/>
          </a:bodyPr>
          <a:lstStyle/>
          <a:p>
            <a:pPr algn="ctr">
              <a:lnSpc>
                <a:spcPct val="100000"/>
              </a:lnSpc>
              <a:spcBef>
                <a:spcPts val="250"/>
              </a:spcBef>
            </a:pPr>
            <a:r>
              <a:rPr sz="1800" dirty="0">
                <a:solidFill>
                  <a:srgbClr val="FFFFFF"/>
                </a:solidFill>
                <a:latin typeface="Comic Sans MS" panose="030F0702030302020204" pitchFamily="66" charset="0"/>
                <a:cs typeface="Calibri" panose="020F0502020204030204" pitchFamily="34" charset="0"/>
              </a:rPr>
              <a:t>L2</a:t>
            </a:r>
            <a:endParaRPr sz="1800" dirty="0">
              <a:latin typeface="Comic Sans MS" panose="030F0702030302020204" pitchFamily="66" charset="0"/>
              <a:cs typeface="Calibri" panose="020F0502020204030204" pitchFamily="34" charset="0"/>
            </a:endParaRPr>
          </a:p>
        </p:txBody>
      </p:sp>
      <p:sp>
        <p:nvSpPr>
          <p:cNvPr id="10" name="object 10"/>
          <p:cNvSpPr/>
          <p:nvPr/>
        </p:nvSpPr>
        <p:spPr>
          <a:xfrm>
            <a:off x="3323844" y="29946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1" name="object 11"/>
          <p:cNvSpPr txBox="1"/>
          <p:nvPr/>
        </p:nvSpPr>
        <p:spPr>
          <a:xfrm>
            <a:off x="3700271" y="2007107"/>
            <a:ext cx="459105" cy="291105"/>
          </a:xfrm>
          <a:prstGeom prst="rect">
            <a:avLst/>
          </a:prstGeom>
          <a:ln w="6096">
            <a:solidFill>
              <a:srgbClr val="76B800"/>
            </a:solidFill>
          </a:ln>
        </p:spPr>
        <p:txBody>
          <a:bodyPr vert="horz" wrap="square" lIns="0" tIns="13970" rIns="0" bIns="0" rtlCol="0">
            <a:spAutoFit/>
          </a:bodyPr>
          <a:lstStyle/>
          <a:p>
            <a:pPr marL="94615">
              <a:lnSpc>
                <a:spcPct val="100000"/>
              </a:lnSpc>
              <a:spcBef>
                <a:spcPts val="110"/>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12" name="object 12"/>
          <p:cNvSpPr txBox="1"/>
          <p:nvPr/>
        </p:nvSpPr>
        <p:spPr>
          <a:xfrm>
            <a:off x="2558795" y="2004060"/>
            <a:ext cx="459105" cy="291746"/>
          </a:xfrm>
          <a:prstGeom prst="rect">
            <a:avLst/>
          </a:prstGeom>
          <a:ln w="6096">
            <a:solidFill>
              <a:srgbClr val="76B800"/>
            </a:solidFill>
          </a:ln>
        </p:spPr>
        <p:txBody>
          <a:bodyPr vert="horz" wrap="square" lIns="0" tIns="14604" rIns="0" bIns="0" rtlCol="0">
            <a:spAutoFit/>
          </a:bodyPr>
          <a:lstStyle/>
          <a:p>
            <a:pPr marL="93980">
              <a:lnSpc>
                <a:spcPct val="100000"/>
              </a:lnSpc>
              <a:spcBef>
                <a:spcPts val="115"/>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13" name="object 13"/>
          <p:cNvSpPr/>
          <p:nvPr/>
        </p:nvSpPr>
        <p:spPr>
          <a:xfrm>
            <a:off x="3880103" y="23469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4" name="object 14"/>
          <p:cNvSpPr/>
          <p:nvPr/>
        </p:nvSpPr>
        <p:spPr>
          <a:xfrm>
            <a:off x="2750820" y="23469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5" name="object 15"/>
          <p:cNvSpPr/>
          <p:nvPr/>
        </p:nvSpPr>
        <p:spPr>
          <a:xfrm>
            <a:off x="3880103" y="29946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6" name="object 16"/>
          <p:cNvSpPr/>
          <p:nvPr/>
        </p:nvSpPr>
        <p:spPr>
          <a:xfrm>
            <a:off x="2750820" y="2983992"/>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7" name="object 17"/>
          <p:cNvSpPr/>
          <p:nvPr/>
        </p:nvSpPr>
        <p:spPr>
          <a:xfrm>
            <a:off x="2394966" y="1824989"/>
            <a:ext cx="1990725" cy="2005964"/>
          </a:xfrm>
          <a:custGeom>
            <a:avLst/>
            <a:gdLst/>
            <a:ahLst/>
            <a:cxnLst/>
            <a:rect l="l" t="t" r="r" b="b"/>
            <a:pathLst>
              <a:path w="1990725" h="2005964">
                <a:moveTo>
                  <a:pt x="0" y="2005583"/>
                </a:moveTo>
                <a:lnTo>
                  <a:pt x="1990344" y="2005583"/>
                </a:lnTo>
                <a:lnTo>
                  <a:pt x="1990344" y="0"/>
                </a:lnTo>
                <a:lnTo>
                  <a:pt x="0" y="0"/>
                </a:lnTo>
                <a:lnTo>
                  <a:pt x="0" y="2005583"/>
                </a:lnTo>
                <a:close/>
              </a:path>
            </a:pathLst>
          </a:custGeom>
          <a:ln w="25908">
            <a:solidFill>
              <a:srgbClr val="76B800"/>
            </a:solidFill>
          </a:ln>
        </p:spPr>
        <p:txBody>
          <a:bodyPr wrap="square" lIns="0" tIns="0" rIns="0" bIns="0" rtlCol="0"/>
          <a:lstStyle/>
          <a:p>
            <a:endParaRPr>
              <a:latin typeface="Comic Sans MS" panose="030F0702030302020204" pitchFamily="66" charset="0"/>
            </a:endParaRPr>
          </a:p>
        </p:txBody>
      </p:sp>
      <p:sp>
        <p:nvSpPr>
          <p:cNvPr id="18" name="object 18"/>
          <p:cNvSpPr/>
          <p:nvPr/>
        </p:nvSpPr>
        <p:spPr>
          <a:xfrm>
            <a:off x="2955035" y="3631691"/>
            <a:ext cx="76200" cy="876935"/>
          </a:xfrm>
          <a:custGeom>
            <a:avLst/>
            <a:gdLst/>
            <a:ahLst/>
            <a:cxnLst/>
            <a:rect l="l" t="t" r="r" b="b"/>
            <a:pathLst>
              <a:path w="76200" h="876935">
                <a:moveTo>
                  <a:pt x="31750" y="800734"/>
                </a:moveTo>
                <a:lnTo>
                  <a:pt x="0" y="800734"/>
                </a:lnTo>
                <a:lnTo>
                  <a:pt x="38100" y="876934"/>
                </a:lnTo>
                <a:lnTo>
                  <a:pt x="69850" y="813434"/>
                </a:lnTo>
                <a:lnTo>
                  <a:pt x="31750" y="813434"/>
                </a:lnTo>
                <a:lnTo>
                  <a:pt x="31750" y="800734"/>
                </a:lnTo>
                <a:close/>
              </a:path>
              <a:path w="76200" h="876935">
                <a:moveTo>
                  <a:pt x="44450" y="0"/>
                </a:moveTo>
                <a:lnTo>
                  <a:pt x="31750" y="0"/>
                </a:lnTo>
                <a:lnTo>
                  <a:pt x="31750" y="813434"/>
                </a:lnTo>
                <a:lnTo>
                  <a:pt x="44450" y="813434"/>
                </a:lnTo>
                <a:lnTo>
                  <a:pt x="44450" y="0"/>
                </a:lnTo>
                <a:close/>
              </a:path>
              <a:path w="76200" h="876935">
                <a:moveTo>
                  <a:pt x="76200" y="800734"/>
                </a:moveTo>
                <a:lnTo>
                  <a:pt x="44450" y="800734"/>
                </a:lnTo>
                <a:lnTo>
                  <a:pt x="44450" y="813434"/>
                </a:lnTo>
                <a:lnTo>
                  <a:pt x="69850" y="813434"/>
                </a:lnTo>
                <a:lnTo>
                  <a:pt x="76200" y="800734"/>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9" name="object 19"/>
          <p:cNvSpPr/>
          <p:nvPr/>
        </p:nvSpPr>
        <p:spPr>
          <a:xfrm>
            <a:off x="2990088" y="4898135"/>
            <a:ext cx="76200" cy="402590"/>
          </a:xfrm>
          <a:custGeom>
            <a:avLst/>
            <a:gdLst/>
            <a:ahLst/>
            <a:cxnLst/>
            <a:rect l="l" t="t" r="r" b="b"/>
            <a:pathLst>
              <a:path w="76200" h="402589">
                <a:moveTo>
                  <a:pt x="44450" y="63500"/>
                </a:moveTo>
                <a:lnTo>
                  <a:pt x="31750" y="63500"/>
                </a:lnTo>
                <a:lnTo>
                  <a:pt x="31750" y="402247"/>
                </a:lnTo>
                <a:lnTo>
                  <a:pt x="44450" y="402247"/>
                </a:lnTo>
                <a:lnTo>
                  <a:pt x="44450" y="63500"/>
                </a:lnTo>
                <a:close/>
              </a:path>
              <a:path w="76200" h="402589">
                <a:moveTo>
                  <a:pt x="38100" y="0"/>
                </a:moveTo>
                <a:lnTo>
                  <a:pt x="0" y="76200"/>
                </a:lnTo>
                <a:lnTo>
                  <a:pt x="31750" y="76200"/>
                </a:lnTo>
                <a:lnTo>
                  <a:pt x="31750" y="63500"/>
                </a:lnTo>
                <a:lnTo>
                  <a:pt x="69850" y="63500"/>
                </a:lnTo>
                <a:lnTo>
                  <a:pt x="38100" y="0"/>
                </a:lnTo>
                <a:close/>
              </a:path>
              <a:path w="76200" h="402589">
                <a:moveTo>
                  <a:pt x="69850" y="63500"/>
                </a:moveTo>
                <a:lnTo>
                  <a:pt x="44450" y="63500"/>
                </a:lnTo>
                <a:lnTo>
                  <a:pt x="44450" y="76200"/>
                </a:lnTo>
                <a:lnTo>
                  <a:pt x="76200" y="76200"/>
                </a:lnTo>
                <a:lnTo>
                  <a:pt x="69850" y="63500"/>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20" name="object 20"/>
          <p:cNvSpPr txBox="1"/>
          <p:nvPr/>
        </p:nvSpPr>
        <p:spPr>
          <a:xfrm>
            <a:off x="3105150" y="3970401"/>
            <a:ext cx="15627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Comic Sans MS" panose="030F0702030302020204" pitchFamily="66" charset="0"/>
                <a:cs typeface="Calibri" panose="020F0502020204030204" pitchFamily="34" charset="0"/>
              </a:rPr>
              <a:t>page</a:t>
            </a:r>
            <a:r>
              <a:rPr sz="1800" spc="-75" dirty="0">
                <a:solidFill>
                  <a:srgbClr val="FF0000"/>
                </a:solidFill>
                <a:latin typeface="Comic Sans MS" panose="030F0702030302020204" pitchFamily="66" charset="0"/>
                <a:cs typeface="Calibri" panose="020F0502020204030204" pitchFamily="34" charset="0"/>
              </a:rPr>
              <a:t> </a:t>
            </a:r>
            <a:r>
              <a:rPr sz="1800" spc="-5" dirty="0">
                <a:solidFill>
                  <a:srgbClr val="FF0000"/>
                </a:solidFill>
                <a:latin typeface="Comic Sans MS" panose="030F0702030302020204" pitchFamily="66" charset="0"/>
                <a:cs typeface="Calibri" panose="020F0502020204030204" pitchFamily="34" charset="0"/>
              </a:rPr>
              <a:t>migration</a:t>
            </a:r>
            <a:endParaRPr sz="1800" dirty="0">
              <a:latin typeface="Comic Sans MS" panose="030F0702030302020204" pitchFamily="66" charset="0"/>
              <a:cs typeface="Calibri" panose="020F0502020204030204" pitchFamily="34" charset="0"/>
            </a:endParaRPr>
          </a:p>
        </p:txBody>
      </p:sp>
      <p:sp>
        <p:nvSpPr>
          <p:cNvPr id="21" name="object 21"/>
          <p:cNvSpPr/>
          <p:nvPr/>
        </p:nvSpPr>
        <p:spPr>
          <a:xfrm>
            <a:off x="2892551" y="3293364"/>
            <a:ext cx="217931" cy="326136"/>
          </a:xfrm>
          <a:prstGeom prst="rect">
            <a:avLst/>
          </a:prstGeom>
          <a:blipFill>
            <a:blip r:embed="rId2" cstate="print"/>
            <a:stretch>
              <a:fillRect/>
            </a:stretch>
          </a:blipFill>
        </p:spPr>
        <p:txBody>
          <a:bodyPr wrap="square" lIns="0" tIns="0" rIns="0" bIns="0" rtlCol="0"/>
          <a:lstStyle/>
          <a:p>
            <a:endParaRPr>
              <a:latin typeface="Comic Sans MS" panose="030F0702030302020204" pitchFamily="66" charset="0"/>
            </a:endParaRPr>
          </a:p>
        </p:txBody>
      </p:sp>
      <p:sp>
        <p:nvSpPr>
          <p:cNvPr id="22" name="object 22"/>
          <p:cNvSpPr/>
          <p:nvPr/>
        </p:nvSpPr>
        <p:spPr>
          <a:xfrm>
            <a:off x="2884932" y="4520184"/>
            <a:ext cx="225551" cy="364236"/>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23" name="object 23"/>
          <p:cNvSpPr/>
          <p:nvPr/>
        </p:nvSpPr>
        <p:spPr>
          <a:xfrm>
            <a:off x="2889504" y="4896611"/>
            <a:ext cx="76200" cy="402590"/>
          </a:xfrm>
          <a:custGeom>
            <a:avLst/>
            <a:gdLst/>
            <a:ahLst/>
            <a:cxnLst/>
            <a:rect l="l" t="t" r="r" b="b"/>
            <a:pathLst>
              <a:path w="76200" h="402589">
                <a:moveTo>
                  <a:pt x="44450" y="351447"/>
                </a:moveTo>
                <a:lnTo>
                  <a:pt x="31750" y="351447"/>
                </a:lnTo>
                <a:lnTo>
                  <a:pt x="31750" y="402247"/>
                </a:lnTo>
                <a:lnTo>
                  <a:pt x="44450" y="402247"/>
                </a:lnTo>
                <a:lnTo>
                  <a:pt x="44450" y="351447"/>
                </a:lnTo>
                <a:close/>
              </a:path>
              <a:path w="76200" h="402589">
                <a:moveTo>
                  <a:pt x="44450" y="262547"/>
                </a:moveTo>
                <a:lnTo>
                  <a:pt x="31750" y="262547"/>
                </a:lnTo>
                <a:lnTo>
                  <a:pt x="31750" y="313347"/>
                </a:lnTo>
                <a:lnTo>
                  <a:pt x="44450" y="313347"/>
                </a:lnTo>
                <a:lnTo>
                  <a:pt x="44450" y="262547"/>
                </a:lnTo>
                <a:close/>
              </a:path>
              <a:path w="76200" h="402589">
                <a:moveTo>
                  <a:pt x="44450" y="173647"/>
                </a:moveTo>
                <a:lnTo>
                  <a:pt x="31750" y="173647"/>
                </a:lnTo>
                <a:lnTo>
                  <a:pt x="31750" y="224447"/>
                </a:lnTo>
                <a:lnTo>
                  <a:pt x="44450" y="224447"/>
                </a:lnTo>
                <a:lnTo>
                  <a:pt x="44450" y="173647"/>
                </a:lnTo>
                <a:close/>
              </a:path>
              <a:path w="76200" h="402589">
                <a:moveTo>
                  <a:pt x="44450" y="84747"/>
                </a:moveTo>
                <a:lnTo>
                  <a:pt x="31750" y="84747"/>
                </a:lnTo>
                <a:lnTo>
                  <a:pt x="31750" y="135547"/>
                </a:lnTo>
                <a:lnTo>
                  <a:pt x="44450" y="135547"/>
                </a:lnTo>
                <a:lnTo>
                  <a:pt x="44450" y="84747"/>
                </a:lnTo>
                <a:close/>
              </a:path>
              <a:path w="76200" h="402589">
                <a:moveTo>
                  <a:pt x="38100" y="0"/>
                </a:moveTo>
                <a:lnTo>
                  <a:pt x="0" y="76200"/>
                </a:lnTo>
                <a:lnTo>
                  <a:pt x="76200" y="76200"/>
                </a:lnTo>
                <a:lnTo>
                  <a:pt x="38100" y="0"/>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24" name="object 24"/>
          <p:cNvSpPr/>
          <p:nvPr/>
        </p:nvSpPr>
        <p:spPr>
          <a:xfrm>
            <a:off x="2512314" y="5321046"/>
            <a:ext cx="1033780" cy="403860"/>
          </a:xfrm>
          <a:custGeom>
            <a:avLst/>
            <a:gdLst/>
            <a:ahLst/>
            <a:cxnLst/>
            <a:rect l="l" t="t" r="r" b="b"/>
            <a:pathLst>
              <a:path w="1033779" h="403860">
                <a:moveTo>
                  <a:pt x="0" y="403859"/>
                </a:moveTo>
                <a:lnTo>
                  <a:pt x="1033272" y="403859"/>
                </a:lnTo>
                <a:lnTo>
                  <a:pt x="1033272" y="0"/>
                </a:lnTo>
                <a:lnTo>
                  <a:pt x="0" y="0"/>
                </a:lnTo>
                <a:lnTo>
                  <a:pt x="0" y="403859"/>
                </a:lnTo>
                <a:close/>
              </a:path>
            </a:pathLst>
          </a:custGeom>
          <a:ln w="25908">
            <a:solidFill>
              <a:srgbClr val="0070C5"/>
            </a:solidFill>
          </a:ln>
        </p:spPr>
        <p:txBody>
          <a:bodyPr wrap="square" lIns="0" tIns="0" rIns="0" bIns="0" rtlCol="0"/>
          <a:lstStyle/>
          <a:p>
            <a:endParaRPr>
              <a:latin typeface="Comic Sans MS" panose="030F0702030302020204" pitchFamily="66" charset="0"/>
            </a:endParaRPr>
          </a:p>
        </p:txBody>
      </p:sp>
      <p:sp>
        <p:nvSpPr>
          <p:cNvPr id="25" name="object 25"/>
          <p:cNvSpPr txBox="1"/>
          <p:nvPr/>
        </p:nvSpPr>
        <p:spPr>
          <a:xfrm>
            <a:off x="3214876" y="4942670"/>
            <a:ext cx="1585723" cy="269497"/>
          </a:xfrm>
          <a:prstGeom prst="rect">
            <a:avLst/>
          </a:prstGeom>
        </p:spPr>
        <p:txBody>
          <a:bodyPr vert="horz" wrap="square" lIns="0" tIns="0" rIns="0" bIns="0" rtlCol="0">
            <a:spAutoFit/>
          </a:bodyPr>
          <a:lstStyle/>
          <a:p>
            <a:pPr marL="12700">
              <a:lnSpc>
                <a:spcPts val="2150"/>
              </a:lnSpc>
            </a:pPr>
            <a:r>
              <a:rPr sz="1800" spc="-5" dirty="0">
                <a:latin typeface="Comic Sans MS" panose="030F0702030302020204" pitchFamily="66" charset="0"/>
                <a:cs typeface="Calibri" panose="020F0502020204030204" pitchFamily="34" charset="0"/>
              </a:rPr>
              <a:t>access</a:t>
            </a:r>
            <a:r>
              <a:rPr sz="1800" spc="-95" dirty="0">
                <a:latin typeface="Comic Sans MS" panose="030F0702030302020204" pitchFamily="66" charset="0"/>
                <a:cs typeface="Calibri" panose="020F0502020204030204" pitchFamily="34" charset="0"/>
              </a:rPr>
              <a:t> </a:t>
            </a:r>
            <a:r>
              <a:rPr sz="1800" dirty="0">
                <a:latin typeface="Comic Sans MS" panose="030F0702030302020204" pitchFamily="66" charset="0"/>
                <a:cs typeface="Calibri" panose="020F0502020204030204" pitchFamily="34" charset="0"/>
              </a:rPr>
              <a:t>replay</a:t>
            </a:r>
          </a:p>
        </p:txBody>
      </p:sp>
      <p:sp>
        <p:nvSpPr>
          <p:cNvPr id="26" name="object 26"/>
          <p:cNvSpPr txBox="1"/>
          <p:nvPr/>
        </p:nvSpPr>
        <p:spPr>
          <a:xfrm>
            <a:off x="1734692" y="4972845"/>
            <a:ext cx="1068070" cy="551626"/>
          </a:xfrm>
          <a:prstGeom prst="rect">
            <a:avLst/>
          </a:prstGeom>
        </p:spPr>
        <p:txBody>
          <a:bodyPr vert="horz" wrap="square" lIns="0" tIns="0" rIns="0" bIns="0" rtlCol="0">
            <a:spAutoFit/>
          </a:bodyPr>
          <a:lstStyle/>
          <a:p>
            <a:pPr marL="12700">
              <a:lnSpc>
                <a:spcPts val="2150"/>
              </a:lnSpc>
            </a:pPr>
            <a:r>
              <a:rPr sz="1800" spc="-5" dirty="0">
                <a:solidFill>
                  <a:srgbClr val="FF0000"/>
                </a:solidFill>
                <a:latin typeface="Comic Sans MS" panose="030F0702030302020204" pitchFamily="66" charset="0"/>
                <a:cs typeface="Calibri" panose="020F0502020204030204" pitchFamily="34" charset="0"/>
              </a:rPr>
              <a:t>page</a:t>
            </a:r>
            <a:r>
              <a:rPr sz="1800" spc="-80" dirty="0">
                <a:solidFill>
                  <a:srgbClr val="FF0000"/>
                </a:solidFill>
                <a:latin typeface="Comic Sans MS" panose="030F0702030302020204" pitchFamily="66" charset="0"/>
                <a:cs typeface="Calibri" panose="020F0502020204030204" pitchFamily="34" charset="0"/>
              </a:rPr>
              <a:t> </a:t>
            </a:r>
            <a:r>
              <a:rPr sz="1800" spc="-5" dirty="0">
                <a:solidFill>
                  <a:srgbClr val="FF0000"/>
                </a:solidFill>
                <a:latin typeface="Comic Sans MS" panose="030F0702030302020204" pitchFamily="66" charset="0"/>
                <a:cs typeface="Calibri" panose="020F0502020204030204" pitchFamily="34" charset="0"/>
              </a:rPr>
              <a:t>fault</a:t>
            </a:r>
            <a:endParaRPr sz="1800" dirty="0">
              <a:latin typeface="Comic Sans MS" panose="030F0702030302020204" pitchFamily="66" charset="0"/>
              <a:cs typeface="Calibri" panose="020F0502020204030204" pitchFamily="34" charset="0"/>
            </a:endParaRPr>
          </a:p>
        </p:txBody>
      </p:sp>
      <p:sp>
        <p:nvSpPr>
          <p:cNvPr id="27" name="object 27"/>
          <p:cNvSpPr txBox="1"/>
          <p:nvPr/>
        </p:nvSpPr>
        <p:spPr>
          <a:xfrm>
            <a:off x="2838450" y="5381885"/>
            <a:ext cx="561594" cy="269497"/>
          </a:xfrm>
          <a:prstGeom prst="rect">
            <a:avLst/>
          </a:prstGeom>
        </p:spPr>
        <p:txBody>
          <a:bodyPr vert="horz" wrap="square" lIns="0" tIns="0" rIns="0" bIns="0" rtlCol="0">
            <a:spAutoFit/>
          </a:bodyPr>
          <a:lstStyle/>
          <a:p>
            <a:pPr marL="12700">
              <a:lnSpc>
                <a:spcPts val="2150"/>
              </a:lnSpc>
            </a:pPr>
            <a:r>
              <a:rPr sz="1800" dirty="0">
                <a:solidFill>
                  <a:srgbClr val="505050"/>
                </a:solidFill>
                <a:latin typeface="Comic Sans MS" panose="030F0702030302020204" pitchFamily="66" charset="0"/>
                <a:cs typeface="Calibri" panose="020F0502020204030204" pitchFamily="34" charset="0"/>
              </a:rPr>
              <a:t>x86</a:t>
            </a:r>
            <a:endParaRPr sz="1800" dirty="0">
              <a:latin typeface="Comic Sans MS" panose="030F0702030302020204" pitchFamily="66"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2403348" y="4506467"/>
            <a:ext cx="2524125" cy="403860"/>
          </a:xfrm>
          <a:custGeom>
            <a:avLst/>
            <a:gdLst/>
            <a:ahLst/>
            <a:cxnLst/>
            <a:rect l="l" t="t" r="r" b="b"/>
            <a:pathLst>
              <a:path w="2524125" h="403860">
                <a:moveTo>
                  <a:pt x="2523744" y="0"/>
                </a:moveTo>
                <a:lnTo>
                  <a:pt x="0" y="0"/>
                </a:lnTo>
                <a:lnTo>
                  <a:pt x="0" y="403859"/>
                </a:lnTo>
                <a:lnTo>
                  <a:pt x="2523744" y="403859"/>
                </a:lnTo>
                <a:lnTo>
                  <a:pt x="2523744" y="0"/>
                </a:lnTo>
                <a:close/>
              </a:path>
            </a:pathLst>
          </a:custGeom>
          <a:solidFill>
            <a:srgbClr val="0070C5"/>
          </a:solidFill>
        </p:spPr>
        <p:txBody>
          <a:bodyPr wrap="square" lIns="0" tIns="0" rIns="0" bIns="0" rtlCol="0"/>
          <a:lstStyle/>
          <a:p>
            <a:endParaRPr>
              <a:latin typeface="Comic Sans MS" panose="030F0702030302020204" pitchFamily="66" charset="0"/>
            </a:endParaRPr>
          </a:p>
        </p:txBody>
      </p:sp>
      <p:sp>
        <p:nvSpPr>
          <p:cNvPr id="6" name="object 6"/>
          <p:cNvSpPr txBox="1"/>
          <p:nvPr/>
        </p:nvSpPr>
        <p:spPr>
          <a:xfrm>
            <a:off x="3110483" y="4520184"/>
            <a:ext cx="1816735" cy="323165"/>
          </a:xfrm>
          <a:prstGeom prst="rect">
            <a:avLst/>
          </a:prstGeom>
          <a:solidFill>
            <a:srgbClr val="0070C5"/>
          </a:solidFill>
        </p:spPr>
        <p:txBody>
          <a:bodyPr vert="horz" wrap="square" lIns="0" tIns="45720" rIns="0" bIns="0" rtlCol="0">
            <a:spAutoFit/>
          </a:bodyPr>
          <a:lstStyle/>
          <a:p>
            <a:pPr marL="155575">
              <a:lnSpc>
                <a:spcPct val="100000"/>
              </a:lnSpc>
              <a:spcBef>
                <a:spcPts val="360"/>
              </a:spcBef>
            </a:pPr>
            <a:r>
              <a:rPr sz="1800" spc="-5" dirty="0">
                <a:solidFill>
                  <a:srgbClr val="FFFFFF"/>
                </a:solidFill>
                <a:latin typeface="Comic Sans MS" panose="030F0702030302020204" pitchFamily="66" charset="0"/>
                <a:cs typeface="Calibri" panose="020F0502020204030204" pitchFamily="34" charset="0"/>
              </a:rPr>
              <a:t>SYSMEM</a:t>
            </a:r>
            <a:endParaRPr sz="1800" dirty="0">
              <a:latin typeface="Comic Sans MS" panose="030F0702030302020204" pitchFamily="66" charset="0"/>
              <a:cs typeface="Calibri" panose="020F0502020204030204" pitchFamily="34" charset="0"/>
            </a:endParaRPr>
          </a:p>
        </p:txBody>
      </p:sp>
      <p:sp>
        <p:nvSpPr>
          <p:cNvPr id="7" name="object 7"/>
          <p:cNvSpPr txBox="1">
            <a:spLocks noGrp="1"/>
          </p:cNvSpPr>
          <p:nvPr>
            <p:ph type="title"/>
          </p:nvPr>
        </p:nvSpPr>
        <p:spPr>
          <a:xfrm>
            <a:off x="3133090" y="195415"/>
            <a:ext cx="5180330" cy="920445"/>
          </a:xfrm>
          <a:prstGeom prst="rect">
            <a:avLst/>
          </a:prstGeom>
        </p:spPr>
        <p:txBody>
          <a:bodyPr vert="horz" wrap="square" lIns="0" tIns="12700" rIns="0" bIns="0" rtlCol="0">
            <a:spAutoFit/>
          </a:bodyPr>
          <a:lstStyle/>
          <a:p>
            <a:pPr marL="42545">
              <a:lnSpc>
                <a:spcPts val="4300"/>
              </a:lnSpc>
              <a:spcBef>
                <a:spcPts val="100"/>
              </a:spcBef>
            </a:pPr>
            <a:r>
              <a:rPr sz="3200" b="1" spc="-5" dirty="0">
                <a:latin typeface="Comic Sans MS" panose="030F0702030302020204" pitchFamily="66" charset="0"/>
              </a:rPr>
              <a:t>ANALYTICS USE</a:t>
            </a:r>
            <a:r>
              <a:rPr sz="3200" b="1" spc="-90" dirty="0">
                <a:latin typeface="Comic Sans MS" panose="030F0702030302020204" pitchFamily="66" charset="0"/>
              </a:rPr>
              <a:t> </a:t>
            </a:r>
            <a:r>
              <a:rPr sz="3200" b="1" dirty="0">
                <a:latin typeface="Comic Sans MS" panose="030F0702030302020204" pitchFamily="66" charset="0"/>
              </a:rPr>
              <a:t>CASE</a:t>
            </a:r>
          </a:p>
          <a:p>
            <a:pPr marL="12700">
              <a:lnSpc>
                <a:spcPts val="2860"/>
              </a:lnSpc>
            </a:pPr>
            <a:r>
              <a:rPr sz="2000" spc="-5" dirty="0">
                <a:solidFill>
                  <a:srgbClr val="76B800"/>
                </a:solidFill>
                <a:latin typeface="Comic Sans MS" panose="030F0702030302020204" pitchFamily="66" charset="0"/>
                <a:cs typeface="Calibri" panose="020F0502020204030204" pitchFamily="34" charset="0"/>
              </a:rPr>
              <a:t>Concurrent </a:t>
            </a:r>
            <a:r>
              <a:rPr sz="2000" dirty="0">
                <a:solidFill>
                  <a:srgbClr val="76B800"/>
                </a:solidFill>
                <a:latin typeface="Comic Sans MS" panose="030F0702030302020204" pitchFamily="66" charset="0"/>
                <a:cs typeface="Calibri" panose="020F0502020204030204" pitchFamily="34" charset="0"/>
              </a:rPr>
              <a:t>Access To </a:t>
            </a:r>
            <a:r>
              <a:rPr sz="2000" spc="-5" dirty="0">
                <a:solidFill>
                  <a:srgbClr val="76B800"/>
                </a:solidFill>
                <a:latin typeface="Comic Sans MS" panose="030F0702030302020204" pitchFamily="66" charset="0"/>
                <a:cs typeface="Calibri" panose="020F0502020204030204" pitchFamily="34" charset="0"/>
              </a:rPr>
              <a:t>Hash</a:t>
            </a:r>
            <a:r>
              <a:rPr sz="2000" spc="-40" dirty="0">
                <a:solidFill>
                  <a:srgbClr val="76B800"/>
                </a:solidFill>
                <a:latin typeface="Comic Sans MS" panose="030F0702030302020204" pitchFamily="66" charset="0"/>
                <a:cs typeface="Calibri" panose="020F0502020204030204" pitchFamily="34" charset="0"/>
              </a:rPr>
              <a:t> </a:t>
            </a:r>
            <a:r>
              <a:rPr sz="2000" spc="-5" dirty="0">
                <a:solidFill>
                  <a:srgbClr val="76B800"/>
                </a:solidFill>
                <a:latin typeface="Comic Sans MS" panose="030F0702030302020204" pitchFamily="66" charset="0"/>
                <a:cs typeface="Calibri" panose="020F0502020204030204" pitchFamily="34" charset="0"/>
              </a:rPr>
              <a:t>Table</a:t>
            </a:r>
            <a:endParaRPr sz="2000" dirty="0">
              <a:latin typeface="Comic Sans MS" panose="030F0702030302020204" pitchFamily="66" charset="0"/>
              <a:cs typeface="Calibri" panose="020F0502020204030204" pitchFamily="34" charset="0"/>
            </a:endParaRPr>
          </a:p>
        </p:txBody>
      </p:sp>
      <p:sp>
        <p:nvSpPr>
          <p:cNvPr id="8" name="object 8"/>
          <p:cNvSpPr txBox="1"/>
          <p:nvPr/>
        </p:nvSpPr>
        <p:spPr>
          <a:xfrm>
            <a:off x="7080504" y="3284220"/>
            <a:ext cx="1420495" cy="309059"/>
          </a:xfrm>
          <a:prstGeom prst="rect">
            <a:avLst/>
          </a:prstGeom>
          <a:solidFill>
            <a:srgbClr val="76B800"/>
          </a:solidFill>
        </p:spPr>
        <p:txBody>
          <a:bodyPr vert="horz" wrap="square" lIns="0" tIns="31750" rIns="0" bIns="0" rtlCol="0">
            <a:spAutoFit/>
          </a:bodyPr>
          <a:lstStyle/>
          <a:p>
            <a:pPr marL="1905" algn="ctr">
              <a:lnSpc>
                <a:spcPct val="100000"/>
              </a:lnSpc>
              <a:spcBef>
                <a:spcPts val="250"/>
              </a:spcBef>
            </a:pPr>
            <a:r>
              <a:rPr lang="en-US" altLang="zh-CN" sz="1800" spc="-5" dirty="0">
                <a:solidFill>
                  <a:srgbClr val="FFFFFF"/>
                </a:solidFill>
                <a:latin typeface="Comic Sans MS" panose="030F0702030302020204" pitchFamily="66" charset="0"/>
                <a:cs typeface="Calibri" panose="020F0502020204030204" pitchFamily="34" charset="0"/>
              </a:rPr>
              <a:t>GPU MEM</a:t>
            </a:r>
            <a:endParaRPr sz="1800" dirty="0">
              <a:latin typeface="Comic Sans MS" panose="030F0702030302020204" pitchFamily="66" charset="0"/>
              <a:cs typeface="Calibri" panose="020F0502020204030204" pitchFamily="34" charset="0"/>
            </a:endParaRPr>
          </a:p>
        </p:txBody>
      </p:sp>
      <p:sp>
        <p:nvSpPr>
          <p:cNvPr id="9" name="object 9"/>
          <p:cNvSpPr txBox="1"/>
          <p:nvPr/>
        </p:nvSpPr>
        <p:spPr>
          <a:xfrm>
            <a:off x="7560564" y="2008632"/>
            <a:ext cx="459105" cy="291105"/>
          </a:xfrm>
          <a:prstGeom prst="rect">
            <a:avLst/>
          </a:prstGeom>
          <a:ln w="6096">
            <a:solidFill>
              <a:srgbClr val="76B800"/>
            </a:solidFill>
          </a:ln>
        </p:spPr>
        <p:txBody>
          <a:bodyPr vert="horz" wrap="square" lIns="0" tIns="13970" rIns="0" bIns="0" rtlCol="0">
            <a:spAutoFit/>
          </a:bodyPr>
          <a:lstStyle/>
          <a:p>
            <a:pPr marL="94615">
              <a:lnSpc>
                <a:spcPct val="100000"/>
              </a:lnSpc>
              <a:spcBef>
                <a:spcPts val="110"/>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10" name="object 10"/>
          <p:cNvSpPr/>
          <p:nvPr/>
        </p:nvSpPr>
        <p:spPr>
          <a:xfrm>
            <a:off x="7752588" y="2350007"/>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1" name="object 11"/>
          <p:cNvSpPr txBox="1"/>
          <p:nvPr/>
        </p:nvSpPr>
        <p:spPr>
          <a:xfrm>
            <a:off x="7080504" y="2638044"/>
            <a:ext cx="1420495" cy="309699"/>
          </a:xfrm>
          <a:prstGeom prst="rect">
            <a:avLst/>
          </a:prstGeom>
          <a:solidFill>
            <a:srgbClr val="76B800"/>
          </a:solidFill>
        </p:spPr>
        <p:txBody>
          <a:bodyPr vert="horz" wrap="square" lIns="0" tIns="32384" rIns="0" bIns="0" rtlCol="0">
            <a:spAutoFit/>
          </a:bodyPr>
          <a:lstStyle/>
          <a:p>
            <a:pPr algn="ctr">
              <a:lnSpc>
                <a:spcPct val="100000"/>
              </a:lnSpc>
              <a:spcBef>
                <a:spcPts val="255"/>
              </a:spcBef>
            </a:pPr>
            <a:r>
              <a:rPr sz="1800" dirty="0">
                <a:solidFill>
                  <a:srgbClr val="FFFFFF"/>
                </a:solidFill>
                <a:latin typeface="Comic Sans MS" panose="030F0702030302020204" pitchFamily="66" charset="0"/>
                <a:cs typeface="Calibri" panose="020F0502020204030204" pitchFamily="34" charset="0"/>
              </a:rPr>
              <a:t>L2</a:t>
            </a:r>
            <a:endParaRPr sz="1800" dirty="0">
              <a:latin typeface="Comic Sans MS" panose="030F0702030302020204" pitchFamily="66" charset="0"/>
              <a:cs typeface="Calibri" panose="020F0502020204030204" pitchFamily="34" charset="0"/>
            </a:endParaRPr>
          </a:p>
        </p:txBody>
      </p:sp>
      <p:sp>
        <p:nvSpPr>
          <p:cNvPr id="12" name="object 12"/>
          <p:cNvSpPr/>
          <p:nvPr/>
        </p:nvSpPr>
        <p:spPr>
          <a:xfrm>
            <a:off x="7752588" y="2999232"/>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3" name="object 13"/>
          <p:cNvSpPr txBox="1"/>
          <p:nvPr/>
        </p:nvSpPr>
        <p:spPr>
          <a:xfrm>
            <a:off x="8129016" y="2010155"/>
            <a:ext cx="459105" cy="291746"/>
          </a:xfrm>
          <a:prstGeom prst="rect">
            <a:avLst/>
          </a:prstGeom>
          <a:ln w="6096">
            <a:solidFill>
              <a:srgbClr val="76B800"/>
            </a:solidFill>
          </a:ln>
        </p:spPr>
        <p:txBody>
          <a:bodyPr vert="horz" wrap="square" lIns="0" tIns="14604" rIns="0" bIns="0" rtlCol="0">
            <a:spAutoFit/>
          </a:bodyPr>
          <a:lstStyle/>
          <a:p>
            <a:pPr marL="94615">
              <a:lnSpc>
                <a:spcPct val="100000"/>
              </a:lnSpc>
              <a:spcBef>
                <a:spcPts val="115"/>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14" name="object 14"/>
          <p:cNvSpPr txBox="1"/>
          <p:nvPr/>
        </p:nvSpPr>
        <p:spPr>
          <a:xfrm>
            <a:off x="6987540" y="2008632"/>
            <a:ext cx="459105" cy="291105"/>
          </a:xfrm>
          <a:prstGeom prst="rect">
            <a:avLst/>
          </a:prstGeom>
          <a:ln w="6096">
            <a:solidFill>
              <a:srgbClr val="76B800"/>
            </a:solidFill>
          </a:ln>
        </p:spPr>
        <p:txBody>
          <a:bodyPr vert="horz" wrap="square" lIns="0" tIns="13970" rIns="0" bIns="0" rtlCol="0">
            <a:spAutoFit/>
          </a:bodyPr>
          <a:lstStyle/>
          <a:p>
            <a:pPr marL="94615">
              <a:lnSpc>
                <a:spcPct val="100000"/>
              </a:lnSpc>
              <a:spcBef>
                <a:spcPts val="110"/>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15" name="object 15"/>
          <p:cNvSpPr/>
          <p:nvPr/>
        </p:nvSpPr>
        <p:spPr>
          <a:xfrm>
            <a:off x="8308847" y="2350007"/>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6" name="object 16"/>
          <p:cNvSpPr/>
          <p:nvPr/>
        </p:nvSpPr>
        <p:spPr>
          <a:xfrm>
            <a:off x="7179564" y="2350007"/>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7" name="object 17"/>
          <p:cNvSpPr/>
          <p:nvPr/>
        </p:nvSpPr>
        <p:spPr>
          <a:xfrm>
            <a:off x="8308847" y="2999232"/>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8" name="object 18"/>
          <p:cNvSpPr/>
          <p:nvPr/>
        </p:nvSpPr>
        <p:spPr>
          <a:xfrm>
            <a:off x="7179564" y="2988564"/>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19" name="object 19"/>
          <p:cNvSpPr/>
          <p:nvPr/>
        </p:nvSpPr>
        <p:spPr>
          <a:xfrm>
            <a:off x="6823709" y="1829561"/>
            <a:ext cx="1988820" cy="2005964"/>
          </a:xfrm>
          <a:custGeom>
            <a:avLst/>
            <a:gdLst/>
            <a:ahLst/>
            <a:cxnLst/>
            <a:rect l="l" t="t" r="r" b="b"/>
            <a:pathLst>
              <a:path w="1988820" h="2005964">
                <a:moveTo>
                  <a:pt x="0" y="2005583"/>
                </a:moveTo>
                <a:lnTo>
                  <a:pt x="1988820" y="2005583"/>
                </a:lnTo>
                <a:lnTo>
                  <a:pt x="1988820" y="0"/>
                </a:lnTo>
                <a:lnTo>
                  <a:pt x="0" y="0"/>
                </a:lnTo>
                <a:lnTo>
                  <a:pt x="0" y="2005583"/>
                </a:lnTo>
                <a:close/>
              </a:path>
            </a:pathLst>
          </a:custGeom>
          <a:ln w="25908">
            <a:solidFill>
              <a:srgbClr val="76B800"/>
            </a:solidFill>
          </a:ln>
        </p:spPr>
        <p:txBody>
          <a:bodyPr wrap="square" lIns="0" tIns="0" rIns="0" bIns="0" rtlCol="0"/>
          <a:lstStyle/>
          <a:p>
            <a:endParaRPr>
              <a:latin typeface="Comic Sans MS" panose="030F0702030302020204" pitchFamily="66" charset="0"/>
            </a:endParaRPr>
          </a:p>
        </p:txBody>
      </p:sp>
      <p:sp>
        <p:nvSpPr>
          <p:cNvPr id="20" name="object 20"/>
          <p:cNvSpPr txBox="1"/>
          <p:nvPr/>
        </p:nvSpPr>
        <p:spPr>
          <a:xfrm>
            <a:off x="7274814" y="5115305"/>
            <a:ext cx="1031875" cy="336630"/>
          </a:xfrm>
          <a:prstGeom prst="rect">
            <a:avLst/>
          </a:prstGeom>
          <a:ln w="25907">
            <a:solidFill>
              <a:srgbClr val="0070C5"/>
            </a:solidFill>
          </a:ln>
        </p:spPr>
        <p:txBody>
          <a:bodyPr vert="horz" wrap="square" lIns="0" tIns="59054" rIns="0" bIns="0" rtlCol="0">
            <a:spAutoFit/>
          </a:bodyPr>
          <a:lstStyle/>
          <a:p>
            <a:pPr marL="635" algn="ctr">
              <a:lnSpc>
                <a:spcPct val="100000"/>
              </a:lnSpc>
              <a:spcBef>
                <a:spcPts val="465"/>
              </a:spcBef>
            </a:pPr>
            <a:r>
              <a:rPr lang="en-US" sz="1800" dirty="0">
                <a:solidFill>
                  <a:srgbClr val="505050"/>
                </a:solidFill>
                <a:latin typeface="Comic Sans MS" panose="030F0702030302020204" pitchFamily="66" charset="0"/>
                <a:cs typeface="Calibri" panose="020F0502020204030204" pitchFamily="34" charset="0"/>
              </a:rPr>
              <a:t>IBM </a:t>
            </a:r>
            <a:r>
              <a:rPr sz="1800" dirty="0">
                <a:solidFill>
                  <a:srgbClr val="505050"/>
                </a:solidFill>
                <a:latin typeface="Comic Sans MS" panose="030F0702030302020204" pitchFamily="66" charset="0"/>
                <a:cs typeface="Calibri" panose="020F0502020204030204" pitchFamily="34" charset="0"/>
              </a:rPr>
              <a:t>P9</a:t>
            </a:r>
            <a:endParaRPr sz="1800" dirty="0">
              <a:latin typeface="Comic Sans MS" panose="030F0702030302020204" pitchFamily="66" charset="0"/>
              <a:cs typeface="Calibri" panose="020F0502020204030204" pitchFamily="34" charset="0"/>
            </a:endParaRPr>
          </a:p>
        </p:txBody>
      </p:sp>
      <p:sp>
        <p:nvSpPr>
          <p:cNvPr id="21" name="object 21"/>
          <p:cNvSpPr/>
          <p:nvPr/>
        </p:nvSpPr>
        <p:spPr>
          <a:xfrm>
            <a:off x="7752715" y="3633215"/>
            <a:ext cx="76200" cy="1481455"/>
          </a:xfrm>
          <a:custGeom>
            <a:avLst/>
            <a:gdLst/>
            <a:ahLst/>
            <a:cxnLst/>
            <a:rect l="l" t="t" r="r" b="b"/>
            <a:pathLst>
              <a:path w="76200" h="1481454">
                <a:moveTo>
                  <a:pt x="44450" y="63499"/>
                </a:moveTo>
                <a:lnTo>
                  <a:pt x="31750" y="63499"/>
                </a:lnTo>
                <a:lnTo>
                  <a:pt x="31623" y="1480845"/>
                </a:lnTo>
                <a:lnTo>
                  <a:pt x="44323" y="1480845"/>
                </a:lnTo>
                <a:lnTo>
                  <a:pt x="44450" y="63499"/>
                </a:lnTo>
                <a:close/>
              </a:path>
              <a:path w="76200" h="1481454">
                <a:moveTo>
                  <a:pt x="38100" y="0"/>
                </a:moveTo>
                <a:lnTo>
                  <a:pt x="0" y="76199"/>
                </a:lnTo>
                <a:lnTo>
                  <a:pt x="31748" y="76199"/>
                </a:lnTo>
                <a:lnTo>
                  <a:pt x="31750" y="63499"/>
                </a:lnTo>
                <a:lnTo>
                  <a:pt x="69850" y="63499"/>
                </a:lnTo>
                <a:lnTo>
                  <a:pt x="38100" y="0"/>
                </a:lnTo>
                <a:close/>
              </a:path>
              <a:path w="76200" h="1481454">
                <a:moveTo>
                  <a:pt x="69850" y="63499"/>
                </a:moveTo>
                <a:lnTo>
                  <a:pt x="44450" y="63499"/>
                </a:lnTo>
                <a:lnTo>
                  <a:pt x="44448" y="76199"/>
                </a:lnTo>
                <a:lnTo>
                  <a:pt x="76200" y="76199"/>
                </a:lnTo>
                <a:lnTo>
                  <a:pt x="69850" y="63499"/>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22" name="object 22"/>
          <p:cNvSpPr txBox="1"/>
          <p:nvPr/>
        </p:nvSpPr>
        <p:spPr>
          <a:xfrm>
            <a:off x="7274052" y="4511040"/>
            <a:ext cx="1031875" cy="336631"/>
          </a:xfrm>
          <a:prstGeom prst="rect">
            <a:avLst/>
          </a:prstGeom>
          <a:solidFill>
            <a:srgbClr val="0070C5"/>
          </a:solidFill>
        </p:spPr>
        <p:txBody>
          <a:bodyPr vert="horz" wrap="square" lIns="0" tIns="59055" rIns="0" bIns="0" rtlCol="0">
            <a:spAutoFit/>
          </a:bodyPr>
          <a:lstStyle/>
          <a:p>
            <a:pPr marL="219075">
              <a:lnSpc>
                <a:spcPct val="100000"/>
              </a:lnSpc>
              <a:spcBef>
                <a:spcPts val="465"/>
              </a:spcBef>
            </a:pPr>
            <a:r>
              <a:rPr sz="1800" spc="-5" dirty="0">
                <a:solidFill>
                  <a:srgbClr val="FFFFFF"/>
                </a:solidFill>
                <a:latin typeface="Comic Sans MS" panose="030F0702030302020204" pitchFamily="66" charset="0"/>
                <a:cs typeface="Calibri" panose="020F0502020204030204" pitchFamily="34" charset="0"/>
              </a:rPr>
              <a:t>cache</a:t>
            </a:r>
            <a:endParaRPr sz="1800" dirty="0">
              <a:latin typeface="Comic Sans MS" panose="030F0702030302020204" pitchFamily="66" charset="0"/>
              <a:cs typeface="Calibri" panose="020F0502020204030204" pitchFamily="34" charset="0"/>
            </a:endParaRPr>
          </a:p>
        </p:txBody>
      </p:sp>
      <p:sp>
        <p:nvSpPr>
          <p:cNvPr id="23" name="object 23"/>
          <p:cNvSpPr txBox="1"/>
          <p:nvPr/>
        </p:nvSpPr>
        <p:spPr>
          <a:xfrm>
            <a:off x="8617077" y="4024376"/>
            <a:ext cx="1882139" cy="1018869"/>
          </a:xfrm>
          <a:prstGeom prst="rect">
            <a:avLst/>
          </a:prstGeom>
        </p:spPr>
        <p:txBody>
          <a:bodyPr vert="horz" wrap="square" lIns="0" tIns="43815" rIns="0" bIns="0" rtlCol="0">
            <a:spAutoFit/>
          </a:bodyPr>
          <a:lstStyle/>
          <a:p>
            <a:pPr marL="12700" marR="5080" indent="1270" algn="ctr">
              <a:lnSpc>
                <a:spcPts val="1940"/>
              </a:lnSpc>
              <a:spcBef>
                <a:spcPts val="345"/>
              </a:spcBef>
            </a:pPr>
            <a:r>
              <a:rPr sz="1800" dirty="0">
                <a:solidFill>
                  <a:srgbClr val="505050"/>
                </a:solidFill>
                <a:latin typeface="Comic Sans MS" panose="030F0702030302020204" pitchFamily="66" charset="0"/>
                <a:cs typeface="Calibri" panose="020F0502020204030204" pitchFamily="34" charset="0"/>
              </a:rPr>
              <a:t>P9 </a:t>
            </a:r>
            <a:r>
              <a:rPr sz="1800" spc="-5" dirty="0">
                <a:solidFill>
                  <a:srgbClr val="505050"/>
                </a:solidFill>
                <a:latin typeface="Comic Sans MS" panose="030F0702030302020204" pitchFamily="66" charset="0"/>
                <a:cs typeface="Calibri" panose="020F0502020204030204" pitchFamily="34" charset="0"/>
              </a:rPr>
              <a:t>can directly  update hash</a:t>
            </a:r>
            <a:r>
              <a:rPr sz="1800" spc="-80" dirty="0">
                <a:solidFill>
                  <a:srgbClr val="505050"/>
                </a:solidFill>
                <a:latin typeface="Comic Sans MS" panose="030F0702030302020204" pitchFamily="66" charset="0"/>
                <a:cs typeface="Calibri" panose="020F0502020204030204" pitchFamily="34" charset="0"/>
              </a:rPr>
              <a:t> </a:t>
            </a:r>
            <a:r>
              <a:rPr sz="1800" spc="-5" dirty="0">
                <a:solidFill>
                  <a:srgbClr val="505050"/>
                </a:solidFill>
                <a:latin typeface="Comic Sans MS" panose="030F0702030302020204" pitchFamily="66" charset="0"/>
                <a:cs typeface="Calibri" panose="020F0502020204030204" pitchFamily="34" charset="0"/>
              </a:rPr>
              <a:t>entry  in GPU</a:t>
            </a:r>
            <a:r>
              <a:rPr sz="1800" spc="-55" dirty="0">
                <a:solidFill>
                  <a:srgbClr val="505050"/>
                </a:solidFill>
                <a:latin typeface="Comic Sans MS" panose="030F0702030302020204" pitchFamily="66" charset="0"/>
                <a:cs typeface="Calibri" panose="020F0502020204030204" pitchFamily="34" charset="0"/>
              </a:rPr>
              <a:t> </a:t>
            </a:r>
            <a:r>
              <a:rPr sz="1800" spc="-5" dirty="0">
                <a:solidFill>
                  <a:srgbClr val="505050"/>
                </a:solidFill>
                <a:latin typeface="Comic Sans MS" panose="030F0702030302020204" pitchFamily="66" charset="0"/>
                <a:cs typeface="Calibri" panose="020F0502020204030204" pitchFamily="34" charset="0"/>
              </a:rPr>
              <a:t>memory</a:t>
            </a:r>
            <a:endParaRPr sz="1800" dirty="0">
              <a:latin typeface="Comic Sans MS" panose="030F0702030302020204" pitchFamily="66" charset="0"/>
              <a:cs typeface="Calibri" panose="020F0502020204030204" pitchFamily="34" charset="0"/>
            </a:endParaRPr>
          </a:p>
        </p:txBody>
      </p:sp>
      <p:sp>
        <p:nvSpPr>
          <p:cNvPr id="24" name="object 24"/>
          <p:cNvSpPr txBox="1"/>
          <p:nvPr/>
        </p:nvSpPr>
        <p:spPr>
          <a:xfrm>
            <a:off x="8681084" y="5011623"/>
            <a:ext cx="1755775" cy="820738"/>
          </a:xfrm>
          <a:prstGeom prst="rect">
            <a:avLst/>
          </a:prstGeom>
        </p:spPr>
        <p:txBody>
          <a:bodyPr vert="horz" wrap="square" lIns="0" tIns="12700" rIns="0" bIns="0" rtlCol="0">
            <a:spAutoFit/>
          </a:bodyPr>
          <a:lstStyle/>
          <a:p>
            <a:pPr algn="ctr">
              <a:lnSpc>
                <a:spcPts val="2055"/>
              </a:lnSpc>
              <a:spcBef>
                <a:spcPts val="100"/>
              </a:spcBef>
            </a:pPr>
            <a:r>
              <a:rPr sz="1800" spc="-5" dirty="0">
                <a:solidFill>
                  <a:srgbClr val="76B800"/>
                </a:solidFill>
                <a:latin typeface="Comic Sans MS" panose="030F0702030302020204" pitchFamily="66" charset="0"/>
                <a:cs typeface="Calibri" panose="020F0502020204030204" pitchFamily="34" charset="0"/>
              </a:rPr>
              <a:t>no page faults</a:t>
            </a:r>
            <a:r>
              <a:rPr sz="1800" spc="-80" dirty="0">
                <a:solidFill>
                  <a:srgbClr val="76B800"/>
                </a:solidFill>
                <a:latin typeface="Comic Sans MS" panose="030F0702030302020204" pitchFamily="66" charset="0"/>
                <a:cs typeface="Calibri" panose="020F0502020204030204" pitchFamily="34" charset="0"/>
              </a:rPr>
              <a:t> </a:t>
            </a:r>
            <a:r>
              <a:rPr sz="1800" spc="-5" dirty="0">
                <a:solidFill>
                  <a:srgbClr val="76B800"/>
                </a:solidFill>
                <a:latin typeface="Comic Sans MS" panose="030F0702030302020204" pitchFamily="66" charset="0"/>
                <a:cs typeface="Calibri" panose="020F0502020204030204" pitchFamily="34" charset="0"/>
              </a:rPr>
              <a:t>or</a:t>
            </a:r>
            <a:endParaRPr sz="1800" dirty="0">
              <a:latin typeface="Comic Sans MS" panose="030F0702030302020204" pitchFamily="66" charset="0"/>
              <a:cs typeface="Calibri" panose="020F0502020204030204" pitchFamily="34" charset="0"/>
            </a:endParaRPr>
          </a:p>
          <a:p>
            <a:pPr algn="ctr">
              <a:lnSpc>
                <a:spcPts val="2055"/>
              </a:lnSpc>
            </a:pPr>
            <a:r>
              <a:rPr sz="1800" spc="-5" dirty="0">
                <a:solidFill>
                  <a:srgbClr val="76B800"/>
                </a:solidFill>
                <a:latin typeface="Comic Sans MS" panose="030F0702030302020204" pitchFamily="66" charset="0"/>
                <a:cs typeface="Calibri" panose="020F0502020204030204" pitchFamily="34" charset="0"/>
              </a:rPr>
              <a:t>migrations!</a:t>
            </a:r>
            <a:endParaRPr sz="1800" dirty="0">
              <a:latin typeface="Comic Sans MS" panose="030F0702030302020204" pitchFamily="66" charset="0"/>
              <a:cs typeface="Calibri" panose="020F0502020204030204" pitchFamily="34" charset="0"/>
            </a:endParaRPr>
          </a:p>
        </p:txBody>
      </p:sp>
      <p:sp>
        <p:nvSpPr>
          <p:cNvPr id="25" name="object 25"/>
          <p:cNvSpPr/>
          <p:nvPr/>
        </p:nvSpPr>
        <p:spPr>
          <a:xfrm>
            <a:off x="2651760" y="3281171"/>
            <a:ext cx="1507616" cy="349250"/>
          </a:xfrm>
          <a:custGeom>
            <a:avLst/>
            <a:gdLst/>
            <a:ahLst/>
            <a:cxnLst/>
            <a:rect l="l" t="t" r="r" b="b"/>
            <a:pathLst>
              <a:path w="1420495" h="349250">
                <a:moveTo>
                  <a:pt x="1420367" y="0"/>
                </a:moveTo>
                <a:lnTo>
                  <a:pt x="0" y="0"/>
                </a:lnTo>
                <a:lnTo>
                  <a:pt x="0" y="348995"/>
                </a:lnTo>
                <a:lnTo>
                  <a:pt x="1420367" y="348995"/>
                </a:lnTo>
                <a:lnTo>
                  <a:pt x="1420367" y="0"/>
                </a:lnTo>
                <a:close/>
              </a:path>
            </a:pathLst>
          </a:custGeom>
          <a:solidFill>
            <a:srgbClr val="76B800"/>
          </a:solidFill>
        </p:spPr>
        <p:txBody>
          <a:bodyPr wrap="square" lIns="0" tIns="0" rIns="0" bIns="0" rtlCol="0"/>
          <a:lstStyle/>
          <a:p>
            <a:endParaRPr>
              <a:latin typeface="Comic Sans MS" panose="030F0702030302020204" pitchFamily="66" charset="0"/>
            </a:endParaRPr>
          </a:p>
        </p:txBody>
      </p:sp>
      <p:sp>
        <p:nvSpPr>
          <p:cNvPr id="26" name="object 26"/>
          <p:cNvSpPr txBox="1"/>
          <p:nvPr/>
        </p:nvSpPr>
        <p:spPr>
          <a:xfrm>
            <a:off x="3110483" y="3293364"/>
            <a:ext cx="1048893" cy="296235"/>
          </a:xfrm>
          <a:prstGeom prst="rect">
            <a:avLst/>
          </a:prstGeom>
          <a:solidFill>
            <a:srgbClr val="76B800"/>
          </a:solidFill>
        </p:spPr>
        <p:txBody>
          <a:bodyPr vert="horz" wrap="square" lIns="0" tIns="19050" rIns="0" bIns="0" rtlCol="0">
            <a:spAutoFit/>
          </a:bodyPr>
          <a:lstStyle/>
          <a:p>
            <a:pPr marL="31115">
              <a:lnSpc>
                <a:spcPct val="100000"/>
              </a:lnSpc>
              <a:spcBef>
                <a:spcPts val="150"/>
              </a:spcBef>
            </a:pPr>
            <a:r>
              <a:rPr lang="en-US" altLang="zh-CN" sz="1800" spc="-5" dirty="0">
                <a:solidFill>
                  <a:srgbClr val="FFFFFF"/>
                </a:solidFill>
                <a:latin typeface="Comic Sans MS" panose="030F0702030302020204" pitchFamily="66" charset="0"/>
                <a:cs typeface="Calibri" panose="020F0502020204030204" pitchFamily="34" charset="0"/>
              </a:rPr>
              <a:t>GPU Mem</a:t>
            </a:r>
            <a:endParaRPr sz="1800" dirty="0">
              <a:latin typeface="Comic Sans MS" panose="030F0702030302020204" pitchFamily="66" charset="0"/>
              <a:cs typeface="Calibri" panose="020F0502020204030204" pitchFamily="34" charset="0"/>
            </a:endParaRPr>
          </a:p>
        </p:txBody>
      </p:sp>
      <p:sp>
        <p:nvSpPr>
          <p:cNvPr id="27" name="object 27"/>
          <p:cNvSpPr txBox="1"/>
          <p:nvPr/>
        </p:nvSpPr>
        <p:spPr>
          <a:xfrm>
            <a:off x="3133344" y="2004060"/>
            <a:ext cx="459105" cy="291746"/>
          </a:xfrm>
          <a:prstGeom prst="rect">
            <a:avLst/>
          </a:prstGeom>
          <a:ln w="6096">
            <a:solidFill>
              <a:srgbClr val="76B800"/>
            </a:solidFill>
          </a:ln>
        </p:spPr>
        <p:txBody>
          <a:bodyPr vert="horz" wrap="square" lIns="0" tIns="14604" rIns="0" bIns="0" rtlCol="0">
            <a:spAutoFit/>
          </a:bodyPr>
          <a:lstStyle/>
          <a:p>
            <a:pPr marL="92710">
              <a:lnSpc>
                <a:spcPct val="100000"/>
              </a:lnSpc>
              <a:spcBef>
                <a:spcPts val="115"/>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28" name="object 28"/>
          <p:cNvSpPr/>
          <p:nvPr/>
        </p:nvSpPr>
        <p:spPr>
          <a:xfrm>
            <a:off x="3323844" y="23469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29" name="object 29"/>
          <p:cNvSpPr txBox="1"/>
          <p:nvPr/>
        </p:nvSpPr>
        <p:spPr>
          <a:xfrm>
            <a:off x="2651760" y="2634995"/>
            <a:ext cx="1420495" cy="309059"/>
          </a:xfrm>
          <a:prstGeom prst="rect">
            <a:avLst/>
          </a:prstGeom>
          <a:solidFill>
            <a:srgbClr val="76B800"/>
          </a:solidFill>
        </p:spPr>
        <p:txBody>
          <a:bodyPr vert="horz" wrap="square" lIns="0" tIns="31750" rIns="0" bIns="0" rtlCol="0">
            <a:spAutoFit/>
          </a:bodyPr>
          <a:lstStyle/>
          <a:p>
            <a:pPr algn="ctr">
              <a:lnSpc>
                <a:spcPct val="100000"/>
              </a:lnSpc>
              <a:spcBef>
                <a:spcPts val="250"/>
              </a:spcBef>
            </a:pPr>
            <a:r>
              <a:rPr sz="1800" dirty="0">
                <a:solidFill>
                  <a:srgbClr val="FFFFFF"/>
                </a:solidFill>
                <a:latin typeface="Comic Sans MS" panose="030F0702030302020204" pitchFamily="66" charset="0"/>
                <a:cs typeface="Calibri" panose="020F0502020204030204" pitchFamily="34" charset="0"/>
              </a:rPr>
              <a:t>L2</a:t>
            </a:r>
            <a:endParaRPr sz="1800" dirty="0">
              <a:latin typeface="Comic Sans MS" panose="030F0702030302020204" pitchFamily="66" charset="0"/>
              <a:cs typeface="Calibri" panose="020F0502020204030204" pitchFamily="34" charset="0"/>
            </a:endParaRPr>
          </a:p>
        </p:txBody>
      </p:sp>
      <p:sp>
        <p:nvSpPr>
          <p:cNvPr id="30" name="object 30"/>
          <p:cNvSpPr/>
          <p:nvPr/>
        </p:nvSpPr>
        <p:spPr>
          <a:xfrm>
            <a:off x="3323844" y="29946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31" name="object 31"/>
          <p:cNvSpPr txBox="1"/>
          <p:nvPr/>
        </p:nvSpPr>
        <p:spPr>
          <a:xfrm>
            <a:off x="3700271" y="2007107"/>
            <a:ext cx="459105" cy="291105"/>
          </a:xfrm>
          <a:prstGeom prst="rect">
            <a:avLst/>
          </a:prstGeom>
          <a:ln w="6096">
            <a:solidFill>
              <a:srgbClr val="76B800"/>
            </a:solidFill>
          </a:ln>
        </p:spPr>
        <p:txBody>
          <a:bodyPr vert="horz" wrap="square" lIns="0" tIns="13970" rIns="0" bIns="0" rtlCol="0">
            <a:spAutoFit/>
          </a:bodyPr>
          <a:lstStyle/>
          <a:p>
            <a:pPr marL="94615">
              <a:lnSpc>
                <a:spcPct val="100000"/>
              </a:lnSpc>
              <a:spcBef>
                <a:spcPts val="110"/>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32" name="object 32"/>
          <p:cNvSpPr txBox="1"/>
          <p:nvPr/>
        </p:nvSpPr>
        <p:spPr>
          <a:xfrm>
            <a:off x="2558795" y="2004060"/>
            <a:ext cx="459105" cy="291746"/>
          </a:xfrm>
          <a:prstGeom prst="rect">
            <a:avLst/>
          </a:prstGeom>
          <a:ln w="6096">
            <a:solidFill>
              <a:srgbClr val="76B800"/>
            </a:solidFill>
          </a:ln>
        </p:spPr>
        <p:txBody>
          <a:bodyPr vert="horz" wrap="square" lIns="0" tIns="14604" rIns="0" bIns="0" rtlCol="0">
            <a:spAutoFit/>
          </a:bodyPr>
          <a:lstStyle/>
          <a:p>
            <a:pPr marL="93980">
              <a:lnSpc>
                <a:spcPct val="100000"/>
              </a:lnSpc>
              <a:spcBef>
                <a:spcPts val="115"/>
              </a:spcBef>
            </a:pPr>
            <a:r>
              <a:rPr sz="1800" spc="-5" dirty="0">
                <a:latin typeface="Comic Sans MS" panose="030F0702030302020204" pitchFamily="66" charset="0"/>
                <a:cs typeface="Calibri" panose="020F0502020204030204" pitchFamily="34" charset="0"/>
              </a:rPr>
              <a:t>SM</a:t>
            </a:r>
            <a:endParaRPr sz="1800" dirty="0">
              <a:latin typeface="Comic Sans MS" panose="030F0702030302020204" pitchFamily="66" charset="0"/>
              <a:cs typeface="Calibri" panose="020F0502020204030204" pitchFamily="34" charset="0"/>
            </a:endParaRPr>
          </a:p>
        </p:txBody>
      </p:sp>
      <p:sp>
        <p:nvSpPr>
          <p:cNvPr id="33" name="object 33"/>
          <p:cNvSpPr/>
          <p:nvPr/>
        </p:nvSpPr>
        <p:spPr>
          <a:xfrm>
            <a:off x="3880103" y="23469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34" name="object 34"/>
          <p:cNvSpPr/>
          <p:nvPr/>
        </p:nvSpPr>
        <p:spPr>
          <a:xfrm>
            <a:off x="2750820" y="23469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35" name="object 35"/>
          <p:cNvSpPr/>
          <p:nvPr/>
        </p:nvSpPr>
        <p:spPr>
          <a:xfrm>
            <a:off x="3880103" y="2994660"/>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36" name="object 36"/>
          <p:cNvSpPr/>
          <p:nvPr/>
        </p:nvSpPr>
        <p:spPr>
          <a:xfrm>
            <a:off x="2750820" y="2983992"/>
            <a:ext cx="76200" cy="285115"/>
          </a:xfrm>
          <a:custGeom>
            <a:avLst/>
            <a:gdLst/>
            <a:ahLst/>
            <a:cxnLst/>
            <a:rect l="l" t="t" r="r" b="b"/>
            <a:pathLst>
              <a:path w="76200" h="285114">
                <a:moveTo>
                  <a:pt x="31750" y="208787"/>
                </a:moveTo>
                <a:lnTo>
                  <a:pt x="0" y="208787"/>
                </a:lnTo>
                <a:lnTo>
                  <a:pt x="38100" y="284988"/>
                </a:lnTo>
                <a:lnTo>
                  <a:pt x="69850" y="221487"/>
                </a:lnTo>
                <a:lnTo>
                  <a:pt x="31750" y="221487"/>
                </a:lnTo>
                <a:lnTo>
                  <a:pt x="31750" y="208787"/>
                </a:lnTo>
                <a:close/>
              </a:path>
              <a:path w="76200" h="285114">
                <a:moveTo>
                  <a:pt x="44450" y="0"/>
                </a:moveTo>
                <a:lnTo>
                  <a:pt x="31750" y="0"/>
                </a:lnTo>
                <a:lnTo>
                  <a:pt x="31750" y="221487"/>
                </a:lnTo>
                <a:lnTo>
                  <a:pt x="44450" y="221487"/>
                </a:lnTo>
                <a:lnTo>
                  <a:pt x="44450" y="0"/>
                </a:lnTo>
                <a:close/>
              </a:path>
              <a:path w="76200" h="285114">
                <a:moveTo>
                  <a:pt x="76200" y="208787"/>
                </a:moveTo>
                <a:lnTo>
                  <a:pt x="44450" y="208787"/>
                </a:lnTo>
                <a:lnTo>
                  <a:pt x="44450" y="221487"/>
                </a:lnTo>
                <a:lnTo>
                  <a:pt x="69850" y="221487"/>
                </a:lnTo>
                <a:lnTo>
                  <a:pt x="76200" y="208787"/>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37" name="object 37"/>
          <p:cNvSpPr/>
          <p:nvPr/>
        </p:nvSpPr>
        <p:spPr>
          <a:xfrm>
            <a:off x="2394966" y="1824989"/>
            <a:ext cx="1990725" cy="2005964"/>
          </a:xfrm>
          <a:custGeom>
            <a:avLst/>
            <a:gdLst/>
            <a:ahLst/>
            <a:cxnLst/>
            <a:rect l="l" t="t" r="r" b="b"/>
            <a:pathLst>
              <a:path w="1990725" h="2005964">
                <a:moveTo>
                  <a:pt x="0" y="2005583"/>
                </a:moveTo>
                <a:lnTo>
                  <a:pt x="1990344" y="2005583"/>
                </a:lnTo>
                <a:lnTo>
                  <a:pt x="1990344" y="0"/>
                </a:lnTo>
                <a:lnTo>
                  <a:pt x="0" y="0"/>
                </a:lnTo>
                <a:lnTo>
                  <a:pt x="0" y="2005583"/>
                </a:lnTo>
                <a:close/>
              </a:path>
            </a:pathLst>
          </a:custGeom>
          <a:ln w="25908">
            <a:solidFill>
              <a:srgbClr val="76B800"/>
            </a:solidFill>
          </a:ln>
        </p:spPr>
        <p:txBody>
          <a:bodyPr wrap="square" lIns="0" tIns="0" rIns="0" bIns="0" rtlCol="0"/>
          <a:lstStyle/>
          <a:p>
            <a:endParaRPr>
              <a:latin typeface="Comic Sans MS" panose="030F0702030302020204" pitchFamily="66" charset="0"/>
            </a:endParaRPr>
          </a:p>
        </p:txBody>
      </p:sp>
      <p:sp>
        <p:nvSpPr>
          <p:cNvPr id="38" name="object 38"/>
          <p:cNvSpPr/>
          <p:nvPr/>
        </p:nvSpPr>
        <p:spPr>
          <a:xfrm>
            <a:off x="2955035" y="3631691"/>
            <a:ext cx="76200" cy="876935"/>
          </a:xfrm>
          <a:custGeom>
            <a:avLst/>
            <a:gdLst/>
            <a:ahLst/>
            <a:cxnLst/>
            <a:rect l="l" t="t" r="r" b="b"/>
            <a:pathLst>
              <a:path w="76200" h="876935">
                <a:moveTo>
                  <a:pt x="31750" y="800734"/>
                </a:moveTo>
                <a:lnTo>
                  <a:pt x="0" y="800734"/>
                </a:lnTo>
                <a:lnTo>
                  <a:pt x="38100" y="876934"/>
                </a:lnTo>
                <a:lnTo>
                  <a:pt x="69850" y="813434"/>
                </a:lnTo>
                <a:lnTo>
                  <a:pt x="31750" y="813434"/>
                </a:lnTo>
                <a:lnTo>
                  <a:pt x="31750" y="800734"/>
                </a:lnTo>
                <a:close/>
              </a:path>
              <a:path w="76200" h="876935">
                <a:moveTo>
                  <a:pt x="44450" y="0"/>
                </a:moveTo>
                <a:lnTo>
                  <a:pt x="31750" y="0"/>
                </a:lnTo>
                <a:lnTo>
                  <a:pt x="31750" y="813434"/>
                </a:lnTo>
                <a:lnTo>
                  <a:pt x="44450" y="813434"/>
                </a:lnTo>
                <a:lnTo>
                  <a:pt x="44450" y="0"/>
                </a:lnTo>
                <a:close/>
              </a:path>
              <a:path w="76200" h="876935">
                <a:moveTo>
                  <a:pt x="76200" y="800734"/>
                </a:moveTo>
                <a:lnTo>
                  <a:pt x="44450" y="800734"/>
                </a:lnTo>
                <a:lnTo>
                  <a:pt x="44450" y="813434"/>
                </a:lnTo>
                <a:lnTo>
                  <a:pt x="69850" y="813434"/>
                </a:lnTo>
                <a:lnTo>
                  <a:pt x="76200" y="800734"/>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39" name="object 39"/>
          <p:cNvSpPr/>
          <p:nvPr/>
        </p:nvSpPr>
        <p:spPr>
          <a:xfrm>
            <a:off x="2990088" y="4898135"/>
            <a:ext cx="76200" cy="402590"/>
          </a:xfrm>
          <a:custGeom>
            <a:avLst/>
            <a:gdLst/>
            <a:ahLst/>
            <a:cxnLst/>
            <a:rect l="l" t="t" r="r" b="b"/>
            <a:pathLst>
              <a:path w="76200" h="402589">
                <a:moveTo>
                  <a:pt x="44450" y="63500"/>
                </a:moveTo>
                <a:lnTo>
                  <a:pt x="31750" y="63500"/>
                </a:lnTo>
                <a:lnTo>
                  <a:pt x="31750" y="402247"/>
                </a:lnTo>
                <a:lnTo>
                  <a:pt x="44450" y="402247"/>
                </a:lnTo>
                <a:lnTo>
                  <a:pt x="44450" y="63500"/>
                </a:lnTo>
                <a:close/>
              </a:path>
              <a:path w="76200" h="402589">
                <a:moveTo>
                  <a:pt x="38100" y="0"/>
                </a:moveTo>
                <a:lnTo>
                  <a:pt x="0" y="76200"/>
                </a:lnTo>
                <a:lnTo>
                  <a:pt x="31750" y="76200"/>
                </a:lnTo>
                <a:lnTo>
                  <a:pt x="31750" y="63500"/>
                </a:lnTo>
                <a:lnTo>
                  <a:pt x="69850" y="63500"/>
                </a:lnTo>
                <a:lnTo>
                  <a:pt x="38100" y="0"/>
                </a:lnTo>
                <a:close/>
              </a:path>
              <a:path w="76200" h="402589">
                <a:moveTo>
                  <a:pt x="69850" y="63500"/>
                </a:moveTo>
                <a:lnTo>
                  <a:pt x="44450" y="63500"/>
                </a:lnTo>
                <a:lnTo>
                  <a:pt x="44450" y="76200"/>
                </a:lnTo>
                <a:lnTo>
                  <a:pt x="76200" y="76200"/>
                </a:lnTo>
                <a:lnTo>
                  <a:pt x="69850" y="63500"/>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40" name="object 40"/>
          <p:cNvSpPr txBox="1"/>
          <p:nvPr/>
        </p:nvSpPr>
        <p:spPr>
          <a:xfrm>
            <a:off x="1734692" y="4958892"/>
            <a:ext cx="1068070" cy="566822"/>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Comic Sans MS" panose="030F0702030302020204" pitchFamily="66" charset="0"/>
                <a:cs typeface="Calibri" panose="020F0502020204030204" pitchFamily="34" charset="0"/>
              </a:rPr>
              <a:t>page</a:t>
            </a:r>
            <a:r>
              <a:rPr sz="1800" spc="-80" dirty="0">
                <a:solidFill>
                  <a:srgbClr val="FF0000"/>
                </a:solidFill>
                <a:latin typeface="Comic Sans MS" panose="030F0702030302020204" pitchFamily="66" charset="0"/>
                <a:cs typeface="Calibri" panose="020F0502020204030204" pitchFamily="34" charset="0"/>
              </a:rPr>
              <a:t> </a:t>
            </a:r>
            <a:r>
              <a:rPr sz="1800" spc="-5" dirty="0">
                <a:solidFill>
                  <a:srgbClr val="FF0000"/>
                </a:solidFill>
                <a:latin typeface="Comic Sans MS" panose="030F0702030302020204" pitchFamily="66" charset="0"/>
                <a:cs typeface="Calibri" panose="020F0502020204030204" pitchFamily="34" charset="0"/>
              </a:rPr>
              <a:t>fault</a:t>
            </a:r>
            <a:endParaRPr sz="1800" dirty="0">
              <a:latin typeface="Comic Sans MS" panose="030F0702030302020204" pitchFamily="66" charset="0"/>
              <a:cs typeface="Calibri" panose="020F0502020204030204" pitchFamily="34" charset="0"/>
            </a:endParaRPr>
          </a:p>
        </p:txBody>
      </p:sp>
      <p:sp>
        <p:nvSpPr>
          <p:cNvPr id="41" name="object 41"/>
          <p:cNvSpPr txBox="1"/>
          <p:nvPr/>
        </p:nvSpPr>
        <p:spPr>
          <a:xfrm>
            <a:off x="3105150" y="3970401"/>
            <a:ext cx="15627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Comic Sans MS" panose="030F0702030302020204" pitchFamily="66" charset="0"/>
                <a:cs typeface="Calibri" panose="020F0502020204030204" pitchFamily="34" charset="0"/>
              </a:rPr>
              <a:t>page</a:t>
            </a:r>
            <a:r>
              <a:rPr sz="1800" spc="-75" dirty="0">
                <a:solidFill>
                  <a:srgbClr val="FF0000"/>
                </a:solidFill>
                <a:latin typeface="Comic Sans MS" panose="030F0702030302020204" pitchFamily="66" charset="0"/>
                <a:cs typeface="Calibri" panose="020F0502020204030204" pitchFamily="34" charset="0"/>
              </a:rPr>
              <a:t> </a:t>
            </a:r>
            <a:r>
              <a:rPr sz="1800" spc="-5" dirty="0">
                <a:solidFill>
                  <a:srgbClr val="FF0000"/>
                </a:solidFill>
                <a:latin typeface="Comic Sans MS" panose="030F0702030302020204" pitchFamily="66" charset="0"/>
                <a:cs typeface="Calibri" panose="020F0502020204030204" pitchFamily="34" charset="0"/>
              </a:rPr>
              <a:t>migration</a:t>
            </a:r>
            <a:endParaRPr sz="1800" dirty="0">
              <a:latin typeface="Comic Sans MS" panose="030F0702030302020204" pitchFamily="66" charset="0"/>
              <a:cs typeface="Calibri" panose="020F0502020204030204" pitchFamily="34" charset="0"/>
            </a:endParaRPr>
          </a:p>
        </p:txBody>
      </p:sp>
      <p:sp>
        <p:nvSpPr>
          <p:cNvPr id="42" name="object 42"/>
          <p:cNvSpPr txBox="1"/>
          <p:nvPr/>
        </p:nvSpPr>
        <p:spPr>
          <a:xfrm>
            <a:off x="3214877" y="4928717"/>
            <a:ext cx="1636140" cy="289823"/>
          </a:xfrm>
          <a:prstGeom prst="rect">
            <a:avLst/>
          </a:prstGeom>
        </p:spPr>
        <p:txBody>
          <a:bodyPr vert="horz" wrap="square" lIns="0" tIns="12700" rIns="0" bIns="0" rtlCol="0">
            <a:spAutoFit/>
          </a:bodyPr>
          <a:lstStyle/>
          <a:p>
            <a:pPr marL="12700">
              <a:lnSpc>
                <a:spcPct val="100000"/>
              </a:lnSpc>
              <a:spcBef>
                <a:spcPts val="100"/>
              </a:spcBef>
            </a:pPr>
            <a:r>
              <a:rPr sz="1800" spc="-5" dirty="0">
                <a:latin typeface="Comic Sans MS" panose="030F0702030302020204" pitchFamily="66" charset="0"/>
                <a:cs typeface="Calibri" panose="020F0502020204030204" pitchFamily="34" charset="0"/>
              </a:rPr>
              <a:t>access</a:t>
            </a:r>
            <a:r>
              <a:rPr sz="1800" spc="-95" dirty="0">
                <a:latin typeface="Comic Sans MS" panose="030F0702030302020204" pitchFamily="66" charset="0"/>
                <a:cs typeface="Calibri" panose="020F0502020204030204" pitchFamily="34" charset="0"/>
              </a:rPr>
              <a:t> </a:t>
            </a:r>
            <a:r>
              <a:rPr sz="1800" dirty="0">
                <a:latin typeface="Comic Sans MS" panose="030F0702030302020204" pitchFamily="66" charset="0"/>
                <a:cs typeface="Calibri" panose="020F0502020204030204" pitchFamily="34" charset="0"/>
              </a:rPr>
              <a:t>replay</a:t>
            </a:r>
          </a:p>
        </p:txBody>
      </p:sp>
      <p:sp>
        <p:nvSpPr>
          <p:cNvPr id="43" name="object 43"/>
          <p:cNvSpPr/>
          <p:nvPr/>
        </p:nvSpPr>
        <p:spPr>
          <a:xfrm>
            <a:off x="2892551" y="3293364"/>
            <a:ext cx="217931" cy="326136"/>
          </a:xfrm>
          <a:prstGeom prst="rect">
            <a:avLst/>
          </a:prstGeom>
          <a:blipFill>
            <a:blip r:embed="rId2" cstate="print"/>
            <a:stretch>
              <a:fillRect/>
            </a:stretch>
          </a:blipFill>
        </p:spPr>
        <p:txBody>
          <a:bodyPr wrap="square" lIns="0" tIns="0" rIns="0" bIns="0" rtlCol="0"/>
          <a:lstStyle/>
          <a:p>
            <a:endParaRPr>
              <a:latin typeface="Comic Sans MS" panose="030F0702030302020204" pitchFamily="66" charset="0"/>
            </a:endParaRPr>
          </a:p>
        </p:txBody>
      </p:sp>
      <p:sp>
        <p:nvSpPr>
          <p:cNvPr id="44" name="object 44"/>
          <p:cNvSpPr/>
          <p:nvPr/>
        </p:nvSpPr>
        <p:spPr>
          <a:xfrm>
            <a:off x="2884932" y="4520184"/>
            <a:ext cx="225551" cy="364236"/>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45" name="object 45"/>
          <p:cNvSpPr/>
          <p:nvPr/>
        </p:nvSpPr>
        <p:spPr>
          <a:xfrm>
            <a:off x="2889504" y="4896611"/>
            <a:ext cx="76200" cy="402590"/>
          </a:xfrm>
          <a:custGeom>
            <a:avLst/>
            <a:gdLst/>
            <a:ahLst/>
            <a:cxnLst/>
            <a:rect l="l" t="t" r="r" b="b"/>
            <a:pathLst>
              <a:path w="76200" h="402589">
                <a:moveTo>
                  <a:pt x="44450" y="351447"/>
                </a:moveTo>
                <a:lnTo>
                  <a:pt x="31750" y="351447"/>
                </a:lnTo>
                <a:lnTo>
                  <a:pt x="31750" y="402247"/>
                </a:lnTo>
                <a:lnTo>
                  <a:pt x="44450" y="402247"/>
                </a:lnTo>
                <a:lnTo>
                  <a:pt x="44450" y="351447"/>
                </a:lnTo>
                <a:close/>
              </a:path>
              <a:path w="76200" h="402589">
                <a:moveTo>
                  <a:pt x="44450" y="262547"/>
                </a:moveTo>
                <a:lnTo>
                  <a:pt x="31750" y="262547"/>
                </a:lnTo>
                <a:lnTo>
                  <a:pt x="31750" y="313347"/>
                </a:lnTo>
                <a:lnTo>
                  <a:pt x="44450" y="313347"/>
                </a:lnTo>
                <a:lnTo>
                  <a:pt x="44450" y="262547"/>
                </a:lnTo>
                <a:close/>
              </a:path>
              <a:path w="76200" h="402589">
                <a:moveTo>
                  <a:pt x="44450" y="173647"/>
                </a:moveTo>
                <a:lnTo>
                  <a:pt x="31750" y="173647"/>
                </a:lnTo>
                <a:lnTo>
                  <a:pt x="31750" y="224447"/>
                </a:lnTo>
                <a:lnTo>
                  <a:pt x="44450" y="224447"/>
                </a:lnTo>
                <a:lnTo>
                  <a:pt x="44450" y="173647"/>
                </a:lnTo>
                <a:close/>
              </a:path>
              <a:path w="76200" h="402589">
                <a:moveTo>
                  <a:pt x="44450" y="84747"/>
                </a:moveTo>
                <a:lnTo>
                  <a:pt x="31750" y="84747"/>
                </a:lnTo>
                <a:lnTo>
                  <a:pt x="31750" y="135547"/>
                </a:lnTo>
                <a:lnTo>
                  <a:pt x="44450" y="135547"/>
                </a:lnTo>
                <a:lnTo>
                  <a:pt x="44450" y="84747"/>
                </a:lnTo>
                <a:close/>
              </a:path>
              <a:path w="76200" h="402589">
                <a:moveTo>
                  <a:pt x="38100" y="0"/>
                </a:moveTo>
                <a:lnTo>
                  <a:pt x="0" y="76200"/>
                </a:lnTo>
                <a:lnTo>
                  <a:pt x="76200" y="76200"/>
                </a:lnTo>
                <a:lnTo>
                  <a:pt x="38100" y="0"/>
                </a:lnTo>
                <a:close/>
              </a:path>
            </a:pathLst>
          </a:custGeom>
          <a:solidFill>
            <a:srgbClr val="505050"/>
          </a:solidFill>
        </p:spPr>
        <p:txBody>
          <a:bodyPr wrap="square" lIns="0" tIns="0" rIns="0" bIns="0" rtlCol="0"/>
          <a:lstStyle/>
          <a:p>
            <a:endParaRPr>
              <a:latin typeface="Comic Sans MS" panose="030F0702030302020204" pitchFamily="66" charset="0"/>
            </a:endParaRPr>
          </a:p>
        </p:txBody>
      </p:sp>
      <p:sp>
        <p:nvSpPr>
          <p:cNvPr id="46" name="object 46"/>
          <p:cNvSpPr txBox="1"/>
          <p:nvPr/>
        </p:nvSpPr>
        <p:spPr>
          <a:xfrm>
            <a:off x="2512314" y="5321046"/>
            <a:ext cx="1033780" cy="337272"/>
          </a:xfrm>
          <a:prstGeom prst="rect">
            <a:avLst/>
          </a:prstGeom>
          <a:ln w="25907">
            <a:solidFill>
              <a:srgbClr val="0070C5"/>
            </a:solidFill>
          </a:ln>
        </p:spPr>
        <p:txBody>
          <a:bodyPr vert="horz" wrap="square" lIns="0" tIns="59690" rIns="0" bIns="0" rtlCol="0">
            <a:spAutoFit/>
          </a:bodyPr>
          <a:lstStyle/>
          <a:p>
            <a:pPr marL="338455">
              <a:lnSpc>
                <a:spcPct val="100000"/>
              </a:lnSpc>
              <a:spcBef>
                <a:spcPts val="470"/>
              </a:spcBef>
            </a:pPr>
            <a:r>
              <a:rPr sz="1800" dirty="0">
                <a:solidFill>
                  <a:srgbClr val="505050"/>
                </a:solidFill>
                <a:latin typeface="Comic Sans MS" panose="030F0702030302020204" pitchFamily="66" charset="0"/>
                <a:cs typeface="Calibri" panose="020F0502020204030204" pitchFamily="34" charset="0"/>
              </a:rPr>
              <a:t>x86</a:t>
            </a:r>
            <a:endParaRPr sz="1800" dirty="0">
              <a:latin typeface="Comic Sans MS" panose="030F0702030302020204" pitchFamily="66" charset="0"/>
              <a:cs typeface="Calibri" panose="020F0502020204030204" pitchFamily="34" charset="0"/>
            </a:endParaRPr>
          </a:p>
        </p:txBody>
      </p:sp>
      <p:sp>
        <p:nvSpPr>
          <p:cNvPr id="48" name="object 28"/>
          <p:cNvSpPr txBox="1">
            <a:spLocks noGrp="1"/>
          </p:cNvSpPr>
          <p:nvPr>
            <p:ph type="sldNum" sz="quarter" idx="12"/>
          </p:nvPr>
        </p:nvSpPr>
        <p:spPr>
          <a:xfrm>
            <a:off x="7749540" y="5782942"/>
            <a:ext cx="2468880" cy="204158"/>
          </a:xfrm>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dirty="0">
                <a:latin typeface="Comic Sans MS" panose="030F0702030302020204" pitchFamily="66" charset="0"/>
              </a:rPr>
              <a:t>13</a:t>
            </a:fld>
            <a:endParaRPr dirty="0">
              <a:latin typeface="Comic Sans MS" panose="030F07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838200" y="190401"/>
            <a:ext cx="9464040" cy="923330"/>
          </a:xfrm>
          <a:prstGeom prst="rect">
            <a:avLst/>
          </a:prstGeom>
        </p:spPr>
        <p:txBody>
          <a:bodyPr vert="horz" wrap="square" lIns="0" tIns="12700" rIns="0" bIns="0" rtlCol="0">
            <a:spAutoFit/>
          </a:bodyPr>
          <a:lstStyle/>
          <a:p>
            <a:pPr algn="ctr">
              <a:lnSpc>
                <a:spcPts val="4285"/>
              </a:lnSpc>
              <a:spcBef>
                <a:spcPts val="100"/>
              </a:spcBef>
            </a:pPr>
            <a:r>
              <a:rPr sz="3200" b="1" spc="-5" dirty="0">
                <a:latin typeface="Comic Sans MS" panose="030F0702030302020204" pitchFamily="66" charset="0"/>
              </a:rPr>
              <a:t>UNIFIED</a:t>
            </a:r>
            <a:r>
              <a:rPr sz="3200" b="1" spc="-30" dirty="0">
                <a:latin typeface="Comic Sans MS" panose="030F0702030302020204" pitchFamily="66" charset="0"/>
              </a:rPr>
              <a:t> </a:t>
            </a:r>
            <a:r>
              <a:rPr sz="3200" b="1" dirty="0">
                <a:latin typeface="Comic Sans MS" panose="030F0702030302020204" pitchFamily="66" charset="0"/>
              </a:rPr>
              <a:t>MEMORY</a:t>
            </a:r>
          </a:p>
          <a:p>
            <a:pPr algn="ctr">
              <a:lnSpc>
                <a:spcPts val="2845"/>
              </a:lnSpc>
            </a:pPr>
            <a:r>
              <a:rPr sz="2000" spc="-5" dirty="0">
                <a:solidFill>
                  <a:srgbClr val="76B800"/>
                </a:solidFill>
                <a:latin typeface="Comic Sans MS" panose="030F0702030302020204" pitchFamily="66" charset="0"/>
                <a:cs typeface="Calibri" panose="020F0502020204030204" pitchFamily="34" charset="0"/>
              </a:rPr>
              <a:t>Evolution </a:t>
            </a:r>
            <a:r>
              <a:rPr sz="2000" dirty="0">
                <a:solidFill>
                  <a:srgbClr val="76B800"/>
                </a:solidFill>
                <a:latin typeface="Comic Sans MS" panose="030F0702030302020204" pitchFamily="66" charset="0"/>
                <a:cs typeface="Calibri" panose="020F0502020204030204" pitchFamily="34" charset="0"/>
              </a:rPr>
              <a:t>of </a:t>
            </a:r>
            <a:r>
              <a:rPr sz="2000" spc="-5" dirty="0">
                <a:solidFill>
                  <a:srgbClr val="76B800"/>
                </a:solidFill>
                <a:latin typeface="Comic Sans MS" panose="030F0702030302020204" pitchFamily="66" charset="0"/>
                <a:cs typeface="Calibri" panose="020F0502020204030204" pitchFamily="34" charset="0"/>
              </a:rPr>
              <a:t>GPU</a:t>
            </a:r>
            <a:r>
              <a:rPr sz="2000" spc="-40" dirty="0">
                <a:solidFill>
                  <a:srgbClr val="76B800"/>
                </a:solidFill>
                <a:latin typeface="Comic Sans MS" panose="030F0702030302020204" pitchFamily="66" charset="0"/>
                <a:cs typeface="Calibri" panose="020F0502020204030204" pitchFamily="34" charset="0"/>
              </a:rPr>
              <a:t> </a:t>
            </a:r>
            <a:r>
              <a:rPr sz="2000" spc="-5" dirty="0">
                <a:solidFill>
                  <a:srgbClr val="76B800"/>
                </a:solidFill>
                <a:latin typeface="Comic Sans MS" panose="030F0702030302020204" pitchFamily="66" charset="0"/>
                <a:cs typeface="Calibri" panose="020F0502020204030204" pitchFamily="34" charset="0"/>
              </a:rPr>
              <a:t>architectures</a:t>
            </a:r>
            <a:endParaRPr sz="2000" dirty="0">
              <a:latin typeface="Comic Sans MS" panose="030F0702030302020204" pitchFamily="66" charset="0"/>
              <a:cs typeface="Calibri" panose="020F0502020204030204" pitchFamily="34" charset="0"/>
            </a:endParaRPr>
          </a:p>
        </p:txBody>
      </p:sp>
      <p:sp>
        <p:nvSpPr>
          <p:cNvPr id="6" name="object 6"/>
          <p:cNvSpPr/>
          <p:nvPr/>
        </p:nvSpPr>
        <p:spPr>
          <a:xfrm>
            <a:off x="589787" y="1746504"/>
            <a:ext cx="9888220" cy="3534410"/>
          </a:xfrm>
          <a:custGeom>
            <a:avLst/>
            <a:gdLst/>
            <a:ahLst/>
            <a:cxnLst/>
            <a:rect l="l" t="t" r="r" b="b"/>
            <a:pathLst>
              <a:path w="9888220" h="3534410">
                <a:moveTo>
                  <a:pt x="9887712" y="0"/>
                </a:moveTo>
                <a:lnTo>
                  <a:pt x="0" y="0"/>
                </a:lnTo>
                <a:lnTo>
                  <a:pt x="0" y="3534155"/>
                </a:lnTo>
                <a:lnTo>
                  <a:pt x="9887712" y="3534155"/>
                </a:lnTo>
                <a:lnTo>
                  <a:pt x="9887712" y="0"/>
                </a:lnTo>
                <a:close/>
              </a:path>
            </a:pathLst>
          </a:custGeom>
          <a:solidFill>
            <a:srgbClr val="F1F1F1"/>
          </a:solidFill>
        </p:spPr>
        <p:txBody>
          <a:bodyPr wrap="square" lIns="0" tIns="0" rIns="0" bIns="0" rtlCol="0"/>
          <a:lstStyle/>
          <a:p>
            <a:endParaRPr>
              <a:latin typeface="Comic Sans MS" panose="030F0702030302020204" pitchFamily="66" charset="0"/>
            </a:endParaRPr>
          </a:p>
        </p:txBody>
      </p:sp>
      <p:sp>
        <p:nvSpPr>
          <p:cNvPr id="7" name="object 7"/>
          <p:cNvSpPr/>
          <p:nvPr/>
        </p:nvSpPr>
        <p:spPr>
          <a:xfrm>
            <a:off x="592073" y="5271515"/>
            <a:ext cx="9885045" cy="20320"/>
          </a:xfrm>
          <a:custGeom>
            <a:avLst/>
            <a:gdLst/>
            <a:ahLst/>
            <a:cxnLst/>
            <a:rect l="l" t="t" r="r" b="b"/>
            <a:pathLst>
              <a:path w="9885045" h="20320">
                <a:moveTo>
                  <a:pt x="0" y="19812"/>
                </a:moveTo>
                <a:lnTo>
                  <a:pt x="9884664" y="19812"/>
                </a:lnTo>
                <a:lnTo>
                  <a:pt x="9884664" y="0"/>
                </a:lnTo>
                <a:lnTo>
                  <a:pt x="0" y="0"/>
                </a:lnTo>
                <a:lnTo>
                  <a:pt x="0" y="19812"/>
                </a:lnTo>
                <a:close/>
              </a:path>
            </a:pathLst>
          </a:custGeom>
          <a:solidFill>
            <a:srgbClr val="858585"/>
          </a:solidFill>
        </p:spPr>
        <p:txBody>
          <a:bodyPr wrap="square" lIns="0" tIns="0" rIns="0" bIns="0" rtlCol="0"/>
          <a:lstStyle/>
          <a:p>
            <a:endParaRPr>
              <a:latin typeface="Comic Sans MS" panose="030F0702030302020204" pitchFamily="66" charset="0"/>
            </a:endParaRPr>
          </a:p>
        </p:txBody>
      </p:sp>
      <p:sp>
        <p:nvSpPr>
          <p:cNvPr id="8" name="object 8"/>
          <p:cNvSpPr/>
          <p:nvPr/>
        </p:nvSpPr>
        <p:spPr>
          <a:xfrm>
            <a:off x="8508238" y="3556253"/>
            <a:ext cx="127000" cy="1788795"/>
          </a:xfrm>
          <a:custGeom>
            <a:avLst/>
            <a:gdLst/>
            <a:ahLst/>
            <a:cxnLst/>
            <a:rect l="l" t="t" r="r" b="b"/>
            <a:pathLst>
              <a:path w="127000" h="1788795">
                <a:moveTo>
                  <a:pt x="53642" y="1671350"/>
                </a:moveTo>
                <a:lnTo>
                  <a:pt x="0" y="1724939"/>
                </a:lnTo>
                <a:lnTo>
                  <a:pt x="63500" y="1788502"/>
                </a:lnTo>
                <a:lnTo>
                  <a:pt x="127000" y="1725053"/>
                </a:lnTo>
                <a:lnTo>
                  <a:pt x="53593" y="1724990"/>
                </a:lnTo>
                <a:lnTo>
                  <a:pt x="53642" y="1671350"/>
                </a:lnTo>
                <a:close/>
              </a:path>
              <a:path w="127000" h="1788795">
                <a:moveTo>
                  <a:pt x="63500" y="1661502"/>
                </a:moveTo>
                <a:lnTo>
                  <a:pt x="53642" y="1671350"/>
                </a:lnTo>
                <a:lnTo>
                  <a:pt x="53593" y="1724990"/>
                </a:lnTo>
                <a:lnTo>
                  <a:pt x="73405" y="1725002"/>
                </a:lnTo>
                <a:lnTo>
                  <a:pt x="73339" y="1671350"/>
                </a:lnTo>
                <a:lnTo>
                  <a:pt x="63500" y="1661502"/>
                </a:lnTo>
                <a:close/>
              </a:path>
              <a:path w="127000" h="1788795">
                <a:moveTo>
                  <a:pt x="73454" y="1671465"/>
                </a:moveTo>
                <a:lnTo>
                  <a:pt x="73405" y="1725002"/>
                </a:lnTo>
                <a:lnTo>
                  <a:pt x="126949" y="1725002"/>
                </a:lnTo>
                <a:lnTo>
                  <a:pt x="73454" y="1671465"/>
                </a:lnTo>
                <a:close/>
              </a:path>
              <a:path w="127000" h="1788795">
                <a:moveTo>
                  <a:pt x="73463" y="1661502"/>
                </a:moveTo>
                <a:lnTo>
                  <a:pt x="63500" y="1661502"/>
                </a:lnTo>
                <a:lnTo>
                  <a:pt x="73454" y="1671465"/>
                </a:lnTo>
                <a:lnTo>
                  <a:pt x="73463" y="1661502"/>
                </a:lnTo>
                <a:close/>
              </a:path>
              <a:path w="127000" h="1788795">
                <a:moveTo>
                  <a:pt x="55092" y="66268"/>
                </a:moveTo>
                <a:lnTo>
                  <a:pt x="53642" y="1671350"/>
                </a:lnTo>
                <a:lnTo>
                  <a:pt x="63500" y="1661502"/>
                </a:lnTo>
                <a:lnTo>
                  <a:pt x="73463" y="1661502"/>
                </a:lnTo>
                <a:lnTo>
                  <a:pt x="74895" y="76200"/>
                </a:lnTo>
                <a:lnTo>
                  <a:pt x="65023" y="76200"/>
                </a:lnTo>
                <a:lnTo>
                  <a:pt x="55092" y="66268"/>
                </a:lnTo>
                <a:close/>
              </a:path>
              <a:path w="127000" h="1788795">
                <a:moveTo>
                  <a:pt x="74929" y="38100"/>
                </a:moveTo>
                <a:lnTo>
                  <a:pt x="55117" y="38100"/>
                </a:lnTo>
                <a:lnTo>
                  <a:pt x="55143" y="66319"/>
                </a:lnTo>
                <a:lnTo>
                  <a:pt x="65023" y="76200"/>
                </a:lnTo>
                <a:lnTo>
                  <a:pt x="74904" y="66319"/>
                </a:lnTo>
                <a:lnTo>
                  <a:pt x="74929" y="38100"/>
                </a:lnTo>
                <a:close/>
              </a:path>
              <a:path w="127000" h="1788795">
                <a:moveTo>
                  <a:pt x="74904" y="66319"/>
                </a:moveTo>
                <a:lnTo>
                  <a:pt x="65023" y="76200"/>
                </a:lnTo>
                <a:lnTo>
                  <a:pt x="74895" y="76200"/>
                </a:lnTo>
                <a:lnTo>
                  <a:pt x="74904" y="66319"/>
                </a:lnTo>
                <a:close/>
              </a:path>
              <a:path w="127000" h="1788795">
                <a:moveTo>
                  <a:pt x="103123" y="38100"/>
                </a:moveTo>
                <a:lnTo>
                  <a:pt x="74929" y="38100"/>
                </a:lnTo>
                <a:lnTo>
                  <a:pt x="74904" y="66319"/>
                </a:lnTo>
                <a:lnTo>
                  <a:pt x="103123" y="38100"/>
                </a:lnTo>
                <a:close/>
              </a:path>
              <a:path w="127000" h="1788795">
                <a:moveTo>
                  <a:pt x="65023" y="0"/>
                </a:moveTo>
                <a:lnTo>
                  <a:pt x="26923" y="38100"/>
                </a:lnTo>
                <a:lnTo>
                  <a:pt x="55092" y="66268"/>
                </a:lnTo>
                <a:lnTo>
                  <a:pt x="55117" y="38100"/>
                </a:lnTo>
                <a:lnTo>
                  <a:pt x="103123" y="38100"/>
                </a:lnTo>
                <a:lnTo>
                  <a:pt x="65023" y="0"/>
                </a:lnTo>
                <a:close/>
              </a:path>
            </a:pathLst>
          </a:custGeom>
          <a:solidFill>
            <a:srgbClr val="76B800"/>
          </a:solidFill>
        </p:spPr>
        <p:txBody>
          <a:bodyPr wrap="square" lIns="0" tIns="0" rIns="0" bIns="0" rtlCol="0"/>
          <a:lstStyle/>
          <a:p>
            <a:endParaRPr>
              <a:latin typeface="Comic Sans MS" panose="030F0702030302020204" pitchFamily="66" charset="0"/>
            </a:endParaRPr>
          </a:p>
        </p:txBody>
      </p:sp>
      <p:sp>
        <p:nvSpPr>
          <p:cNvPr id="9" name="object 9"/>
          <p:cNvSpPr/>
          <p:nvPr/>
        </p:nvSpPr>
        <p:spPr>
          <a:xfrm>
            <a:off x="6277102" y="4054602"/>
            <a:ext cx="127000" cy="1290320"/>
          </a:xfrm>
          <a:custGeom>
            <a:avLst/>
            <a:gdLst/>
            <a:ahLst/>
            <a:cxnLst/>
            <a:rect l="l" t="t" r="r" b="b"/>
            <a:pathLst>
              <a:path w="127000" h="1290320">
                <a:moveTo>
                  <a:pt x="73406" y="1173111"/>
                </a:moveTo>
                <a:lnTo>
                  <a:pt x="73406" y="1226705"/>
                </a:lnTo>
                <a:lnTo>
                  <a:pt x="0" y="1226705"/>
                </a:lnTo>
                <a:lnTo>
                  <a:pt x="63500" y="1290205"/>
                </a:lnTo>
                <a:lnTo>
                  <a:pt x="127000" y="1226705"/>
                </a:lnTo>
                <a:lnTo>
                  <a:pt x="53594" y="1226705"/>
                </a:lnTo>
                <a:lnTo>
                  <a:pt x="53594" y="1173111"/>
                </a:lnTo>
                <a:lnTo>
                  <a:pt x="73406" y="1173111"/>
                </a:lnTo>
                <a:close/>
              </a:path>
              <a:path w="127000" h="1290320">
                <a:moveTo>
                  <a:pt x="63500" y="1163205"/>
                </a:moveTo>
                <a:lnTo>
                  <a:pt x="53594" y="1173111"/>
                </a:lnTo>
                <a:lnTo>
                  <a:pt x="53594" y="1226705"/>
                </a:lnTo>
                <a:lnTo>
                  <a:pt x="73406" y="1226705"/>
                </a:lnTo>
                <a:lnTo>
                  <a:pt x="73406" y="1173111"/>
                </a:lnTo>
                <a:lnTo>
                  <a:pt x="63500" y="1163205"/>
                </a:lnTo>
                <a:close/>
              </a:path>
              <a:path w="127000" h="1290320">
                <a:moveTo>
                  <a:pt x="53594" y="66294"/>
                </a:moveTo>
                <a:lnTo>
                  <a:pt x="53594" y="1173111"/>
                </a:lnTo>
                <a:lnTo>
                  <a:pt x="63500" y="1163205"/>
                </a:lnTo>
                <a:lnTo>
                  <a:pt x="73406" y="1163205"/>
                </a:lnTo>
                <a:lnTo>
                  <a:pt x="73406" y="76200"/>
                </a:lnTo>
                <a:lnTo>
                  <a:pt x="63500" y="76200"/>
                </a:lnTo>
                <a:lnTo>
                  <a:pt x="53594" y="66294"/>
                </a:lnTo>
                <a:close/>
              </a:path>
              <a:path w="127000" h="1290320">
                <a:moveTo>
                  <a:pt x="73406" y="1163205"/>
                </a:moveTo>
                <a:lnTo>
                  <a:pt x="63500" y="1163205"/>
                </a:lnTo>
                <a:lnTo>
                  <a:pt x="73406" y="1173111"/>
                </a:lnTo>
                <a:lnTo>
                  <a:pt x="73406" y="1163205"/>
                </a:lnTo>
                <a:close/>
              </a:path>
              <a:path w="127000" h="1290320">
                <a:moveTo>
                  <a:pt x="73406" y="38100"/>
                </a:moveTo>
                <a:lnTo>
                  <a:pt x="53594" y="38100"/>
                </a:lnTo>
                <a:lnTo>
                  <a:pt x="53594" y="66294"/>
                </a:lnTo>
                <a:lnTo>
                  <a:pt x="63500" y="76200"/>
                </a:lnTo>
                <a:lnTo>
                  <a:pt x="73405" y="66294"/>
                </a:lnTo>
                <a:lnTo>
                  <a:pt x="73406" y="38100"/>
                </a:lnTo>
                <a:close/>
              </a:path>
              <a:path w="127000" h="1290320">
                <a:moveTo>
                  <a:pt x="73406" y="66294"/>
                </a:moveTo>
                <a:lnTo>
                  <a:pt x="63500" y="76200"/>
                </a:lnTo>
                <a:lnTo>
                  <a:pt x="73406" y="76200"/>
                </a:lnTo>
                <a:lnTo>
                  <a:pt x="73406" y="66294"/>
                </a:lnTo>
                <a:close/>
              </a:path>
              <a:path w="127000" h="1290320">
                <a:moveTo>
                  <a:pt x="63500" y="0"/>
                </a:moveTo>
                <a:lnTo>
                  <a:pt x="25400" y="38100"/>
                </a:lnTo>
                <a:lnTo>
                  <a:pt x="53594" y="66294"/>
                </a:lnTo>
                <a:lnTo>
                  <a:pt x="53594" y="38100"/>
                </a:lnTo>
                <a:lnTo>
                  <a:pt x="101600" y="38100"/>
                </a:lnTo>
                <a:lnTo>
                  <a:pt x="63500" y="0"/>
                </a:lnTo>
                <a:close/>
              </a:path>
              <a:path w="127000" h="1290320">
                <a:moveTo>
                  <a:pt x="101600" y="38100"/>
                </a:moveTo>
                <a:lnTo>
                  <a:pt x="73406" y="38100"/>
                </a:lnTo>
                <a:lnTo>
                  <a:pt x="73406" y="66294"/>
                </a:lnTo>
                <a:lnTo>
                  <a:pt x="101600" y="38100"/>
                </a:lnTo>
                <a:close/>
              </a:path>
            </a:pathLst>
          </a:custGeom>
          <a:solidFill>
            <a:srgbClr val="76B800"/>
          </a:solidFill>
        </p:spPr>
        <p:txBody>
          <a:bodyPr wrap="square" lIns="0" tIns="0" rIns="0" bIns="0" rtlCol="0"/>
          <a:lstStyle/>
          <a:p>
            <a:endParaRPr>
              <a:latin typeface="Comic Sans MS" panose="030F0702030302020204" pitchFamily="66" charset="0"/>
            </a:endParaRPr>
          </a:p>
        </p:txBody>
      </p:sp>
      <p:sp>
        <p:nvSpPr>
          <p:cNvPr id="10" name="object 10"/>
          <p:cNvSpPr/>
          <p:nvPr/>
        </p:nvSpPr>
        <p:spPr>
          <a:xfrm>
            <a:off x="1891029" y="4054602"/>
            <a:ext cx="127000" cy="1290320"/>
          </a:xfrm>
          <a:custGeom>
            <a:avLst/>
            <a:gdLst/>
            <a:ahLst/>
            <a:cxnLst/>
            <a:rect l="l" t="t" r="r" b="b"/>
            <a:pathLst>
              <a:path w="127000" h="1290320">
                <a:moveTo>
                  <a:pt x="73406" y="1173111"/>
                </a:moveTo>
                <a:lnTo>
                  <a:pt x="73406" y="1226705"/>
                </a:lnTo>
                <a:lnTo>
                  <a:pt x="0" y="1226705"/>
                </a:lnTo>
                <a:lnTo>
                  <a:pt x="63500" y="1290205"/>
                </a:lnTo>
                <a:lnTo>
                  <a:pt x="127000" y="1226705"/>
                </a:lnTo>
                <a:lnTo>
                  <a:pt x="53593" y="1226705"/>
                </a:lnTo>
                <a:lnTo>
                  <a:pt x="53593" y="1173111"/>
                </a:lnTo>
                <a:lnTo>
                  <a:pt x="73406" y="1173111"/>
                </a:lnTo>
                <a:close/>
              </a:path>
              <a:path w="127000" h="1290320">
                <a:moveTo>
                  <a:pt x="63500" y="1163205"/>
                </a:moveTo>
                <a:lnTo>
                  <a:pt x="53593" y="1173111"/>
                </a:lnTo>
                <a:lnTo>
                  <a:pt x="53593" y="1226705"/>
                </a:lnTo>
                <a:lnTo>
                  <a:pt x="73406" y="1226705"/>
                </a:lnTo>
                <a:lnTo>
                  <a:pt x="73406" y="1173111"/>
                </a:lnTo>
                <a:lnTo>
                  <a:pt x="63500" y="1163205"/>
                </a:lnTo>
                <a:close/>
              </a:path>
              <a:path w="127000" h="1290320">
                <a:moveTo>
                  <a:pt x="53593" y="66293"/>
                </a:moveTo>
                <a:lnTo>
                  <a:pt x="53593" y="1173111"/>
                </a:lnTo>
                <a:lnTo>
                  <a:pt x="63500" y="1163205"/>
                </a:lnTo>
                <a:lnTo>
                  <a:pt x="73406" y="1163205"/>
                </a:lnTo>
                <a:lnTo>
                  <a:pt x="73406" y="76200"/>
                </a:lnTo>
                <a:lnTo>
                  <a:pt x="63500" y="76200"/>
                </a:lnTo>
                <a:lnTo>
                  <a:pt x="53593" y="66293"/>
                </a:lnTo>
                <a:close/>
              </a:path>
              <a:path w="127000" h="1290320">
                <a:moveTo>
                  <a:pt x="73406" y="1163205"/>
                </a:moveTo>
                <a:lnTo>
                  <a:pt x="63500" y="1163205"/>
                </a:lnTo>
                <a:lnTo>
                  <a:pt x="73406" y="1173111"/>
                </a:lnTo>
                <a:lnTo>
                  <a:pt x="73406" y="1163205"/>
                </a:lnTo>
                <a:close/>
              </a:path>
              <a:path w="127000" h="1290320">
                <a:moveTo>
                  <a:pt x="73406" y="38100"/>
                </a:moveTo>
                <a:lnTo>
                  <a:pt x="53593" y="38100"/>
                </a:lnTo>
                <a:lnTo>
                  <a:pt x="53593" y="66293"/>
                </a:lnTo>
                <a:lnTo>
                  <a:pt x="63500" y="76200"/>
                </a:lnTo>
                <a:lnTo>
                  <a:pt x="73406" y="66293"/>
                </a:lnTo>
                <a:lnTo>
                  <a:pt x="73406" y="38100"/>
                </a:lnTo>
                <a:close/>
              </a:path>
              <a:path w="127000" h="1290320">
                <a:moveTo>
                  <a:pt x="73406" y="66293"/>
                </a:moveTo>
                <a:lnTo>
                  <a:pt x="63500" y="76200"/>
                </a:lnTo>
                <a:lnTo>
                  <a:pt x="73406" y="76200"/>
                </a:lnTo>
                <a:lnTo>
                  <a:pt x="73406" y="66293"/>
                </a:lnTo>
                <a:close/>
              </a:path>
              <a:path w="127000" h="1290320">
                <a:moveTo>
                  <a:pt x="63500" y="0"/>
                </a:moveTo>
                <a:lnTo>
                  <a:pt x="25400" y="38100"/>
                </a:lnTo>
                <a:lnTo>
                  <a:pt x="53593" y="66293"/>
                </a:lnTo>
                <a:lnTo>
                  <a:pt x="53593" y="38100"/>
                </a:lnTo>
                <a:lnTo>
                  <a:pt x="101600" y="38100"/>
                </a:lnTo>
                <a:lnTo>
                  <a:pt x="63500" y="0"/>
                </a:lnTo>
                <a:close/>
              </a:path>
              <a:path w="127000" h="1290320">
                <a:moveTo>
                  <a:pt x="101600" y="38100"/>
                </a:moveTo>
                <a:lnTo>
                  <a:pt x="73406" y="38100"/>
                </a:lnTo>
                <a:lnTo>
                  <a:pt x="73406" y="66293"/>
                </a:lnTo>
                <a:lnTo>
                  <a:pt x="101600" y="38100"/>
                </a:lnTo>
                <a:close/>
              </a:path>
            </a:pathLst>
          </a:custGeom>
          <a:solidFill>
            <a:srgbClr val="76B800"/>
          </a:solidFill>
        </p:spPr>
        <p:txBody>
          <a:bodyPr wrap="square" lIns="0" tIns="0" rIns="0" bIns="0" rtlCol="0"/>
          <a:lstStyle/>
          <a:p>
            <a:endParaRPr>
              <a:latin typeface="Comic Sans MS" panose="030F0702030302020204" pitchFamily="66" charset="0"/>
            </a:endParaRPr>
          </a:p>
        </p:txBody>
      </p:sp>
      <p:sp>
        <p:nvSpPr>
          <p:cNvPr id="11" name="object 11"/>
          <p:cNvSpPr txBox="1"/>
          <p:nvPr/>
        </p:nvSpPr>
        <p:spPr>
          <a:xfrm>
            <a:off x="1700022" y="5334406"/>
            <a:ext cx="797558"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omic Sans MS" panose="030F0702030302020204" pitchFamily="66" charset="0"/>
                <a:cs typeface="Calibri" panose="020F0502020204030204" pitchFamily="34" charset="0"/>
              </a:rPr>
              <a:t>2012</a:t>
            </a:r>
          </a:p>
        </p:txBody>
      </p:sp>
      <p:sp>
        <p:nvSpPr>
          <p:cNvPr id="12" name="object 12"/>
          <p:cNvSpPr txBox="1"/>
          <p:nvPr/>
        </p:nvSpPr>
        <p:spPr>
          <a:xfrm>
            <a:off x="3896359" y="5334405"/>
            <a:ext cx="667258"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omic Sans MS" panose="030F0702030302020204" pitchFamily="66" charset="0"/>
                <a:cs typeface="Calibri" panose="020F0502020204030204" pitchFamily="34" charset="0"/>
              </a:rPr>
              <a:t>2014</a:t>
            </a:r>
          </a:p>
        </p:txBody>
      </p:sp>
      <p:sp>
        <p:nvSpPr>
          <p:cNvPr id="13" name="object 13"/>
          <p:cNvSpPr txBox="1"/>
          <p:nvPr/>
        </p:nvSpPr>
        <p:spPr>
          <a:xfrm>
            <a:off x="6087871" y="5334406"/>
            <a:ext cx="797558"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omic Sans MS" panose="030F0702030302020204" pitchFamily="66" charset="0"/>
                <a:cs typeface="Calibri" panose="020F0502020204030204" pitchFamily="34" charset="0"/>
              </a:rPr>
              <a:t>2016</a:t>
            </a:r>
          </a:p>
        </p:txBody>
      </p:sp>
      <p:sp>
        <p:nvSpPr>
          <p:cNvPr id="14" name="object 14"/>
          <p:cNvSpPr txBox="1"/>
          <p:nvPr/>
        </p:nvSpPr>
        <p:spPr>
          <a:xfrm>
            <a:off x="8318118" y="5334406"/>
            <a:ext cx="667258"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omic Sans MS" panose="030F0702030302020204" pitchFamily="66" charset="0"/>
                <a:cs typeface="Calibri" panose="020F0502020204030204" pitchFamily="34" charset="0"/>
              </a:rPr>
              <a:t>2017</a:t>
            </a:r>
          </a:p>
        </p:txBody>
      </p:sp>
      <p:sp>
        <p:nvSpPr>
          <p:cNvPr id="15" name="object 15"/>
          <p:cNvSpPr txBox="1"/>
          <p:nvPr/>
        </p:nvSpPr>
        <p:spPr>
          <a:xfrm>
            <a:off x="1219200" y="2752344"/>
            <a:ext cx="1466215" cy="1325363"/>
          </a:xfrm>
          <a:prstGeom prst="rect">
            <a:avLst/>
          </a:prstGeom>
          <a:solidFill>
            <a:srgbClr val="76B800"/>
          </a:solidFill>
        </p:spPr>
        <p:txBody>
          <a:bodyPr vert="horz" wrap="square" lIns="0" tIns="67945" rIns="0" bIns="0" rtlCol="0">
            <a:spAutoFit/>
          </a:bodyPr>
          <a:lstStyle/>
          <a:p>
            <a:pPr marL="635" algn="ctr">
              <a:lnSpc>
                <a:spcPts val="1855"/>
              </a:lnSpc>
              <a:spcBef>
                <a:spcPts val="535"/>
              </a:spcBef>
            </a:pPr>
            <a:r>
              <a:rPr sz="1600" b="1" spc="-10" dirty="0">
                <a:solidFill>
                  <a:srgbClr val="FFFFFF"/>
                </a:solidFill>
                <a:latin typeface="Comic Sans MS" panose="030F0702030302020204" pitchFamily="66" charset="0"/>
                <a:cs typeface="Calibri" panose="020F0502020204030204" pitchFamily="34" charset="0"/>
              </a:rPr>
              <a:t>Kepler</a:t>
            </a:r>
            <a:endParaRPr sz="1600" dirty="0">
              <a:latin typeface="Comic Sans MS" panose="030F0702030302020204" pitchFamily="66" charset="0"/>
              <a:cs typeface="Calibri" panose="020F0502020204030204" pitchFamily="34" charset="0"/>
            </a:endParaRPr>
          </a:p>
          <a:p>
            <a:pPr marL="245110" marR="239395" algn="ctr">
              <a:lnSpc>
                <a:spcPts val="1300"/>
              </a:lnSpc>
              <a:spcBef>
                <a:spcPts val="100"/>
              </a:spcBef>
            </a:pPr>
            <a:r>
              <a:rPr sz="1200" spc="-15" dirty="0">
                <a:solidFill>
                  <a:srgbClr val="FFFFFF"/>
                </a:solidFill>
                <a:latin typeface="Comic Sans MS" panose="030F0702030302020204" pitchFamily="66" charset="0"/>
                <a:cs typeface="Calibri" panose="020F0502020204030204" pitchFamily="34" charset="0"/>
              </a:rPr>
              <a:t>Release </a:t>
            </a:r>
            <a:r>
              <a:rPr sz="1200" dirty="0">
                <a:solidFill>
                  <a:srgbClr val="FFFFFF"/>
                </a:solidFill>
                <a:latin typeface="Comic Sans MS" panose="030F0702030302020204" pitchFamily="66" charset="0"/>
                <a:cs typeface="Calibri" panose="020F0502020204030204" pitchFamily="34" charset="0"/>
              </a:rPr>
              <a:t>of</a:t>
            </a:r>
            <a:r>
              <a:rPr sz="1200" spc="-80" dirty="0">
                <a:solidFill>
                  <a:srgbClr val="FFFFFF"/>
                </a:solidFill>
                <a:latin typeface="Comic Sans MS" panose="030F0702030302020204" pitchFamily="66" charset="0"/>
                <a:cs typeface="Calibri" panose="020F0502020204030204" pitchFamily="34" charset="0"/>
              </a:rPr>
              <a:t> </a:t>
            </a:r>
            <a:r>
              <a:rPr sz="1200" dirty="0">
                <a:solidFill>
                  <a:srgbClr val="FFFFFF"/>
                </a:solidFill>
                <a:latin typeface="Comic Sans MS" panose="030F0702030302020204" pitchFamily="66" charset="0"/>
                <a:cs typeface="Calibri" panose="020F0502020204030204" pitchFamily="34" charset="0"/>
              </a:rPr>
              <a:t>the  new </a:t>
            </a:r>
            <a:r>
              <a:rPr sz="1200" spc="-5" dirty="0">
                <a:solidFill>
                  <a:srgbClr val="FFFFFF"/>
                </a:solidFill>
                <a:latin typeface="Comic Sans MS" panose="030F0702030302020204" pitchFamily="66" charset="0"/>
                <a:cs typeface="Calibri" panose="020F0502020204030204" pitchFamily="34" charset="0"/>
              </a:rPr>
              <a:t>“single-  pointer”  programming  model</a:t>
            </a:r>
            <a:endParaRPr sz="1200" dirty="0">
              <a:latin typeface="Comic Sans MS" panose="030F0702030302020204" pitchFamily="66" charset="0"/>
              <a:cs typeface="Calibri" panose="020F0502020204030204" pitchFamily="34" charset="0"/>
            </a:endParaRPr>
          </a:p>
        </p:txBody>
      </p:sp>
      <p:sp>
        <p:nvSpPr>
          <p:cNvPr id="16" name="object 16"/>
          <p:cNvSpPr txBox="1"/>
          <p:nvPr/>
        </p:nvSpPr>
        <p:spPr>
          <a:xfrm>
            <a:off x="3415284" y="2034539"/>
            <a:ext cx="1464945" cy="998094"/>
          </a:xfrm>
          <a:prstGeom prst="rect">
            <a:avLst/>
          </a:prstGeom>
          <a:solidFill>
            <a:srgbClr val="76B800"/>
          </a:solidFill>
        </p:spPr>
        <p:txBody>
          <a:bodyPr vert="horz" wrap="square" lIns="0" tIns="4445" rIns="0" bIns="0" rtlCol="0">
            <a:spAutoFit/>
          </a:bodyPr>
          <a:lstStyle/>
          <a:p>
            <a:pPr>
              <a:lnSpc>
                <a:spcPct val="100000"/>
              </a:lnSpc>
              <a:spcBef>
                <a:spcPts val="35"/>
              </a:spcBef>
            </a:pPr>
            <a:endParaRPr sz="1550" dirty="0">
              <a:latin typeface="Comic Sans MS" panose="030F0702030302020204" pitchFamily="66" charset="0"/>
              <a:cs typeface="Times New Roman" panose="02020603050405020304"/>
            </a:endParaRPr>
          </a:p>
          <a:p>
            <a:pPr marL="635" algn="ctr">
              <a:lnSpc>
                <a:spcPts val="1855"/>
              </a:lnSpc>
              <a:spcBef>
                <a:spcPts val="5"/>
              </a:spcBef>
            </a:pPr>
            <a:r>
              <a:rPr sz="1600" b="1" spc="-10" dirty="0">
                <a:solidFill>
                  <a:srgbClr val="FFFFFF"/>
                </a:solidFill>
                <a:latin typeface="Comic Sans MS" panose="030F0702030302020204" pitchFamily="66" charset="0"/>
                <a:cs typeface="Calibri" panose="020F0502020204030204" pitchFamily="34" charset="0"/>
              </a:rPr>
              <a:t>Maxwell</a:t>
            </a:r>
            <a:endParaRPr sz="1600" dirty="0">
              <a:latin typeface="Comic Sans MS" panose="030F0702030302020204" pitchFamily="66" charset="0"/>
              <a:cs typeface="Calibri" panose="020F0502020204030204" pitchFamily="34" charset="0"/>
            </a:endParaRPr>
          </a:p>
          <a:p>
            <a:pPr marL="121920" marR="113665" indent="-635" algn="ctr">
              <a:lnSpc>
                <a:spcPct val="90000"/>
              </a:lnSpc>
              <a:spcBef>
                <a:spcPts val="75"/>
              </a:spcBef>
            </a:pPr>
            <a:r>
              <a:rPr sz="1200" spc="-5" dirty="0">
                <a:solidFill>
                  <a:srgbClr val="FFFFFF"/>
                </a:solidFill>
                <a:latin typeface="Comic Sans MS" panose="030F0702030302020204" pitchFamily="66" charset="0"/>
                <a:cs typeface="Calibri" panose="020F0502020204030204" pitchFamily="34" charset="0"/>
              </a:rPr>
              <a:t>No </a:t>
            </a:r>
            <a:r>
              <a:rPr sz="1200" dirty="0">
                <a:solidFill>
                  <a:srgbClr val="FFFFFF"/>
                </a:solidFill>
                <a:latin typeface="Comic Sans MS" panose="030F0702030302020204" pitchFamily="66" charset="0"/>
                <a:cs typeface="Calibri" panose="020F0502020204030204" pitchFamily="34" charset="0"/>
              </a:rPr>
              <a:t>new </a:t>
            </a:r>
            <a:r>
              <a:rPr sz="1200" spc="-5" dirty="0">
                <a:solidFill>
                  <a:srgbClr val="FFFFFF"/>
                </a:solidFill>
                <a:latin typeface="Comic Sans MS" panose="030F0702030302020204" pitchFamily="66" charset="0"/>
                <a:cs typeface="Calibri" panose="020F0502020204030204" pitchFamily="34" charset="0"/>
              </a:rPr>
              <a:t>features  related </a:t>
            </a:r>
            <a:r>
              <a:rPr sz="1200" dirty="0">
                <a:solidFill>
                  <a:srgbClr val="FFFFFF"/>
                </a:solidFill>
                <a:latin typeface="Comic Sans MS" panose="030F0702030302020204" pitchFamily="66" charset="0"/>
                <a:cs typeface="Calibri" panose="020F0502020204030204" pitchFamily="34" charset="0"/>
              </a:rPr>
              <a:t>to</a:t>
            </a:r>
            <a:r>
              <a:rPr sz="1200" spc="-85" dirty="0">
                <a:solidFill>
                  <a:srgbClr val="FFFFFF"/>
                </a:solidFill>
                <a:latin typeface="Comic Sans MS" panose="030F0702030302020204" pitchFamily="66" charset="0"/>
                <a:cs typeface="Calibri" panose="020F0502020204030204" pitchFamily="34" charset="0"/>
              </a:rPr>
              <a:t> </a:t>
            </a:r>
            <a:r>
              <a:rPr sz="1200" spc="-5" dirty="0">
                <a:solidFill>
                  <a:srgbClr val="FFFFFF"/>
                </a:solidFill>
                <a:latin typeface="Comic Sans MS" panose="030F0702030302020204" pitchFamily="66" charset="0"/>
                <a:cs typeface="Calibri" panose="020F0502020204030204" pitchFamily="34" charset="0"/>
              </a:rPr>
              <a:t>Unified  Memory</a:t>
            </a:r>
            <a:endParaRPr sz="1200" dirty="0">
              <a:latin typeface="Comic Sans MS" panose="030F0702030302020204" pitchFamily="66" charset="0"/>
              <a:cs typeface="Calibri" panose="020F0502020204030204" pitchFamily="34" charset="0"/>
            </a:endParaRPr>
          </a:p>
        </p:txBody>
      </p:sp>
      <p:sp>
        <p:nvSpPr>
          <p:cNvPr id="17" name="object 17"/>
          <p:cNvSpPr txBox="1"/>
          <p:nvPr/>
        </p:nvSpPr>
        <p:spPr>
          <a:xfrm>
            <a:off x="5609844" y="2732532"/>
            <a:ext cx="1464945" cy="1322285"/>
          </a:xfrm>
          <a:prstGeom prst="rect">
            <a:avLst/>
          </a:prstGeom>
          <a:solidFill>
            <a:srgbClr val="76B800"/>
          </a:solidFill>
        </p:spPr>
        <p:txBody>
          <a:bodyPr vert="horz" wrap="square" lIns="0" tIns="67945" rIns="0" bIns="0" rtlCol="0">
            <a:spAutoFit/>
          </a:bodyPr>
          <a:lstStyle/>
          <a:p>
            <a:pPr algn="ctr">
              <a:lnSpc>
                <a:spcPts val="1855"/>
              </a:lnSpc>
              <a:spcBef>
                <a:spcPts val="535"/>
              </a:spcBef>
            </a:pPr>
            <a:r>
              <a:rPr sz="1600" b="1" spc="-15" dirty="0">
                <a:solidFill>
                  <a:srgbClr val="FFFFFF"/>
                </a:solidFill>
                <a:latin typeface="Comic Sans MS" panose="030F0702030302020204" pitchFamily="66" charset="0"/>
                <a:cs typeface="Calibri" panose="020F0502020204030204" pitchFamily="34" charset="0"/>
              </a:rPr>
              <a:t>Pascal</a:t>
            </a:r>
            <a:endParaRPr sz="1600" dirty="0">
              <a:latin typeface="Comic Sans MS" panose="030F0702030302020204" pitchFamily="66" charset="0"/>
              <a:cs typeface="Calibri" panose="020F0502020204030204" pitchFamily="34" charset="0"/>
            </a:endParaRPr>
          </a:p>
          <a:p>
            <a:pPr marL="117475" marR="109220" indent="635" algn="ctr">
              <a:lnSpc>
                <a:spcPct val="90000"/>
              </a:lnSpc>
              <a:spcBef>
                <a:spcPts val="80"/>
              </a:spcBef>
            </a:pPr>
            <a:r>
              <a:rPr sz="1200" spc="-5" dirty="0">
                <a:solidFill>
                  <a:srgbClr val="FFFFFF"/>
                </a:solidFill>
                <a:latin typeface="Comic Sans MS" panose="030F0702030302020204" pitchFamily="66" charset="0"/>
                <a:cs typeface="Calibri" panose="020F0502020204030204" pitchFamily="34" charset="0"/>
              </a:rPr>
              <a:t>On-demand  migration,  concurrent</a:t>
            </a:r>
            <a:r>
              <a:rPr sz="1200" spc="-55" dirty="0">
                <a:solidFill>
                  <a:srgbClr val="FFFFFF"/>
                </a:solidFill>
                <a:latin typeface="Comic Sans MS" panose="030F0702030302020204" pitchFamily="66" charset="0"/>
                <a:cs typeface="Calibri" panose="020F0502020204030204" pitchFamily="34" charset="0"/>
              </a:rPr>
              <a:t> </a:t>
            </a:r>
            <a:r>
              <a:rPr sz="1200" spc="-5" dirty="0">
                <a:solidFill>
                  <a:srgbClr val="FFFFFF"/>
                </a:solidFill>
                <a:latin typeface="Comic Sans MS" panose="030F0702030302020204" pitchFamily="66" charset="0"/>
                <a:cs typeface="Calibri" panose="020F0502020204030204" pitchFamily="34" charset="0"/>
              </a:rPr>
              <a:t>access  and </a:t>
            </a:r>
            <a:r>
              <a:rPr sz="1200" dirty="0">
                <a:solidFill>
                  <a:srgbClr val="FFFFFF"/>
                </a:solidFill>
                <a:latin typeface="Comic Sans MS" panose="030F0702030302020204" pitchFamily="66" charset="0"/>
                <a:cs typeface="Calibri" panose="020F0502020204030204" pitchFamily="34" charset="0"/>
              </a:rPr>
              <a:t>atomics,  </a:t>
            </a:r>
            <a:r>
              <a:rPr sz="1200" spc="-5" dirty="0">
                <a:solidFill>
                  <a:srgbClr val="FFFFFF"/>
                </a:solidFill>
                <a:latin typeface="Comic Sans MS" panose="030F0702030302020204" pitchFamily="66" charset="0"/>
                <a:cs typeface="Calibri" panose="020F0502020204030204" pitchFamily="34" charset="0"/>
              </a:rPr>
              <a:t>oversubscription</a:t>
            </a:r>
            <a:endParaRPr sz="1200" dirty="0">
              <a:latin typeface="Comic Sans MS" panose="030F0702030302020204" pitchFamily="66" charset="0"/>
              <a:cs typeface="Calibri" panose="020F0502020204030204" pitchFamily="34" charset="0"/>
            </a:endParaRPr>
          </a:p>
        </p:txBody>
      </p:sp>
      <p:sp>
        <p:nvSpPr>
          <p:cNvPr id="18" name="object 18"/>
          <p:cNvSpPr txBox="1"/>
          <p:nvPr/>
        </p:nvSpPr>
        <p:spPr>
          <a:xfrm>
            <a:off x="7837931" y="2034539"/>
            <a:ext cx="1466215" cy="1192506"/>
          </a:xfrm>
          <a:prstGeom prst="rect">
            <a:avLst/>
          </a:prstGeom>
          <a:solidFill>
            <a:srgbClr val="76B800"/>
          </a:solidFill>
        </p:spPr>
        <p:txBody>
          <a:bodyPr vert="horz" wrap="square" lIns="0" tIns="1905" rIns="0" bIns="0" rtlCol="0">
            <a:spAutoFit/>
          </a:bodyPr>
          <a:lstStyle/>
          <a:p>
            <a:pPr>
              <a:lnSpc>
                <a:spcPct val="100000"/>
              </a:lnSpc>
              <a:spcBef>
                <a:spcPts val="15"/>
              </a:spcBef>
            </a:pPr>
            <a:endParaRPr sz="1750" dirty="0">
              <a:latin typeface="Comic Sans MS" panose="030F0702030302020204" pitchFamily="66" charset="0"/>
              <a:cs typeface="Times New Roman" panose="02020603050405020304"/>
            </a:endParaRPr>
          </a:p>
          <a:p>
            <a:pPr marL="635" algn="ctr">
              <a:lnSpc>
                <a:spcPts val="1855"/>
              </a:lnSpc>
            </a:pPr>
            <a:r>
              <a:rPr sz="1600" b="1" spc="-30" dirty="0">
                <a:solidFill>
                  <a:srgbClr val="FFFFFF"/>
                </a:solidFill>
                <a:latin typeface="Comic Sans MS" panose="030F0702030302020204" pitchFamily="66" charset="0"/>
                <a:cs typeface="Calibri" panose="020F0502020204030204" pitchFamily="34" charset="0"/>
              </a:rPr>
              <a:t>Volta</a:t>
            </a:r>
            <a:endParaRPr sz="1600" dirty="0">
              <a:latin typeface="Comic Sans MS" panose="030F0702030302020204" pitchFamily="66" charset="0"/>
              <a:cs typeface="Calibri" panose="020F0502020204030204" pitchFamily="34" charset="0"/>
            </a:endParaRPr>
          </a:p>
          <a:p>
            <a:pPr marL="114935" marR="103505" indent="-3810" algn="ctr">
              <a:lnSpc>
                <a:spcPct val="90000"/>
              </a:lnSpc>
              <a:spcBef>
                <a:spcPts val="80"/>
              </a:spcBef>
            </a:pPr>
            <a:r>
              <a:rPr sz="1200" spc="-5" dirty="0">
                <a:solidFill>
                  <a:srgbClr val="FFFFFF"/>
                </a:solidFill>
                <a:latin typeface="Comic Sans MS" panose="030F0702030302020204" pitchFamily="66" charset="0"/>
                <a:cs typeface="Calibri" panose="020F0502020204030204" pitchFamily="34" charset="0"/>
              </a:rPr>
              <a:t>Access counters,  </a:t>
            </a:r>
            <a:r>
              <a:rPr sz="1200" dirty="0">
                <a:solidFill>
                  <a:srgbClr val="FFFFFF"/>
                </a:solidFill>
                <a:latin typeface="Comic Sans MS" panose="030F0702030302020204" pitchFamily="66" charset="0"/>
                <a:cs typeface="Calibri" panose="020F0502020204030204" pitchFamily="34" charset="0"/>
              </a:rPr>
              <a:t>P9 </a:t>
            </a:r>
            <a:r>
              <a:rPr sz="1200" spc="-5" dirty="0">
                <a:solidFill>
                  <a:srgbClr val="FFFFFF"/>
                </a:solidFill>
                <a:latin typeface="Comic Sans MS" panose="030F0702030302020204" pitchFamily="66" charset="0"/>
                <a:cs typeface="Calibri" panose="020F0502020204030204" pitchFamily="34" charset="0"/>
              </a:rPr>
              <a:t>only:</a:t>
            </a:r>
            <a:r>
              <a:rPr sz="1200" spc="-90" dirty="0">
                <a:solidFill>
                  <a:srgbClr val="FFFFFF"/>
                </a:solidFill>
                <a:latin typeface="Comic Sans MS" panose="030F0702030302020204" pitchFamily="66" charset="0"/>
                <a:cs typeface="Calibri" panose="020F0502020204030204" pitchFamily="34" charset="0"/>
              </a:rPr>
              <a:t> </a:t>
            </a:r>
            <a:r>
              <a:rPr sz="1200" spc="-5" dirty="0">
                <a:solidFill>
                  <a:srgbClr val="FFFFFF"/>
                </a:solidFill>
                <a:latin typeface="Comic Sans MS" panose="030F0702030302020204" pitchFamily="66" charset="0"/>
                <a:cs typeface="Calibri" panose="020F0502020204030204" pitchFamily="34" charset="0"/>
              </a:rPr>
              <a:t>hardware  </a:t>
            </a:r>
            <a:r>
              <a:rPr sz="1200" spc="-20" dirty="0">
                <a:solidFill>
                  <a:srgbClr val="FFFFFF"/>
                </a:solidFill>
                <a:latin typeface="Comic Sans MS" panose="030F0702030302020204" pitchFamily="66" charset="0"/>
                <a:cs typeface="Calibri" panose="020F0502020204030204" pitchFamily="34" charset="0"/>
              </a:rPr>
              <a:t>coherency, </a:t>
            </a:r>
            <a:r>
              <a:rPr sz="1200" spc="-40" dirty="0">
                <a:solidFill>
                  <a:srgbClr val="FFFFFF"/>
                </a:solidFill>
                <a:latin typeface="Comic Sans MS" panose="030F0702030302020204" pitchFamily="66" charset="0"/>
                <a:cs typeface="Calibri" panose="020F0502020204030204" pitchFamily="34" charset="0"/>
              </a:rPr>
              <a:t>ATS  </a:t>
            </a:r>
            <a:r>
              <a:rPr sz="1200" spc="-5" dirty="0">
                <a:solidFill>
                  <a:srgbClr val="FFFFFF"/>
                </a:solidFill>
                <a:latin typeface="Comic Sans MS" panose="030F0702030302020204" pitchFamily="66" charset="0"/>
                <a:cs typeface="Calibri" panose="020F0502020204030204" pitchFamily="34" charset="0"/>
              </a:rPr>
              <a:t>support</a:t>
            </a:r>
            <a:endParaRPr sz="1200" dirty="0">
              <a:latin typeface="Comic Sans MS" panose="030F0702030302020204" pitchFamily="66" charset="0"/>
              <a:cs typeface="Calibri" panose="020F0502020204030204" pitchFamily="34" charset="0"/>
            </a:endParaRPr>
          </a:p>
        </p:txBody>
      </p:sp>
      <p:sp>
        <p:nvSpPr>
          <p:cNvPr id="19" name="object 19"/>
          <p:cNvSpPr/>
          <p:nvPr/>
        </p:nvSpPr>
        <p:spPr>
          <a:xfrm>
            <a:off x="4084065" y="3377946"/>
            <a:ext cx="127000" cy="1967230"/>
          </a:xfrm>
          <a:custGeom>
            <a:avLst/>
            <a:gdLst/>
            <a:ahLst/>
            <a:cxnLst/>
            <a:rect l="l" t="t" r="r" b="b"/>
            <a:pathLst>
              <a:path w="127000" h="1967229">
                <a:moveTo>
                  <a:pt x="53740" y="1849840"/>
                </a:moveTo>
                <a:lnTo>
                  <a:pt x="0" y="1903323"/>
                </a:lnTo>
                <a:lnTo>
                  <a:pt x="63373" y="1967001"/>
                </a:lnTo>
                <a:lnTo>
                  <a:pt x="127000" y="1903679"/>
                </a:lnTo>
                <a:lnTo>
                  <a:pt x="126848" y="1903526"/>
                </a:lnTo>
                <a:lnTo>
                  <a:pt x="73406" y="1903526"/>
                </a:lnTo>
                <a:lnTo>
                  <a:pt x="53594" y="1903476"/>
                </a:lnTo>
                <a:lnTo>
                  <a:pt x="53740" y="1849840"/>
                </a:lnTo>
                <a:close/>
              </a:path>
              <a:path w="127000" h="1967229">
                <a:moveTo>
                  <a:pt x="63626" y="1840001"/>
                </a:moveTo>
                <a:lnTo>
                  <a:pt x="53740" y="1849840"/>
                </a:lnTo>
                <a:lnTo>
                  <a:pt x="53594" y="1903476"/>
                </a:lnTo>
                <a:lnTo>
                  <a:pt x="73406" y="1903526"/>
                </a:lnTo>
                <a:lnTo>
                  <a:pt x="73551" y="1849973"/>
                </a:lnTo>
                <a:lnTo>
                  <a:pt x="63626" y="1840001"/>
                </a:lnTo>
                <a:close/>
              </a:path>
              <a:path w="127000" h="1967229">
                <a:moveTo>
                  <a:pt x="73551" y="1849973"/>
                </a:moveTo>
                <a:lnTo>
                  <a:pt x="73406" y="1903526"/>
                </a:lnTo>
                <a:lnTo>
                  <a:pt x="126848" y="1903526"/>
                </a:lnTo>
                <a:lnTo>
                  <a:pt x="73551" y="1849973"/>
                </a:lnTo>
                <a:close/>
              </a:path>
              <a:path w="127000" h="1967229">
                <a:moveTo>
                  <a:pt x="73578" y="1840001"/>
                </a:moveTo>
                <a:lnTo>
                  <a:pt x="63626" y="1840001"/>
                </a:lnTo>
                <a:lnTo>
                  <a:pt x="73551" y="1849973"/>
                </a:lnTo>
                <a:lnTo>
                  <a:pt x="73578" y="1840001"/>
                </a:lnTo>
                <a:close/>
              </a:path>
              <a:path w="127000" h="1967229">
                <a:moveTo>
                  <a:pt x="58597" y="66278"/>
                </a:moveTo>
                <a:lnTo>
                  <a:pt x="53740" y="1849840"/>
                </a:lnTo>
                <a:lnTo>
                  <a:pt x="63626" y="1840001"/>
                </a:lnTo>
                <a:lnTo>
                  <a:pt x="73578" y="1840001"/>
                </a:lnTo>
                <a:lnTo>
                  <a:pt x="78382" y="76199"/>
                </a:lnTo>
                <a:lnTo>
                  <a:pt x="68453" y="76199"/>
                </a:lnTo>
                <a:lnTo>
                  <a:pt x="58597" y="66278"/>
                </a:lnTo>
                <a:close/>
              </a:path>
              <a:path w="127000" h="1967229">
                <a:moveTo>
                  <a:pt x="78486" y="38099"/>
                </a:moveTo>
                <a:lnTo>
                  <a:pt x="58674" y="38099"/>
                </a:lnTo>
                <a:lnTo>
                  <a:pt x="58628" y="66309"/>
                </a:lnTo>
                <a:lnTo>
                  <a:pt x="68453" y="76199"/>
                </a:lnTo>
                <a:lnTo>
                  <a:pt x="78409" y="66309"/>
                </a:lnTo>
                <a:lnTo>
                  <a:pt x="78486" y="38099"/>
                </a:lnTo>
                <a:close/>
              </a:path>
              <a:path w="127000" h="1967229">
                <a:moveTo>
                  <a:pt x="78409" y="66309"/>
                </a:moveTo>
                <a:lnTo>
                  <a:pt x="68453" y="76199"/>
                </a:lnTo>
                <a:lnTo>
                  <a:pt x="78382" y="76199"/>
                </a:lnTo>
                <a:lnTo>
                  <a:pt x="78409" y="66309"/>
                </a:lnTo>
                <a:close/>
              </a:path>
              <a:path w="127000" h="1967229">
                <a:moveTo>
                  <a:pt x="106553" y="38099"/>
                </a:moveTo>
                <a:lnTo>
                  <a:pt x="78486" y="38099"/>
                </a:lnTo>
                <a:lnTo>
                  <a:pt x="78409" y="66309"/>
                </a:lnTo>
                <a:lnTo>
                  <a:pt x="106680" y="38226"/>
                </a:lnTo>
                <a:lnTo>
                  <a:pt x="106553" y="38099"/>
                </a:lnTo>
                <a:close/>
              </a:path>
              <a:path w="127000" h="1967229">
                <a:moveTo>
                  <a:pt x="68707" y="0"/>
                </a:moveTo>
                <a:lnTo>
                  <a:pt x="30480" y="37972"/>
                </a:lnTo>
                <a:lnTo>
                  <a:pt x="58597" y="66278"/>
                </a:lnTo>
                <a:lnTo>
                  <a:pt x="58674" y="38099"/>
                </a:lnTo>
                <a:lnTo>
                  <a:pt x="106553" y="38099"/>
                </a:lnTo>
                <a:lnTo>
                  <a:pt x="68707" y="0"/>
                </a:lnTo>
                <a:close/>
              </a:path>
            </a:pathLst>
          </a:custGeom>
          <a:solidFill>
            <a:srgbClr val="76B800"/>
          </a:solidFill>
        </p:spPr>
        <p:txBody>
          <a:bodyPr wrap="square" lIns="0" tIns="0" rIns="0" bIns="0" rtlCol="0"/>
          <a:lstStyle/>
          <a:p>
            <a:endParaRPr>
              <a:latin typeface="Comic Sans MS" panose="030F0702030302020204" pitchFamily="66" charset="0"/>
            </a:endParaRPr>
          </a:p>
        </p:txBody>
      </p:sp>
      <p:sp>
        <p:nvSpPr>
          <p:cNvPr id="20" name="object 20"/>
          <p:cNvSpPr txBox="1"/>
          <p:nvPr/>
        </p:nvSpPr>
        <p:spPr>
          <a:xfrm>
            <a:off x="6608064" y="4207764"/>
            <a:ext cx="996950" cy="303288"/>
          </a:xfrm>
          <a:prstGeom prst="rect">
            <a:avLst/>
          </a:prstGeom>
          <a:solidFill>
            <a:srgbClr val="76B800"/>
          </a:solidFill>
        </p:spPr>
        <p:txBody>
          <a:bodyPr vert="horz" wrap="square" lIns="0" tIns="86995" rIns="0" bIns="0" rtlCol="0">
            <a:spAutoFit/>
          </a:bodyPr>
          <a:lstStyle/>
          <a:p>
            <a:pPr marL="127000">
              <a:lnSpc>
                <a:spcPct val="100000"/>
              </a:lnSpc>
              <a:spcBef>
                <a:spcPts val="685"/>
              </a:spcBef>
            </a:pPr>
            <a:r>
              <a:rPr sz="1400" spc="-5" dirty="0">
                <a:solidFill>
                  <a:srgbClr val="FFFFFF"/>
                </a:solidFill>
                <a:latin typeface="Comic Sans MS" panose="030F0702030302020204" pitchFamily="66" charset="0"/>
                <a:cs typeface="Arial" panose="020B0604020202020204"/>
              </a:rPr>
              <a:t>NVLINK1</a:t>
            </a:r>
            <a:endParaRPr sz="1400">
              <a:latin typeface="Comic Sans MS" panose="030F0702030302020204" pitchFamily="66" charset="0"/>
              <a:cs typeface="Arial" panose="020B0604020202020204"/>
            </a:endParaRPr>
          </a:p>
        </p:txBody>
      </p:sp>
      <p:sp>
        <p:nvSpPr>
          <p:cNvPr id="21" name="object 21"/>
          <p:cNvSpPr txBox="1"/>
          <p:nvPr/>
        </p:nvSpPr>
        <p:spPr>
          <a:xfrm>
            <a:off x="8869680" y="3723132"/>
            <a:ext cx="996950" cy="302647"/>
          </a:xfrm>
          <a:prstGeom prst="rect">
            <a:avLst/>
          </a:prstGeom>
          <a:solidFill>
            <a:srgbClr val="76B800"/>
          </a:solidFill>
        </p:spPr>
        <p:txBody>
          <a:bodyPr vert="horz" wrap="square" lIns="0" tIns="86360" rIns="0" bIns="0" rtlCol="0">
            <a:spAutoFit/>
          </a:bodyPr>
          <a:lstStyle/>
          <a:p>
            <a:pPr marL="127635">
              <a:lnSpc>
                <a:spcPct val="100000"/>
              </a:lnSpc>
              <a:spcBef>
                <a:spcPts val="680"/>
              </a:spcBef>
            </a:pPr>
            <a:r>
              <a:rPr sz="1400" spc="-5" dirty="0">
                <a:solidFill>
                  <a:srgbClr val="FFFFFF"/>
                </a:solidFill>
                <a:latin typeface="Comic Sans MS" panose="030F0702030302020204" pitchFamily="66" charset="0"/>
                <a:cs typeface="Arial" panose="020B0604020202020204"/>
              </a:rPr>
              <a:t>NVLINK2</a:t>
            </a:r>
            <a:endParaRPr sz="1400">
              <a:latin typeface="Comic Sans MS" panose="030F0702030302020204" pitchFamily="66" charset="0"/>
              <a:cs typeface="Arial" panose="020B0604020202020204"/>
            </a:endParaRPr>
          </a:p>
        </p:txBody>
      </p:sp>
      <p:sp>
        <p:nvSpPr>
          <p:cNvPr id="22" name="object 22"/>
          <p:cNvSpPr txBox="1"/>
          <p:nvPr/>
        </p:nvSpPr>
        <p:spPr>
          <a:xfrm>
            <a:off x="666675" y="5742594"/>
            <a:ext cx="3974491" cy="228268"/>
          </a:xfrm>
          <a:prstGeom prst="rect">
            <a:avLst/>
          </a:prstGeom>
        </p:spPr>
        <p:txBody>
          <a:bodyPr vert="horz" wrap="square" lIns="0" tIns="12700" rIns="0" bIns="0" rtlCol="0">
            <a:spAutoFit/>
          </a:bodyPr>
          <a:lstStyle/>
          <a:p>
            <a:pPr marL="12700">
              <a:lnSpc>
                <a:spcPct val="100000"/>
              </a:lnSpc>
              <a:spcBef>
                <a:spcPts val="100"/>
              </a:spcBef>
            </a:pPr>
            <a:r>
              <a:rPr sz="1400" i="1" spc="-5" dirty="0">
                <a:solidFill>
                  <a:srgbClr val="505050"/>
                </a:solidFill>
                <a:latin typeface="Comic Sans MS" panose="030F0702030302020204" pitchFamily="66" charset="0"/>
                <a:cs typeface="Calibri" panose="020F0502020204030204" pitchFamily="34" charset="0"/>
              </a:rPr>
              <a:t>*Not all </a:t>
            </a:r>
            <a:r>
              <a:rPr sz="1400" i="1" dirty="0">
                <a:solidFill>
                  <a:srgbClr val="505050"/>
                </a:solidFill>
                <a:latin typeface="Comic Sans MS" panose="030F0702030302020204" pitchFamily="66" charset="0"/>
                <a:cs typeface="Calibri" panose="020F0502020204030204" pitchFamily="34" charset="0"/>
              </a:rPr>
              <a:t>features are </a:t>
            </a:r>
            <a:r>
              <a:rPr sz="1400" i="1" spc="-5" dirty="0">
                <a:solidFill>
                  <a:srgbClr val="505050"/>
                </a:solidFill>
                <a:latin typeface="Comic Sans MS" panose="030F0702030302020204" pitchFamily="66" charset="0"/>
                <a:cs typeface="Calibri" panose="020F0502020204030204" pitchFamily="34" charset="0"/>
              </a:rPr>
              <a:t>available </a:t>
            </a:r>
            <a:r>
              <a:rPr sz="1400" i="1" dirty="0">
                <a:solidFill>
                  <a:srgbClr val="505050"/>
                </a:solidFill>
                <a:latin typeface="Comic Sans MS" panose="030F0702030302020204" pitchFamily="66" charset="0"/>
                <a:cs typeface="Calibri" panose="020F0502020204030204" pitchFamily="34" charset="0"/>
              </a:rPr>
              <a:t>on </a:t>
            </a:r>
            <a:r>
              <a:rPr sz="1400" i="1" spc="-5" dirty="0">
                <a:solidFill>
                  <a:srgbClr val="505050"/>
                </a:solidFill>
                <a:latin typeface="Comic Sans MS" panose="030F0702030302020204" pitchFamily="66" charset="0"/>
                <a:cs typeface="Calibri" panose="020F0502020204030204" pitchFamily="34" charset="0"/>
              </a:rPr>
              <a:t>all</a:t>
            </a:r>
            <a:r>
              <a:rPr sz="1400" i="1" spc="-75" dirty="0">
                <a:solidFill>
                  <a:srgbClr val="505050"/>
                </a:solidFill>
                <a:latin typeface="Comic Sans MS" panose="030F0702030302020204" pitchFamily="66" charset="0"/>
                <a:cs typeface="Calibri" panose="020F0502020204030204" pitchFamily="34" charset="0"/>
              </a:rPr>
              <a:t> </a:t>
            </a:r>
            <a:r>
              <a:rPr sz="1400" i="1" spc="-5" dirty="0">
                <a:solidFill>
                  <a:srgbClr val="505050"/>
                </a:solidFill>
                <a:latin typeface="Comic Sans MS" panose="030F0702030302020204" pitchFamily="66" charset="0"/>
                <a:cs typeface="Calibri" panose="020F0502020204030204" pitchFamily="34" charset="0"/>
              </a:rPr>
              <a:t>platforms</a:t>
            </a:r>
            <a:endParaRPr sz="1400" dirty="0">
              <a:latin typeface="Comic Sans MS" panose="030F0702030302020204" pitchFamily="66" charset="0"/>
              <a:cs typeface="Calibri" panose="020F0502020204030204" pitchFamily="34" charset="0"/>
            </a:endParaRPr>
          </a:p>
        </p:txBody>
      </p:sp>
      <p:sp>
        <p:nvSpPr>
          <p:cNvPr id="23" name="object 28"/>
          <p:cNvSpPr txBox="1">
            <a:spLocks noGrp="1"/>
          </p:cNvSpPr>
          <p:nvPr>
            <p:ph type="sldNum" sz="quarter" idx="12"/>
          </p:nvPr>
        </p:nvSpPr>
        <p:spPr>
          <a:xfrm>
            <a:off x="7749540" y="5782942"/>
            <a:ext cx="2468880" cy="204158"/>
          </a:xfrm>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dirty="0">
                <a:latin typeface="Comic Sans MS" panose="030F0702030302020204" pitchFamily="66" charset="0"/>
              </a:rPr>
              <a:t>14</a:t>
            </a:fld>
            <a:endParaRPr dirty="0">
              <a:latin typeface="Comic Sans MS" panose="030F07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1066800" y="206051"/>
            <a:ext cx="9464040" cy="838691"/>
          </a:xfrm>
          <a:prstGeom prst="rect">
            <a:avLst/>
          </a:prstGeom>
        </p:spPr>
        <p:txBody>
          <a:bodyPr vert="horz" wrap="square" lIns="0" tIns="0" rIns="0" bIns="0" rtlCol="0">
            <a:spAutoFit/>
          </a:bodyPr>
          <a:lstStyle/>
          <a:p>
            <a:pPr algn="ctr">
              <a:lnSpc>
                <a:spcPct val="100000"/>
              </a:lnSpc>
            </a:pPr>
            <a:r>
              <a:rPr sz="3200" b="1" spc="-20" dirty="0">
                <a:latin typeface="Comic Sans MS" panose="030F0702030302020204" pitchFamily="66" charset="0"/>
              </a:rPr>
              <a:t>AS</a:t>
            </a:r>
            <a:r>
              <a:rPr sz="3200" b="1" spc="-5" dirty="0">
                <a:latin typeface="Comic Sans MS" panose="030F0702030302020204" pitchFamily="66" charset="0"/>
              </a:rPr>
              <a:t>I</a:t>
            </a:r>
            <a:r>
              <a:rPr sz="3200" b="1" dirty="0">
                <a:latin typeface="Comic Sans MS" panose="030F0702030302020204" pitchFamily="66" charset="0"/>
              </a:rPr>
              <a:t>D</a:t>
            </a:r>
            <a:r>
              <a:rPr sz="3200" b="1" spc="-25" dirty="0">
                <a:latin typeface="Comic Sans MS" panose="030F0702030302020204" pitchFamily="66" charset="0"/>
              </a:rPr>
              <a:t>E</a:t>
            </a:r>
            <a:r>
              <a:rPr sz="3200" b="1" dirty="0">
                <a:latin typeface="Comic Sans MS" panose="030F0702030302020204" pitchFamily="66" charset="0"/>
              </a:rPr>
              <a:t>:</a:t>
            </a:r>
            <a:r>
              <a:rPr sz="3200" b="1" spc="5" dirty="0">
                <a:latin typeface="Comic Sans MS" panose="030F0702030302020204" pitchFamily="66" charset="0"/>
              </a:rPr>
              <a:t> </a:t>
            </a:r>
            <a:r>
              <a:rPr sz="3200" b="1" spc="-15" dirty="0">
                <a:latin typeface="Comic Sans MS" panose="030F0702030302020204" pitchFamily="66" charset="0"/>
              </a:rPr>
              <a:t>P</a:t>
            </a:r>
            <a:r>
              <a:rPr sz="3200" b="1" dirty="0">
                <a:latin typeface="Comic Sans MS" panose="030F0702030302020204" pitchFamily="66" charset="0"/>
              </a:rPr>
              <a:t>R</a:t>
            </a:r>
            <a:r>
              <a:rPr sz="3200" b="1" spc="-25" dirty="0">
                <a:latin typeface="Comic Sans MS" panose="030F0702030302020204" pitchFamily="66" charset="0"/>
              </a:rPr>
              <a:t>E</a:t>
            </a:r>
            <a:r>
              <a:rPr sz="3200" b="1" dirty="0">
                <a:latin typeface="Comic Sans MS" panose="030F0702030302020204" pitchFamily="66" charset="0"/>
              </a:rPr>
              <a:t>-</a:t>
            </a:r>
            <a:r>
              <a:rPr sz="3200" b="1" spc="-15" dirty="0">
                <a:latin typeface="Comic Sans MS" panose="030F0702030302020204" pitchFamily="66" charset="0"/>
              </a:rPr>
              <a:t>P</a:t>
            </a:r>
            <a:r>
              <a:rPr sz="3200" b="1" spc="-25" dirty="0">
                <a:latin typeface="Comic Sans MS" panose="030F0702030302020204" pitchFamily="66" charset="0"/>
              </a:rPr>
              <a:t>A</a:t>
            </a:r>
            <a:r>
              <a:rPr sz="3200" b="1" spc="-15" dirty="0">
                <a:latin typeface="Comic Sans MS" panose="030F0702030302020204" pitchFamily="66" charset="0"/>
              </a:rPr>
              <a:t>S</a:t>
            </a:r>
            <a:r>
              <a:rPr sz="3200" b="1" spc="-5" dirty="0">
                <a:latin typeface="Comic Sans MS" panose="030F0702030302020204" pitchFamily="66" charset="0"/>
              </a:rPr>
              <a:t>C</a:t>
            </a:r>
            <a:r>
              <a:rPr sz="3200" b="1" spc="-25" dirty="0">
                <a:latin typeface="Comic Sans MS" panose="030F0702030302020204" pitchFamily="66" charset="0"/>
              </a:rPr>
              <a:t>A</a:t>
            </a:r>
            <a:r>
              <a:rPr sz="3200" b="1" dirty="0">
                <a:latin typeface="Comic Sans MS" panose="030F0702030302020204" pitchFamily="66" charset="0"/>
              </a:rPr>
              <a:t>L</a:t>
            </a:r>
            <a:r>
              <a:rPr sz="3200" b="1" spc="5" dirty="0">
                <a:latin typeface="Comic Sans MS" panose="030F0702030302020204" pitchFamily="66" charset="0"/>
              </a:rPr>
              <a:t> </a:t>
            </a:r>
            <a:r>
              <a:rPr sz="3200" b="1" dirty="0">
                <a:latin typeface="Comic Sans MS" panose="030F0702030302020204" pitchFamily="66" charset="0"/>
              </a:rPr>
              <a:t>UM</a:t>
            </a:r>
            <a:r>
              <a:rPr sz="3200" b="1" spc="-5" dirty="0">
                <a:latin typeface="Comic Sans MS" panose="030F0702030302020204" pitchFamily="66" charset="0"/>
              </a:rPr>
              <a:t> </a:t>
            </a:r>
            <a:r>
              <a:rPr sz="3200" b="1" spc="-25" dirty="0">
                <a:latin typeface="Comic Sans MS" panose="030F0702030302020204" pitchFamily="66" charset="0"/>
              </a:rPr>
              <a:t>RE</a:t>
            </a:r>
            <a:r>
              <a:rPr sz="3200" b="1" dirty="0">
                <a:latin typeface="Comic Sans MS" panose="030F0702030302020204" pitchFamily="66" charset="0"/>
              </a:rPr>
              <a:t>G</a:t>
            </a:r>
            <a:r>
              <a:rPr sz="3200" b="1" spc="-5" dirty="0">
                <a:latin typeface="Comic Sans MS" panose="030F0702030302020204" pitchFamily="66" charset="0"/>
              </a:rPr>
              <a:t>I</a:t>
            </a:r>
            <a:r>
              <a:rPr sz="3200" b="1" spc="-10" dirty="0">
                <a:latin typeface="Comic Sans MS" panose="030F0702030302020204" pitchFamily="66" charset="0"/>
              </a:rPr>
              <a:t>M</a:t>
            </a:r>
            <a:r>
              <a:rPr sz="3200" b="1" spc="-20" dirty="0">
                <a:latin typeface="Comic Sans MS" panose="030F0702030302020204" pitchFamily="66" charset="0"/>
              </a:rPr>
              <a:t>E</a:t>
            </a:r>
          </a:p>
          <a:p>
            <a:pPr algn="ctr">
              <a:lnSpc>
                <a:spcPct val="100000"/>
              </a:lnSpc>
              <a:spcBef>
                <a:spcPts val="310"/>
              </a:spcBef>
            </a:pPr>
            <a:r>
              <a:rPr sz="2000" spc="-5" dirty="0">
                <a:solidFill>
                  <a:srgbClr val="76B900"/>
                </a:solidFill>
                <a:latin typeface="Comic Sans MS" panose="030F0702030302020204" pitchFamily="66" charset="0"/>
                <a:cs typeface="Calibri" panose="020F0502020204030204" pitchFamily="34" charset="0"/>
              </a:rPr>
              <a:t>S</a:t>
            </a:r>
            <a:r>
              <a:rPr sz="2000" dirty="0">
                <a:solidFill>
                  <a:srgbClr val="76B900"/>
                </a:solidFill>
                <a:latin typeface="Comic Sans MS" panose="030F0702030302020204" pitchFamily="66" charset="0"/>
                <a:cs typeface="Calibri" panose="020F0502020204030204" pitchFamily="34" charset="0"/>
              </a:rPr>
              <a:t>u</a:t>
            </a:r>
            <a:r>
              <a:rPr sz="2000" spc="5" dirty="0">
                <a:solidFill>
                  <a:srgbClr val="76B900"/>
                </a:solidFill>
                <a:latin typeface="Comic Sans MS" panose="030F0702030302020204" pitchFamily="66" charset="0"/>
                <a:cs typeface="Calibri" panose="020F0502020204030204" pitchFamily="34" charset="0"/>
              </a:rPr>
              <a:t>mma</a:t>
            </a:r>
            <a:r>
              <a:rPr sz="2000" spc="-10" dirty="0">
                <a:solidFill>
                  <a:srgbClr val="76B900"/>
                </a:solidFill>
                <a:latin typeface="Comic Sans MS" panose="030F0702030302020204" pitchFamily="66" charset="0"/>
                <a:cs typeface="Calibri" panose="020F0502020204030204" pitchFamily="34" charset="0"/>
              </a:rPr>
              <a:t>r</a:t>
            </a:r>
            <a:r>
              <a:rPr sz="2000" dirty="0">
                <a:solidFill>
                  <a:srgbClr val="76B900"/>
                </a:solidFill>
                <a:latin typeface="Comic Sans MS" panose="030F0702030302020204" pitchFamily="66" charset="0"/>
                <a:cs typeface="Calibri" panose="020F0502020204030204" pitchFamily="34" charset="0"/>
              </a:rPr>
              <a:t>y</a:t>
            </a:r>
            <a:endParaRPr sz="2000" dirty="0">
              <a:latin typeface="Comic Sans MS" panose="030F0702030302020204" pitchFamily="66" charset="0"/>
              <a:cs typeface="Calibri" panose="020F0502020204030204" pitchFamily="34" charset="0"/>
            </a:endParaRPr>
          </a:p>
        </p:txBody>
      </p:sp>
      <p:sp>
        <p:nvSpPr>
          <p:cNvPr id="11" name="object 11"/>
          <p:cNvSpPr txBox="1">
            <a:spLocks noGrp="1"/>
          </p:cNvSpPr>
          <p:nvPr>
            <p:ph type="sldNum" sz="quarter" idx="12"/>
          </p:nvPr>
        </p:nvSpPr>
        <p:spPr>
          <a:xfrm>
            <a:off x="7863840" y="5786153"/>
            <a:ext cx="256032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15</a:t>
            </a:fld>
            <a:endParaRPr dirty="0">
              <a:latin typeface="Comic Sans MS" panose="030F0702030302020204" pitchFamily="66" charset="0"/>
            </a:endParaRPr>
          </a:p>
        </p:txBody>
      </p:sp>
      <p:sp>
        <p:nvSpPr>
          <p:cNvPr id="13" name="object 10"/>
          <p:cNvSpPr txBox="1"/>
          <p:nvPr/>
        </p:nvSpPr>
        <p:spPr>
          <a:xfrm>
            <a:off x="76200" y="1333500"/>
            <a:ext cx="11231880" cy="3913892"/>
          </a:xfrm>
          <a:prstGeom prst="rect">
            <a:avLst/>
          </a:prstGeom>
        </p:spPr>
        <p:txBody>
          <a:bodyPr vert="horz" wrap="square" lIns="0" tIns="0" rIns="0" bIns="0" rtlCol="0">
            <a:spAutoFit/>
          </a:bodyPr>
          <a:lstStyle/>
          <a:p>
            <a:pPr marL="355600" marR="2682240" indent="-342900">
              <a:lnSpc>
                <a:spcPts val="3820"/>
              </a:lnSpc>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 </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ff</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f </a:t>
            </a:r>
            <a:r>
              <a:rPr sz="2000" spc="-15" dirty="0">
                <a:solidFill>
                  <a:srgbClr val="5E5E5E"/>
                </a:solidFill>
                <a:latin typeface="Comic Sans MS" panose="030F0702030302020204" pitchFamily="66" charset="0"/>
                <a:cs typeface="Calibri" panose="020F0502020204030204" pitchFamily="34" charset="0"/>
              </a:rPr>
              <a:t>yo</a:t>
            </a:r>
            <a:r>
              <a:rPr sz="2000" dirty="0">
                <a:solidFill>
                  <a:srgbClr val="5E5E5E"/>
                </a:solidFill>
                <a:latin typeface="Comic Sans MS" panose="030F0702030302020204" pitchFamily="66" charset="0"/>
                <a:cs typeface="Calibri" panose="020F0502020204030204" pitchFamily="34" charset="0"/>
              </a:rPr>
              <a:t>u</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d</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vic</a:t>
            </a:r>
            <a:r>
              <a:rPr sz="2000" dirty="0">
                <a:solidFill>
                  <a:srgbClr val="5E5E5E"/>
                </a:solidFill>
                <a:latin typeface="Comic Sans MS" panose="030F0702030302020204" pitchFamily="66" charset="0"/>
                <a:cs typeface="Calibri" panose="020F0502020204030204" pitchFamily="34" charset="0"/>
              </a:rPr>
              <a:t>e </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ri</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t</a:t>
            </a:r>
            <a:r>
              <a:rPr sz="2000"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P</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s</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a</a:t>
            </a:r>
            <a:r>
              <a:rPr sz="2000" spc="-10" dirty="0">
                <a:solidFill>
                  <a:srgbClr val="5E5E5E"/>
                </a:solidFill>
                <a:latin typeface="Comic Sans MS" panose="030F0702030302020204" pitchFamily="66" charset="0"/>
                <a:cs typeface="Calibri" panose="020F0502020204030204" pitchFamily="34" charset="0"/>
              </a:rPr>
              <a:t>l </a:t>
            </a:r>
            <a:r>
              <a:rPr sz="2000" dirty="0">
                <a:solidFill>
                  <a:srgbClr val="5E5E5E"/>
                </a:solidFill>
                <a:latin typeface="Comic Sans MS" panose="030F0702030302020204" pitchFamily="66" charset="0"/>
                <a:cs typeface="Calibri" panose="020F0502020204030204" pitchFamily="34" charset="0"/>
              </a:rPr>
              <a:t>(</a:t>
            </a:r>
            <a:r>
              <a:rPr sz="2000" spc="-10" dirty="0">
                <a:solidFill>
                  <a:srgbClr val="5E5E5E"/>
                </a:solidFill>
                <a:latin typeface="Comic Sans MS" panose="030F0702030302020204" pitchFamily="66" charset="0"/>
                <a:cs typeface="Calibri" panose="020F0502020204030204" pitchFamily="34" charset="0"/>
              </a:rPr>
              <a:t>J</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ts</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 </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dirty="0">
                <a:solidFill>
                  <a:srgbClr val="5E5E5E"/>
                </a:solidFill>
                <a:latin typeface="Comic Sans MS" panose="030F0702030302020204" pitchFamily="66" charset="0"/>
                <a:cs typeface="Calibri" panose="020F0502020204030204" pitchFamily="34" charset="0"/>
              </a:rPr>
              <a:t>a </a:t>
            </a:r>
            <a:r>
              <a:rPr sz="2000" spc="-15" dirty="0">
                <a:solidFill>
                  <a:srgbClr val="5E5E5E"/>
                </a:solidFill>
                <a:latin typeface="Comic Sans MS" panose="030F0702030302020204" pitchFamily="66" charset="0"/>
                <a:cs typeface="Calibri" panose="020F0502020204030204" pitchFamily="34" charset="0"/>
              </a:rPr>
              <a:t>s</a:t>
            </a:r>
            <a:r>
              <a:rPr sz="2000" spc="-5" dirty="0">
                <a:solidFill>
                  <a:srgbClr val="5E5E5E"/>
                </a:solidFill>
                <a:latin typeface="Comic Sans MS" panose="030F0702030302020204" pitchFamily="66" charset="0"/>
                <a:cs typeface="Calibri" panose="020F0502020204030204" pitchFamily="34" charset="0"/>
              </a:rPr>
              <a:t>p</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ci</a:t>
            </a:r>
            <a:r>
              <a:rPr sz="2000" dirty="0">
                <a:solidFill>
                  <a:srgbClr val="5E5E5E"/>
                </a:solidFill>
                <a:latin typeface="Comic Sans MS" panose="030F0702030302020204" pitchFamily="66" charset="0"/>
                <a:cs typeface="Calibri" panose="020F0502020204030204" pitchFamily="34" charset="0"/>
              </a:rPr>
              <a:t>a</a:t>
            </a:r>
            <a:r>
              <a:rPr sz="2000" spc="-10" dirty="0">
                <a:solidFill>
                  <a:srgbClr val="5E5E5E"/>
                </a:solidFill>
                <a:latin typeface="Comic Sans MS" panose="030F0702030302020204" pitchFamily="66" charset="0"/>
                <a:cs typeface="Calibri" panose="020F0502020204030204" pitchFamily="34" charset="0"/>
              </a:rPr>
              <a:t>l </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s</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a:t>
            </a:r>
            <a:endParaRPr lang="en-US" sz="2000" spc="-10" dirty="0">
              <a:solidFill>
                <a:srgbClr val="5E5E5E"/>
              </a:solidFill>
              <a:latin typeface="Comic Sans MS" panose="030F0702030302020204" pitchFamily="66" charset="0"/>
              <a:cs typeface="Calibri" panose="020F0502020204030204" pitchFamily="34" charset="0"/>
            </a:endParaRPr>
          </a:p>
          <a:p>
            <a:pPr marL="355600" marR="2682240" indent="-342900">
              <a:lnSpc>
                <a:spcPts val="3820"/>
              </a:lnSpc>
              <a:buFont typeface="Arial" panose="020B0604020202020204" pitchFamily="34" charset="0"/>
              <a:buChar char="•"/>
            </a:pPr>
            <a:r>
              <a:rPr lang="en-US" sz="2000" spc="-5" dirty="0">
                <a:solidFill>
                  <a:srgbClr val="5E5E5E"/>
                </a:solidFill>
                <a:latin typeface="Comic Sans MS" panose="030F0702030302020204" pitchFamily="66" charset="0"/>
                <a:cs typeface="Calibri" panose="020F0502020204030204" pitchFamily="34" charset="0"/>
              </a:rPr>
              <a:t>I</a:t>
            </a:r>
            <a:r>
              <a:rPr lang="en-US" sz="2000" dirty="0">
                <a:solidFill>
                  <a:srgbClr val="5E5E5E"/>
                </a:solidFill>
                <a:latin typeface="Comic Sans MS" panose="030F0702030302020204" pitchFamily="66" charset="0"/>
                <a:cs typeface="Calibri" panose="020F0502020204030204" pitchFamily="34" charset="0"/>
              </a:rPr>
              <a:t>n </a:t>
            </a:r>
            <a:r>
              <a:rPr lang="en-US" sz="2000" spc="5" dirty="0">
                <a:solidFill>
                  <a:srgbClr val="5E5E5E"/>
                </a:solidFill>
                <a:latin typeface="Comic Sans MS" panose="030F0702030302020204" pitchFamily="66" charset="0"/>
                <a:cs typeface="Calibri" panose="020F0502020204030204" pitchFamily="34" charset="0"/>
              </a:rPr>
              <a:t>e</a:t>
            </a:r>
            <a:r>
              <a:rPr lang="en-US" sz="2000" spc="-15" dirty="0">
                <a:solidFill>
                  <a:srgbClr val="5E5E5E"/>
                </a:solidFill>
                <a:latin typeface="Comic Sans MS" panose="030F0702030302020204" pitchFamily="66" charset="0"/>
                <a:cs typeface="Calibri" panose="020F0502020204030204" pitchFamily="34" charset="0"/>
              </a:rPr>
              <a:t>ff</a:t>
            </a:r>
            <a:r>
              <a:rPr lang="en-US" sz="2000" spc="5" dirty="0">
                <a:solidFill>
                  <a:srgbClr val="5E5E5E"/>
                </a:solidFill>
                <a:latin typeface="Comic Sans MS" panose="030F0702030302020204" pitchFamily="66" charset="0"/>
                <a:cs typeface="Calibri" panose="020F0502020204030204" pitchFamily="34" charset="0"/>
              </a:rPr>
              <a:t>e</a:t>
            </a:r>
            <a:r>
              <a:rPr lang="en-US" sz="2000" spc="-5" dirty="0">
                <a:solidFill>
                  <a:srgbClr val="5E5E5E"/>
                </a:solidFill>
                <a:latin typeface="Comic Sans MS" panose="030F0702030302020204" pitchFamily="66" charset="0"/>
                <a:cs typeface="Calibri" panose="020F0502020204030204" pitchFamily="34" charset="0"/>
              </a:rPr>
              <a:t>c</a:t>
            </a:r>
            <a:r>
              <a:rPr lang="en-US" sz="2000" dirty="0">
                <a:solidFill>
                  <a:srgbClr val="5E5E5E"/>
                </a:solidFill>
                <a:latin typeface="Comic Sans MS" panose="030F0702030302020204" pitchFamily="66" charset="0"/>
                <a:cs typeface="Calibri" panose="020F0502020204030204" pitchFamily="34" charset="0"/>
              </a:rPr>
              <a:t>t</a:t>
            </a:r>
            <a:r>
              <a:rPr lang="en-US"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f </a:t>
            </a:r>
            <a:r>
              <a:rPr sz="2000" spc="-15" dirty="0">
                <a:solidFill>
                  <a:srgbClr val="5E5E5E"/>
                </a:solidFill>
                <a:latin typeface="Comic Sans MS" panose="030F0702030302020204" pitchFamily="66" charset="0"/>
                <a:cs typeface="Calibri" panose="020F0502020204030204" pitchFamily="34" charset="0"/>
              </a:rPr>
              <a:t>yo</a:t>
            </a:r>
            <a:r>
              <a:rPr sz="2000" dirty="0">
                <a:solidFill>
                  <a:srgbClr val="5E5E5E"/>
                </a:solidFill>
                <a:latin typeface="Comic Sans MS" panose="030F0702030302020204" pitchFamily="66" charset="0"/>
                <a:cs typeface="Calibri" panose="020F0502020204030204" pitchFamily="34" charset="0"/>
              </a:rPr>
              <a:t>u are </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 </a:t>
            </a:r>
            <a:r>
              <a:rPr sz="2000" spc="-5" dirty="0">
                <a:solidFill>
                  <a:srgbClr val="5E5E5E"/>
                </a:solidFill>
                <a:latin typeface="Comic Sans MS" panose="030F0702030302020204" pitchFamily="66" charset="0"/>
                <a:cs typeface="Calibri" panose="020F0502020204030204" pitchFamily="34" charset="0"/>
              </a:rPr>
              <a:t>wi</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d</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w</a:t>
            </a:r>
            <a:r>
              <a:rPr sz="2000" spc="-10" dirty="0">
                <a:solidFill>
                  <a:srgbClr val="5E5E5E"/>
                </a:solidFill>
                <a:latin typeface="Comic Sans MS" panose="030F0702030302020204" pitchFamily="66" charset="0"/>
                <a:cs typeface="Calibri" panose="020F0502020204030204" pitchFamily="34" charset="0"/>
              </a:rPr>
              <a:t>s </a:t>
            </a:r>
            <a:r>
              <a:rPr sz="2000" spc="-15" dirty="0">
                <a:solidFill>
                  <a:srgbClr val="5E5E5E"/>
                </a:solidFill>
                <a:latin typeface="Comic Sans MS" panose="030F0702030302020204" pitchFamily="66" charset="0"/>
                <a:cs typeface="Calibri" panose="020F0502020204030204" pitchFamily="34" charset="0"/>
              </a:rPr>
              <a:t>OS</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CUD</a:t>
            </a:r>
            <a:r>
              <a:rPr sz="2000" spc="-15"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9</a:t>
            </a:r>
            <a:r>
              <a:rPr sz="2000" dirty="0">
                <a:solidFill>
                  <a:srgbClr val="5E5E5E"/>
                </a:solidFill>
                <a:latin typeface="Comic Sans MS" panose="030F0702030302020204" pitchFamily="66" charset="0"/>
                <a:cs typeface="Calibri" panose="020F0502020204030204" pitchFamily="34" charset="0"/>
              </a:rPr>
              <a:t>.</a:t>
            </a:r>
            <a:r>
              <a:rPr sz="2000" spc="-10" dirty="0">
                <a:solidFill>
                  <a:srgbClr val="5E5E5E"/>
                </a:solidFill>
                <a:latin typeface="Comic Sans MS" panose="030F0702030302020204" pitchFamily="66" charset="0"/>
                <a:cs typeface="Calibri" panose="020F0502020204030204" pitchFamily="34" charset="0"/>
              </a:rPr>
              <a:t>x </a:t>
            </a:r>
            <a:r>
              <a:rPr sz="2000" spc="5" dirty="0">
                <a:solidFill>
                  <a:srgbClr val="5E5E5E"/>
                </a:solidFill>
                <a:latin typeface="Comic Sans MS" panose="030F0702030302020204" pitchFamily="66" charset="0"/>
                <a:cs typeface="Calibri" panose="020F0502020204030204" pitchFamily="34" charset="0"/>
              </a:rPr>
              <a:t>+</a:t>
            </a:r>
            <a:r>
              <a:rPr sz="2000" dirty="0">
                <a:solidFill>
                  <a:srgbClr val="5E5E5E"/>
                </a:solidFill>
                <a:latin typeface="Comic Sans MS" panose="030F0702030302020204" pitchFamily="66" charset="0"/>
                <a:cs typeface="Calibri" panose="020F0502020204030204" pitchFamily="34" charset="0"/>
              </a:rPr>
              <a:t>).</a:t>
            </a:r>
            <a:endParaRPr sz="2000" dirty="0">
              <a:latin typeface="Comic Sans MS" panose="030F0702030302020204" pitchFamily="66" charset="0"/>
              <a:cs typeface="Calibri" panose="020F0502020204030204" pitchFamily="34" charset="0"/>
            </a:endParaRPr>
          </a:p>
          <a:p>
            <a:pPr marL="355600" marR="5080" indent="-342900">
              <a:lnSpc>
                <a:spcPts val="1990"/>
              </a:lnSpc>
              <a:spcBef>
                <a:spcPts val="134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M</a:t>
            </a:r>
            <a:r>
              <a:rPr sz="2000" spc="5" dirty="0">
                <a:solidFill>
                  <a:srgbClr val="5E5E5E"/>
                </a:solidFill>
                <a:latin typeface="Comic Sans MS" panose="030F0702030302020204" pitchFamily="66" charset="0"/>
                <a:cs typeface="Calibri" panose="020F0502020204030204" pitchFamily="34" charset="0"/>
              </a:rPr>
              <a:t>a</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g</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d</a:t>
            </a:r>
            <a:r>
              <a:rPr sz="2000" spc="5"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 </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m</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v</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ss</a:t>
            </a:r>
            <a:r>
              <a:rPr sz="2000" dirty="0">
                <a:solidFill>
                  <a:srgbClr val="5E5E5E"/>
                </a:solidFill>
                <a:latin typeface="Comic Sans MS" panose="030F0702030302020204" pitchFamily="66" charset="0"/>
                <a:cs typeface="Calibri" panose="020F0502020204030204" pitchFamily="34" charset="0"/>
              </a:rPr>
              <a:t>e at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p</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nt</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f </a:t>
            </a:r>
            <a:r>
              <a:rPr sz="2000" spc="5" dirty="0">
                <a:solidFill>
                  <a:srgbClr val="5E5E5E"/>
                </a:solidFill>
                <a:latin typeface="Comic Sans MS" panose="030F0702030302020204" pitchFamily="66" charset="0"/>
                <a:cs typeface="Calibri" panose="020F0502020204030204" pitchFamily="34" charset="0"/>
              </a:rPr>
              <a:t>ke</a:t>
            </a:r>
            <a:r>
              <a:rPr sz="2000" dirty="0">
                <a:solidFill>
                  <a:srgbClr val="5E5E5E"/>
                </a:solidFill>
                <a:latin typeface="Comic Sans MS" panose="030F0702030302020204" pitchFamily="66" charset="0"/>
                <a:cs typeface="Calibri" panose="020F0502020204030204" pitchFamily="34" charset="0"/>
              </a:rPr>
              <a:t>rn</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l</a:t>
            </a:r>
            <a:r>
              <a:rPr sz="2000" spc="-15" dirty="0">
                <a:solidFill>
                  <a:srgbClr val="5E5E5E"/>
                </a:solidFill>
                <a:latin typeface="Comic Sans MS" panose="030F0702030302020204" pitchFamily="66" charset="0"/>
                <a:cs typeface="Calibri" panose="020F0502020204030204" pitchFamily="34" charset="0"/>
              </a:rPr>
              <a:t> </a:t>
            </a:r>
            <a:r>
              <a:rPr sz="2000" spc="-2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aun</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eve</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 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 t</a:t>
            </a:r>
            <a:r>
              <a:rPr sz="2000" dirty="0">
                <a:solidFill>
                  <a:srgbClr val="5E5E5E"/>
                </a:solidFill>
                <a:latin typeface="Comic Sans MS" panose="030F0702030302020204" pitchFamily="66" charset="0"/>
                <a:cs typeface="Calibri" panose="020F0502020204030204" pitchFamily="34" charset="0"/>
              </a:rPr>
              <a:t>hat</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y</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u</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ke</a:t>
            </a:r>
            <a:r>
              <a:rPr sz="2000" dirty="0">
                <a:solidFill>
                  <a:srgbClr val="5E5E5E"/>
                </a:solidFill>
                <a:latin typeface="Comic Sans MS" panose="030F0702030302020204" pitchFamily="66" charset="0"/>
                <a:cs typeface="Calibri" panose="020F0502020204030204" pitchFamily="34" charset="0"/>
              </a:rPr>
              <a:t>rn</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l</a:t>
            </a:r>
            <a:r>
              <a:rPr sz="2000" spc="-1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ay n</a:t>
            </a:r>
            <a:r>
              <a:rPr sz="2000" spc="-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pp</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ar</a:t>
            </a:r>
            <a:r>
              <a:rPr sz="2000" spc="-5" dirty="0">
                <a:solidFill>
                  <a:srgbClr val="5E5E5E"/>
                </a:solidFill>
                <a:latin typeface="Comic Sans MS" panose="030F0702030302020204" pitchFamily="66" charset="0"/>
                <a:cs typeface="Calibri" panose="020F0502020204030204" pitchFamily="34" charset="0"/>
              </a:rPr>
              <a:t> t</a:t>
            </a:r>
            <a:r>
              <a:rPr sz="2000" spc="-10" dirty="0">
                <a:solidFill>
                  <a:srgbClr val="5E5E5E"/>
                </a:solidFill>
                <a:latin typeface="Comic Sans MS" panose="030F0702030302020204" pitchFamily="66" charset="0"/>
                <a:cs typeface="Calibri" panose="020F0502020204030204" pitchFamily="34" charset="0"/>
              </a:rPr>
              <a:t>o </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x</a:t>
            </a:r>
            <a:r>
              <a:rPr sz="2000" spc="-5" dirty="0">
                <a:solidFill>
                  <a:srgbClr val="5E5E5E"/>
                </a:solidFill>
                <a:latin typeface="Comic Sans MS" panose="030F0702030302020204" pitchFamily="66" charset="0"/>
                <a:cs typeface="Calibri" panose="020F0502020204030204" pitchFamily="34" charset="0"/>
              </a:rPr>
              <a:t>p</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icit</a:t>
            </a:r>
            <a:r>
              <a:rPr sz="2000" spc="-2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y</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t</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h)</a:t>
            </a:r>
            <a:endParaRPr sz="2000" dirty="0">
              <a:latin typeface="Comic Sans MS" panose="030F0702030302020204" pitchFamily="66" charset="0"/>
              <a:cs typeface="Calibri" panose="020F0502020204030204" pitchFamily="34" charset="0"/>
            </a:endParaRPr>
          </a:p>
          <a:p>
            <a:pPr marL="285750" indent="-285750">
              <a:lnSpc>
                <a:spcPct val="100000"/>
              </a:lnSpc>
              <a:spcBef>
                <a:spcPts val="15"/>
              </a:spcBef>
              <a:buFont typeface="Arial" panose="020B0604020202020204" pitchFamily="34" charset="0"/>
              <a:buChar char="•"/>
            </a:pPr>
            <a:endParaRPr sz="1600" dirty="0">
              <a:latin typeface="Comic Sans MS" panose="030F0702030302020204" pitchFamily="66" charset="0"/>
              <a:cs typeface="Times New Roman" panose="02020603050405020304"/>
            </a:endParaRPr>
          </a:p>
          <a:p>
            <a:pPr marL="355600" marR="826770" indent="-342900">
              <a:lnSpc>
                <a:spcPts val="2020"/>
              </a:lnSpc>
              <a:buFont typeface="Arial" panose="020B0604020202020204" pitchFamily="34" charset="0"/>
              <a:buChar char="•"/>
            </a:pPr>
            <a:r>
              <a:rPr sz="2000" spc="-15" dirty="0">
                <a:solidFill>
                  <a:srgbClr val="FF0000"/>
                </a:solidFill>
                <a:latin typeface="Comic Sans MS" panose="030F0702030302020204" pitchFamily="66" charset="0"/>
                <a:cs typeface="Calibri" panose="020F0502020204030204" pitchFamily="34" charset="0"/>
              </a:rPr>
              <a:t>Af</a:t>
            </a:r>
            <a:r>
              <a:rPr sz="2000" spc="-5" dirty="0">
                <a:solidFill>
                  <a:srgbClr val="FF0000"/>
                </a:solidFill>
                <a:latin typeface="Comic Sans MS" panose="030F0702030302020204" pitchFamily="66" charset="0"/>
                <a:cs typeface="Calibri" panose="020F0502020204030204" pitchFamily="34" charset="0"/>
              </a:rPr>
              <a:t>t</a:t>
            </a:r>
            <a:r>
              <a:rPr sz="2000" spc="5" dirty="0">
                <a:solidFill>
                  <a:srgbClr val="FF0000"/>
                </a:solidFill>
                <a:latin typeface="Comic Sans MS" panose="030F0702030302020204" pitchFamily="66" charset="0"/>
                <a:cs typeface="Calibri" panose="020F0502020204030204" pitchFamily="34" charset="0"/>
              </a:rPr>
              <a:t>e</a:t>
            </a:r>
            <a:r>
              <a:rPr sz="2000" spc="-10" dirty="0">
                <a:solidFill>
                  <a:srgbClr val="FF0000"/>
                </a:solidFill>
                <a:latin typeface="Comic Sans MS" panose="030F0702030302020204" pitchFamily="66" charset="0"/>
                <a:cs typeface="Calibri" panose="020F0502020204030204" pitchFamily="34" charset="0"/>
              </a:rPr>
              <a:t>r</a:t>
            </a:r>
            <a:r>
              <a:rPr sz="2000" spc="-5" dirty="0">
                <a:solidFill>
                  <a:srgbClr val="FF0000"/>
                </a:solidFill>
                <a:latin typeface="Comic Sans MS" panose="030F0702030302020204" pitchFamily="66" charset="0"/>
                <a:cs typeface="Calibri" panose="020F0502020204030204" pitchFamily="34" charset="0"/>
              </a:rPr>
              <a:t> </a:t>
            </a:r>
            <a:r>
              <a:rPr sz="2000" dirty="0">
                <a:solidFill>
                  <a:srgbClr val="FF0000"/>
                </a:solidFill>
                <a:latin typeface="Comic Sans MS" panose="030F0702030302020204" pitchFamily="66" charset="0"/>
                <a:cs typeface="Calibri" panose="020F0502020204030204" pitchFamily="34" charset="0"/>
              </a:rPr>
              <a:t>a </a:t>
            </a:r>
            <a:r>
              <a:rPr sz="2000" spc="5" dirty="0">
                <a:solidFill>
                  <a:srgbClr val="FF0000"/>
                </a:solidFill>
                <a:latin typeface="Comic Sans MS" panose="030F0702030302020204" pitchFamily="66" charset="0"/>
                <a:cs typeface="Calibri" panose="020F0502020204030204" pitchFamily="34" charset="0"/>
              </a:rPr>
              <a:t>ke</a:t>
            </a:r>
            <a:r>
              <a:rPr sz="2000" dirty="0">
                <a:solidFill>
                  <a:srgbClr val="FF0000"/>
                </a:solidFill>
                <a:latin typeface="Comic Sans MS" panose="030F0702030302020204" pitchFamily="66" charset="0"/>
                <a:cs typeface="Calibri" panose="020F0502020204030204" pitchFamily="34" charset="0"/>
              </a:rPr>
              <a:t>rn</a:t>
            </a:r>
            <a:r>
              <a:rPr sz="2000" spc="5" dirty="0">
                <a:solidFill>
                  <a:srgbClr val="FF0000"/>
                </a:solidFill>
                <a:latin typeface="Comic Sans MS" panose="030F0702030302020204" pitchFamily="66" charset="0"/>
                <a:cs typeface="Calibri" panose="020F0502020204030204" pitchFamily="34" charset="0"/>
              </a:rPr>
              <a:t>e</a:t>
            </a:r>
            <a:r>
              <a:rPr sz="2000" spc="-10" dirty="0">
                <a:solidFill>
                  <a:srgbClr val="FF0000"/>
                </a:solidFill>
                <a:latin typeface="Comic Sans MS" panose="030F0702030302020204" pitchFamily="66" charset="0"/>
                <a:cs typeface="Calibri" panose="020F0502020204030204" pitchFamily="34" charset="0"/>
              </a:rPr>
              <a:t>l</a:t>
            </a:r>
            <a:r>
              <a:rPr sz="2000" spc="-15" dirty="0">
                <a:solidFill>
                  <a:srgbClr val="FF0000"/>
                </a:solidFill>
                <a:latin typeface="Comic Sans MS" panose="030F0702030302020204" pitchFamily="66" charset="0"/>
                <a:cs typeface="Calibri" panose="020F0502020204030204" pitchFamily="34" charset="0"/>
              </a:rPr>
              <a:t> </a:t>
            </a:r>
            <a:r>
              <a:rPr sz="2000" spc="-20" dirty="0">
                <a:solidFill>
                  <a:srgbClr val="FF0000"/>
                </a:solidFill>
                <a:latin typeface="Comic Sans MS" panose="030F0702030302020204" pitchFamily="66" charset="0"/>
                <a:cs typeface="Calibri" panose="020F0502020204030204" pitchFamily="34" charset="0"/>
              </a:rPr>
              <a:t>l</a:t>
            </a:r>
            <a:r>
              <a:rPr sz="2000" spc="5" dirty="0">
                <a:solidFill>
                  <a:srgbClr val="FF0000"/>
                </a:solidFill>
                <a:latin typeface="Comic Sans MS" panose="030F0702030302020204" pitchFamily="66" charset="0"/>
                <a:cs typeface="Calibri" panose="020F0502020204030204" pitchFamily="34" charset="0"/>
              </a:rPr>
              <a:t>a</a:t>
            </a:r>
            <a:r>
              <a:rPr sz="2000" dirty="0">
                <a:solidFill>
                  <a:srgbClr val="FF0000"/>
                </a:solidFill>
                <a:latin typeface="Comic Sans MS" panose="030F0702030302020204" pitchFamily="66" charset="0"/>
                <a:cs typeface="Calibri" panose="020F0502020204030204" pitchFamily="34" charset="0"/>
              </a:rPr>
              <a:t>un</a:t>
            </a:r>
            <a:r>
              <a:rPr sz="2000" spc="-5" dirty="0">
                <a:solidFill>
                  <a:srgbClr val="FF0000"/>
                </a:solidFill>
                <a:latin typeface="Comic Sans MS" panose="030F0702030302020204" pitchFamily="66" charset="0"/>
                <a:cs typeface="Calibri" panose="020F0502020204030204" pitchFamily="34" charset="0"/>
              </a:rPr>
              <a:t>c</a:t>
            </a:r>
            <a:r>
              <a:rPr sz="2000" dirty="0">
                <a:solidFill>
                  <a:srgbClr val="FF0000"/>
                </a:solidFill>
                <a:latin typeface="Comic Sans MS" panose="030F0702030302020204" pitchFamily="66" charset="0"/>
                <a:cs typeface="Calibri" panose="020F0502020204030204" pitchFamily="34" charset="0"/>
              </a:rPr>
              <a:t>h, </a:t>
            </a:r>
            <a:r>
              <a:rPr sz="2000" b="1" spc="-10" dirty="0">
                <a:solidFill>
                  <a:srgbClr val="FF0000"/>
                </a:solidFill>
                <a:highlight>
                  <a:srgbClr val="FFFF00"/>
                </a:highlight>
                <a:latin typeface="Comic Sans MS" panose="030F0702030302020204" pitchFamily="66" charset="0"/>
                <a:cs typeface="Calibri" panose="020F0502020204030204" pitchFamily="34" charset="0"/>
              </a:rPr>
              <a:t>c</a:t>
            </a:r>
            <a:r>
              <a:rPr sz="2000" b="1" spc="-20" dirty="0">
                <a:solidFill>
                  <a:srgbClr val="FF0000"/>
                </a:solidFill>
                <a:highlight>
                  <a:srgbClr val="FFFF00"/>
                </a:highlight>
                <a:latin typeface="Comic Sans MS" panose="030F0702030302020204" pitchFamily="66" charset="0"/>
                <a:cs typeface="Calibri" panose="020F0502020204030204" pitchFamily="34" charset="0"/>
              </a:rPr>
              <a:t>u</a:t>
            </a:r>
            <a:r>
              <a:rPr sz="2000" b="1" spc="-10" dirty="0">
                <a:solidFill>
                  <a:srgbClr val="FF0000"/>
                </a:solidFill>
                <a:highlight>
                  <a:srgbClr val="FFFF00"/>
                </a:highlight>
                <a:latin typeface="Comic Sans MS" panose="030F0702030302020204" pitchFamily="66" charset="0"/>
                <a:cs typeface="Calibri" panose="020F0502020204030204" pitchFamily="34" charset="0"/>
              </a:rPr>
              <a:t>daD</a:t>
            </a:r>
            <a:r>
              <a:rPr sz="2000" b="1" spc="-15" dirty="0">
                <a:solidFill>
                  <a:srgbClr val="FF0000"/>
                </a:solidFill>
                <a:highlight>
                  <a:srgbClr val="FFFF00"/>
                </a:highlight>
                <a:latin typeface="Comic Sans MS" panose="030F0702030302020204" pitchFamily="66" charset="0"/>
                <a:cs typeface="Calibri" panose="020F0502020204030204" pitchFamily="34" charset="0"/>
              </a:rPr>
              <a:t>e</a:t>
            </a:r>
            <a:r>
              <a:rPr sz="2000" b="1" dirty="0">
                <a:solidFill>
                  <a:srgbClr val="FF0000"/>
                </a:solidFill>
                <a:highlight>
                  <a:srgbClr val="FFFF00"/>
                </a:highlight>
                <a:latin typeface="Comic Sans MS" panose="030F0702030302020204" pitchFamily="66" charset="0"/>
                <a:cs typeface="Calibri" panose="020F0502020204030204" pitchFamily="34" charset="0"/>
              </a:rPr>
              <a:t>vi</a:t>
            </a:r>
            <a:r>
              <a:rPr sz="2000" b="1" spc="-10" dirty="0">
                <a:solidFill>
                  <a:srgbClr val="FF0000"/>
                </a:solidFill>
                <a:highlight>
                  <a:srgbClr val="FFFF00"/>
                </a:highlight>
                <a:latin typeface="Comic Sans MS" panose="030F0702030302020204" pitchFamily="66" charset="0"/>
                <a:cs typeface="Calibri" panose="020F0502020204030204" pitchFamily="34" charset="0"/>
              </a:rPr>
              <a:t>ce</a:t>
            </a:r>
            <a:r>
              <a:rPr sz="2000" b="1" dirty="0">
                <a:solidFill>
                  <a:srgbClr val="FF0000"/>
                </a:solidFill>
                <a:highlight>
                  <a:srgbClr val="FFFF00"/>
                </a:highlight>
                <a:latin typeface="Comic Sans MS" panose="030F0702030302020204" pitchFamily="66" charset="0"/>
                <a:cs typeface="Calibri" panose="020F0502020204030204" pitchFamily="34" charset="0"/>
              </a:rPr>
              <a:t>S</a:t>
            </a:r>
            <a:r>
              <a:rPr sz="2000" b="1" spc="-10" dirty="0">
                <a:solidFill>
                  <a:srgbClr val="FF0000"/>
                </a:solidFill>
                <a:highlight>
                  <a:srgbClr val="FFFF00"/>
                </a:highlight>
                <a:latin typeface="Comic Sans MS" panose="030F0702030302020204" pitchFamily="66" charset="0"/>
                <a:cs typeface="Calibri" panose="020F0502020204030204" pitchFamily="34" charset="0"/>
              </a:rPr>
              <a:t>y</a:t>
            </a:r>
            <a:r>
              <a:rPr sz="2000" b="1" spc="-5" dirty="0">
                <a:solidFill>
                  <a:srgbClr val="FF0000"/>
                </a:solidFill>
                <a:highlight>
                  <a:srgbClr val="FFFF00"/>
                </a:highlight>
                <a:latin typeface="Comic Sans MS" panose="030F0702030302020204" pitchFamily="66" charset="0"/>
                <a:cs typeface="Calibri" panose="020F0502020204030204" pitchFamily="34" charset="0"/>
              </a:rPr>
              <a:t>n</a:t>
            </a:r>
            <a:r>
              <a:rPr sz="2000" b="1" spc="-10" dirty="0">
                <a:solidFill>
                  <a:srgbClr val="FF0000"/>
                </a:solidFill>
                <a:highlight>
                  <a:srgbClr val="FFFF00"/>
                </a:highlight>
                <a:latin typeface="Comic Sans MS" panose="030F0702030302020204" pitchFamily="66" charset="0"/>
                <a:cs typeface="Calibri" panose="020F0502020204030204" pitchFamily="34" charset="0"/>
              </a:rPr>
              <a:t>c</a:t>
            </a:r>
            <a:r>
              <a:rPr sz="2000" b="1" spc="-25" dirty="0">
                <a:solidFill>
                  <a:srgbClr val="FF0000"/>
                </a:solidFill>
                <a:highlight>
                  <a:srgbClr val="FFFF00"/>
                </a:highlight>
                <a:latin typeface="Comic Sans MS" panose="030F0702030302020204" pitchFamily="66" charset="0"/>
                <a:cs typeface="Calibri" panose="020F0502020204030204" pitchFamily="34" charset="0"/>
              </a:rPr>
              <a:t>h</a:t>
            </a:r>
            <a:r>
              <a:rPr sz="2000" b="1" spc="5" dirty="0">
                <a:solidFill>
                  <a:srgbClr val="FF0000"/>
                </a:solidFill>
                <a:highlight>
                  <a:srgbClr val="FFFF00"/>
                </a:highlight>
                <a:latin typeface="Comic Sans MS" panose="030F0702030302020204" pitchFamily="66" charset="0"/>
                <a:cs typeface="Calibri" panose="020F0502020204030204" pitchFamily="34" charset="0"/>
              </a:rPr>
              <a:t>r</a:t>
            </a:r>
            <a:r>
              <a:rPr sz="2000" b="1" spc="-25" dirty="0">
                <a:solidFill>
                  <a:srgbClr val="FF0000"/>
                </a:solidFill>
                <a:highlight>
                  <a:srgbClr val="FFFF00"/>
                </a:highlight>
                <a:latin typeface="Comic Sans MS" panose="030F0702030302020204" pitchFamily="66" charset="0"/>
                <a:cs typeface="Calibri" panose="020F0502020204030204" pitchFamily="34" charset="0"/>
              </a:rPr>
              <a:t>o</a:t>
            </a:r>
            <a:r>
              <a:rPr sz="2000" b="1" spc="-5" dirty="0">
                <a:solidFill>
                  <a:srgbClr val="FF0000"/>
                </a:solidFill>
                <a:highlight>
                  <a:srgbClr val="FFFF00"/>
                </a:highlight>
                <a:latin typeface="Comic Sans MS" panose="030F0702030302020204" pitchFamily="66" charset="0"/>
                <a:cs typeface="Calibri" panose="020F0502020204030204" pitchFamily="34" charset="0"/>
              </a:rPr>
              <a:t>n</a:t>
            </a:r>
            <a:r>
              <a:rPr sz="2000" b="1" dirty="0">
                <a:solidFill>
                  <a:srgbClr val="FF0000"/>
                </a:solidFill>
                <a:highlight>
                  <a:srgbClr val="FFFF00"/>
                </a:highlight>
                <a:latin typeface="Comic Sans MS" panose="030F0702030302020204" pitchFamily="66" charset="0"/>
                <a:cs typeface="Calibri" panose="020F0502020204030204" pitchFamily="34" charset="0"/>
              </a:rPr>
              <a:t>i</a:t>
            </a:r>
            <a:r>
              <a:rPr sz="2000" b="1" spc="-5" dirty="0">
                <a:solidFill>
                  <a:srgbClr val="FF0000"/>
                </a:solidFill>
                <a:highlight>
                  <a:srgbClr val="FFFF00"/>
                </a:highlight>
                <a:latin typeface="Comic Sans MS" panose="030F0702030302020204" pitchFamily="66" charset="0"/>
                <a:cs typeface="Calibri" panose="020F0502020204030204" pitchFamily="34" charset="0"/>
              </a:rPr>
              <a:t>z</a:t>
            </a:r>
            <a:r>
              <a:rPr sz="2000" b="1" spc="-15" dirty="0">
                <a:solidFill>
                  <a:srgbClr val="FF0000"/>
                </a:solidFill>
                <a:highlight>
                  <a:srgbClr val="FFFF00"/>
                </a:highlight>
                <a:latin typeface="Comic Sans MS" panose="030F0702030302020204" pitchFamily="66" charset="0"/>
                <a:cs typeface="Calibri" panose="020F0502020204030204" pitchFamily="34" charset="0"/>
              </a:rPr>
              <a:t>e</a:t>
            </a:r>
            <a:r>
              <a:rPr sz="2000" b="1" dirty="0">
                <a:solidFill>
                  <a:srgbClr val="FF0000"/>
                </a:solidFill>
                <a:latin typeface="Comic Sans MS" panose="030F0702030302020204" pitchFamily="66" charset="0"/>
                <a:cs typeface="Calibri" panose="020F0502020204030204" pitchFamily="34" charset="0"/>
              </a:rPr>
              <a:t>()</a:t>
            </a:r>
            <a:r>
              <a:rPr sz="2000" b="1" spc="-5" dirty="0">
                <a:solidFill>
                  <a:srgbClr val="FF0000"/>
                </a:solidFill>
                <a:latin typeface="Comic Sans MS" panose="030F0702030302020204" pitchFamily="66" charset="0"/>
                <a:cs typeface="Calibri" panose="020F0502020204030204" pitchFamily="34" charset="0"/>
              </a:rPr>
              <a:t> </a:t>
            </a:r>
            <a:r>
              <a:rPr sz="2000" spc="-5" dirty="0">
                <a:solidFill>
                  <a:srgbClr val="FF0000"/>
                </a:solidFill>
                <a:latin typeface="Comic Sans MS" panose="030F0702030302020204" pitchFamily="66" charset="0"/>
                <a:cs typeface="Calibri" panose="020F0502020204030204" pitchFamily="34" charset="0"/>
              </a:rPr>
              <a:t>trig</a:t>
            </a:r>
            <a:r>
              <a:rPr sz="2000" spc="-15" dirty="0">
                <a:solidFill>
                  <a:srgbClr val="FF0000"/>
                </a:solidFill>
                <a:latin typeface="Comic Sans MS" panose="030F0702030302020204" pitchFamily="66" charset="0"/>
                <a:cs typeface="Calibri" panose="020F0502020204030204" pitchFamily="34" charset="0"/>
              </a:rPr>
              <a:t>g</a:t>
            </a:r>
            <a:r>
              <a:rPr sz="2000" spc="5" dirty="0">
                <a:solidFill>
                  <a:srgbClr val="FF0000"/>
                </a:solidFill>
                <a:latin typeface="Comic Sans MS" panose="030F0702030302020204" pitchFamily="66" charset="0"/>
                <a:cs typeface="Calibri" panose="020F0502020204030204" pitchFamily="34" charset="0"/>
              </a:rPr>
              <a:t>e</a:t>
            </a:r>
            <a:r>
              <a:rPr sz="2000" spc="-10" dirty="0">
                <a:solidFill>
                  <a:srgbClr val="FF0000"/>
                </a:solidFill>
                <a:latin typeface="Comic Sans MS" panose="030F0702030302020204" pitchFamily="66" charset="0"/>
                <a:cs typeface="Calibri" panose="020F0502020204030204" pitchFamily="34" charset="0"/>
              </a:rPr>
              <a:t>rs </a:t>
            </a:r>
            <a:r>
              <a:rPr sz="2000" spc="-5" dirty="0">
                <a:solidFill>
                  <a:srgbClr val="FF0000"/>
                </a:solidFill>
                <a:latin typeface="Comic Sans MS" panose="030F0702030302020204" pitchFamily="66" charset="0"/>
                <a:cs typeface="Calibri" panose="020F0502020204030204" pitchFamily="34" charset="0"/>
              </a:rPr>
              <a:t>t</a:t>
            </a:r>
            <a:r>
              <a:rPr sz="2000" dirty="0">
                <a:solidFill>
                  <a:srgbClr val="FF0000"/>
                </a:solidFill>
                <a:latin typeface="Comic Sans MS" panose="030F0702030302020204" pitchFamily="66" charset="0"/>
                <a:cs typeface="Calibri" panose="020F0502020204030204" pitchFamily="34" charset="0"/>
              </a:rPr>
              <a:t>he run</a:t>
            </a:r>
            <a:r>
              <a:rPr sz="2000" spc="-5" dirty="0">
                <a:solidFill>
                  <a:srgbClr val="FF0000"/>
                </a:solidFill>
                <a:latin typeface="Comic Sans MS" panose="030F0702030302020204" pitchFamily="66" charset="0"/>
                <a:cs typeface="Calibri" panose="020F0502020204030204" pitchFamily="34" charset="0"/>
              </a:rPr>
              <a:t>ti</a:t>
            </a:r>
            <a:r>
              <a:rPr sz="2000" spc="5" dirty="0">
                <a:solidFill>
                  <a:srgbClr val="FF0000"/>
                </a:solidFill>
                <a:latin typeface="Comic Sans MS" panose="030F0702030302020204" pitchFamily="66" charset="0"/>
                <a:cs typeface="Calibri" panose="020F0502020204030204" pitchFamily="34" charset="0"/>
              </a:rPr>
              <a:t>m</a:t>
            </a:r>
            <a:r>
              <a:rPr sz="2000" dirty="0">
                <a:solidFill>
                  <a:srgbClr val="FF0000"/>
                </a:solidFill>
                <a:latin typeface="Comic Sans MS" panose="030F0702030302020204" pitchFamily="66" charset="0"/>
                <a:cs typeface="Calibri" panose="020F0502020204030204" pitchFamily="34" charset="0"/>
              </a:rPr>
              <a:t>e </a:t>
            </a:r>
            <a:r>
              <a:rPr sz="2000" spc="-5" dirty="0">
                <a:solidFill>
                  <a:srgbClr val="FF0000"/>
                </a:solidFill>
                <a:latin typeface="Comic Sans MS" panose="030F0702030302020204" pitchFamily="66" charset="0"/>
                <a:cs typeface="Calibri" panose="020F0502020204030204" pitchFamily="34" charset="0"/>
              </a:rPr>
              <a:t>t</a:t>
            </a:r>
            <a:r>
              <a:rPr sz="2000" dirty="0">
                <a:solidFill>
                  <a:srgbClr val="FF0000"/>
                </a:solidFill>
                <a:latin typeface="Comic Sans MS" panose="030F0702030302020204" pitchFamily="66" charset="0"/>
                <a:cs typeface="Calibri" panose="020F0502020204030204" pitchFamily="34" charset="0"/>
              </a:rPr>
              <a:t>o</a:t>
            </a:r>
            <a:r>
              <a:rPr sz="2000" spc="-10" dirty="0">
                <a:solidFill>
                  <a:srgbClr val="FF0000"/>
                </a:solidFill>
                <a:latin typeface="Comic Sans MS" panose="030F0702030302020204" pitchFamily="66" charset="0"/>
                <a:cs typeface="Calibri" panose="020F0502020204030204" pitchFamily="34" charset="0"/>
              </a:rPr>
              <a:t> </a:t>
            </a:r>
            <a:r>
              <a:rPr sz="2000" spc="5" dirty="0">
                <a:solidFill>
                  <a:srgbClr val="FF0000"/>
                </a:solidFill>
                <a:latin typeface="Comic Sans MS" panose="030F0702030302020204" pitchFamily="66" charset="0"/>
                <a:cs typeface="Calibri" panose="020F0502020204030204" pitchFamily="34" charset="0"/>
              </a:rPr>
              <a:t>m</a:t>
            </a:r>
            <a:r>
              <a:rPr sz="2000" dirty="0">
                <a:solidFill>
                  <a:srgbClr val="FF0000"/>
                </a:solidFill>
                <a:latin typeface="Comic Sans MS" panose="030F0702030302020204" pitchFamily="66" charset="0"/>
                <a:cs typeface="Calibri" panose="020F0502020204030204" pitchFamily="34" charset="0"/>
              </a:rPr>
              <a:t>ake </a:t>
            </a:r>
            <a:r>
              <a:rPr sz="2000" spc="-5" dirty="0">
                <a:solidFill>
                  <a:srgbClr val="FF0000"/>
                </a:solidFill>
                <a:latin typeface="Comic Sans MS" panose="030F0702030302020204" pitchFamily="66" charset="0"/>
                <a:cs typeface="Calibri" panose="020F0502020204030204" pitchFamily="34" charset="0"/>
              </a:rPr>
              <a:t>d</a:t>
            </a:r>
            <a:r>
              <a:rPr sz="2000" dirty="0">
                <a:solidFill>
                  <a:srgbClr val="FF0000"/>
                </a:solidFill>
                <a:latin typeface="Comic Sans MS" panose="030F0702030302020204" pitchFamily="66" charset="0"/>
                <a:cs typeface="Calibri" panose="020F0502020204030204" pitchFamily="34" charset="0"/>
              </a:rPr>
              <a:t>a</a:t>
            </a:r>
            <a:r>
              <a:rPr sz="2000" spc="-5" dirty="0">
                <a:solidFill>
                  <a:srgbClr val="FF0000"/>
                </a:solidFill>
                <a:latin typeface="Comic Sans MS" panose="030F0702030302020204" pitchFamily="66" charset="0"/>
                <a:cs typeface="Calibri" panose="020F0502020204030204" pitchFamily="34" charset="0"/>
              </a:rPr>
              <a:t>ta </a:t>
            </a:r>
            <a:r>
              <a:rPr sz="2000" dirty="0">
                <a:solidFill>
                  <a:srgbClr val="FF0000"/>
                </a:solidFill>
                <a:latin typeface="Comic Sans MS" panose="030F0702030302020204" pitchFamily="66" charset="0"/>
                <a:cs typeface="Calibri" panose="020F0502020204030204" pitchFamily="34" charset="0"/>
              </a:rPr>
              <a:t>avai</a:t>
            </a:r>
            <a:r>
              <a:rPr sz="2000" spc="-20" dirty="0">
                <a:solidFill>
                  <a:srgbClr val="FF0000"/>
                </a:solidFill>
                <a:latin typeface="Comic Sans MS" panose="030F0702030302020204" pitchFamily="66" charset="0"/>
                <a:cs typeface="Calibri" panose="020F0502020204030204" pitchFamily="34" charset="0"/>
              </a:rPr>
              <a:t>l</a:t>
            </a:r>
            <a:r>
              <a:rPr sz="2000" dirty="0">
                <a:solidFill>
                  <a:srgbClr val="FF0000"/>
                </a:solidFill>
                <a:latin typeface="Comic Sans MS" panose="030F0702030302020204" pitchFamily="66" charset="0"/>
                <a:cs typeface="Calibri" panose="020F0502020204030204" pitchFamily="34" charset="0"/>
              </a:rPr>
              <a:t>a</a:t>
            </a:r>
            <a:r>
              <a:rPr sz="2000" spc="-5" dirty="0">
                <a:solidFill>
                  <a:srgbClr val="FF0000"/>
                </a:solidFill>
                <a:latin typeface="Comic Sans MS" panose="030F0702030302020204" pitchFamily="66" charset="0"/>
                <a:cs typeface="Calibri" panose="020F0502020204030204" pitchFamily="34" charset="0"/>
              </a:rPr>
              <a:t>b</a:t>
            </a:r>
            <a:r>
              <a:rPr sz="2000" spc="-20" dirty="0">
                <a:solidFill>
                  <a:srgbClr val="FF0000"/>
                </a:solidFill>
                <a:latin typeface="Comic Sans MS" panose="030F0702030302020204" pitchFamily="66" charset="0"/>
                <a:cs typeface="Calibri" panose="020F0502020204030204" pitchFamily="34" charset="0"/>
              </a:rPr>
              <a:t>l</a:t>
            </a:r>
            <a:r>
              <a:rPr sz="2000" dirty="0">
                <a:solidFill>
                  <a:srgbClr val="FF0000"/>
                </a:solidFill>
                <a:latin typeface="Comic Sans MS" panose="030F0702030302020204" pitchFamily="66" charset="0"/>
                <a:cs typeface="Calibri" panose="020F0502020204030204" pitchFamily="34" charset="0"/>
              </a:rPr>
              <a:t>e </a:t>
            </a:r>
            <a:r>
              <a:rPr sz="2000" spc="-5" dirty="0">
                <a:solidFill>
                  <a:srgbClr val="FF0000"/>
                </a:solidFill>
                <a:latin typeface="Comic Sans MS" panose="030F0702030302020204" pitchFamily="66" charset="0"/>
                <a:cs typeface="Calibri" panose="020F0502020204030204" pitchFamily="34" charset="0"/>
              </a:rPr>
              <a:t>t</a:t>
            </a:r>
            <a:r>
              <a:rPr sz="2000" spc="-10" dirty="0">
                <a:solidFill>
                  <a:srgbClr val="FF0000"/>
                </a:solidFill>
                <a:latin typeface="Comic Sans MS" panose="030F0702030302020204" pitchFamily="66" charset="0"/>
                <a:cs typeface="Calibri" panose="020F0502020204030204" pitchFamily="34" charset="0"/>
              </a:rPr>
              <a:t>o </a:t>
            </a:r>
            <a:r>
              <a:rPr sz="2000" spc="-5" dirty="0">
                <a:solidFill>
                  <a:srgbClr val="FF0000"/>
                </a:solidFill>
                <a:latin typeface="Comic Sans MS" panose="030F0702030302020204" pitchFamily="66" charset="0"/>
                <a:cs typeface="Calibri" panose="020F0502020204030204" pitchFamily="34" charset="0"/>
              </a:rPr>
              <a:t>C</a:t>
            </a:r>
            <a:r>
              <a:rPr sz="2000" spc="-15" dirty="0">
                <a:solidFill>
                  <a:srgbClr val="FF0000"/>
                </a:solidFill>
                <a:latin typeface="Comic Sans MS" panose="030F0702030302020204" pitchFamily="66" charset="0"/>
                <a:cs typeface="Calibri" panose="020F0502020204030204" pitchFamily="34" charset="0"/>
              </a:rPr>
              <a:t>P</a:t>
            </a:r>
            <a:r>
              <a:rPr sz="2000" dirty="0">
                <a:solidFill>
                  <a:srgbClr val="FF0000"/>
                </a:solidFill>
                <a:latin typeface="Comic Sans MS" panose="030F0702030302020204" pitchFamily="66" charset="0"/>
                <a:cs typeface="Calibri" panose="020F0502020204030204" pitchFamily="34" charset="0"/>
              </a:rPr>
              <a:t>U</a:t>
            </a:r>
            <a:r>
              <a:rPr sz="2000" spc="-10" dirty="0">
                <a:solidFill>
                  <a:srgbClr val="FF0000"/>
                </a:solidFill>
                <a:latin typeface="Comic Sans MS" panose="030F0702030302020204" pitchFamily="66" charset="0"/>
                <a:cs typeface="Calibri" panose="020F0502020204030204" pitchFamily="34" charset="0"/>
              </a:rPr>
              <a:t> </a:t>
            </a:r>
            <a:r>
              <a:rPr sz="2000" spc="-5" dirty="0">
                <a:solidFill>
                  <a:srgbClr val="FF0000"/>
                </a:solidFill>
                <a:latin typeface="Comic Sans MS" panose="030F0702030302020204" pitchFamily="66" charset="0"/>
                <a:cs typeface="Calibri" panose="020F0502020204030204" pitchFamily="34" charset="0"/>
              </a:rPr>
              <a:t>c</a:t>
            </a:r>
            <a:r>
              <a:rPr sz="2000" spc="-15" dirty="0">
                <a:solidFill>
                  <a:srgbClr val="FF0000"/>
                </a:solidFill>
                <a:latin typeface="Comic Sans MS" panose="030F0702030302020204" pitchFamily="66" charset="0"/>
                <a:cs typeface="Calibri" panose="020F0502020204030204" pitchFamily="34" charset="0"/>
              </a:rPr>
              <a:t>o</a:t>
            </a:r>
            <a:r>
              <a:rPr sz="2000" spc="-5" dirty="0">
                <a:solidFill>
                  <a:srgbClr val="FF0000"/>
                </a:solidFill>
                <a:latin typeface="Comic Sans MS" panose="030F0702030302020204" pitchFamily="66" charset="0"/>
                <a:cs typeface="Calibri" panose="020F0502020204030204" pitchFamily="34" charset="0"/>
              </a:rPr>
              <a:t>d</a:t>
            </a:r>
            <a:r>
              <a:rPr sz="2000" dirty="0">
                <a:solidFill>
                  <a:srgbClr val="FF0000"/>
                </a:solidFill>
                <a:latin typeface="Comic Sans MS" panose="030F0702030302020204" pitchFamily="66" charset="0"/>
                <a:cs typeface="Calibri" panose="020F0502020204030204" pitchFamily="34" charset="0"/>
              </a:rPr>
              <a:t>e a</a:t>
            </a:r>
            <a:r>
              <a:rPr sz="2000" spc="-5" dirty="0">
                <a:solidFill>
                  <a:srgbClr val="FF0000"/>
                </a:solidFill>
                <a:latin typeface="Comic Sans MS" panose="030F0702030302020204" pitchFamily="66" charset="0"/>
                <a:cs typeface="Calibri" panose="020F0502020204030204" pitchFamily="34" charset="0"/>
              </a:rPr>
              <a:t>g</a:t>
            </a:r>
            <a:r>
              <a:rPr sz="2000" dirty="0">
                <a:solidFill>
                  <a:srgbClr val="FF0000"/>
                </a:solidFill>
                <a:latin typeface="Comic Sans MS" panose="030F0702030302020204" pitchFamily="66" charset="0"/>
                <a:cs typeface="Calibri" panose="020F0502020204030204" pitchFamily="34" charset="0"/>
              </a:rPr>
              <a:t>a</a:t>
            </a:r>
            <a:r>
              <a:rPr sz="2000" spc="-5" dirty="0">
                <a:solidFill>
                  <a:srgbClr val="FF0000"/>
                </a:solidFill>
                <a:latin typeface="Comic Sans MS" panose="030F0702030302020204" pitchFamily="66" charset="0"/>
                <a:cs typeface="Calibri" panose="020F0502020204030204" pitchFamily="34" charset="0"/>
              </a:rPr>
              <a:t>i</a:t>
            </a:r>
            <a:r>
              <a:rPr sz="2000" dirty="0">
                <a:solidFill>
                  <a:srgbClr val="FF0000"/>
                </a:solidFill>
                <a:latin typeface="Comic Sans MS" panose="030F0702030302020204" pitchFamily="66" charset="0"/>
                <a:cs typeface="Calibri" panose="020F0502020204030204" pitchFamily="34" charset="0"/>
              </a:rPr>
              <a:t>n</a:t>
            </a:r>
          </a:p>
          <a:p>
            <a:pPr marL="355600" marR="1648460" indent="-342900">
              <a:lnSpc>
                <a:spcPts val="3700"/>
              </a:lnSpc>
              <a:spcBef>
                <a:spcPts val="330"/>
              </a:spcBef>
              <a:buFont typeface="Arial" panose="020B0604020202020204" pitchFamily="34" charset="0"/>
              <a:buChar char="•"/>
            </a:pPr>
            <a:r>
              <a:rPr sz="2000" spc="-15" dirty="0">
                <a:solidFill>
                  <a:srgbClr val="5E5E5E"/>
                </a:solidFill>
                <a:latin typeface="Comic Sans MS" panose="030F0702030302020204" pitchFamily="66" charset="0"/>
                <a:cs typeface="Calibri" panose="020F0502020204030204" pitchFamily="34" charset="0"/>
              </a:rPr>
              <a:t>No</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c</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u</a:t>
            </a:r>
            <a:r>
              <a:rPr sz="2000" spc="-10" dirty="0">
                <a:solidFill>
                  <a:srgbClr val="5E5E5E"/>
                </a:solidFill>
                <a:latin typeface="Comic Sans MS" panose="030F0702030302020204" pitchFamily="66" charset="0"/>
                <a:cs typeface="Calibri" panose="020F0502020204030204" pitchFamily="34" charset="0"/>
              </a:rPr>
              <a:t>rr</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nt</a:t>
            </a:r>
            <a:r>
              <a:rPr sz="2000" spc="-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cc</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ss</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n</a:t>
            </a:r>
            <a:r>
              <a:rPr sz="2000" spc="-10" dirty="0">
                <a:solidFill>
                  <a:srgbClr val="5E5E5E"/>
                </a:solidFill>
                <a:latin typeface="Comic Sans MS" panose="030F0702030302020204" pitchFamily="66" charset="0"/>
                <a:cs typeface="Calibri" panose="020F0502020204030204" pitchFamily="34" charset="0"/>
              </a:rPr>
              <a:t>o </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n</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d</a:t>
            </a:r>
            <a:r>
              <a:rPr sz="2000" spc="5" dirty="0">
                <a:solidFill>
                  <a:srgbClr val="5E5E5E"/>
                </a:solidFill>
                <a:latin typeface="Comic Sans MS" panose="030F0702030302020204" pitchFamily="66" charset="0"/>
                <a:cs typeface="Calibri" panose="020F0502020204030204" pitchFamily="34" charset="0"/>
              </a:rPr>
              <a:t>em</a:t>
            </a:r>
            <a:r>
              <a:rPr sz="2000" dirty="0">
                <a:solidFill>
                  <a:srgbClr val="5E5E5E"/>
                </a:solidFill>
                <a:latin typeface="Comic Sans MS" panose="030F0702030302020204" pitchFamily="66" charset="0"/>
                <a:cs typeface="Calibri" panose="020F0502020204030204" pitchFamily="34" charset="0"/>
              </a:rPr>
              <a:t>and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m</a:t>
            </a:r>
            <a:r>
              <a:rPr sz="2000" spc="-5" dirty="0">
                <a:solidFill>
                  <a:srgbClr val="5E5E5E"/>
                </a:solidFill>
                <a:latin typeface="Comic Sans MS" panose="030F0702030302020204" pitchFamily="66" charset="0"/>
                <a:cs typeface="Calibri" panose="020F0502020204030204" pitchFamily="34" charset="0"/>
              </a:rPr>
              <a:t>i</a:t>
            </a:r>
            <a:r>
              <a:rPr sz="2000" spc="-15" dirty="0">
                <a:solidFill>
                  <a:srgbClr val="5E5E5E"/>
                </a:solidFill>
                <a:latin typeface="Comic Sans MS" panose="030F0702030302020204" pitchFamily="66" charset="0"/>
                <a:cs typeface="Calibri" panose="020F0502020204030204" pitchFamily="34" charset="0"/>
              </a:rPr>
              <a:t>gr</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ti</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 t</a:t>
            </a:r>
            <a:r>
              <a:rPr sz="2000" spc="-10" dirty="0">
                <a:solidFill>
                  <a:srgbClr val="5E5E5E"/>
                </a:solidFill>
                <a:latin typeface="Comic Sans MS" panose="030F0702030302020204" pitchFamily="66" charset="0"/>
                <a:cs typeface="Calibri" panose="020F0502020204030204" pitchFamily="34" charset="0"/>
              </a:rPr>
              <a:t>o </a:t>
            </a:r>
            <a:r>
              <a:rPr sz="2000" spc="-5" dirty="0">
                <a:solidFill>
                  <a:srgbClr val="5E5E5E"/>
                </a:solidFill>
                <a:latin typeface="Comic Sans MS" panose="030F0702030302020204" pitchFamily="66" charset="0"/>
                <a:cs typeface="Calibri" panose="020F0502020204030204" pitchFamily="34" charset="0"/>
              </a:rPr>
              <a:t>G</a:t>
            </a:r>
            <a:r>
              <a:rPr sz="2000" spc="-1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U</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n</a:t>
            </a:r>
            <a:r>
              <a:rPr sz="2000" spc="-10" dirty="0">
                <a:solidFill>
                  <a:srgbClr val="5E5E5E"/>
                </a:solidFill>
                <a:latin typeface="Comic Sans MS" panose="030F0702030302020204" pitchFamily="66" charset="0"/>
                <a:cs typeface="Calibri" panose="020F0502020204030204" pitchFamily="34" charset="0"/>
              </a:rPr>
              <a:t>o </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v</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rs</a:t>
            </a:r>
            <a:r>
              <a:rPr sz="2000" dirty="0">
                <a:solidFill>
                  <a:srgbClr val="5E5E5E"/>
                </a:solidFill>
                <a:latin typeface="Comic Sans MS" panose="030F0702030302020204" pitchFamily="66" charset="0"/>
                <a:cs typeface="Calibri" panose="020F0502020204030204" pitchFamily="34" charset="0"/>
              </a:rPr>
              <a:t>u</a:t>
            </a:r>
            <a:r>
              <a:rPr sz="2000" spc="-15" dirty="0">
                <a:solidFill>
                  <a:srgbClr val="5E5E5E"/>
                </a:solidFill>
                <a:latin typeface="Comic Sans MS" panose="030F0702030302020204" pitchFamily="66" charset="0"/>
                <a:cs typeface="Calibri" panose="020F0502020204030204" pitchFamily="34" charset="0"/>
              </a:rPr>
              <a:t>bs</a:t>
            </a:r>
            <a:r>
              <a:rPr sz="2000" spc="-5" dirty="0">
                <a:solidFill>
                  <a:srgbClr val="5E5E5E"/>
                </a:solidFill>
                <a:latin typeface="Comic Sans MS" panose="030F0702030302020204" pitchFamily="66" charset="0"/>
                <a:cs typeface="Calibri" panose="020F0502020204030204" pitchFamily="34" charset="0"/>
              </a:rPr>
              <a:t>c</a:t>
            </a:r>
            <a:r>
              <a:rPr sz="2000" spc="-15"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ipti</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 </a:t>
            </a:r>
            <a:endParaRPr lang="en-US" sz="2000" dirty="0">
              <a:solidFill>
                <a:srgbClr val="5E5E5E"/>
              </a:solidFill>
              <a:latin typeface="Comic Sans MS" panose="030F0702030302020204" pitchFamily="66" charset="0"/>
              <a:cs typeface="Calibri" panose="020F0502020204030204" pitchFamily="34" charset="0"/>
            </a:endParaRPr>
          </a:p>
          <a:p>
            <a:pPr marL="355600" marR="1648460" indent="-342900">
              <a:lnSpc>
                <a:spcPts val="3700"/>
              </a:lnSpc>
              <a:spcBef>
                <a:spcPts val="330"/>
              </a:spcBef>
              <a:buFont typeface="Arial" panose="020B0604020202020204" pitchFamily="34" charset="0"/>
              <a:buChar char="•"/>
            </a:pPr>
            <a:r>
              <a:rPr sz="2000" spc="-10" dirty="0">
                <a:solidFill>
                  <a:srgbClr val="5E5E5E"/>
                </a:solidFill>
                <a:latin typeface="Comic Sans MS" panose="030F0702030302020204" pitchFamily="66" charset="0"/>
                <a:cs typeface="Calibri" panose="020F0502020204030204" pitchFamily="34" charset="0"/>
              </a:rPr>
              <a:t>Ju</a:t>
            </a:r>
            <a:r>
              <a:rPr sz="2000" spc="-1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e </a:t>
            </a:r>
            <a:r>
              <a:rPr sz="2000" b="1" spc="-10" dirty="0">
                <a:solidFill>
                  <a:srgbClr val="5E5E5E"/>
                </a:solidFill>
                <a:latin typeface="Comic Sans MS" panose="030F0702030302020204" pitchFamily="66" charset="0"/>
                <a:cs typeface="Calibri" panose="020F0502020204030204" pitchFamily="34" charset="0"/>
              </a:rPr>
              <a:t>c</a:t>
            </a:r>
            <a:r>
              <a:rPr sz="2000" b="1" spc="-20" dirty="0">
                <a:solidFill>
                  <a:srgbClr val="5E5E5E"/>
                </a:solidFill>
                <a:latin typeface="Comic Sans MS" panose="030F0702030302020204" pitchFamily="66" charset="0"/>
                <a:cs typeface="Calibri" panose="020F0502020204030204" pitchFamily="34" charset="0"/>
              </a:rPr>
              <a:t>u</a:t>
            </a:r>
            <a:r>
              <a:rPr sz="2000" b="1" spc="-10" dirty="0">
                <a:solidFill>
                  <a:srgbClr val="5E5E5E"/>
                </a:solidFill>
                <a:latin typeface="Comic Sans MS" panose="030F0702030302020204" pitchFamily="66" charset="0"/>
                <a:cs typeface="Calibri" panose="020F0502020204030204" pitchFamily="34" charset="0"/>
              </a:rPr>
              <a:t>da</a:t>
            </a:r>
            <a:r>
              <a:rPr sz="2000" b="1" spc="-20" dirty="0">
                <a:solidFill>
                  <a:srgbClr val="5E5E5E"/>
                </a:solidFill>
                <a:latin typeface="Comic Sans MS" panose="030F0702030302020204" pitchFamily="66" charset="0"/>
                <a:cs typeface="Calibri" panose="020F0502020204030204" pitchFamily="34" charset="0"/>
              </a:rPr>
              <a:t>M</a:t>
            </a:r>
            <a:r>
              <a:rPr sz="2000" b="1" spc="-10" dirty="0">
                <a:solidFill>
                  <a:srgbClr val="5E5E5E"/>
                </a:solidFill>
                <a:latin typeface="Comic Sans MS" panose="030F0702030302020204" pitchFamily="66" charset="0"/>
                <a:cs typeface="Calibri" panose="020F0502020204030204" pitchFamily="34" charset="0"/>
              </a:rPr>
              <a:t>a</a:t>
            </a:r>
            <a:r>
              <a:rPr sz="2000" b="1" spc="-20" dirty="0">
                <a:solidFill>
                  <a:srgbClr val="5E5E5E"/>
                </a:solidFill>
                <a:latin typeface="Comic Sans MS" panose="030F0702030302020204" pitchFamily="66" charset="0"/>
                <a:cs typeface="Calibri" panose="020F0502020204030204" pitchFamily="34" charset="0"/>
              </a:rPr>
              <a:t>llo</a:t>
            </a:r>
            <a:r>
              <a:rPr sz="2000" b="1" spc="-10" dirty="0">
                <a:solidFill>
                  <a:srgbClr val="5E5E5E"/>
                </a:solidFill>
                <a:latin typeface="Comic Sans MS" panose="030F0702030302020204" pitchFamily="66" charset="0"/>
                <a:cs typeface="Calibri" panose="020F0502020204030204" pitchFamily="34" charset="0"/>
              </a:rPr>
              <a:t>c</a:t>
            </a:r>
            <a:r>
              <a:rPr sz="2000" b="1" spc="-20" dirty="0">
                <a:solidFill>
                  <a:srgbClr val="5E5E5E"/>
                </a:solidFill>
                <a:latin typeface="Comic Sans MS" panose="030F0702030302020204" pitchFamily="66" charset="0"/>
                <a:cs typeface="Calibri" panose="020F0502020204030204" pitchFamily="34" charset="0"/>
              </a:rPr>
              <a:t>M</a:t>
            </a:r>
            <a:r>
              <a:rPr sz="2000" b="1" dirty="0">
                <a:solidFill>
                  <a:srgbClr val="5E5E5E"/>
                </a:solidFill>
                <a:latin typeface="Comic Sans MS" panose="030F0702030302020204" pitchFamily="66" charset="0"/>
                <a:cs typeface="Calibri" panose="020F0502020204030204" pitchFamily="34" charset="0"/>
              </a:rPr>
              <a:t>a</a:t>
            </a:r>
            <a:r>
              <a:rPr sz="2000" b="1" spc="-5" dirty="0">
                <a:solidFill>
                  <a:srgbClr val="5E5E5E"/>
                </a:solidFill>
                <a:latin typeface="Comic Sans MS" panose="030F0702030302020204" pitchFamily="66" charset="0"/>
                <a:cs typeface="Calibri" panose="020F0502020204030204" pitchFamily="34" charset="0"/>
              </a:rPr>
              <a:t>n</a:t>
            </a:r>
            <a:r>
              <a:rPr sz="2000" b="1" spc="-10" dirty="0">
                <a:solidFill>
                  <a:srgbClr val="5E5E5E"/>
                </a:solidFill>
                <a:latin typeface="Comic Sans MS" panose="030F0702030302020204" pitchFamily="66" charset="0"/>
                <a:cs typeface="Calibri" panose="020F0502020204030204" pitchFamily="34" charset="0"/>
              </a:rPr>
              <a:t>a</a:t>
            </a:r>
            <a:r>
              <a:rPr sz="2000" b="1" spc="-15" dirty="0">
                <a:solidFill>
                  <a:srgbClr val="5E5E5E"/>
                </a:solidFill>
                <a:latin typeface="Comic Sans MS" panose="030F0702030302020204" pitchFamily="66" charset="0"/>
                <a:cs typeface="Calibri" panose="020F0502020204030204" pitchFamily="34" charset="0"/>
              </a:rPr>
              <a:t>ge</a:t>
            </a:r>
            <a:r>
              <a:rPr sz="2000" b="1" spc="-10" dirty="0">
                <a:solidFill>
                  <a:srgbClr val="5E5E5E"/>
                </a:solidFill>
                <a:latin typeface="Comic Sans MS" panose="030F0702030302020204" pitchFamily="66" charset="0"/>
                <a:cs typeface="Calibri" panose="020F0502020204030204" pitchFamily="34" charset="0"/>
              </a:rPr>
              <a:t>d</a:t>
            </a:r>
            <a:r>
              <a:rPr sz="2000" b="1" dirty="0">
                <a:solidFill>
                  <a:srgbClr val="5E5E5E"/>
                </a:solidFill>
                <a:latin typeface="Comic Sans MS" panose="030F0702030302020204" pitchFamily="66" charset="0"/>
                <a:cs typeface="Calibri" panose="020F0502020204030204" pitchFamily="34" charset="0"/>
              </a:rPr>
              <a:t>()</a:t>
            </a:r>
            <a:r>
              <a:rPr sz="2000" b="1"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w</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r</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y</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 </a:t>
            </a:r>
            <a:r>
              <a:rPr sz="2000" spc="-20" dirty="0">
                <a:solidFill>
                  <a:srgbClr val="5E5E5E"/>
                </a:solidFill>
                <a:latin typeface="Comic Sans MS" panose="030F0702030302020204" pitchFamily="66" charset="0"/>
                <a:cs typeface="Calibri" panose="020F0502020204030204" pitchFamily="34" charset="0"/>
              </a:rPr>
              <a:t>wo</a:t>
            </a:r>
            <a:r>
              <a:rPr sz="2000" dirty="0">
                <a:solidFill>
                  <a:srgbClr val="5E5E5E"/>
                </a:solidFill>
                <a:latin typeface="Comic Sans MS" panose="030F0702030302020204" pitchFamily="66" charset="0"/>
                <a:cs typeface="Calibri" panose="020F0502020204030204" pitchFamily="34" charset="0"/>
              </a:rPr>
              <a:t>u</a:t>
            </a:r>
            <a:r>
              <a:rPr sz="2000" spc="-15"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u</a:t>
            </a:r>
            <a:r>
              <a:rPr sz="2000" spc="-1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 </a:t>
            </a:r>
            <a:r>
              <a:rPr sz="2000" b="1" dirty="0">
                <a:solidFill>
                  <a:srgbClr val="5E5E5E"/>
                </a:solidFill>
                <a:latin typeface="Comic Sans MS" panose="030F0702030302020204" pitchFamily="66" charset="0"/>
                <a:cs typeface="Calibri" panose="020F0502020204030204" pitchFamily="34" charset="0"/>
              </a:rPr>
              <a:t>ma</a:t>
            </a:r>
            <a:r>
              <a:rPr sz="2000" b="1" spc="-5" dirty="0">
                <a:solidFill>
                  <a:srgbClr val="5E5E5E"/>
                </a:solidFill>
                <a:latin typeface="Comic Sans MS" panose="030F0702030302020204" pitchFamily="66" charset="0"/>
                <a:cs typeface="Calibri" panose="020F0502020204030204" pitchFamily="34" charset="0"/>
              </a:rPr>
              <a:t>l</a:t>
            </a:r>
            <a:r>
              <a:rPr sz="2000" b="1" spc="-15" dirty="0">
                <a:solidFill>
                  <a:srgbClr val="5E5E5E"/>
                </a:solidFill>
                <a:latin typeface="Comic Sans MS" panose="030F0702030302020204" pitchFamily="66" charset="0"/>
                <a:cs typeface="Calibri" panose="020F0502020204030204" pitchFamily="34" charset="0"/>
              </a:rPr>
              <a:t>l</a:t>
            </a:r>
            <a:r>
              <a:rPr sz="2000" b="1" spc="-25" dirty="0">
                <a:solidFill>
                  <a:srgbClr val="5E5E5E"/>
                </a:solidFill>
                <a:latin typeface="Comic Sans MS" panose="030F0702030302020204" pitchFamily="66" charset="0"/>
                <a:cs typeface="Calibri" panose="020F0502020204030204" pitchFamily="34" charset="0"/>
              </a:rPr>
              <a:t>o</a:t>
            </a:r>
            <a:r>
              <a:rPr sz="2000" b="1" spc="-10" dirty="0">
                <a:solidFill>
                  <a:srgbClr val="5E5E5E"/>
                </a:solidFill>
                <a:latin typeface="Comic Sans MS" panose="030F0702030302020204" pitchFamily="66" charset="0"/>
                <a:cs typeface="Calibri" panose="020F0502020204030204" pitchFamily="34" charset="0"/>
              </a:rPr>
              <a:t>c(</a:t>
            </a:r>
            <a:r>
              <a:rPr sz="2000" b="1" spc="-5" dirty="0">
                <a:solidFill>
                  <a:srgbClr val="5E5E5E"/>
                </a:solidFill>
                <a:latin typeface="Comic Sans MS" panose="030F0702030302020204" pitchFamily="66" charset="0"/>
                <a:cs typeface="Calibri" panose="020F0502020204030204" pitchFamily="34" charset="0"/>
              </a:rPr>
              <a:t>)</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a:t>
            </a:r>
            <a:r>
              <a:rPr sz="2000" b="1" dirty="0">
                <a:solidFill>
                  <a:srgbClr val="5E5E5E"/>
                </a:solidFill>
                <a:latin typeface="Comic Sans MS" panose="030F0702030302020204" pitchFamily="66" charset="0"/>
                <a:cs typeface="Calibri" panose="020F0502020204030204" pitchFamily="34" charset="0"/>
              </a:rPr>
              <a:t>ne</a:t>
            </a:r>
            <a:r>
              <a:rPr sz="2000" b="1" spc="-15" dirty="0">
                <a:solidFill>
                  <a:srgbClr val="5E5E5E"/>
                </a:solidFill>
                <a:latin typeface="Comic Sans MS" panose="030F0702030302020204" pitchFamily="66" charset="0"/>
                <a:cs typeface="Calibri" panose="020F0502020204030204" pitchFamily="34" charset="0"/>
              </a:rPr>
              <a:t>w</a:t>
            </a:r>
            <a:endParaRPr sz="2000" dirty="0">
              <a:latin typeface="Comic Sans MS" panose="030F0702030302020204" pitchFamily="66" charset="0"/>
              <a:cs typeface="Calibri" panose="020F0502020204030204" pitchFamily="34" charset="0"/>
            </a:endParaRPr>
          </a:p>
          <a:p>
            <a:pPr marL="355600" indent="-342900">
              <a:lnSpc>
                <a:spcPct val="100000"/>
              </a:lnSpc>
              <a:spcBef>
                <a:spcPts val="125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Us</a:t>
            </a:r>
            <a:r>
              <a:rPr sz="2000" dirty="0">
                <a:solidFill>
                  <a:srgbClr val="5E5E5E"/>
                </a:solidFill>
                <a:latin typeface="Comic Sans MS" panose="030F0702030302020204" pitchFamily="66" charset="0"/>
                <a:cs typeface="Calibri" panose="020F0502020204030204" pitchFamily="34" charset="0"/>
              </a:rPr>
              <a:t>e </a:t>
            </a:r>
            <a:r>
              <a:rPr sz="2000" b="1" spc="-10" dirty="0">
                <a:solidFill>
                  <a:srgbClr val="5E5E5E"/>
                </a:solidFill>
                <a:latin typeface="Comic Sans MS" panose="030F0702030302020204" pitchFamily="66" charset="0"/>
                <a:cs typeface="Calibri" panose="020F0502020204030204" pitchFamily="34" charset="0"/>
              </a:rPr>
              <a:t>c</a:t>
            </a:r>
            <a:r>
              <a:rPr sz="2000" b="1" spc="-20" dirty="0">
                <a:solidFill>
                  <a:srgbClr val="5E5E5E"/>
                </a:solidFill>
                <a:latin typeface="Comic Sans MS" panose="030F0702030302020204" pitchFamily="66" charset="0"/>
                <a:cs typeface="Calibri" panose="020F0502020204030204" pitchFamily="34" charset="0"/>
              </a:rPr>
              <a:t>u</a:t>
            </a:r>
            <a:r>
              <a:rPr sz="2000" b="1" spc="-10" dirty="0">
                <a:solidFill>
                  <a:srgbClr val="5E5E5E"/>
                </a:solidFill>
                <a:latin typeface="Comic Sans MS" panose="030F0702030302020204" pitchFamily="66" charset="0"/>
                <a:cs typeface="Calibri" panose="020F0502020204030204" pitchFamily="34" charset="0"/>
              </a:rPr>
              <a:t>da</a:t>
            </a:r>
            <a:r>
              <a:rPr sz="2000" b="1" spc="-20" dirty="0">
                <a:solidFill>
                  <a:srgbClr val="5E5E5E"/>
                </a:solidFill>
                <a:latin typeface="Comic Sans MS" panose="030F0702030302020204" pitchFamily="66" charset="0"/>
                <a:cs typeface="Calibri" panose="020F0502020204030204" pitchFamily="34" charset="0"/>
              </a:rPr>
              <a:t>F</a:t>
            </a:r>
            <a:r>
              <a:rPr sz="2000" b="1" spc="5" dirty="0">
                <a:solidFill>
                  <a:srgbClr val="5E5E5E"/>
                </a:solidFill>
                <a:latin typeface="Comic Sans MS" panose="030F0702030302020204" pitchFamily="66" charset="0"/>
                <a:cs typeface="Calibri" panose="020F0502020204030204" pitchFamily="34" charset="0"/>
              </a:rPr>
              <a:t>r</a:t>
            </a:r>
            <a:r>
              <a:rPr sz="2000" b="1" spc="-15" dirty="0">
                <a:solidFill>
                  <a:srgbClr val="5E5E5E"/>
                </a:solidFill>
                <a:latin typeface="Comic Sans MS" panose="030F0702030302020204" pitchFamily="66" charset="0"/>
                <a:cs typeface="Calibri" panose="020F0502020204030204" pitchFamily="34" charset="0"/>
              </a:rPr>
              <a:t>e</a:t>
            </a:r>
            <a:r>
              <a:rPr sz="2000" b="1" spc="-10" dirty="0">
                <a:solidFill>
                  <a:srgbClr val="5E5E5E"/>
                </a:solidFill>
                <a:latin typeface="Comic Sans MS" panose="030F0702030302020204" pitchFamily="66" charset="0"/>
                <a:cs typeface="Calibri" panose="020F0502020204030204" pitchFamily="34" charset="0"/>
              </a:rPr>
              <a:t>e</a:t>
            </a:r>
            <a:r>
              <a:rPr sz="2000" b="1" dirty="0">
                <a:solidFill>
                  <a:srgbClr val="5E5E5E"/>
                </a:solidFill>
                <a:latin typeface="Comic Sans MS" panose="030F0702030302020204" pitchFamily="66" charset="0"/>
                <a:cs typeface="Calibri" panose="020F0502020204030204" pitchFamily="34" charset="0"/>
              </a:rPr>
              <a:t>()</a:t>
            </a:r>
            <a:r>
              <a:rPr sz="2000" b="1"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a:t>
            </a:r>
            <a:r>
              <a:rPr sz="2000" spc="-15" dirty="0">
                <a:solidFill>
                  <a:srgbClr val="5E5E5E"/>
                </a:solidFill>
                <a:latin typeface="Comic Sans MS" panose="030F0702030302020204" pitchFamily="66" charset="0"/>
                <a:cs typeface="Calibri" panose="020F0502020204030204" pitchFamily="34" charset="0"/>
              </a:rPr>
              <a:t>s</a:t>
            </a:r>
            <a:r>
              <a:rPr sz="2000" spc="-5" dirty="0">
                <a:solidFill>
                  <a:srgbClr val="5E5E5E"/>
                </a:solidFill>
                <a:latin typeface="Comic Sans MS" panose="030F0702030302020204" pitchFamily="66" charset="0"/>
                <a:cs typeface="Calibri" panose="020F0502020204030204" pitchFamily="34" charset="0"/>
              </a:rPr>
              <a:t>t</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ad</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f </a:t>
            </a:r>
            <a:r>
              <a:rPr sz="2000" b="1" spc="-15" dirty="0">
                <a:solidFill>
                  <a:srgbClr val="5E5E5E"/>
                </a:solidFill>
                <a:latin typeface="Comic Sans MS" panose="030F0702030302020204" pitchFamily="66" charset="0"/>
                <a:cs typeface="Calibri" panose="020F0502020204030204" pitchFamily="34" charset="0"/>
              </a:rPr>
              <a:t>f</a:t>
            </a:r>
            <a:r>
              <a:rPr sz="2000" b="1" spc="-5" dirty="0">
                <a:solidFill>
                  <a:srgbClr val="5E5E5E"/>
                </a:solidFill>
                <a:latin typeface="Comic Sans MS" panose="030F0702030302020204" pitchFamily="66" charset="0"/>
                <a:cs typeface="Calibri" panose="020F0502020204030204" pitchFamily="34" charset="0"/>
              </a:rPr>
              <a:t>r</a:t>
            </a:r>
            <a:r>
              <a:rPr sz="2000" b="1" spc="-15" dirty="0">
                <a:solidFill>
                  <a:srgbClr val="5E5E5E"/>
                </a:solidFill>
                <a:latin typeface="Comic Sans MS" panose="030F0702030302020204" pitchFamily="66" charset="0"/>
                <a:cs typeface="Calibri" panose="020F0502020204030204" pitchFamily="34" charset="0"/>
              </a:rPr>
              <a:t>ee</a:t>
            </a:r>
            <a:r>
              <a:rPr sz="2000" b="1" dirty="0">
                <a:solidFill>
                  <a:srgbClr val="5E5E5E"/>
                </a:solidFill>
                <a:latin typeface="Comic Sans MS" panose="030F0702030302020204" pitchFamily="66" charset="0"/>
                <a:cs typeface="Calibri" panose="020F0502020204030204" pitchFamily="34" charset="0"/>
              </a:rPr>
              <a:t>()</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a:t>
            </a:r>
            <a:r>
              <a:rPr sz="2000" b="1" spc="-10" dirty="0">
                <a:solidFill>
                  <a:srgbClr val="5E5E5E"/>
                </a:solidFill>
                <a:latin typeface="Comic Sans MS" panose="030F0702030302020204" pitchFamily="66" charset="0"/>
                <a:cs typeface="Calibri" panose="020F0502020204030204" pitchFamily="34" charset="0"/>
              </a:rPr>
              <a:t>d</a:t>
            </a:r>
            <a:r>
              <a:rPr sz="2000" b="1" spc="-15" dirty="0">
                <a:solidFill>
                  <a:srgbClr val="5E5E5E"/>
                </a:solidFill>
                <a:latin typeface="Comic Sans MS" panose="030F0702030302020204" pitchFamily="66" charset="0"/>
                <a:cs typeface="Calibri" panose="020F0502020204030204" pitchFamily="34" charset="0"/>
              </a:rPr>
              <a:t>e</a:t>
            </a:r>
            <a:r>
              <a:rPr sz="2000" b="1" spc="-20" dirty="0">
                <a:solidFill>
                  <a:srgbClr val="5E5E5E"/>
                </a:solidFill>
                <a:latin typeface="Comic Sans MS" panose="030F0702030302020204" pitchFamily="66" charset="0"/>
                <a:cs typeface="Calibri" panose="020F0502020204030204" pitchFamily="34" charset="0"/>
              </a:rPr>
              <a:t>l</a:t>
            </a:r>
            <a:r>
              <a:rPr sz="2000" b="1" spc="-15" dirty="0">
                <a:solidFill>
                  <a:srgbClr val="5E5E5E"/>
                </a:solidFill>
                <a:latin typeface="Comic Sans MS" panose="030F0702030302020204" pitchFamily="66" charset="0"/>
                <a:cs typeface="Calibri" panose="020F0502020204030204" pitchFamily="34" charset="0"/>
              </a:rPr>
              <a:t>e</a:t>
            </a:r>
            <a:r>
              <a:rPr sz="2000" b="1" spc="-5" dirty="0">
                <a:solidFill>
                  <a:srgbClr val="5E5E5E"/>
                </a:solidFill>
                <a:latin typeface="Comic Sans MS" panose="030F0702030302020204" pitchFamily="66" charset="0"/>
                <a:cs typeface="Calibri" panose="020F0502020204030204" pitchFamily="34" charset="0"/>
              </a:rPr>
              <a:t>t</a:t>
            </a:r>
            <a:r>
              <a:rPr sz="2000" b="1" spc="-15" dirty="0">
                <a:solidFill>
                  <a:srgbClr val="5E5E5E"/>
                </a:solidFill>
                <a:latin typeface="Comic Sans MS" panose="030F0702030302020204" pitchFamily="66" charset="0"/>
                <a:cs typeface="Calibri" panose="020F0502020204030204" pitchFamily="34" charset="0"/>
              </a:rPr>
              <a:t>e</a:t>
            </a:r>
            <a:endParaRPr sz="2000" dirty="0">
              <a:latin typeface="Comic Sans MS" panose="030F0702030302020204" pitchFamily="66"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06051"/>
            <a:ext cx="9464040" cy="838691"/>
          </a:xfrm>
          <a:prstGeom prst="rect">
            <a:avLst/>
          </a:prstGeom>
        </p:spPr>
        <p:txBody>
          <a:bodyPr vert="horz" wrap="square" lIns="0" tIns="0" rIns="0" bIns="0" rtlCol="0">
            <a:spAutoFit/>
          </a:bodyPr>
          <a:lstStyle/>
          <a:p>
            <a:pPr marL="0" algn="ctr">
              <a:lnSpc>
                <a:spcPct val="100000"/>
              </a:lnSpc>
            </a:pPr>
            <a:r>
              <a:rPr sz="3200" dirty="0">
                <a:latin typeface="Comic Sans MS" panose="030F0702030302020204" pitchFamily="66" charset="0"/>
              </a:rPr>
              <a:t>UN</a:t>
            </a:r>
            <a:r>
              <a:rPr sz="3200" spc="-5" dirty="0">
                <a:latin typeface="Comic Sans MS" panose="030F0702030302020204" pitchFamily="66" charset="0"/>
              </a:rPr>
              <a:t>I</a:t>
            </a:r>
            <a:r>
              <a:rPr sz="3200" spc="-25" dirty="0">
                <a:latin typeface="Comic Sans MS" panose="030F0702030302020204" pitchFamily="66" charset="0"/>
              </a:rPr>
              <a:t>F</a:t>
            </a:r>
            <a:r>
              <a:rPr sz="3200" spc="-5" dirty="0">
                <a:latin typeface="Comic Sans MS" panose="030F0702030302020204" pitchFamily="66" charset="0"/>
              </a:rPr>
              <a:t>I</a:t>
            </a:r>
            <a:r>
              <a:rPr sz="3200" spc="-25" dirty="0">
                <a:latin typeface="Comic Sans MS" panose="030F0702030302020204" pitchFamily="66" charset="0"/>
              </a:rPr>
              <a:t>E</a:t>
            </a:r>
            <a:r>
              <a:rPr sz="3200" dirty="0">
                <a:latin typeface="Comic Sans MS" panose="030F0702030302020204" pitchFamily="66" charset="0"/>
              </a:rPr>
              <a:t>D</a:t>
            </a:r>
            <a:r>
              <a:rPr sz="3200" spc="5" dirty="0">
                <a:latin typeface="Comic Sans MS" panose="030F0702030302020204" pitchFamily="66" charset="0"/>
              </a:rPr>
              <a:t> </a:t>
            </a:r>
            <a:r>
              <a:rPr sz="3200" spc="-5" dirty="0">
                <a:latin typeface="Comic Sans MS" panose="030F0702030302020204" pitchFamily="66" charset="0"/>
              </a:rPr>
              <a:t>M</a:t>
            </a:r>
            <a:r>
              <a:rPr sz="3200" spc="-25" dirty="0">
                <a:latin typeface="Comic Sans MS" panose="030F0702030302020204" pitchFamily="66" charset="0"/>
              </a:rPr>
              <a:t>E</a:t>
            </a:r>
            <a:r>
              <a:rPr sz="3200" spc="-5" dirty="0">
                <a:latin typeface="Comic Sans MS" panose="030F0702030302020204" pitchFamily="66" charset="0"/>
              </a:rPr>
              <a:t>M</a:t>
            </a:r>
            <a:r>
              <a:rPr sz="3200" spc="-30" dirty="0">
                <a:latin typeface="Comic Sans MS" panose="030F0702030302020204" pitchFamily="66" charset="0"/>
              </a:rPr>
              <a:t>O</a:t>
            </a:r>
            <a:r>
              <a:rPr sz="3200" dirty="0">
                <a:latin typeface="Comic Sans MS" panose="030F0702030302020204" pitchFamily="66" charset="0"/>
              </a:rPr>
              <a:t>RY </a:t>
            </a:r>
            <a:r>
              <a:rPr sz="3200" spc="-30" dirty="0">
                <a:latin typeface="Comic Sans MS" panose="030F0702030302020204" pitchFamily="66" charset="0"/>
              </a:rPr>
              <a:t>O</a:t>
            </a:r>
            <a:r>
              <a:rPr sz="3200" dirty="0">
                <a:latin typeface="Comic Sans MS" panose="030F0702030302020204" pitchFamily="66" charset="0"/>
              </a:rPr>
              <a:t>N</a:t>
            </a:r>
            <a:r>
              <a:rPr sz="3200" spc="5" dirty="0">
                <a:latin typeface="Comic Sans MS" panose="030F0702030302020204" pitchFamily="66" charset="0"/>
              </a:rPr>
              <a:t> </a:t>
            </a:r>
            <a:r>
              <a:rPr sz="3200" spc="-15" dirty="0">
                <a:latin typeface="Comic Sans MS" panose="030F0702030302020204" pitchFamily="66" charset="0"/>
              </a:rPr>
              <a:t>P</a:t>
            </a:r>
            <a:r>
              <a:rPr sz="3200" spc="-25" dirty="0">
                <a:latin typeface="Comic Sans MS" panose="030F0702030302020204" pitchFamily="66" charset="0"/>
              </a:rPr>
              <a:t>A</a:t>
            </a:r>
            <a:r>
              <a:rPr sz="3200" dirty="0">
                <a:latin typeface="Comic Sans MS" panose="030F0702030302020204" pitchFamily="66" charset="0"/>
              </a:rPr>
              <a:t>S</a:t>
            </a:r>
            <a:r>
              <a:rPr sz="3200" spc="-5" dirty="0">
                <a:latin typeface="Comic Sans MS" panose="030F0702030302020204" pitchFamily="66" charset="0"/>
              </a:rPr>
              <a:t>C</a:t>
            </a:r>
            <a:r>
              <a:rPr sz="3200" spc="-25" dirty="0">
                <a:latin typeface="Comic Sans MS" panose="030F0702030302020204" pitchFamily="66" charset="0"/>
              </a:rPr>
              <a:t>A</a:t>
            </a:r>
            <a:r>
              <a:rPr sz="3200" dirty="0">
                <a:latin typeface="Comic Sans MS" panose="030F0702030302020204" pitchFamily="66" charset="0"/>
              </a:rPr>
              <a:t>L+</a:t>
            </a:r>
          </a:p>
          <a:p>
            <a:pPr marL="0" algn="ctr">
              <a:lnSpc>
                <a:spcPct val="100000"/>
              </a:lnSpc>
              <a:spcBef>
                <a:spcPts val="310"/>
              </a:spcBef>
            </a:pPr>
            <a:r>
              <a:rPr sz="2000" spc="-10" dirty="0">
                <a:solidFill>
                  <a:srgbClr val="76B900"/>
                </a:solidFill>
                <a:latin typeface="Comic Sans MS" panose="030F0702030302020204" pitchFamily="66" charset="0"/>
              </a:rPr>
              <a:t>GP</a:t>
            </a:r>
            <a:r>
              <a:rPr sz="2000" dirty="0">
                <a:solidFill>
                  <a:srgbClr val="76B900"/>
                </a:solidFill>
                <a:latin typeface="Comic Sans MS" panose="030F0702030302020204" pitchFamily="66" charset="0"/>
              </a:rPr>
              <a:t>U</a:t>
            </a:r>
            <a:r>
              <a:rPr sz="2000" spc="-10" dirty="0">
                <a:solidFill>
                  <a:srgbClr val="76B900"/>
                </a:solidFill>
                <a:latin typeface="Comic Sans MS" panose="030F0702030302020204" pitchFamily="66" charset="0"/>
              </a:rPr>
              <a:t> </a:t>
            </a:r>
            <a:r>
              <a:rPr sz="2000" spc="-5" dirty="0">
                <a:solidFill>
                  <a:srgbClr val="76B900"/>
                </a:solidFill>
                <a:latin typeface="Comic Sans MS" panose="030F0702030302020204" pitchFamily="66" charset="0"/>
              </a:rPr>
              <a:t>M</a:t>
            </a:r>
            <a:r>
              <a:rPr sz="2000" spc="5" dirty="0">
                <a:solidFill>
                  <a:srgbClr val="76B900"/>
                </a:solidFill>
                <a:latin typeface="Comic Sans MS" panose="030F0702030302020204" pitchFamily="66" charset="0"/>
              </a:rPr>
              <a:t>em</a:t>
            </a:r>
            <a:r>
              <a:rPr sz="2000" spc="-15" dirty="0">
                <a:solidFill>
                  <a:srgbClr val="76B900"/>
                </a:solidFill>
                <a:latin typeface="Comic Sans MS" panose="030F0702030302020204" pitchFamily="66" charset="0"/>
              </a:rPr>
              <a:t>or</a:t>
            </a:r>
            <a:r>
              <a:rPr sz="2000" dirty="0">
                <a:solidFill>
                  <a:srgbClr val="76B900"/>
                </a:solidFill>
                <a:latin typeface="Comic Sans MS" panose="030F0702030302020204" pitchFamily="66" charset="0"/>
              </a:rPr>
              <a:t>y</a:t>
            </a:r>
            <a:r>
              <a:rPr sz="2000" spc="-5" dirty="0">
                <a:solidFill>
                  <a:srgbClr val="76B900"/>
                </a:solidFill>
                <a:latin typeface="Comic Sans MS" panose="030F0702030302020204" pitchFamily="66" charset="0"/>
              </a:rPr>
              <a:t> </a:t>
            </a:r>
            <a:r>
              <a:rPr sz="2000" spc="-20" dirty="0">
                <a:solidFill>
                  <a:srgbClr val="76B900"/>
                </a:solidFill>
                <a:latin typeface="Comic Sans MS" panose="030F0702030302020204" pitchFamily="66" charset="0"/>
              </a:rPr>
              <a:t>O</a:t>
            </a:r>
            <a:r>
              <a:rPr sz="2000" spc="-5" dirty="0">
                <a:solidFill>
                  <a:srgbClr val="76B900"/>
                </a:solidFill>
                <a:latin typeface="Comic Sans MS" panose="030F0702030302020204" pitchFamily="66" charset="0"/>
              </a:rPr>
              <a:t>v</a:t>
            </a:r>
            <a:r>
              <a:rPr sz="2000" spc="5" dirty="0">
                <a:solidFill>
                  <a:srgbClr val="76B900"/>
                </a:solidFill>
                <a:latin typeface="Comic Sans MS" panose="030F0702030302020204" pitchFamily="66" charset="0"/>
              </a:rPr>
              <a:t>e</a:t>
            </a:r>
            <a:r>
              <a:rPr sz="2000" spc="-15" dirty="0">
                <a:solidFill>
                  <a:srgbClr val="76B900"/>
                </a:solidFill>
                <a:latin typeface="Comic Sans MS" panose="030F0702030302020204" pitchFamily="66" charset="0"/>
              </a:rPr>
              <a:t>r</a:t>
            </a:r>
            <a:r>
              <a:rPr sz="2000" spc="-5" dirty="0">
                <a:solidFill>
                  <a:srgbClr val="76B900"/>
                </a:solidFill>
                <a:latin typeface="Comic Sans MS" panose="030F0702030302020204" pitchFamily="66" charset="0"/>
              </a:rPr>
              <a:t>s</a:t>
            </a:r>
            <a:r>
              <a:rPr sz="2000" dirty="0">
                <a:solidFill>
                  <a:srgbClr val="76B900"/>
                </a:solidFill>
                <a:latin typeface="Comic Sans MS" panose="030F0702030302020204" pitchFamily="66" charset="0"/>
              </a:rPr>
              <a:t>u</a:t>
            </a:r>
            <a:r>
              <a:rPr sz="2000" spc="-5" dirty="0">
                <a:solidFill>
                  <a:srgbClr val="76B900"/>
                </a:solidFill>
                <a:latin typeface="Comic Sans MS" panose="030F0702030302020204" pitchFamily="66" charset="0"/>
              </a:rPr>
              <a:t>b</a:t>
            </a:r>
            <a:r>
              <a:rPr sz="2000" spc="-15" dirty="0">
                <a:solidFill>
                  <a:srgbClr val="76B900"/>
                </a:solidFill>
                <a:latin typeface="Comic Sans MS" panose="030F0702030302020204" pitchFamily="66" charset="0"/>
              </a:rPr>
              <a:t>scr</a:t>
            </a:r>
            <a:r>
              <a:rPr sz="2000" spc="-5" dirty="0">
                <a:solidFill>
                  <a:srgbClr val="76B900"/>
                </a:solidFill>
                <a:latin typeface="Comic Sans MS" panose="030F0702030302020204" pitchFamily="66" charset="0"/>
              </a:rPr>
              <a:t>iption</a:t>
            </a:r>
            <a:endParaRPr sz="2000" dirty="0">
              <a:latin typeface="Comic Sans MS" panose="030F0702030302020204" pitchFamily="66" charset="0"/>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25400">
              <a:lnSpc>
                <a:spcPct val="100000"/>
              </a:lnSpc>
            </a:pPr>
            <a:fld id="{81D60167-4931-47E6-BA6A-407CBD079E47}" type="slidenum">
              <a:rPr dirty="0"/>
              <a:t>16</a:t>
            </a:fld>
            <a:endParaRPr dirty="0"/>
          </a:p>
        </p:txBody>
      </p:sp>
      <p:sp>
        <p:nvSpPr>
          <p:cNvPr id="3" name="object 3"/>
          <p:cNvSpPr/>
          <p:nvPr/>
        </p:nvSpPr>
        <p:spPr>
          <a:xfrm>
            <a:off x="889718" y="2715390"/>
            <a:ext cx="4379595" cy="2167255"/>
          </a:xfrm>
          <a:custGeom>
            <a:avLst/>
            <a:gdLst/>
            <a:ahLst/>
            <a:cxnLst/>
            <a:rect l="l" t="t" r="r" b="b"/>
            <a:pathLst>
              <a:path w="4379595" h="2167254">
                <a:moveTo>
                  <a:pt x="4317860" y="0"/>
                </a:moveTo>
                <a:lnTo>
                  <a:pt x="0" y="0"/>
                </a:lnTo>
                <a:lnTo>
                  <a:pt x="0" y="2105135"/>
                </a:lnTo>
                <a:lnTo>
                  <a:pt x="61509" y="2166645"/>
                </a:lnTo>
                <a:lnTo>
                  <a:pt x="4379370" y="2166645"/>
                </a:lnTo>
                <a:lnTo>
                  <a:pt x="4379370" y="61509"/>
                </a:lnTo>
                <a:lnTo>
                  <a:pt x="4317860" y="0"/>
                </a:lnTo>
                <a:close/>
              </a:path>
            </a:pathLst>
          </a:custGeom>
          <a:solidFill>
            <a:srgbClr val="F2F2F2"/>
          </a:solidFill>
        </p:spPr>
        <p:txBody>
          <a:bodyPr wrap="square" lIns="0" tIns="0" rIns="0" bIns="0" rtlCol="0"/>
          <a:lstStyle/>
          <a:p>
            <a:endParaRPr>
              <a:latin typeface="Comic Sans MS" panose="030F0702030302020204" pitchFamily="66" charset="0"/>
            </a:endParaRPr>
          </a:p>
        </p:txBody>
      </p:sp>
      <p:sp>
        <p:nvSpPr>
          <p:cNvPr id="4" name="object 4"/>
          <p:cNvSpPr txBox="1"/>
          <p:nvPr/>
        </p:nvSpPr>
        <p:spPr>
          <a:xfrm>
            <a:off x="999204" y="2955964"/>
            <a:ext cx="2684780" cy="646331"/>
          </a:xfrm>
          <a:prstGeom prst="rect">
            <a:avLst/>
          </a:prstGeom>
        </p:spPr>
        <p:txBody>
          <a:bodyPr vert="horz" wrap="square" lIns="0" tIns="0" rIns="0" bIns="0" rtlCol="0">
            <a:spAutoFit/>
          </a:bodyPr>
          <a:lstStyle/>
          <a:p>
            <a:pPr marL="12700">
              <a:lnSpc>
                <a:spcPct val="100000"/>
              </a:lnSpc>
            </a:pPr>
            <a:r>
              <a:rPr sz="1400" spc="-20" dirty="0">
                <a:latin typeface="Comic Sans MS" panose="030F0702030302020204" pitchFamily="66" charset="0"/>
                <a:cs typeface="Lucida Console" panose="020B0609040504020204"/>
              </a:rPr>
              <a:t>voi</a:t>
            </a:r>
            <a:r>
              <a:rPr sz="1400" spc="-10" dirty="0">
                <a:latin typeface="Comic Sans MS" panose="030F0702030302020204" pitchFamily="66" charset="0"/>
                <a:cs typeface="Lucida Console" panose="020B0609040504020204"/>
              </a:rPr>
              <a:t>d</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foo(</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225425">
              <a:lnSpc>
                <a:spcPct val="100000"/>
              </a:lnSpc>
              <a:spcBef>
                <a:spcPts val="20"/>
              </a:spcBef>
            </a:pPr>
            <a:r>
              <a:rPr sz="1400" spc="-20" dirty="0">
                <a:latin typeface="Comic Sans MS" panose="030F0702030302020204" pitchFamily="66" charset="0"/>
                <a:cs typeface="Lucida Console" panose="020B0609040504020204"/>
              </a:rPr>
              <a:t>/</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Assum</a:t>
            </a:r>
            <a:r>
              <a:rPr sz="1400" spc="-10" dirty="0">
                <a:latin typeface="Comic Sans MS" panose="030F0702030302020204" pitchFamily="66" charset="0"/>
                <a:cs typeface="Lucida Console" panose="020B0609040504020204"/>
              </a:rPr>
              <a:t>e</a:t>
            </a:r>
            <a:r>
              <a:rPr sz="1400" spc="-20" dirty="0">
                <a:latin typeface="Comic Sans MS" panose="030F0702030302020204" pitchFamily="66" charset="0"/>
                <a:cs typeface="Lucida Console" panose="020B0609040504020204"/>
              </a:rPr>
              <a:t> GP</a:t>
            </a:r>
            <a:r>
              <a:rPr sz="1400" spc="-10" dirty="0">
                <a:latin typeface="Comic Sans MS" panose="030F0702030302020204" pitchFamily="66" charset="0"/>
                <a:cs typeface="Lucida Console" panose="020B0609040504020204"/>
              </a:rPr>
              <a:t>U</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ha</a:t>
            </a:r>
            <a:r>
              <a:rPr sz="1400" spc="-10" dirty="0">
                <a:latin typeface="Comic Sans MS" panose="030F0702030302020204" pitchFamily="66" charset="0"/>
                <a:cs typeface="Lucida Console" panose="020B0609040504020204"/>
              </a:rPr>
              <a:t>s</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1</a:t>
            </a:r>
            <a:r>
              <a:rPr sz="1400" spc="-10" dirty="0">
                <a:latin typeface="Comic Sans MS" panose="030F0702030302020204" pitchFamily="66" charset="0"/>
                <a:cs typeface="Lucida Console" panose="020B0609040504020204"/>
              </a:rPr>
              <a:t>6</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GB</a:t>
            </a:r>
            <a:endParaRPr sz="1400" dirty="0">
              <a:latin typeface="Comic Sans MS" panose="030F0702030302020204" pitchFamily="66" charset="0"/>
              <a:cs typeface="Lucida Console" panose="020B0609040504020204"/>
            </a:endParaRPr>
          </a:p>
          <a:p>
            <a:pPr marL="225425">
              <a:lnSpc>
                <a:spcPct val="100000"/>
              </a:lnSpc>
              <a:spcBef>
                <a:spcPts val="25"/>
              </a:spcBef>
            </a:pPr>
            <a:r>
              <a:rPr sz="1400" spc="-20" dirty="0">
                <a:solidFill>
                  <a:srgbClr val="76B900"/>
                </a:solidFill>
                <a:latin typeface="Comic Sans MS" panose="030F0702030302020204" pitchFamily="66" charset="0"/>
                <a:cs typeface="Lucida Console" panose="020B0609040504020204"/>
              </a:rPr>
              <a:t>/</a:t>
            </a:r>
            <a:r>
              <a:rPr sz="1400" spc="-10" dirty="0">
                <a:solidFill>
                  <a:srgbClr val="76B900"/>
                </a:solidFill>
                <a:latin typeface="Comic Sans MS" panose="030F0702030302020204" pitchFamily="66" charset="0"/>
                <a:cs typeface="Lucida Console" panose="020B0609040504020204"/>
              </a:rPr>
              <a:t>/</a:t>
            </a:r>
            <a:r>
              <a:rPr sz="1400" spc="-15" dirty="0">
                <a:solidFill>
                  <a:srgbClr val="76B900"/>
                </a:solidFill>
                <a:latin typeface="Comic Sans MS" panose="030F0702030302020204" pitchFamily="66" charset="0"/>
                <a:cs typeface="Lucida Console" panose="020B0609040504020204"/>
              </a:rPr>
              <a:t> </a:t>
            </a:r>
            <a:r>
              <a:rPr sz="1400" spc="-20" dirty="0">
                <a:solidFill>
                  <a:srgbClr val="76B900"/>
                </a:solidFill>
                <a:latin typeface="Comic Sans MS" panose="030F0702030302020204" pitchFamily="66" charset="0"/>
                <a:cs typeface="Lucida Console" panose="020B0609040504020204"/>
              </a:rPr>
              <a:t>Allocat</a:t>
            </a:r>
            <a:r>
              <a:rPr sz="1400" spc="-10" dirty="0">
                <a:solidFill>
                  <a:srgbClr val="76B900"/>
                </a:solidFill>
                <a:latin typeface="Comic Sans MS" panose="030F0702030302020204" pitchFamily="66" charset="0"/>
                <a:cs typeface="Lucida Console" panose="020B0609040504020204"/>
              </a:rPr>
              <a:t>e</a:t>
            </a:r>
            <a:r>
              <a:rPr sz="1400" spc="-20" dirty="0">
                <a:solidFill>
                  <a:srgbClr val="76B900"/>
                </a:solidFill>
                <a:latin typeface="Comic Sans MS" panose="030F0702030302020204" pitchFamily="66" charset="0"/>
                <a:cs typeface="Lucida Console" panose="020B0609040504020204"/>
              </a:rPr>
              <a:t> 6</a:t>
            </a:r>
            <a:r>
              <a:rPr sz="1400" spc="-10" dirty="0">
                <a:solidFill>
                  <a:srgbClr val="76B900"/>
                </a:solidFill>
                <a:latin typeface="Comic Sans MS" panose="030F0702030302020204" pitchFamily="66" charset="0"/>
                <a:cs typeface="Lucida Console" panose="020B0609040504020204"/>
              </a:rPr>
              <a:t>4</a:t>
            </a:r>
            <a:r>
              <a:rPr sz="1400" spc="-15" dirty="0">
                <a:solidFill>
                  <a:srgbClr val="76B900"/>
                </a:solidFill>
                <a:latin typeface="Comic Sans MS" panose="030F0702030302020204" pitchFamily="66" charset="0"/>
                <a:cs typeface="Lucida Console" panose="020B0609040504020204"/>
              </a:rPr>
              <a:t> </a:t>
            </a:r>
            <a:r>
              <a:rPr sz="1400" spc="-20" dirty="0">
                <a:solidFill>
                  <a:srgbClr val="76B900"/>
                </a:solidFill>
                <a:latin typeface="Comic Sans MS" panose="030F0702030302020204" pitchFamily="66" charset="0"/>
                <a:cs typeface="Lucida Console" panose="020B0609040504020204"/>
              </a:rPr>
              <a:t>GB</a:t>
            </a:r>
            <a:endParaRPr sz="1400" dirty="0">
              <a:latin typeface="Comic Sans MS" panose="030F0702030302020204" pitchFamily="66" charset="0"/>
              <a:cs typeface="Lucida Console" panose="020B0609040504020204"/>
            </a:endParaRPr>
          </a:p>
        </p:txBody>
      </p:sp>
      <p:sp>
        <p:nvSpPr>
          <p:cNvPr id="5" name="object 5"/>
          <p:cNvSpPr txBox="1"/>
          <p:nvPr/>
        </p:nvSpPr>
        <p:spPr>
          <a:xfrm>
            <a:off x="3764567" y="3172372"/>
            <a:ext cx="663575" cy="215444"/>
          </a:xfrm>
          <a:prstGeom prst="rect">
            <a:avLst/>
          </a:prstGeom>
        </p:spPr>
        <p:txBody>
          <a:bodyPr vert="horz" wrap="square" lIns="0" tIns="0" rIns="0" bIns="0" rtlCol="0">
            <a:spAutoFit/>
          </a:bodyPr>
          <a:lstStyle/>
          <a:p>
            <a:pPr marL="12700">
              <a:lnSpc>
                <a:spcPct val="100000"/>
              </a:lnSpc>
            </a:pPr>
            <a:r>
              <a:rPr sz="1400" spc="-20" dirty="0">
                <a:latin typeface="Comic Sans MS" panose="030F0702030302020204" pitchFamily="66" charset="0"/>
                <a:cs typeface="Lucida Console" panose="020B0609040504020204"/>
              </a:rPr>
              <a:t>memory</a:t>
            </a:r>
            <a:endParaRPr sz="1400" dirty="0">
              <a:latin typeface="Comic Sans MS" panose="030F0702030302020204" pitchFamily="66" charset="0"/>
              <a:cs typeface="Lucida Console" panose="020B0609040504020204"/>
            </a:endParaRPr>
          </a:p>
        </p:txBody>
      </p:sp>
      <p:sp>
        <p:nvSpPr>
          <p:cNvPr id="6" name="object 6"/>
          <p:cNvSpPr txBox="1"/>
          <p:nvPr/>
        </p:nvSpPr>
        <p:spPr>
          <a:xfrm>
            <a:off x="1211929" y="3605188"/>
            <a:ext cx="1409065" cy="631776"/>
          </a:xfrm>
          <a:prstGeom prst="rect">
            <a:avLst/>
          </a:prstGeom>
        </p:spPr>
        <p:txBody>
          <a:bodyPr vert="horz" wrap="square" lIns="0" tIns="0" rIns="0" bIns="0" rtlCol="0">
            <a:spAutoFit/>
          </a:bodyPr>
          <a:lstStyle/>
          <a:p>
            <a:pPr marL="12700">
              <a:lnSpc>
                <a:spcPts val="1645"/>
              </a:lnSpc>
            </a:pPr>
            <a:r>
              <a:rPr sz="1400" spc="-20" dirty="0">
                <a:latin typeface="Comic Sans MS" panose="030F0702030302020204" pitchFamily="66" charset="0"/>
                <a:cs typeface="Lucida Console" panose="020B0609040504020204"/>
              </a:rPr>
              <a:t>cha</a:t>
            </a:r>
            <a:r>
              <a:rPr sz="1400" spc="-10" dirty="0">
                <a:latin typeface="Comic Sans MS" panose="030F0702030302020204" pitchFamily="66" charset="0"/>
                <a:cs typeface="Lucida Console" panose="020B0609040504020204"/>
              </a:rPr>
              <a:t>r</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*data;</a:t>
            </a:r>
            <a:endParaRPr sz="1400" dirty="0">
              <a:latin typeface="Comic Sans MS" panose="030F0702030302020204" pitchFamily="66" charset="0"/>
              <a:cs typeface="Lucida Console" panose="020B0609040504020204"/>
            </a:endParaRPr>
          </a:p>
          <a:p>
            <a:pPr marL="12700" marR="5080">
              <a:lnSpc>
                <a:spcPts val="1680"/>
              </a:lnSpc>
              <a:spcBef>
                <a:spcPts val="20"/>
              </a:spcBef>
            </a:pPr>
            <a:r>
              <a:rPr sz="1400" spc="-20" dirty="0">
                <a:latin typeface="Comic Sans MS" panose="030F0702030302020204" pitchFamily="66" charset="0"/>
                <a:cs typeface="Lucida Console" panose="020B0609040504020204"/>
              </a:rPr>
              <a:t>/</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b</a:t>
            </a:r>
            <a:r>
              <a:rPr sz="1400" spc="-10" dirty="0">
                <a:latin typeface="Comic Sans MS" panose="030F0702030302020204" pitchFamily="66" charset="0"/>
                <a:cs typeface="Lucida Console" panose="020B0609040504020204"/>
              </a:rPr>
              <a:t>e</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careful size_</a:t>
            </a:r>
            <a:r>
              <a:rPr sz="1400" spc="-10" dirty="0">
                <a:latin typeface="Comic Sans MS" panose="030F0702030302020204" pitchFamily="66" charset="0"/>
                <a:cs typeface="Lucida Console" panose="020B0609040504020204"/>
              </a:rPr>
              <a:t>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siz</a:t>
            </a:r>
            <a:r>
              <a:rPr sz="1400" spc="-10" dirty="0">
                <a:latin typeface="Comic Sans MS" panose="030F0702030302020204" pitchFamily="66" charset="0"/>
                <a:cs typeface="Lucida Console" panose="020B0609040504020204"/>
              </a:rPr>
              <a:t>e</a:t>
            </a:r>
            <a:r>
              <a:rPr sz="1400" spc="-15"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7" name="object 7"/>
          <p:cNvSpPr txBox="1"/>
          <p:nvPr/>
        </p:nvSpPr>
        <p:spPr>
          <a:xfrm>
            <a:off x="2700968" y="3809404"/>
            <a:ext cx="1621155" cy="215444"/>
          </a:xfrm>
          <a:prstGeom prst="rect">
            <a:avLst/>
          </a:prstGeom>
        </p:spPr>
        <p:txBody>
          <a:bodyPr vert="horz" wrap="square" lIns="0" tIns="0" rIns="0" bIns="0" rtlCol="0">
            <a:spAutoFit/>
          </a:bodyPr>
          <a:lstStyle/>
          <a:p>
            <a:pPr marL="12700">
              <a:lnSpc>
                <a:spcPct val="100000"/>
              </a:lnSpc>
            </a:pPr>
            <a:r>
              <a:rPr sz="1400" spc="-20" dirty="0">
                <a:latin typeface="Comic Sans MS" panose="030F0702030302020204" pitchFamily="66" charset="0"/>
                <a:cs typeface="Lucida Console" panose="020B0609040504020204"/>
              </a:rPr>
              <a:t>wit</a:t>
            </a:r>
            <a:r>
              <a:rPr sz="1400" spc="-10" dirty="0">
                <a:latin typeface="Comic Sans MS" panose="030F0702030302020204" pitchFamily="66" charset="0"/>
                <a:cs typeface="Lucida Console" panose="020B0609040504020204"/>
              </a:rPr>
              <a:t>h</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siz</a:t>
            </a:r>
            <a:r>
              <a:rPr sz="1400" spc="-10" dirty="0">
                <a:latin typeface="Comic Sans MS" panose="030F0702030302020204" pitchFamily="66" charset="0"/>
                <a:cs typeface="Lucida Console" panose="020B0609040504020204"/>
              </a:rPr>
              <a:t>e</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type:</a:t>
            </a:r>
            <a:endParaRPr sz="1400">
              <a:latin typeface="Comic Sans MS" panose="030F0702030302020204" pitchFamily="66" charset="0"/>
              <a:cs typeface="Lucida Console" panose="020B0609040504020204"/>
            </a:endParaRPr>
          </a:p>
        </p:txBody>
      </p:sp>
      <p:sp>
        <p:nvSpPr>
          <p:cNvPr id="8" name="object 8"/>
          <p:cNvSpPr txBox="1"/>
          <p:nvPr/>
        </p:nvSpPr>
        <p:spPr>
          <a:xfrm>
            <a:off x="2701004" y="4022764"/>
            <a:ext cx="2259330" cy="215444"/>
          </a:xfrm>
          <a:prstGeom prst="rect">
            <a:avLst/>
          </a:prstGeom>
        </p:spPr>
        <p:txBody>
          <a:bodyPr vert="horz" wrap="square" lIns="0" tIns="0" rIns="0" bIns="0" rtlCol="0">
            <a:spAutoFit/>
          </a:bodyPr>
          <a:lstStyle/>
          <a:p>
            <a:pPr marL="12700">
              <a:lnSpc>
                <a:spcPct val="100000"/>
              </a:lnSpc>
            </a:pPr>
            <a:r>
              <a:rPr sz="1400" spc="-20" dirty="0">
                <a:solidFill>
                  <a:srgbClr val="76B900"/>
                </a:solidFill>
                <a:latin typeface="Comic Sans MS" panose="030F0702030302020204" pitchFamily="66" charset="0"/>
                <a:cs typeface="Lucida Console" panose="020B0609040504020204"/>
              </a:rPr>
              <a:t>64ULL*1024*1024*1024;</a:t>
            </a:r>
            <a:endParaRPr sz="1400">
              <a:latin typeface="Comic Sans MS" panose="030F0702030302020204" pitchFamily="66" charset="0"/>
              <a:cs typeface="Lucida Console" panose="020B0609040504020204"/>
            </a:endParaRPr>
          </a:p>
        </p:txBody>
      </p:sp>
      <p:sp>
        <p:nvSpPr>
          <p:cNvPr id="9" name="object 9"/>
          <p:cNvSpPr txBox="1"/>
          <p:nvPr/>
        </p:nvSpPr>
        <p:spPr>
          <a:xfrm>
            <a:off x="999204" y="4239172"/>
            <a:ext cx="3535679" cy="430887"/>
          </a:xfrm>
          <a:prstGeom prst="rect">
            <a:avLst/>
          </a:prstGeom>
        </p:spPr>
        <p:txBody>
          <a:bodyPr vert="horz" wrap="square" lIns="0" tIns="0" rIns="0" bIns="0" rtlCol="0">
            <a:spAutoFit/>
          </a:bodyPr>
          <a:lstStyle/>
          <a:p>
            <a:pPr marL="225425">
              <a:lnSpc>
                <a:spcPct val="100000"/>
              </a:lnSpc>
            </a:pPr>
            <a:r>
              <a:rPr sz="1400" spc="-20" dirty="0">
                <a:latin typeface="Comic Sans MS" panose="030F0702030302020204" pitchFamily="66" charset="0"/>
                <a:cs typeface="Lucida Console" panose="020B0609040504020204"/>
              </a:rPr>
              <a:t>cudaMallocManaged(&amp;data</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size);</a:t>
            </a:r>
            <a:endParaRPr sz="1400" dirty="0">
              <a:latin typeface="Comic Sans MS" panose="030F0702030302020204" pitchFamily="66" charset="0"/>
              <a:cs typeface="Lucida Console" panose="020B0609040504020204"/>
            </a:endParaRPr>
          </a:p>
          <a:p>
            <a:pPr marL="12700">
              <a:lnSpc>
                <a:spcPct val="100000"/>
              </a:lnSpc>
              <a:spcBef>
                <a:spcPts val="25"/>
              </a:spcBef>
            </a:pP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10" name="object 10"/>
          <p:cNvSpPr txBox="1"/>
          <p:nvPr/>
        </p:nvSpPr>
        <p:spPr>
          <a:xfrm>
            <a:off x="5997207" y="2883967"/>
            <a:ext cx="3976389" cy="2259080"/>
          </a:xfrm>
          <a:prstGeom prst="rect">
            <a:avLst/>
          </a:prstGeom>
        </p:spPr>
        <p:txBody>
          <a:bodyPr vert="horz" wrap="square" lIns="0" tIns="0" rIns="0" bIns="0" rtlCol="0">
            <a:spAutoFit/>
          </a:bodyPr>
          <a:lstStyle/>
          <a:p>
            <a:pPr algn="ctr">
              <a:lnSpc>
                <a:spcPct val="100000"/>
              </a:lnSpc>
            </a:pPr>
            <a:r>
              <a:rPr sz="2000" spc="5" dirty="0">
                <a:latin typeface="Comic Sans MS" panose="030F0702030302020204" pitchFamily="66" charset="0"/>
                <a:cs typeface="Calibri" panose="020F0502020204030204" pitchFamily="34" charset="0"/>
              </a:rPr>
              <a:t>6</a:t>
            </a:r>
            <a:r>
              <a:rPr sz="2000" dirty="0">
                <a:latin typeface="Comic Sans MS" panose="030F0702030302020204" pitchFamily="66" charset="0"/>
                <a:cs typeface="Calibri" panose="020F0502020204030204" pitchFamily="34" charset="0"/>
              </a:rPr>
              <a:t>4 </a:t>
            </a:r>
            <a:r>
              <a:rPr sz="2000" spc="-5" dirty="0">
                <a:latin typeface="Comic Sans MS" panose="030F0702030302020204" pitchFamily="66" charset="0"/>
                <a:cs typeface="Calibri" panose="020F0502020204030204" pitchFamily="34" charset="0"/>
              </a:rPr>
              <a:t>G</a:t>
            </a:r>
            <a:r>
              <a:rPr sz="2000" spc="-15" dirty="0">
                <a:latin typeface="Comic Sans MS" panose="030F0702030302020204" pitchFamily="66" charset="0"/>
                <a:cs typeface="Calibri" panose="020F0502020204030204" pitchFamily="34" charset="0"/>
              </a:rPr>
              <a:t>B</a:t>
            </a:r>
            <a:r>
              <a:rPr sz="2000" spc="-10" dirty="0">
                <a:latin typeface="Comic Sans MS" panose="030F0702030302020204" pitchFamily="66" charset="0"/>
                <a:cs typeface="Calibri" panose="020F0502020204030204" pitchFamily="34" charset="0"/>
              </a:rPr>
              <a:t> </a:t>
            </a:r>
            <a:r>
              <a:rPr sz="2000" dirty="0">
                <a:latin typeface="Comic Sans MS" panose="030F0702030302020204" pitchFamily="66" charset="0"/>
                <a:cs typeface="Calibri" panose="020F0502020204030204" pitchFamily="34" charset="0"/>
              </a:rPr>
              <a:t>a</a:t>
            </a:r>
            <a:r>
              <a:rPr sz="2000" spc="-20" dirty="0">
                <a:latin typeface="Comic Sans MS" panose="030F0702030302020204" pitchFamily="66" charset="0"/>
                <a:cs typeface="Calibri" panose="020F0502020204030204" pitchFamily="34" charset="0"/>
              </a:rPr>
              <a:t>ll</a:t>
            </a:r>
            <a:r>
              <a:rPr sz="2000" spc="-15" dirty="0">
                <a:latin typeface="Comic Sans MS" panose="030F0702030302020204" pitchFamily="66" charset="0"/>
                <a:cs typeface="Calibri" panose="020F0502020204030204" pitchFamily="34" charset="0"/>
              </a:rPr>
              <a:t>o</a:t>
            </a:r>
            <a:r>
              <a:rPr sz="2000" spc="-5" dirty="0">
                <a:latin typeface="Comic Sans MS" panose="030F0702030302020204" pitchFamily="66" charset="0"/>
                <a:cs typeface="Calibri" panose="020F0502020204030204" pitchFamily="34" charset="0"/>
              </a:rPr>
              <a:t>c</a:t>
            </a:r>
            <a:r>
              <a:rPr sz="2000" dirty="0">
                <a:latin typeface="Comic Sans MS" panose="030F0702030302020204" pitchFamily="66" charset="0"/>
                <a:cs typeface="Calibri" panose="020F0502020204030204" pitchFamily="34" charset="0"/>
              </a:rPr>
              <a:t>a</a:t>
            </a:r>
            <a:r>
              <a:rPr sz="2000" spc="-5" dirty="0">
                <a:latin typeface="Comic Sans MS" panose="030F0702030302020204" pitchFamily="66" charset="0"/>
                <a:cs typeface="Calibri" panose="020F0502020204030204" pitchFamily="34" charset="0"/>
              </a:rPr>
              <a:t>ti</a:t>
            </a:r>
            <a:r>
              <a:rPr sz="2000" spc="-15" dirty="0">
                <a:latin typeface="Comic Sans MS" panose="030F0702030302020204" pitchFamily="66" charset="0"/>
                <a:cs typeface="Calibri" panose="020F0502020204030204" pitchFamily="34" charset="0"/>
              </a:rPr>
              <a:t>o</a:t>
            </a:r>
            <a:r>
              <a:rPr sz="2000" dirty="0">
                <a:latin typeface="Comic Sans MS" panose="030F0702030302020204" pitchFamily="66" charset="0"/>
                <a:cs typeface="Calibri" panose="020F0502020204030204" pitchFamily="34" charset="0"/>
              </a:rPr>
              <a:t>n</a:t>
            </a:r>
          </a:p>
          <a:p>
            <a:pPr>
              <a:lnSpc>
                <a:spcPct val="100000"/>
              </a:lnSpc>
              <a:spcBef>
                <a:spcPts val="20"/>
              </a:spcBef>
            </a:pPr>
            <a:endParaRPr dirty="0">
              <a:latin typeface="Comic Sans MS" panose="030F0702030302020204" pitchFamily="66" charset="0"/>
              <a:cs typeface="Times New Roman" panose="02020603050405020304"/>
            </a:endParaRPr>
          </a:p>
          <a:p>
            <a:pPr marL="12700" marR="5080" algn="ctr">
              <a:lnSpc>
                <a:spcPct val="91000"/>
              </a:lnSpc>
            </a:pPr>
            <a:r>
              <a:rPr sz="2000" spc="-90" dirty="0">
                <a:latin typeface="Comic Sans MS" panose="030F0702030302020204" pitchFamily="66" charset="0"/>
                <a:cs typeface="Calibri" panose="020F0502020204030204" pitchFamily="34" charset="0"/>
              </a:rPr>
              <a:t>P</a:t>
            </a:r>
            <a:r>
              <a:rPr sz="2000" dirty="0">
                <a:latin typeface="Comic Sans MS" panose="030F0702030302020204" pitchFamily="66" charset="0"/>
                <a:cs typeface="Calibri" panose="020F0502020204030204" pitchFamily="34" charset="0"/>
              </a:rPr>
              <a:t>a</a:t>
            </a:r>
            <a:r>
              <a:rPr sz="2000" spc="-15" dirty="0">
                <a:latin typeface="Comic Sans MS" panose="030F0702030302020204" pitchFamily="66" charset="0"/>
                <a:cs typeface="Calibri" panose="020F0502020204030204" pitchFamily="34" charset="0"/>
              </a:rPr>
              <a:t>s</a:t>
            </a:r>
            <a:r>
              <a:rPr sz="2000" spc="-5" dirty="0">
                <a:latin typeface="Comic Sans MS" panose="030F0702030302020204" pitchFamily="66" charset="0"/>
                <a:cs typeface="Calibri" panose="020F0502020204030204" pitchFamily="34" charset="0"/>
              </a:rPr>
              <a:t>c</a:t>
            </a:r>
            <a:r>
              <a:rPr sz="2000" dirty="0">
                <a:latin typeface="Comic Sans MS" panose="030F0702030302020204" pitchFamily="66" charset="0"/>
                <a:cs typeface="Calibri" panose="020F0502020204030204" pitchFamily="34" charset="0"/>
              </a:rPr>
              <a:t>a</a:t>
            </a:r>
            <a:r>
              <a:rPr sz="2000" spc="-10" dirty="0">
                <a:latin typeface="Comic Sans MS" panose="030F0702030302020204" pitchFamily="66" charset="0"/>
                <a:cs typeface="Calibri" panose="020F0502020204030204" pitchFamily="34" charset="0"/>
              </a:rPr>
              <a:t>l</a:t>
            </a:r>
            <a:r>
              <a:rPr sz="2000" spc="-15" dirty="0">
                <a:latin typeface="Comic Sans MS" panose="030F0702030302020204" pitchFamily="66" charset="0"/>
                <a:cs typeface="Calibri" panose="020F0502020204030204" pitchFamily="34" charset="0"/>
              </a:rPr>
              <a:t> s</a:t>
            </a:r>
            <a:r>
              <a:rPr sz="2000" dirty="0">
                <a:latin typeface="Comic Sans MS" panose="030F0702030302020204" pitchFamily="66" charset="0"/>
                <a:cs typeface="Calibri" panose="020F0502020204030204" pitchFamily="34" charset="0"/>
              </a:rPr>
              <a:t>u</a:t>
            </a:r>
            <a:r>
              <a:rPr sz="2000" spc="-5" dirty="0">
                <a:latin typeface="Comic Sans MS" panose="030F0702030302020204" pitchFamily="66" charset="0"/>
                <a:cs typeface="Calibri" panose="020F0502020204030204" pitchFamily="34" charset="0"/>
              </a:rPr>
              <a:t>pp</a:t>
            </a:r>
            <a:r>
              <a:rPr sz="2000" spc="-15" dirty="0">
                <a:latin typeface="Comic Sans MS" panose="030F0702030302020204" pitchFamily="66" charset="0"/>
                <a:cs typeface="Calibri" panose="020F0502020204030204" pitchFamily="34" charset="0"/>
              </a:rPr>
              <a:t>or</a:t>
            </a:r>
            <a:r>
              <a:rPr sz="2000" spc="-5" dirty="0">
                <a:latin typeface="Comic Sans MS" panose="030F0702030302020204" pitchFamily="66" charset="0"/>
                <a:cs typeface="Calibri" panose="020F0502020204030204" pitchFamily="34" charset="0"/>
              </a:rPr>
              <a:t>t</a:t>
            </a:r>
            <a:r>
              <a:rPr sz="2000" spc="-10" dirty="0">
                <a:latin typeface="Comic Sans MS" panose="030F0702030302020204" pitchFamily="66" charset="0"/>
                <a:cs typeface="Calibri" panose="020F0502020204030204" pitchFamily="34" charset="0"/>
              </a:rPr>
              <a:t>s </a:t>
            </a:r>
            <a:r>
              <a:rPr sz="2000" dirty="0">
                <a:latin typeface="Comic Sans MS" panose="030F0702030302020204" pitchFamily="66" charset="0"/>
                <a:cs typeface="Calibri" panose="020F0502020204030204" pitchFamily="34" charset="0"/>
              </a:rPr>
              <a:t>a</a:t>
            </a:r>
            <a:r>
              <a:rPr sz="2000" spc="-20" dirty="0">
                <a:latin typeface="Comic Sans MS" panose="030F0702030302020204" pitchFamily="66" charset="0"/>
                <a:cs typeface="Calibri" panose="020F0502020204030204" pitchFamily="34" charset="0"/>
              </a:rPr>
              <a:t>ll</a:t>
            </a:r>
            <a:r>
              <a:rPr sz="2000" spc="-15" dirty="0">
                <a:latin typeface="Comic Sans MS" panose="030F0702030302020204" pitchFamily="66" charset="0"/>
                <a:cs typeface="Calibri" panose="020F0502020204030204" pitchFamily="34" charset="0"/>
              </a:rPr>
              <a:t>o</a:t>
            </a:r>
            <a:r>
              <a:rPr sz="2000" spc="-5" dirty="0">
                <a:latin typeface="Comic Sans MS" panose="030F0702030302020204" pitchFamily="66" charset="0"/>
                <a:cs typeface="Calibri" panose="020F0502020204030204" pitchFamily="34" charset="0"/>
              </a:rPr>
              <a:t>c</a:t>
            </a:r>
            <a:r>
              <a:rPr sz="2000" dirty="0">
                <a:latin typeface="Comic Sans MS" panose="030F0702030302020204" pitchFamily="66" charset="0"/>
                <a:cs typeface="Calibri" panose="020F0502020204030204" pitchFamily="34" charset="0"/>
              </a:rPr>
              <a:t>a</a:t>
            </a:r>
            <a:r>
              <a:rPr sz="2000" spc="-5" dirty="0">
                <a:latin typeface="Comic Sans MS" panose="030F0702030302020204" pitchFamily="66" charset="0"/>
                <a:cs typeface="Calibri" panose="020F0502020204030204" pitchFamily="34" charset="0"/>
              </a:rPr>
              <a:t>ti</a:t>
            </a:r>
            <a:r>
              <a:rPr sz="2000" spc="-15" dirty="0">
                <a:latin typeface="Comic Sans MS" panose="030F0702030302020204" pitchFamily="66" charset="0"/>
                <a:cs typeface="Calibri" panose="020F0502020204030204" pitchFamily="34" charset="0"/>
              </a:rPr>
              <a:t>o</a:t>
            </a:r>
            <a:r>
              <a:rPr sz="2000" dirty="0">
                <a:latin typeface="Comic Sans MS" panose="030F0702030302020204" pitchFamily="66" charset="0"/>
                <a:cs typeface="Calibri" panose="020F0502020204030204" pitchFamily="34" charset="0"/>
              </a:rPr>
              <a:t>n</a:t>
            </a:r>
            <a:r>
              <a:rPr sz="2000" spc="-10" dirty="0">
                <a:latin typeface="Comic Sans MS" panose="030F0702030302020204" pitchFamily="66" charset="0"/>
                <a:cs typeface="Calibri" panose="020F0502020204030204" pitchFamily="34" charset="0"/>
              </a:rPr>
              <a:t>s </a:t>
            </a:r>
            <a:r>
              <a:rPr sz="2000" spc="-5" dirty="0">
                <a:latin typeface="Comic Sans MS" panose="030F0702030302020204" pitchFamily="66" charset="0"/>
                <a:cs typeface="Calibri" panose="020F0502020204030204" pitchFamily="34" charset="0"/>
              </a:rPr>
              <a:t>w</a:t>
            </a:r>
            <a:r>
              <a:rPr sz="2000" dirty="0">
                <a:latin typeface="Comic Sans MS" panose="030F0702030302020204" pitchFamily="66" charset="0"/>
                <a:cs typeface="Calibri" panose="020F0502020204030204" pitchFamily="34" charset="0"/>
              </a:rPr>
              <a:t>h</a:t>
            </a:r>
            <a:r>
              <a:rPr sz="2000" spc="5" dirty="0">
                <a:latin typeface="Comic Sans MS" panose="030F0702030302020204" pitchFamily="66" charset="0"/>
                <a:cs typeface="Calibri" panose="020F0502020204030204" pitchFamily="34" charset="0"/>
              </a:rPr>
              <a:t>e</a:t>
            </a:r>
            <a:r>
              <a:rPr sz="2000" spc="-15" dirty="0">
                <a:latin typeface="Comic Sans MS" panose="030F0702030302020204" pitchFamily="66" charset="0"/>
                <a:cs typeface="Calibri" panose="020F0502020204030204" pitchFamily="34" charset="0"/>
              </a:rPr>
              <a:t>r</a:t>
            </a:r>
            <a:r>
              <a:rPr sz="2000" dirty="0">
                <a:latin typeface="Comic Sans MS" panose="030F0702030302020204" pitchFamily="66" charset="0"/>
                <a:cs typeface="Calibri" panose="020F0502020204030204" pitchFamily="34" charset="0"/>
              </a:rPr>
              <a:t>e </a:t>
            </a:r>
            <a:r>
              <a:rPr sz="2000" spc="-15" dirty="0">
                <a:latin typeface="Comic Sans MS" panose="030F0702030302020204" pitchFamily="66" charset="0"/>
                <a:cs typeface="Calibri" panose="020F0502020204030204" pitchFamily="34" charset="0"/>
              </a:rPr>
              <a:t>o</a:t>
            </a:r>
            <a:r>
              <a:rPr sz="2000" dirty="0">
                <a:latin typeface="Comic Sans MS" panose="030F0702030302020204" pitchFamily="66" charset="0"/>
                <a:cs typeface="Calibri" panose="020F0502020204030204" pitchFamily="34" charset="0"/>
              </a:rPr>
              <a:t>n</a:t>
            </a:r>
            <a:r>
              <a:rPr sz="2000" spc="-20" dirty="0">
                <a:latin typeface="Comic Sans MS" panose="030F0702030302020204" pitchFamily="66" charset="0"/>
                <a:cs typeface="Calibri" panose="020F0502020204030204" pitchFamily="34" charset="0"/>
              </a:rPr>
              <a:t>l</a:t>
            </a:r>
            <a:r>
              <a:rPr sz="2000" dirty="0">
                <a:latin typeface="Comic Sans MS" panose="030F0702030302020204" pitchFamily="66" charset="0"/>
                <a:cs typeface="Calibri" panose="020F0502020204030204" pitchFamily="34" charset="0"/>
              </a:rPr>
              <a:t>y a </a:t>
            </a:r>
            <a:r>
              <a:rPr sz="2000" spc="-15" dirty="0">
                <a:latin typeface="Comic Sans MS" panose="030F0702030302020204" pitchFamily="66" charset="0"/>
                <a:cs typeface="Calibri" panose="020F0502020204030204" pitchFamily="34" charset="0"/>
              </a:rPr>
              <a:t>s</a:t>
            </a:r>
            <a:r>
              <a:rPr sz="2000" dirty="0">
                <a:latin typeface="Comic Sans MS" panose="030F0702030302020204" pitchFamily="66" charset="0"/>
                <a:cs typeface="Calibri" panose="020F0502020204030204" pitchFamily="34" charset="0"/>
              </a:rPr>
              <a:t>u</a:t>
            </a:r>
            <a:r>
              <a:rPr sz="2000" spc="-5" dirty="0">
                <a:latin typeface="Comic Sans MS" panose="030F0702030302020204" pitchFamily="66" charset="0"/>
                <a:cs typeface="Calibri" panose="020F0502020204030204" pitchFamily="34" charset="0"/>
              </a:rPr>
              <a:t>b</a:t>
            </a:r>
            <a:r>
              <a:rPr sz="2000" spc="-15" dirty="0">
                <a:latin typeface="Comic Sans MS" panose="030F0702030302020204" pitchFamily="66" charset="0"/>
                <a:cs typeface="Calibri" panose="020F0502020204030204" pitchFamily="34" charset="0"/>
              </a:rPr>
              <a:t>s</a:t>
            </a:r>
            <a:r>
              <a:rPr sz="2000" spc="5" dirty="0">
                <a:latin typeface="Comic Sans MS" panose="030F0702030302020204" pitchFamily="66" charset="0"/>
                <a:cs typeface="Calibri" panose="020F0502020204030204" pitchFamily="34" charset="0"/>
              </a:rPr>
              <a:t>e</a:t>
            </a:r>
            <a:r>
              <a:rPr sz="2000" dirty="0">
                <a:latin typeface="Comic Sans MS" panose="030F0702030302020204" pitchFamily="66" charset="0"/>
                <a:cs typeface="Calibri" panose="020F0502020204030204" pitchFamily="34" charset="0"/>
              </a:rPr>
              <a:t>t</a:t>
            </a:r>
            <a:r>
              <a:rPr sz="2000" spc="-10" dirty="0">
                <a:latin typeface="Comic Sans MS" panose="030F0702030302020204" pitchFamily="66" charset="0"/>
                <a:cs typeface="Calibri" panose="020F0502020204030204" pitchFamily="34" charset="0"/>
              </a:rPr>
              <a:t> </a:t>
            </a:r>
            <a:r>
              <a:rPr sz="2000" spc="-15" dirty="0">
                <a:latin typeface="Comic Sans MS" panose="030F0702030302020204" pitchFamily="66" charset="0"/>
                <a:cs typeface="Calibri" panose="020F0502020204030204" pitchFamily="34" charset="0"/>
              </a:rPr>
              <a:t>o</a:t>
            </a:r>
            <a:r>
              <a:rPr sz="2000" spc="-10" dirty="0">
                <a:latin typeface="Comic Sans MS" panose="030F0702030302020204" pitchFamily="66" charset="0"/>
                <a:cs typeface="Calibri" panose="020F0502020204030204" pitchFamily="34" charset="0"/>
              </a:rPr>
              <a:t>f </a:t>
            </a:r>
            <a:r>
              <a:rPr sz="2000" spc="-5" dirty="0">
                <a:latin typeface="Comic Sans MS" panose="030F0702030302020204" pitchFamily="66" charset="0"/>
                <a:cs typeface="Calibri" panose="020F0502020204030204" pitchFamily="34" charset="0"/>
              </a:rPr>
              <a:t>p</a:t>
            </a:r>
            <a:r>
              <a:rPr sz="2000" dirty="0">
                <a:latin typeface="Comic Sans MS" panose="030F0702030302020204" pitchFamily="66" charset="0"/>
                <a:cs typeface="Calibri" panose="020F0502020204030204" pitchFamily="34" charset="0"/>
              </a:rPr>
              <a:t>a</a:t>
            </a:r>
            <a:r>
              <a:rPr sz="2000" spc="-5" dirty="0">
                <a:latin typeface="Comic Sans MS" panose="030F0702030302020204" pitchFamily="66" charset="0"/>
                <a:cs typeface="Calibri" panose="020F0502020204030204" pitchFamily="34" charset="0"/>
              </a:rPr>
              <a:t>g</a:t>
            </a:r>
            <a:r>
              <a:rPr sz="2000" spc="5" dirty="0">
                <a:latin typeface="Comic Sans MS" panose="030F0702030302020204" pitchFamily="66" charset="0"/>
                <a:cs typeface="Calibri" panose="020F0502020204030204" pitchFamily="34" charset="0"/>
              </a:rPr>
              <a:t>e</a:t>
            </a:r>
            <a:r>
              <a:rPr sz="2000" spc="-10" dirty="0">
                <a:latin typeface="Comic Sans MS" panose="030F0702030302020204" pitchFamily="66" charset="0"/>
                <a:cs typeface="Calibri" panose="020F0502020204030204" pitchFamily="34" charset="0"/>
              </a:rPr>
              <a:t>s r</a:t>
            </a:r>
            <a:r>
              <a:rPr sz="2000" spc="5" dirty="0">
                <a:latin typeface="Comic Sans MS" panose="030F0702030302020204" pitchFamily="66" charset="0"/>
                <a:cs typeface="Calibri" panose="020F0502020204030204" pitchFamily="34" charset="0"/>
              </a:rPr>
              <a:t>e</a:t>
            </a:r>
            <a:r>
              <a:rPr sz="2000" spc="-15" dirty="0">
                <a:latin typeface="Comic Sans MS" panose="030F0702030302020204" pitchFamily="66" charset="0"/>
                <a:cs typeface="Calibri" panose="020F0502020204030204" pitchFamily="34" charset="0"/>
              </a:rPr>
              <a:t>s</a:t>
            </a:r>
            <a:r>
              <a:rPr sz="2000" spc="-5" dirty="0">
                <a:latin typeface="Comic Sans MS" panose="030F0702030302020204" pitchFamily="66" charset="0"/>
                <a:cs typeface="Calibri" panose="020F0502020204030204" pitchFamily="34" charset="0"/>
              </a:rPr>
              <a:t>id</a:t>
            </a:r>
            <a:r>
              <a:rPr sz="2000" dirty="0">
                <a:latin typeface="Comic Sans MS" panose="030F0702030302020204" pitchFamily="66" charset="0"/>
                <a:cs typeface="Calibri" panose="020F0502020204030204" pitchFamily="34" charset="0"/>
              </a:rPr>
              <a:t>e </a:t>
            </a:r>
            <a:r>
              <a:rPr sz="2000" spc="-15" dirty="0">
                <a:latin typeface="Comic Sans MS" panose="030F0702030302020204" pitchFamily="66" charset="0"/>
                <a:cs typeface="Calibri" panose="020F0502020204030204" pitchFamily="34" charset="0"/>
              </a:rPr>
              <a:t>o</a:t>
            </a:r>
            <a:r>
              <a:rPr sz="2000" dirty="0">
                <a:latin typeface="Comic Sans MS" panose="030F0702030302020204" pitchFamily="66" charset="0"/>
                <a:cs typeface="Calibri" panose="020F0502020204030204" pitchFamily="34" charset="0"/>
              </a:rPr>
              <a:t>n </a:t>
            </a:r>
            <a:r>
              <a:rPr sz="2000" spc="-5" dirty="0">
                <a:latin typeface="Comic Sans MS" panose="030F0702030302020204" pitchFamily="66" charset="0"/>
                <a:cs typeface="Calibri" panose="020F0502020204030204" pitchFamily="34" charset="0"/>
              </a:rPr>
              <a:t>G</a:t>
            </a:r>
            <a:r>
              <a:rPr sz="2000" spc="-15" dirty="0">
                <a:latin typeface="Comic Sans MS" panose="030F0702030302020204" pitchFamily="66" charset="0"/>
                <a:cs typeface="Calibri" panose="020F0502020204030204" pitchFamily="34" charset="0"/>
              </a:rPr>
              <a:t>P</a:t>
            </a:r>
            <a:r>
              <a:rPr sz="2000" spc="-5" dirty="0">
                <a:latin typeface="Comic Sans MS" panose="030F0702030302020204" pitchFamily="66" charset="0"/>
                <a:cs typeface="Calibri" panose="020F0502020204030204" pitchFamily="34" charset="0"/>
              </a:rPr>
              <a:t>U</a:t>
            </a:r>
            <a:r>
              <a:rPr sz="2000" dirty="0">
                <a:latin typeface="Comic Sans MS" panose="030F0702030302020204" pitchFamily="66" charset="0"/>
                <a:cs typeface="Calibri" panose="020F0502020204030204" pitchFamily="34" charset="0"/>
              </a:rPr>
              <a:t>. </a:t>
            </a:r>
            <a:r>
              <a:rPr sz="2000" spc="-90" dirty="0">
                <a:latin typeface="Comic Sans MS" panose="030F0702030302020204" pitchFamily="66" charset="0"/>
                <a:cs typeface="Calibri" panose="020F0502020204030204" pitchFamily="34" charset="0"/>
              </a:rPr>
              <a:t>P</a:t>
            </a:r>
            <a:r>
              <a:rPr sz="2000" dirty="0">
                <a:latin typeface="Comic Sans MS" panose="030F0702030302020204" pitchFamily="66" charset="0"/>
                <a:cs typeface="Calibri" panose="020F0502020204030204" pitchFamily="34" charset="0"/>
              </a:rPr>
              <a:t>a</a:t>
            </a:r>
            <a:r>
              <a:rPr sz="2000" spc="-15" dirty="0">
                <a:latin typeface="Comic Sans MS" panose="030F0702030302020204" pitchFamily="66" charset="0"/>
                <a:cs typeface="Calibri" panose="020F0502020204030204" pitchFamily="34" charset="0"/>
              </a:rPr>
              <a:t>g</a:t>
            </a:r>
            <a:r>
              <a:rPr sz="2000" spc="5" dirty="0">
                <a:latin typeface="Comic Sans MS" panose="030F0702030302020204" pitchFamily="66" charset="0"/>
                <a:cs typeface="Calibri" panose="020F0502020204030204" pitchFamily="34" charset="0"/>
              </a:rPr>
              <a:t>e</a:t>
            </a:r>
            <a:r>
              <a:rPr sz="2000" spc="-10" dirty="0">
                <a:latin typeface="Comic Sans MS" panose="030F0702030302020204" pitchFamily="66" charset="0"/>
                <a:cs typeface="Calibri" panose="020F0502020204030204" pitchFamily="34" charset="0"/>
              </a:rPr>
              <a:t>s </a:t>
            </a:r>
            <a:r>
              <a:rPr sz="2000" spc="-5" dirty="0">
                <a:latin typeface="Comic Sans MS" panose="030F0702030302020204" pitchFamily="66" charset="0"/>
                <a:cs typeface="Calibri" panose="020F0502020204030204" pitchFamily="34" charset="0"/>
              </a:rPr>
              <a:t>c</a:t>
            </a:r>
            <a:r>
              <a:rPr sz="2000" dirty="0">
                <a:latin typeface="Comic Sans MS" panose="030F0702030302020204" pitchFamily="66" charset="0"/>
                <a:cs typeface="Calibri" panose="020F0502020204030204" pitchFamily="34" charset="0"/>
              </a:rPr>
              <a:t>an</a:t>
            </a:r>
            <a:r>
              <a:rPr sz="2000" spc="-5" dirty="0">
                <a:latin typeface="Comic Sans MS" panose="030F0702030302020204" pitchFamily="66" charset="0"/>
                <a:cs typeface="Calibri" panose="020F0502020204030204" pitchFamily="34" charset="0"/>
              </a:rPr>
              <a:t> b</a:t>
            </a:r>
            <a:r>
              <a:rPr sz="2000" dirty="0">
                <a:latin typeface="Comic Sans MS" panose="030F0702030302020204" pitchFamily="66" charset="0"/>
                <a:cs typeface="Calibri" panose="020F0502020204030204" pitchFamily="34" charset="0"/>
              </a:rPr>
              <a:t>e </a:t>
            </a:r>
            <a:r>
              <a:rPr sz="2000" spc="5" dirty="0">
                <a:latin typeface="Comic Sans MS" panose="030F0702030302020204" pitchFamily="66" charset="0"/>
                <a:cs typeface="Calibri" panose="020F0502020204030204" pitchFamily="34" charset="0"/>
              </a:rPr>
              <a:t>m</a:t>
            </a:r>
            <a:r>
              <a:rPr sz="2000" spc="-5" dirty="0">
                <a:latin typeface="Comic Sans MS" panose="030F0702030302020204" pitchFamily="66" charset="0"/>
                <a:cs typeface="Calibri" panose="020F0502020204030204" pitchFamily="34" charset="0"/>
              </a:rPr>
              <a:t>i</a:t>
            </a:r>
            <a:r>
              <a:rPr sz="2000" spc="-15" dirty="0">
                <a:latin typeface="Comic Sans MS" panose="030F0702030302020204" pitchFamily="66" charset="0"/>
                <a:cs typeface="Calibri" panose="020F0502020204030204" pitchFamily="34" charset="0"/>
              </a:rPr>
              <a:t>gr</a:t>
            </a:r>
            <a:r>
              <a:rPr sz="2000" dirty="0">
                <a:latin typeface="Comic Sans MS" panose="030F0702030302020204" pitchFamily="66" charset="0"/>
                <a:cs typeface="Calibri" panose="020F0502020204030204" pitchFamily="34" charset="0"/>
              </a:rPr>
              <a:t>a</a:t>
            </a:r>
            <a:r>
              <a:rPr sz="2000" spc="-5" dirty="0">
                <a:latin typeface="Comic Sans MS" panose="030F0702030302020204" pitchFamily="66" charset="0"/>
                <a:cs typeface="Calibri" panose="020F0502020204030204" pitchFamily="34" charset="0"/>
              </a:rPr>
              <a:t>t</a:t>
            </a:r>
            <a:r>
              <a:rPr sz="2000" spc="5" dirty="0">
                <a:latin typeface="Comic Sans MS" panose="030F0702030302020204" pitchFamily="66" charset="0"/>
                <a:cs typeface="Calibri" panose="020F0502020204030204" pitchFamily="34" charset="0"/>
              </a:rPr>
              <a:t>e</a:t>
            </a:r>
            <a:r>
              <a:rPr sz="2000" dirty="0">
                <a:latin typeface="Comic Sans MS" panose="030F0702030302020204" pitchFamily="66" charset="0"/>
                <a:cs typeface="Calibri" panose="020F0502020204030204" pitchFamily="34" charset="0"/>
              </a:rPr>
              <a:t>d</a:t>
            </a:r>
            <a:r>
              <a:rPr sz="2000" spc="-10" dirty="0">
                <a:latin typeface="Comic Sans MS" panose="030F0702030302020204" pitchFamily="66" charset="0"/>
                <a:cs typeface="Calibri" panose="020F0502020204030204" pitchFamily="34" charset="0"/>
              </a:rPr>
              <a:t> </a:t>
            </a:r>
            <a:r>
              <a:rPr sz="2000" spc="-5" dirty="0">
                <a:latin typeface="Comic Sans MS" panose="030F0702030302020204" pitchFamily="66" charset="0"/>
                <a:cs typeface="Calibri" panose="020F0502020204030204" pitchFamily="34" charset="0"/>
              </a:rPr>
              <a:t>t</a:t>
            </a:r>
            <a:r>
              <a:rPr sz="2000" spc="-10" dirty="0">
                <a:latin typeface="Comic Sans MS" panose="030F0702030302020204" pitchFamily="66" charset="0"/>
                <a:cs typeface="Calibri" panose="020F0502020204030204" pitchFamily="34" charset="0"/>
              </a:rPr>
              <a:t>o </a:t>
            </a:r>
            <a:r>
              <a:rPr sz="2000" spc="-5" dirty="0">
                <a:latin typeface="Comic Sans MS" panose="030F0702030302020204" pitchFamily="66" charset="0"/>
                <a:cs typeface="Calibri" panose="020F0502020204030204" pitchFamily="34" charset="0"/>
              </a:rPr>
              <a:t>t</a:t>
            </a:r>
            <a:r>
              <a:rPr sz="2000" dirty="0">
                <a:latin typeface="Comic Sans MS" panose="030F0702030302020204" pitchFamily="66" charset="0"/>
                <a:cs typeface="Calibri" panose="020F0502020204030204" pitchFamily="34" charset="0"/>
              </a:rPr>
              <a:t>he </a:t>
            </a:r>
            <a:r>
              <a:rPr sz="2000" spc="-5" dirty="0">
                <a:latin typeface="Comic Sans MS" panose="030F0702030302020204" pitchFamily="66" charset="0"/>
                <a:cs typeface="Calibri" panose="020F0502020204030204" pitchFamily="34" charset="0"/>
              </a:rPr>
              <a:t>G</a:t>
            </a:r>
            <a:r>
              <a:rPr sz="2000" spc="-15" dirty="0">
                <a:latin typeface="Comic Sans MS" panose="030F0702030302020204" pitchFamily="66" charset="0"/>
                <a:cs typeface="Calibri" panose="020F0502020204030204" pitchFamily="34" charset="0"/>
              </a:rPr>
              <a:t>P</a:t>
            </a:r>
            <a:r>
              <a:rPr sz="2000" dirty="0">
                <a:latin typeface="Comic Sans MS" panose="030F0702030302020204" pitchFamily="66" charset="0"/>
                <a:cs typeface="Calibri" panose="020F0502020204030204" pitchFamily="34" charset="0"/>
              </a:rPr>
              <a:t>U</a:t>
            </a:r>
            <a:r>
              <a:rPr sz="2000" spc="-10" dirty="0">
                <a:latin typeface="Comic Sans MS" panose="030F0702030302020204" pitchFamily="66" charset="0"/>
                <a:cs typeface="Calibri" panose="020F0502020204030204" pitchFamily="34" charset="0"/>
              </a:rPr>
              <a:t> </a:t>
            </a:r>
            <a:r>
              <a:rPr sz="2000" spc="-15" dirty="0">
                <a:latin typeface="Comic Sans MS" panose="030F0702030302020204" pitchFamily="66" charset="0"/>
                <a:cs typeface="Calibri" panose="020F0502020204030204" pitchFamily="34" charset="0"/>
              </a:rPr>
              <a:t>o</a:t>
            </a:r>
            <a:r>
              <a:rPr sz="2000" dirty="0">
                <a:latin typeface="Comic Sans MS" panose="030F0702030302020204" pitchFamily="66" charset="0"/>
                <a:cs typeface="Calibri" panose="020F0502020204030204" pitchFamily="34" charset="0"/>
              </a:rPr>
              <a:t>n </a:t>
            </a:r>
            <a:r>
              <a:rPr sz="2000" spc="-5" dirty="0">
                <a:latin typeface="Comic Sans MS" panose="030F0702030302020204" pitchFamily="66" charset="0"/>
                <a:cs typeface="Calibri" panose="020F0502020204030204" pitchFamily="34" charset="0"/>
              </a:rPr>
              <a:t>d</a:t>
            </a:r>
            <a:r>
              <a:rPr sz="2000" spc="5" dirty="0">
                <a:latin typeface="Comic Sans MS" panose="030F0702030302020204" pitchFamily="66" charset="0"/>
                <a:cs typeface="Calibri" panose="020F0502020204030204" pitchFamily="34" charset="0"/>
              </a:rPr>
              <a:t>em</a:t>
            </a:r>
            <a:r>
              <a:rPr sz="2000" dirty="0">
                <a:latin typeface="Comic Sans MS" panose="030F0702030302020204" pitchFamily="66" charset="0"/>
                <a:cs typeface="Calibri" panose="020F0502020204030204" pitchFamily="34" charset="0"/>
              </a:rPr>
              <a:t>an</a:t>
            </a:r>
            <a:r>
              <a:rPr sz="2000" spc="-5" dirty="0">
                <a:latin typeface="Comic Sans MS" panose="030F0702030302020204" pitchFamily="66" charset="0"/>
                <a:cs typeface="Calibri" panose="020F0502020204030204" pitchFamily="34" charset="0"/>
              </a:rPr>
              <a:t>d.</a:t>
            </a:r>
            <a:endParaRPr sz="2000" dirty="0">
              <a:latin typeface="Comic Sans MS" panose="030F0702030302020204" pitchFamily="66" charset="0"/>
              <a:cs typeface="Calibri" panose="020F0502020204030204" pitchFamily="34" charset="0"/>
            </a:endParaRPr>
          </a:p>
          <a:p>
            <a:pPr>
              <a:lnSpc>
                <a:spcPct val="100000"/>
              </a:lnSpc>
              <a:spcBef>
                <a:spcPts val="45"/>
              </a:spcBef>
            </a:pPr>
            <a:endParaRPr sz="1600" dirty="0">
              <a:latin typeface="Comic Sans MS" panose="030F0702030302020204" pitchFamily="66" charset="0"/>
              <a:cs typeface="Times New Roman" panose="02020603050405020304"/>
            </a:endParaRPr>
          </a:p>
          <a:p>
            <a:pPr marL="635" algn="ctr">
              <a:lnSpc>
                <a:spcPct val="100000"/>
              </a:lnSpc>
            </a:pPr>
            <a:r>
              <a:rPr sz="2000" spc="5" dirty="0">
                <a:solidFill>
                  <a:srgbClr val="FF0000"/>
                </a:solidFill>
                <a:latin typeface="Comic Sans MS" panose="030F0702030302020204" pitchFamily="66" charset="0"/>
                <a:cs typeface="Calibri" panose="020F0502020204030204" pitchFamily="34" charset="0"/>
              </a:rPr>
              <a:t>Fa</a:t>
            </a:r>
            <a:r>
              <a:rPr sz="2000" spc="-5" dirty="0">
                <a:solidFill>
                  <a:srgbClr val="FF0000"/>
                </a:solidFill>
                <a:latin typeface="Comic Sans MS" panose="030F0702030302020204" pitchFamily="66" charset="0"/>
                <a:cs typeface="Calibri" panose="020F0502020204030204" pitchFamily="34" charset="0"/>
              </a:rPr>
              <a:t>i</a:t>
            </a:r>
            <a:r>
              <a:rPr sz="2000" spc="-20" dirty="0">
                <a:solidFill>
                  <a:srgbClr val="FF0000"/>
                </a:solidFill>
                <a:latin typeface="Comic Sans MS" panose="030F0702030302020204" pitchFamily="66" charset="0"/>
                <a:cs typeface="Calibri" panose="020F0502020204030204" pitchFamily="34" charset="0"/>
              </a:rPr>
              <a:t>l</a:t>
            </a:r>
            <a:r>
              <a:rPr sz="2000" spc="-10" dirty="0">
                <a:solidFill>
                  <a:srgbClr val="FF0000"/>
                </a:solidFill>
                <a:latin typeface="Comic Sans MS" panose="030F0702030302020204" pitchFamily="66" charset="0"/>
                <a:cs typeface="Calibri" panose="020F0502020204030204" pitchFamily="34" charset="0"/>
              </a:rPr>
              <a:t>s </a:t>
            </a:r>
            <a:r>
              <a:rPr sz="2000" spc="-15" dirty="0">
                <a:solidFill>
                  <a:srgbClr val="FF0000"/>
                </a:solidFill>
                <a:latin typeface="Comic Sans MS" panose="030F0702030302020204" pitchFamily="66" charset="0"/>
                <a:cs typeface="Calibri" panose="020F0502020204030204" pitchFamily="34" charset="0"/>
              </a:rPr>
              <a:t>o</a:t>
            </a:r>
            <a:r>
              <a:rPr sz="2000" dirty="0">
                <a:solidFill>
                  <a:srgbClr val="FF0000"/>
                </a:solidFill>
                <a:latin typeface="Comic Sans MS" panose="030F0702030302020204" pitchFamily="66" charset="0"/>
                <a:cs typeface="Calibri" panose="020F0502020204030204" pitchFamily="34" charset="0"/>
              </a:rPr>
              <a:t>n</a:t>
            </a:r>
            <a:r>
              <a:rPr sz="2000" spc="-5" dirty="0">
                <a:solidFill>
                  <a:srgbClr val="FF0000"/>
                </a:solidFill>
                <a:latin typeface="Comic Sans MS" panose="030F0702030302020204" pitchFamily="66" charset="0"/>
                <a:cs typeface="Calibri" panose="020F0502020204030204" pitchFamily="34" charset="0"/>
              </a:rPr>
              <a:t> </a:t>
            </a:r>
            <a:r>
              <a:rPr sz="2000" spc="-60" dirty="0">
                <a:solidFill>
                  <a:srgbClr val="FF0000"/>
                </a:solidFill>
                <a:latin typeface="Comic Sans MS" panose="030F0702030302020204" pitchFamily="66" charset="0"/>
                <a:cs typeface="Calibri" panose="020F0502020204030204" pitchFamily="34" charset="0"/>
              </a:rPr>
              <a:t>K</a:t>
            </a:r>
            <a:r>
              <a:rPr sz="2000" spc="5" dirty="0">
                <a:solidFill>
                  <a:srgbClr val="FF0000"/>
                </a:solidFill>
                <a:latin typeface="Comic Sans MS" panose="030F0702030302020204" pitchFamily="66" charset="0"/>
                <a:cs typeface="Calibri" panose="020F0502020204030204" pitchFamily="34" charset="0"/>
              </a:rPr>
              <a:t>e</a:t>
            </a:r>
            <a:r>
              <a:rPr sz="2000" spc="-5" dirty="0">
                <a:solidFill>
                  <a:srgbClr val="FF0000"/>
                </a:solidFill>
                <a:latin typeface="Comic Sans MS" panose="030F0702030302020204" pitchFamily="66" charset="0"/>
                <a:cs typeface="Calibri" panose="020F0502020204030204" pitchFamily="34" charset="0"/>
              </a:rPr>
              <a:t>p</a:t>
            </a:r>
            <a:r>
              <a:rPr sz="2000" spc="-20" dirty="0">
                <a:solidFill>
                  <a:srgbClr val="FF0000"/>
                </a:solidFill>
                <a:latin typeface="Comic Sans MS" panose="030F0702030302020204" pitchFamily="66" charset="0"/>
                <a:cs typeface="Calibri" panose="020F0502020204030204" pitchFamily="34" charset="0"/>
              </a:rPr>
              <a:t>l</a:t>
            </a:r>
            <a:r>
              <a:rPr sz="2000" spc="5" dirty="0">
                <a:solidFill>
                  <a:srgbClr val="FF0000"/>
                </a:solidFill>
                <a:latin typeface="Comic Sans MS" panose="030F0702030302020204" pitchFamily="66" charset="0"/>
                <a:cs typeface="Calibri" panose="020F0502020204030204" pitchFamily="34" charset="0"/>
              </a:rPr>
              <a:t>e</a:t>
            </a:r>
            <a:r>
              <a:rPr sz="2000" spc="-15" dirty="0">
                <a:solidFill>
                  <a:srgbClr val="FF0000"/>
                </a:solidFill>
                <a:latin typeface="Comic Sans MS" panose="030F0702030302020204" pitchFamily="66" charset="0"/>
                <a:cs typeface="Calibri" panose="020F0502020204030204" pitchFamily="34" charset="0"/>
              </a:rPr>
              <a:t>r</a:t>
            </a:r>
            <a:r>
              <a:rPr sz="2000" spc="5" dirty="0">
                <a:solidFill>
                  <a:srgbClr val="FF0000"/>
                </a:solidFill>
                <a:latin typeface="Comic Sans MS" panose="030F0702030302020204" pitchFamily="66" charset="0"/>
                <a:cs typeface="Calibri" panose="020F0502020204030204" pitchFamily="34" charset="0"/>
              </a:rPr>
              <a:t>/</a:t>
            </a:r>
            <a:r>
              <a:rPr sz="2000" spc="-5" dirty="0">
                <a:solidFill>
                  <a:srgbClr val="FF0000"/>
                </a:solidFill>
                <a:latin typeface="Comic Sans MS" panose="030F0702030302020204" pitchFamily="66" charset="0"/>
                <a:cs typeface="Calibri" panose="020F0502020204030204" pitchFamily="34" charset="0"/>
              </a:rPr>
              <a:t>M</a:t>
            </a:r>
            <a:r>
              <a:rPr sz="2000" dirty="0">
                <a:solidFill>
                  <a:srgbClr val="FF0000"/>
                </a:solidFill>
                <a:latin typeface="Comic Sans MS" panose="030F0702030302020204" pitchFamily="66" charset="0"/>
                <a:cs typeface="Calibri" panose="020F0502020204030204" pitchFamily="34" charset="0"/>
              </a:rPr>
              <a:t>a</a:t>
            </a:r>
            <a:r>
              <a:rPr sz="2000" spc="-15" dirty="0">
                <a:solidFill>
                  <a:srgbClr val="FF0000"/>
                </a:solidFill>
                <a:latin typeface="Comic Sans MS" panose="030F0702030302020204" pitchFamily="66" charset="0"/>
                <a:cs typeface="Calibri" panose="020F0502020204030204" pitchFamily="34" charset="0"/>
              </a:rPr>
              <a:t>x</a:t>
            </a:r>
            <a:r>
              <a:rPr sz="2000" spc="-5" dirty="0">
                <a:solidFill>
                  <a:srgbClr val="FF0000"/>
                </a:solidFill>
                <a:latin typeface="Comic Sans MS" panose="030F0702030302020204" pitchFamily="66" charset="0"/>
                <a:cs typeface="Calibri" panose="020F0502020204030204" pitchFamily="34" charset="0"/>
              </a:rPr>
              <a:t>w</a:t>
            </a:r>
            <a:r>
              <a:rPr sz="2000" spc="5" dirty="0">
                <a:solidFill>
                  <a:srgbClr val="FF0000"/>
                </a:solidFill>
                <a:latin typeface="Comic Sans MS" panose="030F0702030302020204" pitchFamily="66" charset="0"/>
                <a:cs typeface="Calibri" panose="020F0502020204030204" pitchFamily="34" charset="0"/>
              </a:rPr>
              <a:t>e</a:t>
            </a:r>
            <a:r>
              <a:rPr sz="2000" spc="-10" dirty="0">
                <a:solidFill>
                  <a:srgbClr val="FF0000"/>
                </a:solidFill>
                <a:latin typeface="Comic Sans MS" panose="030F0702030302020204" pitchFamily="66" charset="0"/>
                <a:cs typeface="Calibri" panose="020F0502020204030204" pitchFamily="34" charset="0"/>
              </a:rPr>
              <a:t>ll</a:t>
            </a:r>
            <a:endParaRPr sz="2000" dirty="0">
              <a:latin typeface="Comic Sans MS" panose="030F0702030302020204" pitchFamily="66" charset="0"/>
              <a:cs typeface="Calibri" panose="020F0502020204030204" pitchFamily="34" charset="0"/>
            </a:endParaRPr>
          </a:p>
        </p:txBody>
      </p:sp>
      <p:sp>
        <p:nvSpPr>
          <p:cNvPr id="11" name="object 11"/>
          <p:cNvSpPr/>
          <p:nvPr/>
        </p:nvSpPr>
        <p:spPr>
          <a:xfrm>
            <a:off x="4742040" y="4203701"/>
            <a:ext cx="1158240" cy="76200"/>
          </a:xfrm>
          <a:custGeom>
            <a:avLst/>
            <a:gdLst/>
            <a:ahLst/>
            <a:cxnLst/>
            <a:rect l="l" t="t" r="r" b="b"/>
            <a:pathLst>
              <a:path w="1158239" h="76200">
                <a:moveTo>
                  <a:pt x="76200" y="0"/>
                </a:moveTo>
                <a:lnTo>
                  <a:pt x="0" y="38100"/>
                </a:lnTo>
                <a:lnTo>
                  <a:pt x="76200" y="76200"/>
                </a:lnTo>
                <a:lnTo>
                  <a:pt x="76200" y="47625"/>
                </a:lnTo>
                <a:lnTo>
                  <a:pt x="63500" y="47625"/>
                </a:lnTo>
                <a:lnTo>
                  <a:pt x="63500" y="28575"/>
                </a:lnTo>
                <a:lnTo>
                  <a:pt x="76200" y="28574"/>
                </a:lnTo>
                <a:lnTo>
                  <a:pt x="76200" y="0"/>
                </a:lnTo>
                <a:close/>
              </a:path>
              <a:path w="1158239" h="76200">
                <a:moveTo>
                  <a:pt x="76200" y="28574"/>
                </a:moveTo>
                <a:lnTo>
                  <a:pt x="63500" y="28575"/>
                </a:lnTo>
                <a:lnTo>
                  <a:pt x="63500" y="47625"/>
                </a:lnTo>
                <a:lnTo>
                  <a:pt x="76200" y="47624"/>
                </a:lnTo>
                <a:lnTo>
                  <a:pt x="76200" y="28574"/>
                </a:lnTo>
                <a:close/>
              </a:path>
              <a:path w="1158239" h="76200">
                <a:moveTo>
                  <a:pt x="76200" y="47624"/>
                </a:moveTo>
                <a:lnTo>
                  <a:pt x="63500" y="47625"/>
                </a:lnTo>
                <a:lnTo>
                  <a:pt x="76200" y="47625"/>
                </a:lnTo>
                <a:close/>
              </a:path>
              <a:path w="1158239" h="76200">
                <a:moveTo>
                  <a:pt x="1157815" y="28573"/>
                </a:moveTo>
                <a:lnTo>
                  <a:pt x="76200" y="28574"/>
                </a:lnTo>
                <a:lnTo>
                  <a:pt x="76200" y="47624"/>
                </a:lnTo>
                <a:lnTo>
                  <a:pt x="1157815" y="47623"/>
                </a:lnTo>
                <a:lnTo>
                  <a:pt x="1157815" y="28573"/>
                </a:lnTo>
                <a:close/>
              </a:path>
            </a:pathLst>
          </a:custGeom>
          <a:solidFill>
            <a:srgbClr val="000000"/>
          </a:solidFill>
        </p:spPr>
        <p:txBody>
          <a:bodyPr wrap="square" lIns="0" tIns="0" rIns="0" bIns="0" rtlCol="0"/>
          <a:lstStyle/>
          <a:p>
            <a:endParaRPr>
              <a:latin typeface="Comic Sans MS" panose="030F07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7755" y="206051"/>
            <a:ext cx="9464040" cy="838691"/>
          </a:xfrm>
          <a:prstGeom prst="rect">
            <a:avLst/>
          </a:prstGeom>
        </p:spPr>
        <p:txBody>
          <a:bodyPr vert="horz" wrap="square" lIns="0" tIns="0" rIns="0" bIns="0" rtlCol="0">
            <a:spAutoFit/>
          </a:bodyPr>
          <a:lstStyle/>
          <a:p>
            <a:pPr marL="0" algn="ctr">
              <a:lnSpc>
                <a:spcPct val="100000"/>
              </a:lnSpc>
            </a:pPr>
            <a:r>
              <a:rPr sz="3200" b="1" dirty="0">
                <a:latin typeface="Comic Sans MS" panose="030F0702030302020204" pitchFamily="66" charset="0"/>
              </a:rPr>
              <a:t>UN</a:t>
            </a:r>
            <a:r>
              <a:rPr sz="3200" b="1" spc="-5" dirty="0">
                <a:latin typeface="Comic Sans MS" panose="030F0702030302020204" pitchFamily="66" charset="0"/>
              </a:rPr>
              <a:t>I</a:t>
            </a:r>
            <a:r>
              <a:rPr sz="3200" b="1" spc="-25" dirty="0">
                <a:latin typeface="Comic Sans MS" panose="030F0702030302020204" pitchFamily="66" charset="0"/>
              </a:rPr>
              <a:t>F</a:t>
            </a:r>
            <a:r>
              <a:rPr sz="3200" b="1" spc="-5" dirty="0">
                <a:latin typeface="Comic Sans MS" panose="030F0702030302020204" pitchFamily="66" charset="0"/>
              </a:rPr>
              <a:t>I</a:t>
            </a:r>
            <a:r>
              <a:rPr sz="3200" b="1" spc="-25" dirty="0">
                <a:latin typeface="Comic Sans MS" panose="030F0702030302020204" pitchFamily="66" charset="0"/>
              </a:rPr>
              <a:t>E</a:t>
            </a:r>
            <a:r>
              <a:rPr sz="3200" b="1" dirty="0">
                <a:latin typeface="Comic Sans MS" panose="030F0702030302020204" pitchFamily="66" charset="0"/>
              </a:rPr>
              <a:t>D</a:t>
            </a:r>
            <a:r>
              <a:rPr sz="3200" b="1" spc="5" dirty="0">
                <a:latin typeface="Comic Sans MS" panose="030F0702030302020204" pitchFamily="66" charset="0"/>
              </a:rPr>
              <a:t> </a:t>
            </a:r>
            <a:r>
              <a:rPr sz="3200" b="1" spc="-5" dirty="0">
                <a:latin typeface="Comic Sans MS" panose="030F0702030302020204" pitchFamily="66" charset="0"/>
              </a:rPr>
              <a:t>M</a:t>
            </a:r>
            <a:r>
              <a:rPr sz="3200" b="1" spc="-25" dirty="0">
                <a:latin typeface="Comic Sans MS" panose="030F0702030302020204" pitchFamily="66" charset="0"/>
              </a:rPr>
              <a:t>E</a:t>
            </a:r>
            <a:r>
              <a:rPr sz="3200" b="1" spc="-5" dirty="0">
                <a:latin typeface="Comic Sans MS" panose="030F0702030302020204" pitchFamily="66" charset="0"/>
              </a:rPr>
              <a:t>M</a:t>
            </a:r>
            <a:r>
              <a:rPr sz="3200" b="1" spc="-30" dirty="0">
                <a:latin typeface="Comic Sans MS" panose="030F0702030302020204" pitchFamily="66" charset="0"/>
              </a:rPr>
              <a:t>O</a:t>
            </a:r>
            <a:r>
              <a:rPr sz="3200" b="1" dirty="0">
                <a:latin typeface="Comic Sans MS" panose="030F0702030302020204" pitchFamily="66" charset="0"/>
              </a:rPr>
              <a:t>RY</a:t>
            </a:r>
            <a:r>
              <a:rPr lang="en-US" sz="3200" b="1" dirty="0">
                <a:latin typeface="Comic Sans MS" panose="030F0702030302020204" pitchFamily="66" charset="0"/>
              </a:rPr>
              <a:t> (UM)</a:t>
            </a:r>
            <a:r>
              <a:rPr sz="3200" b="1" dirty="0">
                <a:latin typeface="Comic Sans MS" panose="030F0702030302020204" pitchFamily="66" charset="0"/>
              </a:rPr>
              <a:t> </a:t>
            </a:r>
            <a:r>
              <a:rPr sz="3200" b="1" spc="-30" dirty="0">
                <a:latin typeface="Comic Sans MS" panose="030F0702030302020204" pitchFamily="66" charset="0"/>
              </a:rPr>
              <a:t>O</a:t>
            </a:r>
            <a:r>
              <a:rPr sz="3200" b="1" dirty="0">
                <a:latin typeface="Comic Sans MS" panose="030F0702030302020204" pitchFamily="66" charset="0"/>
              </a:rPr>
              <a:t>N</a:t>
            </a:r>
            <a:r>
              <a:rPr sz="3200" b="1" spc="5" dirty="0">
                <a:latin typeface="Comic Sans MS" panose="030F0702030302020204" pitchFamily="66" charset="0"/>
              </a:rPr>
              <a:t> </a:t>
            </a:r>
            <a:r>
              <a:rPr sz="3200" b="1" spc="-15" dirty="0">
                <a:latin typeface="Comic Sans MS" panose="030F0702030302020204" pitchFamily="66" charset="0"/>
              </a:rPr>
              <a:t>P</a:t>
            </a:r>
            <a:r>
              <a:rPr sz="3200" b="1" spc="-25" dirty="0">
                <a:latin typeface="Comic Sans MS" panose="030F0702030302020204" pitchFamily="66" charset="0"/>
              </a:rPr>
              <a:t>A</a:t>
            </a:r>
            <a:r>
              <a:rPr sz="3200" b="1" dirty="0">
                <a:latin typeface="Comic Sans MS" panose="030F0702030302020204" pitchFamily="66" charset="0"/>
              </a:rPr>
              <a:t>S</a:t>
            </a:r>
            <a:r>
              <a:rPr sz="3200" b="1" spc="-5" dirty="0">
                <a:latin typeface="Comic Sans MS" panose="030F0702030302020204" pitchFamily="66" charset="0"/>
              </a:rPr>
              <a:t>C</a:t>
            </a:r>
            <a:r>
              <a:rPr sz="3200" b="1" spc="-25" dirty="0">
                <a:latin typeface="Comic Sans MS" panose="030F0702030302020204" pitchFamily="66" charset="0"/>
              </a:rPr>
              <a:t>A</a:t>
            </a:r>
            <a:r>
              <a:rPr sz="3200" b="1" dirty="0">
                <a:latin typeface="Comic Sans MS" panose="030F0702030302020204" pitchFamily="66" charset="0"/>
              </a:rPr>
              <a:t>L+</a:t>
            </a:r>
          </a:p>
          <a:p>
            <a:pPr marL="0" algn="ctr">
              <a:lnSpc>
                <a:spcPct val="100000"/>
              </a:lnSpc>
              <a:spcBef>
                <a:spcPts val="310"/>
              </a:spcBef>
            </a:pPr>
            <a:r>
              <a:rPr sz="2000" spc="-20" dirty="0">
                <a:solidFill>
                  <a:srgbClr val="76B900"/>
                </a:solidFill>
                <a:latin typeface="Comic Sans MS" panose="030F0702030302020204" pitchFamily="66" charset="0"/>
                <a:cs typeface="Calibri" panose="020F0502020204030204" pitchFamily="34" charset="0"/>
              </a:rPr>
              <a:t>Co</a:t>
            </a:r>
            <a:r>
              <a:rPr sz="2000" dirty="0">
                <a:solidFill>
                  <a:srgbClr val="76B900"/>
                </a:solidFill>
                <a:latin typeface="Comic Sans MS" panose="030F0702030302020204" pitchFamily="66" charset="0"/>
                <a:cs typeface="Calibri" panose="020F0502020204030204" pitchFamily="34" charset="0"/>
              </a:rPr>
              <a:t>n</a:t>
            </a:r>
            <a:r>
              <a:rPr sz="2000" spc="-5" dirty="0">
                <a:solidFill>
                  <a:srgbClr val="76B900"/>
                </a:solidFill>
                <a:latin typeface="Comic Sans MS" panose="030F0702030302020204" pitchFamily="66" charset="0"/>
                <a:cs typeface="Calibri" panose="020F0502020204030204" pitchFamily="34" charset="0"/>
              </a:rPr>
              <a:t>c</a:t>
            </a:r>
            <a:r>
              <a:rPr sz="2000" dirty="0">
                <a:solidFill>
                  <a:srgbClr val="76B900"/>
                </a:solidFill>
                <a:latin typeface="Comic Sans MS" panose="030F0702030302020204" pitchFamily="66" charset="0"/>
                <a:cs typeface="Calibri" panose="020F0502020204030204" pitchFamily="34" charset="0"/>
              </a:rPr>
              <a:t>u</a:t>
            </a:r>
            <a:r>
              <a:rPr sz="2000" spc="-10" dirty="0">
                <a:solidFill>
                  <a:srgbClr val="76B900"/>
                </a:solidFill>
                <a:latin typeface="Comic Sans MS" panose="030F0702030302020204" pitchFamily="66" charset="0"/>
                <a:cs typeface="Calibri" panose="020F0502020204030204" pitchFamily="34" charset="0"/>
              </a:rPr>
              <a:t>rr</a:t>
            </a:r>
            <a:r>
              <a:rPr sz="2000" spc="5" dirty="0">
                <a:solidFill>
                  <a:srgbClr val="76B900"/>
                </a:solidFill>
                <a:latin typeface="Comic Sans MS" panose="030F0702030302020204" pitchFamily="66" charset="0"/>
                <a:cs typeface="Calibri" panose="020F0502020204030204" pitchFamily="34" charset="0"/>
              </a:rPr>
              <a:t>e</a:t>
            </a:r>
            <a:r>
              <a:rPr sz="2000" dirty="0">
                <a:solidFill>
                  <a:srgbClr val="76B900"/>
                </a:solidFill>
                <a:latin typeface="Comic Sans MS" panose="030F0702030302020204" pitchFamily="66" charset="0"/>
                <a:cs typeface="Calibri" panose="020F0502020204030204" pitchFamily="34" charset="0"/>
              </a:rPr>
              <a:t>nt</a:t>
            </a:r>
            <a:r>
              <a:rPr sz="2000" spc="-10" dirty="0">
                <a:solidFill>
                  <a:srgbClr val="76B900"/>
                </a:solidFill>
                <a:latin typeface="Comic Sans MS" panose="030F0702030302020204" pitchFamily="66" charset="0"/>
                <a:cs typeface="Calibri" panose="020F0502020204030204" pitchFamily="34" charset="0"/>
              </a:rPr>
              <a:t> </a:t>
            </a:r>
            <a:r>
              <a:rPr sz="2000" spc="-20" dirty="0">
                <a:solidFill>
                  <a:srgbClr val="76B900"/>
                </a:solidFill>
                <a:latin typeface="Comic Sans MS" panose="030F0702030302020204" pitchFamily="66" charset="0"/>
                <a:cs typeface="Calibri" panose="020F0502020204030204" pitchFamily="34" charset="0"/>
              </a:rPr>
              <a:t>CP</a:t>
            </a:r>
            <a:r>
              <a:rPr sz="2000" spc="-5" dirty="0">
                <a:solidFill>
                  <a:srgbClr val="76B900"/>
                </a:solidFill>
                <a:latin typeface="Comic Sans MS" panose="030F0702030302020204" pitchFamily="66" charset="0"/>
                <a:cs typeface="Calibri" panose="020F0502020204030204" pitchFamily="34" charset="0"/>
              </a:rPr>
              <a:t>U</a:t>
            </a:r>
            <a:r>
              <a:rPr sz="2000" spc="5" dirty="0">
                <a:solidFill>
                  <a:srgbClr val="76B900"/>
                </a:solidFill>
                <a:latin typeface="Comic Sans MS" panose="030F0702030302020204" pitchFamily="66" charset="0"/>
                <a:cs typeface="Calibri" panose="020F0502020204030204" pitchFamily="34" charset="0"/>
              </a:rPr>
              <a:t>/</a:t>
            </a:r>
            <a:r>
              <a:rPr sz="2000" spc="-10" dirty="0">
                <a:solidFill>
                  <a:srgbClr val="76B900"/>
                </a:solidFill>
                <a:latin typeface="Comic Sans MS" panose="030F0702030302020204" pitchFamily="66" charset="0"/>
                <a:cs typeface="Calibri" panose="020F0502020204030204" pitchFamily="34" charset="0"/>
              </a:rPr>
              <a:t>G</a:t>
            </a:r>
            <a:r>
              <a:rPr sz="2000" spc="-15" dirty="0">
                <a:solidFill>
                  <a:srgbClr val="76B900"/>
                </a:solidFill>
                <a:latin typeface="Comic Sans MS" panose="030F0702030302020204" pitchFamily="66" charset="0"/>
                <a:cs typeface="Calibri" panose="020F0502020204030204" pitchFamily="34" charset="0"/>
              </a:rPr>
              <a:t>P</a:t>
            </a:r>
            <a:r>
              <a:rPr sz="2000" dirty="0">
                <a:solidFill>
                  <a:srgbClr val="76B900"/>
                </a:solidFill>
                <a:latin typeface="Comic Sans MS" panose="030F0702030302020204" pitchFamily="66" charset="0"/>
                <a:cs typeface="Calibri" panose="020F0502020204030204" pitchFamily="34" charset="0"/>
              </a:rPr>
              <a:t>U</a:t>
            </a:r>
            <a:r>
              <a:rPr sz="2000" spc="-10" dirty="0">
                <a:solidFill>
                  <a:srgbClr val="76B900"/>
                </a:solidFill>
                <a:latin typeface="Comic Sans MS" panose="030F0702030302020204" pitchFamily="66" charset="0"/>
                <a:cs typeface="Calibri" panose="020F0502020204030204" pitchFamily="34" charset="0"/>
              </a:rPr>
              <a:t> </a:t>
            </a:r>
            <a:r>
              <a:rPr sz="2000" spc="-15" dirty="0">
                <a:solidFill>
                  <a:srgbClr val="76B900"/>
                </a:solidFill>
                <a:latin typeface="Comic Sans MS" panose="030F0702030302020204" pitchFamily="66" charset="0"/>
                <a:cs typeface="Calibri" panose="020F0502020204030204" pitchFamily="34" charset="0"/>
              </a:rPr>
              <a:t>A</a:t>
            </a:r>
            <a:r>
              <a:rPr sz="2000" spc="-5" dirty="0">
                <a:solidFill>
                  <a:srgbClr val="76B900"/>
                </a:solidFill>
                <a:latin typeface="Comic Sans MS" panose="030F0702030302020204" pitchFamily="66" charset="0"/>
                <a:cs typeface="Calibri" panose="020F0502020204030204" pitchFamily="34" charset="0"/>
              </a:rPr>
              <a:t>cc</a:t>
            </a:r>
            <a:r>
              <a:rPr sz="2000" spc="5" dirty="0">
                <a:solidFill>
                  <a:srgbClr val="76B900"/>
                </a:solidFill>
                <a:latin typeface="Comic Sans MS" panose="030F0702030302020204" pitchFamily="66" charset="0"/>
                <a:cs typeface="Calibri" panose="020F0502020204030204" pitchFamily="34" charset="0"/>
              </a:rPr>
              <a:t>e</a:t>
            </a:r>
            <a:r>
              <a:rPr sz="2000" spc="-15" dirty="0">
                <a:solidFill>
                  <a:srgbClr val="76B900"/>
                </a:solidFill>
                <a:latin typeface="Comic Sans MS" panose="030F0702030302020204" pitchFamily="66" charset="0"/>
                <a:cs typeface="Calibri" panose="020F0502020204030204" pitchFamily="34" charset="0"/>
              </a:rPr>
              <a:t>s</a:t>
            </a:r>
            <a:r>
              <a:rPr sz="2000" spc="-10" dirty="0">
                <a:solidFill>
                  <a:srgbClr val="76B900"/>
                </a:solidFill>
                <a:latin typeface="Comic Sans MS" panose="030F0702030302020204" pitchFamily="66" charset="0"/>
                <a:cs typeface="Calibri" panose="020F0502020204030204" pitchFamily="34" charset="0"/>
              </a:rPr>
              <a:t>s </a:t>
            </a:r>
            <a:r>
              <a:rPr sz="2000" spc="-5" dirty="0">
                <a:solidFill>
                  <a:srgbClr val="76B900"/>
                </a:solidFill>
                <a:latin typeface="Comic Sans MS" panose="030F0702030302020204" pitchFamily="66" charset="0"/>
                <a:cs typeface="Calibri" panose="020F0502020204030204" pitchFamily="34" charset="0"/>
              </a:rPr>
              <a:t>t</a:t>
            </a:r>
            <a:r>
              <a:rPr sz="2000" spc="-10" dirty="0">
                <a:solidFill>
                  <a:srgbClr val="76B900"/>
                </a:solidFill>
                <a:latin typeface="Comic Sans MS" panose="030F0702030302020204" pitchFamily="66" charset="0"/>
                <a:cs typeface="Calibri" panose="020F0502020204030204" pitchFamily="34" charset="0"/>
              </a:rPr>
              <a:t>o </a:t>
            </a:r>
            <a:r>
              <a:rPr sz="2000" spc="-5" dirty="0">
                <a:solidFill>
                  <a:srgbClr val="76B900"/>
                </a:solidFill>
                <a:latin typeface="Comic Sans MS" panose="030F0702030302020204" pitchFamily="66" charset="0"/>
                <a:cs typeface="Calibri" panose="020F0502020204030204" pitchFamily="34" charset="0"/>
              </a:rPr>
              <a:t>M</a:t>
            </a:r>
            <a:r>
              <a:rPr sz="2000" spc="5" dirty="0">
                <a:solidFill>
                  <a:srgbClr val="76B900"/>
                </a:solidFill>
                <a:latin typeface="Comic Sans MS" panose="030F0702030302020204" pitchFamily="66" charset="0"/>
                <a:cs typeface="Calibri" panose="020F0502020204030204" pitchFamily="34" charset="0"/>
              </a:rPr>
              <a:t>a</a:t>
            </a:r>
            <a:r>
              <a:rPr sz="2000" dirty="0">
                <a:solidFill>
                  <a:srgbClr val="76B900"/>
                </a:solidFill>
                <a:latin typeface="Comic Sans MS" panose="030F0702030302020204" pitchFamily="66" charset="0"/>
                <a:cs typeface="Calibri" panose="020F0502020204030204" pitchFamily="34" charset="0"/>
              </a:rPr>
              <a:t>n</a:t>
            </a:r>
            <a:r>
              <a:rPr sz="2000" spc="5" dirty="0">
                <a:solidFill>
                  <a:srgbClr val="76B900"/>
                </a:solidFill>
                <a:latin typeface="Comic Sans MS" panose="030F0702030302020204" pitchFamily="66" charset="0"/>
                <a:cs typeface="Calibri" panose="020F0502020204030204" pitchFamily="34" charset="0"/>
              </a:rPr>
              <a:t>a</a:t>
            </a:r>
            <a:r>
              <a:rPr sz="2000" spc="-15" dirty="0">
                <a:solidFill>
                  <a:srgbClr val="76B900"/>
                </a:solidFill>
                <a:latin typeface="Comic Sans MS" panose="030F0702030302020204" pitchFamily="66" charset="0"/>
                <a:cs typeface="Calibri" panose="020F0502020204030204" pitchFamily="34" charset="0"/>
              </a:rPr>
              <a:t>g</a:t>
            </a:r>
            <a:r>
              <a:rPr sz="2000" spc="5" dirty="0">
                <a:solidFill>
                  <a:srgbClr val="76B900"/>
                </a:solidFill>
                <a:latin typeface="Comic Sans MS" panose="030F0702030302020204" pitchFamily="66" charset="0"/>
                <a:cs typeface="Calibri" panose="020F0502020204030204" pitchFamily="34" charset="0"/>
              </a:rPr>
              <a:t>e</a:t>
            </a:r>
            <a:r>
              <a:rPr sz="2000" dirty="0">
                <a:solidFill>
                  <a:srgbClr val="76B900"/>
                </a:solidFill>
                <a:latin typeface="Comic Sans MS" panose="030F0702030302020204" pitchFamily="66" charset="0"/>
                <a:cs typeface="Calibri" panose="020F0502020204030204" pitchFamily="34" charset="0"/>
              </a:rPr>
              <a:t>d</a:t>
            </a:r>
            <a:r>
              <a:rPr sz="2000" spc="-10" dirty="0">
                <a:solidFill>
                  <a:srgbClr val="76B900"/>
                </a:solidFill>
                <a:latin typeface="Comic Sans MS" panose="030F0702030302020204" pitchFamily="66" charset="0"/>
                <a:cs typeface="Calibri" panose="020F0502020204030204" pitchFamily="34" charset="0"/>
              </a:rPr>
              <a:t> </a:t>
            </a:r>
            <a:r>
              <a:rPr sz="2000" spc="-5" dirty="0">
                <a:solidFill>
                  <a:srgbClr val="76B900"/>
                </a:solidFill>
                <a:latin typeface="Comic Sans MS" panose="030F0702030302020204" pitchFamily="66" charset="0"/>
                <a:cs typeface="Calibri" panose="020F0502020204030204" pitchFamily="34" charset="0"/>
              </a:rPr>
              <a:t>M</a:t>
            </a:r>
            <a:r>
              <a:rPr sz="2000" spc="5" dirty="0">
                <a:solidFill>
                  <a:srgbClr val="76B900"/>
                </a:solidFill>
                <a:latin typeface="Comic Sans MS" panose="030F0702030302020204" pitchFamily="66" charset="0"/>
                <a:cs typeface="Calibri" panose="020F0502020204030204" pitchFamily="34" charset="0"/>
              </a:rPr>
              <a:t>em</a:t>
            </a:r>
            <a:r>
              <a:rPr sz="2000" spc="-15" dirty="0">
                <a:solidFill>
                  <a:srgbClr val="76B900"/>
                </a:solidFill>
                <a:latin typeface="Comic Sans MS" panose="030F0702030302020204" pitchFamily="66" charset="0"/>
                <a:cs typeface="Calibri" panose="020F0502020204030204" pitchFamily="34" charset="0"/>
              </a:rPr>
              <a:t>o</a:t>
            </a:r>
            <a:r>
              <a:rPr sz="2000" spc="-10" dirty="0">
                <a:solidFill>
                  <a:srgbClr val="76B900"/>
                </a:solidFill>
                <a:latin typeface="Comic Sans MS" panose="030F0702030302020204" pitchFamily="66" charset="0"/>
                <a:cs typeface="Calibri" panose="020F0502020204030204" pitchFamily="34" charset="0"/>
              </a:rPr>
              <a:t>r</a:t>
            </a:r>
            <a:r>
              <a:rPr sz="2000" dirty="0">
                <a:solidFill>
                  <a:srgbClr val="76B900"/>
                </a:solidFill>
                <a:latin typeface="Comic Sans MS" panose="030F0702030302020204" pitchFamily="66" charset="0"/>
                <a:cs typeface="Calibri" panose="020F0502020204030204" pitchFamily="34" charset="0"/>
              </a:rPr>
              <a:t>y</a:t>
            </a:r>
            <a:endParaRPr sz="2000" dirty="0">
              <a:latin typeface="Comic Sans MS" panose="030F0702030302020204" pitchFamily="66" charset="0"/>
              <a:cs typeface="Calibri" panose="020F0502020204030204" pitchFamily="34" charset="0"/>
            </a:endParaRPr>
          </a:p>
        </p:txBody>
      </p:sp>
      <p:sp>
        <p:nvSpPr>
          <p:cNvPr id="13" name="object 13"/>
          <p:cNvSpPr txBox="1">
            <a:spLocks noGrp="1"/>
          </p:cNvSpPr>
          <p:nvPr>
            <p:ph type="sldNum" sz="quarter" idx="12"/>
          </p:nvPr>
        </p:nvSpPr>
        <p:spPr>
          <a:xfrm>
            <a:off x="7863840" y="5786153"/>
            <a:ext cx="256032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17</a:t>
            </a:fld>
            <a:endParaRPr dirty="0">
              <a:latin typeface="Comic Sans MS" panose="030F0702030302020204" pitchFamily="66" charset="0"/>
            </a:endParaRPr>
          </a:p>
        </p:txBody>
      </p:sp>
      <p:sp>
        <p:nvSpPr>
          <p:cNvPr id="3" name="object 3"/>
          <p:cNvSpPr/>
          <p:nvPr/>
        </p:nvSpPr>
        <p:spPr>
          <a:xfrm>
            <a:off x="1219200" y="1790700"/>
            <a:ext cx="4379595" cy="3442335"/>
          </a:xfrm>
          <a:custGeom>
            <a:avLst/>
            <a:gdLst/>
            <a:ahLst/>
            <a:cxnLst/>
            <a:rect l="l" t="t" r="r" b="b"/>
            <a:pathLst>
              <a:path w="4379595" h="3442335">
                <a:moveTo>
                  <a:pt x="4281643" y="0"/>
                </a:moveTo>
                <a:lnTo>
                  <a:pt x="0" y="0"/>
                </a:lnTo>
                <a:lnTo>
                  <a:pt x="0" y="3344559"/>
                </a:lnTo>
                <a:lnTo>
                  <a:pt x="97726" y="3442285"/>
                </a:lnTo>
                <a:lnTo>
                  <a:pt x="4379370" y="3442285"/>
                </a:lnTo>
                <a:lnTo>
                  <a:pt x="4379370" y="97726"/>
                </a:lnTo>
                <a:lnTo>
                  <a:pt x="4281643" y="0"/>
                </a:lnTo>
                <a:close/>
              </a:path>
            </a:pathLst>
          </a:custGeom>
          <a:solidFill>
            <a:srgbClr val="F2F2F2"/>
          </a:solidFill>
        </p:spPr>
        <p:txBody>
          <a:bodyPr wrap="square" lIns="0" tIns="0" rIns="0" bIns="0" rtlCol="0"/>
          <a:lstStyle/>
          <a:p>
            <a:endParaRPr>
              <a:latin typeface="Comic Sans MS" panose="030F0702030302020204" pitchFamily="66" charset="0"/>
            </a:endParaRPr>
          </a:p>
        </p:txBody>
      </p:sp>
      <p:sp>
        <p:nvSpPr>
          <p:cNvPr id="4" name="object 4"/>
          <p:cNvSpPr txBox="1"/>
          <p:nvPr/>
        </p:nvSpPr>
        <p:spPr>
          <a:xfrm>
            <a:off x="1346792" y="2030862"/>
            <a:ext cx="4068445" cy="433067"/>
          </a:xfrm>
          <a:prstGeom prst="rect">
            <a:avLst/>
          </a:prstGeom>
        </p:spPr>
        <p:txBody>
          <a:bodyPr vert="horz" wrap="square" lIns="0" tIns="0" rIns="0" bIns="0" rtlCol="0">
            <a:spAutoFit/>
          </a:bodyPr>
          <a:lstStyle/>
          <a:p>
            <a:pPr marL="225425" marR="5080" indent="-212725">
              <a:lnSpc>
                <a:spcPct val="101000"/>
              </a:lnSpc>
            </a:pPr>
            <a:r>
              <a:rPr sz="1400" u="heavy" spc="-10" dirty="0">
                <a:latin typeface="Comic Sans MS" panose="030F0702030302020204" pitchFamily="66" charset="0"/>
                <a:cs typeface="Lucida Console" panose="020B0609040504020204"/>
              </a:rPr>
              <a:t> </a:t>
            </a:r>
            <a:r>
              <a:rPr sz="1400" u="heavy"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globa</a:t>
            </a:r>
            <a:r>
              <a:rPr sz="1400" spc="-15" dirty="0">
                <a:latin typeface="Comic Sans MS" panose="030F0702030302020204" pitchFamily="66" charset="0"/>
                <a:cs typeface="Lucida Console" panose="020B0609040504020204"/>
              </a:rPr>
              <a:t>l</a:t>
            </a:r>
            <a:r>
              <a:rPr sz="1400" u="heavy" spc="-10" dirty="0">
                <a:latin typeface="Comic Sans MS" panose="030F0702030302020204" pitchFamily="66" charset="0"/>
                <a:cs typeface="Lucida Console" panose="020B0609040504020204"/>
              </a:rPr>
              <a:t> </a:t>
            </a:r>
            <a:r>
              <a:rPr sz="1400" u="heavy"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 voi</a:t>
            </a:r>
            <a:r>
              <a:rPr sz="1400" spc="-10" dirty="0">
                <a:latin typeface="Comic Sans MS" panose="030F0702030302020204" pitchFamily="66" charset="0"/>
                <a:cs typeface="Lucida Console" panose="020B0609040504020204"/>
              </a:rPr>
              <a:t>d</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mykernel(cha</a:t>
            </a:r>
            <a:r>
              <a:rPr sz="1400" spc="-10" dirty="0">
                <a:latin typeface="Comic Sans MS" panose="030F0702030302020204" pitchFamily="66" charset="0"/>
                <a:cs typeface="Lucida Console" panose="020B0609040504020204"/>
              </a:rPr>
              <a:t>r</a:t>
            </a:r>
            <a:r>
              <a:rPr sz="1400" spc="-20" dirty="0">
                <a:latin typeface="Comic Sans MS" panose="030F0702030302020204" pitchFamily="66" charset="0"/>
                <a:cs typeface="Lucida Console" panose="020B0609040504020204"/>
              </a:rPr>
              <a:t> *data</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data[1</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‘g’;</a:t>
            </a:r>
            <a:endParaRPr sz="1400">
              <a:latin typeface="Comic Sans MS" panose="030F0702030302020204" pitchFamily="66" charset="0"/>
              <a:cs typeface="Lucida Console" panose="020B0609040504020204"/>
            </a:endParaRPr>
          </a:p>
          <a:p>
            <a:pPr marL="12700">
              <a:lnSpc>
                <a:spcPct val="100000"/>
              </a:lnSpc>
              <a:spcBef>
                <a:spcPts val="25"/>
              </a:spcBef>
            </a:pPr>
            <a:r>
              <a:rPr sz="1400" spc="-10" dirty="0">
                <a:latin typeface="Comic Sans MS" panose="030F0702030302020204" pitchFamily="66" charset="0"/>
                <a:cs typeface="Lucida Console" panose="020B0609040504020204"/>
              </a:rPr>
              <a:t>}</a:t>
            </a:r>
            <a:endParaRPr sz="1400">
              <a:latin typeface="Comic Sans MS" panose="030F0702030302020204" pitchFamily="66" charset="0"/>
              <a:cs typeface="Lucida Console" panose="020B0609040504020204"/>
            </a:endParaRPr>
          </a:p>
        </p:txBody>
      </p:sp>
      <p:sp>
        <p:nvSpPr>
          <p:cNvPr id="5" name="object 5"/>
          <p:cNvSpPr txBox="1"/>
          <p:nvPr/>
        </p:nvSpPr>
        <p:spPr>
          <a:xfrm>
            <a:off x="1346792" y="2881254"/>
            <a:ext cx="3216275" cy="650691"/>
          </a:xfrm>
          <a:prstGeom prst="rect">
            <a:avLst/>
          </a:prstGeom>
        </p:spPr>
        <p:txBody>
          <a:bodyPr vert="horz" wrap="square" lIns="0" tIns="0" rIns="0" bIns="0" rtlCol="0">
            <a:spAutoFit/>
          </a:bodyPr>
          <a:lstStyle/>
          <a:p>
            <a:pPr marL="225425" marR="1812925" indent="-212725">
              <a:lnSpc>
                <a:spcPct val="101000"/>
              </a:lnSpc>
            </a:pPr>
            <a:r>
              <a:rPr sz="1400" spc="-20" dirty="0">
                <a:latin typeface="Comic Sans MS" panose="030F0702030302020204" pitchFamily="66" charset="0"/>
                <a:cs typeface="Lucida Console" panose="020B0609040504020204"/>
              </a:rPr>
              <a:t>voi</a:t>
            </a:r>
            <a:r>
              <a:rPr sz="1400" spc="-10" dirty="0">
                <a:latin typeface="Comic Sans MS" panose="030F0702030302020204" pitchFamily="66" charset="0"/>
                <a:cs typeface="Lucida Console" panose="020B0609040504020204"/>
              </a:rPr>
              <a:t>d</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foo(</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 </a:t>
            </a:r>
            <a:endParaRPr lang="en-US" altLang="zh-CN" sz="1400" spc="-10" dirty="0">
              <a:latin typeface="Comic Sans MS" panose="030F0702030302020204" pitchFamily="66" charset="0"/>
              <a:cs typeface="Lucida Console" panose="020B0609040504020204"/>
            </a:endParaRPr>
          </a:p>
          <a:p>
            <a:pPr marL="225425" marR="1812925" indent="-212725">
              <a:lnSpc>
                <a:spcPct val="101000"/>
              </a:lnSpc>
            </a:pPr>
            <a:r>
              <a:rPr lang="en-US" altLang="zh-CN" sz="1400" spc="-10"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cha</a:t>
            </a:r>
            <a:r>
              <a:rPr sz="1400" spc="-10" dirty="0">
                <a:latin typeface="Comic Sans MS" panose="030F0702030302020204" pitchFamily="66" charset="0"/>
                <a:cs typeface="Lucida Console" panose="020B0609040504020204"/>
              </a:rPr>
              <a:t>r</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*data;</a:t>
            </a:r>
            <a:endParaRPr sz="1400" dirty="0">
              <a:latin typeface="Comic Sans MS" panose="030F0702030302020204" pitchFamily="66" charset="0"/>
              <a:cs typeface="Lucida Console" panose="020B0609040504020204"/>
            </a:endParaRPr>
          </a:p>
          <a:p>
            <a:pPr marL="225425">
              <a:lnSpc>
                <a:spcPct val="100000"/>
              </a:lnSpc>
              <a:spcBef>
                <a:spcPts val="20"/>
              </a:spcBef>
            </a:pPr>
            <a:r>
              <a:rPr sz="1400" spc="-20" dirty="0">
                <a:latin typeface="Comic Sans MS" panose="030F0702030302020204" pitchFamily="66" charset="0"/>
                <a:cs typeface="Lucida Console" panose="020B0609040504020204"/>
              </a:rPr>
              <a:t>cudaMallocManaged(&amp;data</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2);</a:t>
            </a:r>
            <a:endParaRPr sz="1400" dirty="0">
              <a:latin typeface="Comic Sans MS" panose="030F0702030302020204" pitchFamily="66" charset="0"/>
              <a:cs typeface="Lucida Console" panose="020B0609040504020204"/>
            </a:endParaRPr>
          </a:p>
        </p:txBody>
      </p:sp>
      <p:sp>
        <p:nvSpPr>
          <p:cNvPr id="6" name="object 6"/>
          <p:cNvSpPr txBox="1"/>
          <p:nvPr/>
        </p:nvSpPr>
        <p:spPr>
          <a:xfrm>
            <a:off x="1559517" y="3743838"/>
            <a:ext cx="2578100" cy="631776"/>
          </a:xfrm>
          <a:prstGeom prst="rect">
            <a:avLst/>
          </a:prstGeom>
        </p:spPr>
        <p:txBody>
          <a:bodyPr vert="horz" wrap="square" lIns="0" tIns="0" rIns="0" bIns="0" rtlCol="0">
            <a:spAutoFit/>
          </a:bodyPr>
          <a:lstStyle/>
          <a:p>
            <a:pPr marL="12700">
              <a:lnSpc>
                <a:spcPts val="1645"/>
              </a:lnSpc>
            </a:pPr>
            <a:r>
              <a:rPr sz="1400" spc="-20" dirty="0">
                <a:latin typeface="Comic Sans MS" panose="030F0702030302020204" pitchFamily="66" charset="0"/>
                <a:cs typeface="Lucida Console" panose="020B0609040504020204"/>
              </a:rPr>
              <a:t>mykernel&lt;&lt;&lt;...&gt;&gt;&gt;(data);</a:t>
            </a:r>
            <a:endParaRPr sz="1400">
              <a:latin typeface="Comic Sans MS" panose="030F0702030302020204" pitchFamily="66" charset="0"/>
              <a:cs typeface="Lucida Console" panose="020B0609040504020204"/>
            </a:endParaRPr>
          </a:p>
          <a:p>
            <a:pPr marL="12700" marR="217805">
              <a:lnSpc>
                <a:spcPts val="1700"/>
              </a:lnSpc>
              <a:spcBef>
                <a:spcPts val="5"/>
              </a:spcBef>
            </a:pPr>
            <a:r>
              <a:rPr sz="1400" spc="-20" dirty="0">
                <a:solidFill>
                  <a:srgbClr val="76B900"/>
                </a:solidFill>
                <a:latin typeface="Comic Sans MS" panose="030F0702030302020204" pitchFamily="66" charset="0"/>
                <a:cs typeface="Lucida Console" panose="020B0609040504020204"/>
              </a:rPr>
              <a:t>/</a:t>
            </a:r>
            <a:r>
              <a:rPr sz="1400" spc="-10" dirty="0">
                <a:solidFill>
                  <a:srgbClr val="76B900"/>
                </a:solidFill>
                <a:latin typeface="Comic Sans MS" panose="030F0702030302020204" pitchFamily="66" charset="0"/>
                <a:cs typeface="Lucida Console" panose="020B0609040504020204"/>
              </a:rPr>
              <a:t>/</a:t>
            </a:r>
            <a:r>
              <a:rPr sz="1400" spc="-15" dirty="0">
                <a:solidFill>
                  <a:srgbClr val="76B900"/>
                </a:solidFill>
                <a:latin typeface="Comic Sans MS" panose="030F0702030302020204" pitchFamily="66" charset="0"/>
                <a:cs typeface="Lucida Console" panose="020B0609040504020204"/>
              </a:rPr>
              <a:t> </a:t>
            </a:r>
            <a:r>
              <a:rPr sz="1400" spc="-20" dirty="0">
                <a:solidFill>
                  <a:srgbClr val="76B900"/>
                </a:solidFill>
                <a:latin typeface="Comic Sans MS" panose="030F0702030302020204" pitchFamily="66" charset="0"/>
                <a:cs typeface="Lucida Console" panose="020B0609040504020204"/>
              </a:rPr>
              <a:t>n</a:t>
            </a:r>
            <a:r>
              <a:rPr sz="1400" spc="-10" dirty="0">
                <a:solidFill>
                  <a:srgbClr val="76B900"/>
                </a:solidFill>
                <a:latin typeface="Comic Sans MS" panose="030F0702030302020204" pitchFamily="66" charset="0"/>
                <a:cs typeface="Lucida Console" panose="020B0609040504020204"/>
              </a:rPr>
              <a:t>o</a:t>
            </a:r>
            <a:r>
              <a:rPr sz="1400" spc="-15" dirty="0">
                <a:solidFill>
                  <a:srgbClr val="76B900"/>
                </a:solidFill>
                <a:latin typeface="Comic Sans MS" panose="030F0702030302020204" pitchFamily="66" charset="0"/>
                <a:cs typeface="Lucida Console" panose="020B0609040504020204"/>
              </a:rPr>
              <a:t> </a:t>
            </a:r>
            <a:r>
              <a:rPr sz="1400" spc="-20" dirty="0">
                <a:solidFill>
                  <a:srgbClr val="76B900"/>
                </a:solidFill>
                <a:latin typeface="Comic Sans MS" panose="030F0702030302020204" pitchFamily="66" charset="0"/>
                <a:cs typeface="Lucida Console" panose="020B0609040504020204"/>
              </a:rPr>
              <a:t>synchroniz</a:t>
            </a:r>
            <a:r>
              <a:rPr sz="1400" spc="-10" dirty="0">
                <a:solidFill>
                  <a:srgbClr val="76B900"/>
                </a:solidFill>
                <a:latin typeface="Comic Sans MS" panose="030F0702030302020204" pitchFamily="66" charset="0"/>
                <a:cs typeface="Lucida Console" panose="020B0609040504020204"/>
              </a:rPr>
              <a:t>e</a:t>
            </a:r>
            <a:r>
              <a:rPr sz="1400" spc="-20" dirty="0">
                <a:solidFill>
                  <a:srgbClr val="76B900"/>
                </a:solidFill>
                <a:latin typeface="Comic Sans MS" panose="030F0702030302020204" pitchFamily="66" charset="0"/>
                <a:cs typeface="Lucida Console" panose="020B0609040504020204"/>
              </a:rPr>
              <a:t> here </a:t>
            </a:r>
            <a:r>
              <a:rPr sz="1400" spc="-20" dirty="0">
                <a:latin typeface="Comic Sans MS" panose="030F0702030302020204" pitchFamily="66" charset="0"/>
                <a:cs typeface="Lucida Console" panose="020B0609040504020204"/>
              </a:rPr>
              <a:t>data[0</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‘c’;</a:t>
            </a:r>
            <a:endParaRPr sz="1400">
              <a:latin typeface="Comic Sans MS" panose="030F0702030302020204" pitchFamily="66" charset="0"/>
              <a:cs typeface="Lucida Console" panose="020B0609040504020204"/>
            </a:endParaRPr>
          </a:p>
        </p:txBody>
      </p:sp>
      <p:sp>
        <p:nvSpPr>
          <p:cNvPr id="7" name="object 7"/>
          <p:cNvSpPr txBox="1"/>
          <p:nvPr/>
        </p:nvSpPr>
        <p:spPr>
          <a:xfrm>
            <a:off x="1559517" y="4597278"/>
            <a:ext cx="1621155" cy="215444"/>
          </a:xfrm>
          <a:prstGeom prst="rect">
            <a:avLst/>
          </a:prstGeom>
        </p:spPr>
        <p:txBody>
          <a:bodyPr vert="horz" wrap="square" lIns="0" tIns="0" rIns="0" bIns="0" rtlCol="0">
            <a:spAutoFit/>
          </a:bodyPr>
          <a:lstStyle/>
          <a:p>
            <a:pPr marL="12700">
              <a:lnSpc>
                <a:spcPct val="100000"/>
              </a:lnSpc>
            </a:pPr>
            <a:r>
              <a:rPr sz="1400" spc="-20" dirty="0">
                <a:latin typeface="Comic Sans MS" panose="030F0702030302020204" pitchFamily="66" charset="0"/>
                <a:cs typeface="Lucida Console" panose="020B0609040504020204"/>
              </a:rPr>
              <a:t>cudaFree(data);</a:t>
            </a:r>
            <a:endParaRPr sz="1400">
              <a:latin typeface="Comic Sans MS" panose="030F0702030302020204" pitchFamily="66" charset="0"/>
              <a:cs typeface="Lucida Console" panose="020B0609040504020204"/>
            </a:endParaRPr>
          </a:p>
        </p:txBody>
      </p:sp>
      <p:sp>
        <p:nvSpPr>
          <p:cNvPr id="8" name="object 8"/>
          <p:cNvSpPr txBox="1"/>
          <p:nvPr/>
        </p:nvSpPr>
        <p:spPr>
          <a:xfrm>
            <a:off x="1346792" y="4810638"/>
            <a:ext cx="132715" cy="215444"/>
          </a:xfrm>
          <a:prstGeom prst="rect">
            <a:avLst/>
          </a:prstGeom>
        </p:spPr>
        <p:txBody>
          <a:bodyPr vert="horz" wrap="square" lIns="0" tIns="0" rIns="0" bIns="0" rtlCol="0">
            <a:spAutoFit/>
          </a:bodyPr>
          <a:lstStyle/>
          <a:p>
            <a:pPr marL="12700">
              <a:lnSpc>
                <a:spcPct val="100000"/>
              </a:lnSpc>
            </a:pPr>
            <a:r>
              <a:rPr sz="1400" spc="-10" dirty="0">
                <a:latin typeface="Comic Sans MS" panose="030F0702030302020204" pitchFamily="66" charset="0"/>
                <a:cs typeface="Lucida Console" panose="020B0609040504020204"/>
              </a:rPr>
              <a:t>}</a:t>
            </a:r>
            <a:endParaRPr sz="1400">
              <a:latin typeface="Comic Sans MS" panose="030F0702030302020204" pitchFamily="66" charset="0"/>
              <a:cs typeface="Lucida Console" panose="020B0609040504020204"/>
            </a:endParaRPr>
          </a:p>
        </p:txBody>
      </p:sp>
      <p:sp>
        <p:nvSpPr>
          <p:cNvPr id="9" name="object 9"/>
          <p:cNvSpPr txBox="1"/>
          <p:nvPr/>
        </p:nvSpPr>
        <p:spPr>
          <a:xfrm>
            <a:off x="5969920" y="3048550"/>
            <a:ext cx="4240880" cy="307777"/>
          </a:xfrm>
          <a:prstGeom prst="rect">
            <a:avLst/>
          </a:prstGeom>
        </p:spPr>
        <p:txBody>
          <a:bodyPr vert="horz" wrap="square" lIns="0" tIns="0" rIns="0" bIns="0" rtlCol="0">
            <a:spAutoFit/>
          </a:bodyPr>
          <a:lstStyle/>
          <a:p>
            <a:pPr marL="12700">
              <a:lnSpc>
                <a:spcPct val="100000"/>
              </a:lnSpc>
            </a:pPr>
            <a:r>
              <a:rPr sz="2000" spc="-20" dirty="0">
                <a:latin typeface="Comic Sans MS" panose="030F0702030302020204" pitchFamily="66" charset="0"/>
                <a:cs typeface="Calibri" panose="020F0502020204030204" pitchFamily="34" charset="0"/>
              </a:rPr>
              <a:t>O</a:t>
            </a:r>
            <a:r>
              <a:rPr sz="2000" spc="-15" dirty="0">
                <a:latin typeface="Comic Sans MS" panose="030F0702030302020204" pitchFamily="66" charset="0"/>
                <a:cs typeface="Calibri" panose="020F0502020204030204" pitchFamily="34" charset="0"/>
              </a:rPr>
              <a:t>K</a:t>
            </a:r>
            <a:r>
              <a:rPr sz="2000" spc="-5" dirty="0">
                <a:latin typeface="Comic Sans MS" panose="030F0702030302020204" pitchFamily="66" charset="0"/>
                <a:cs typeface="Calibri" panose="020F0502020204030204" pitchFamily="34" charset="0"/>
              </a:rPr>
              <a:t> </a:t>
            </a:r>
            <a:r>
              <a:rPr sz="2000" spc="-15" dirty="0">
                <a:latin typeface="Comic Sans MS" panose="030F0702030302020204" pitchFamily="66" charset="0"/>
                <a:cs typeface="Calibri" panose="020F0502020204030204" pitchFamily="34" charset="0"/>
              </a:rPr>
              <a:t>o</a:t>
            </a:r>
            <a:r>
              <a:rPr sz="2000" dirty="0">
                <a:latin typeface="Comic Sans MS" panose="030F0702030302020204" pitchFamily="66" charset="0"/>
                <a:cs typeface="Calibri" panose="020F0502020204030204" pitchFamily="34" charset="0"/>
              </a:rPr>
              <a:t>n</a:t>
            </a:r>
            <a:r>
              <a:rPr sz="2000" spc="-5" dirty="0">
                <a:latin typeface="Comic Sans MS" panose="030F0702030302020204" pitchFamily="66" charset="0"/>
                <a:cs typeface="Calibri" panose="020F0502020204030204" pitchFamily="34" charset="0"/>
              </a:rPr>
              <a:t> </a:t>
            </a:r>
            <a:r>
              <a:rPr sz="2000" spc="-100" dirty="0">
                <a:latin typeface="Comic Sans MS" panose="030F0702030302020204" pitchFamily="66" charset="0"/>
                <a:cs typeface="Calibri" panose="020F0502020204030204" pitchFamily="34" charset="0"/>
              </a:rPr>
              <a:t>P</a:t>
            </a:r>
            <a:r>
              <a:rPr sz="2000" dirty="0">
                <a:latin typeface="Comic Sans MS" panose="030F0702030302020204" pitchFamily="66" charset="0"/>
                <a:cs typeface="Calibri" panose="020F0502020204030204" pitchFamily="34" charset="0"/>
              </a:rPr>
              <a:t>a</a:t>
            </a:r>
            <a:r>
              <a:rPr sz="2000" spc="-15" dirty="0">
                <a:latin typeface="Comic Sans MS" panose="030F0702030302020204" pitchFamily="66" charset="0"/>
                <a:cs typeface="Calibri" panose="020F0502020204030204" pitchFamily="34" charset="0"/>
              </a:rPr>
              <a:t>s</a:t>
            </a:r>
            <a:r>
              <a:rPr sz="2000" spc="-5" dirty="0">
                <a:latin typeface="Comic Sans MS" panose="030F0702030302020204" pitchFamily="66" charset="0"/>
                <a:cs typeface="Calibri" panose="020F0502020204030204" pitchFamily="34" charset="0"/>
              </a:rPr>
              <a:t>c</a:t>
            </a:r>
            <a:r>
              <a:rPr sz="2000" dirty="0">
                <a:latin typeface="Comic Sans MS" panose="030F0702030302020204" pitchFamily="66" charset="0"/>
                <a:cs typeface="Calibri" panose="020F0502020204030204" pitchFamily="34" charset="0"/>
              </a:rPr>
              <a:t>a</a:t>
            </a:r>
            <a:r>
              <a:rPr sz="2000" spc="-20" dirty="0">
                <a:latin typeface="Comic Sans MS" panose="030F0702030302020204" pitchFamily="66" charset="0"/>
                <a:cs typeface="Calibri" panose="020F0502020204030204" pitchFamily="34" charset="0"/>
              </a:rPr>
              <a:t>l</a:t>
            </a:r>
            <a:r>
              <a:rPr sz="2000" spc="5" dirty="0">
                <a:latin typeface="Comic Sans MS" panose="030F0702030302020204" pitchFamily="66" charset="0"/>
                <a:cs typeface="Calibri" panose="020F0502020204030204" pitchFamily="34" charset="0"/>
              </a:rPr>
              <a:t>+</a:t>
            </a:r>
            <a:r>
              <a:rPr sz="2000" dirty="0">
                <a:latin typeface="Comic Sans MS" panose="030F0702030302020204" pitchFamily="66" charset="0"/>
                <a:cs typeface="Calibri" panose="020F0502020204030204" pitchFamily="34" charset="0"/>
              </a:rPr>
              <a:t>:</a:t>
            </a:r>
            <a:r>
              <a:rPr sz="2000" spc="-5" dirty="0">
                <a:latin typeface="Comic Sans MS" panose="030F0702030302020204" pitchFamily="66" charset="0"/>
                <a:cs typeface="Calibri" panose="020F0502020204030204" pitchFamily="34" charset="0"/>
              </a:rPr>
              <a:t> </a:t>
            </a:r>
            <a:r>
              <a:rPr sz="2000" spc="-10" dirty="0">
                <a:latin typeface="Comic Sans MS" panose="030F0702030302020204" pitchFamily="66" charset="0"/>
                <a:cs typeface="Calibri" panose="020F0502020204030204" pitchFamily="34" charset="0"/>
              </a:rPr>
              <a:t>j</a:t>
            </a:r>
            <a:r>
              <a:rPr sz="2000" dirty="0">
                <a:latin typeface="Comic Sans MS" panose="030F0702030302020204" pitchFamily="66" charset="0"/>
                <a:cs typeface="Calibri" panose="020F0502020204030204" pitchFamily="34" charset="0"/>
              </a:rPr>
              <a:t>u</a:t>
            </a:r>
            <a:r>
              <a:rPr sz="2000" spc="-15" dirty="0">
                <a:latin typeface="Comic Sans MS" panose="030F0702030302020204" pitchFamily="66" charset="0"/>
                <a:cs typeface="Calibri" panose="020F0502020204030204" pitchFamily="34" charset="0"/>
              </a:rPr>
              <a:t>s</a:t>
            </a:r>
            <a:r>
              <a:rPr sz="2000" dirty="0">
                <a:latin typeface="Comic Sans MS" panose="030F0702030302020204" pitchFamily="66" charset="0"/>
                <a:cs typeface="Calibri" panose="020F0502020204030204" pitchFamily="34" charset="0"/>
              </a:rPr>
              <a:t>t</a:t>
            </a:r>
            <a:r>
              <a:rPr sz="2000" spc="-10" dirty="0">
                <a:latin typeface="Comic Sans MS" panose="030F0702030302020204" pitchFamily="66" charset="0"/>
                <a:cs typeface="Calibri" panose="020F0502020204030204" pitchFamily="34" charset="0"/>
              </a:rPr>
              <a:t> </a:t>
            </a:r>
            <a:r>
              <a:rPr sz="2000" dirty="0">
                <a:latin typeface="Comic Sans MS" panose="030F0702030302020204" pitchFamily="66" charset="0"/>
                <a:cs typeface="Calibri" panose="020F0502020204030204" pitchFamily="34" charset="0"/>
              </a:rPr>
              <a:t>a</a:t>
            </a:r>
            <a:r>
              <a:rPr sz="2000" spc="-5" dirty="0">
                <a:latin typeface="Comic Sans MS" panose="030F0702030302020204" pitchFamily="66" charset="0"/>
                <a:cs typeface="Calibri" panose="020F0502020204030204" pitchFamily="34" charset="0"/>
              </a:rPr>
              <a:t> p</a:t>
            </a:r>
            <a:r>
              <a:rPr sz="2000" dirty="0">
                <a:latin typeface="Comic Sans MS" panose="030F0702030302020204" pitchFamily="66" charset="0"/>
                <a:cs typeface="Calibri" panose="020F0502020204030204" pitchFamily="34" charset="0"/>
              </a:rPr>
              <a:t>a</a:t>
            </a:r>
            <a:r>
              <a:rPr sz="2000" spc="-15" dirty="0">
                <a:latin typeface="Comic Sans MS" panose="030F0702030302020204" pitchFamily="66" charset="0"/>
                <a:cs typeface="Calibri" panose="020F0502020204030204" pitchFamily="34" charset="0"/>
              </a:rPr>
              <a:t>g</a:t>
            </a:r>
            <a:r>
              <a:rPr sz="2000" dirty="0">
                <a:latin typeface="Comic Sans MS" panose="030F0702030302020204" pitchFamily="66" charset="0"/>
                <a:cs typeface="Calibri" panose="020F0502020204030204" pitchFamily="34" charset="0"/>
              </a:rPr>
              <a:t>e </a:t>
            </a:r>
            <a:r>
              <a:rPr sz="2000" spc="-15" dirty="0">
                <a:latin typeface="Comic Sans MS" panose="030F0702030302020204" pitchFamily="66" charset="0"/>
                <a:cs typeface="Calibri" panose="020F0502020204030204" pitchFamily="34" charset="0"/>
              </a:rPr>
              <a:t>f</a:t>
            </a:r>
            <a:r>
              <a:rPr sz="2000" dirty="0">
                <a:latin typeface="Comic Sans MS" panose="030F0702030302020204" pitchFamily="66" charset="0"/>
                <a:cs typeface="Calibri" panose="020F0502020204030204" pitchFamily="34" charset="0"/>
              </a:rPr>
              <a:t>au</a:t>
            </a:r>
            <a:r>
              <a:rPr sz="2000" spc="-20" dirty="0">
                <a:latin typeface="Comic Sans MS" panose="030F0702030302020204" pitchFamily="66" charset="0"/>
                <a:cs typeface="Calibri" panose="020F0502020204030204" pitchFamily="34" charset="0"/>
              </a:rPr>
              <a:t>l</a:t>
            </a:r>
            <a:r>
              <a:rPr sz="2000" dirty="0">
                <a:latin typeface="Comic Sans MS" panose="030F0702030302020204" pitchFamily="66" charset="0"/>
                <a:cs typeface="Calibri" panose="020F0502020204030204" pitchFamily="34" charset="0"/>
              </a:rPr>
              <a:t>t</a:t>
            </a:r>
          </a:p>
        </p:txBody>
      </p:sp>
      <p:sp>
        <p:nvSpPr>
          <p:cNvPr id="10" name="object 10"/>
          <p:cNvSpPr txBox="1"/>
          <p:nvPr/>
        </p:nvSpPr>
        <p:spPr>
          <a:xfrm>
            <a:off x="5969920" y="3762137"/>
            <a:ext cx="4582160" cy="773032"/>
          </a:xfrm>
          <a:prstGeom prst="rect">
            <a:avLst/>
          </a:prstGeom>
        </p:spPr>
        <p:txBody>
          <a:bodyPr vert="horz" wrap="square" lIns="0" tIns="0" rIns="0" bIns="0" rtlCol="0">
            <a:spAutoFit/>
          </a:bodyPr>
          <a:lstStyle/>
          <a:p>
            <a:pPr marL="268605" marR="5080" indent="-256540">
              <a:lnSpc>
                <a:spcPts val="1990"/>
              </a:lnSpc>
            </a:pPr>
            <a:r>
              <a:rPr sz="2000" spc="-20" dirty="0">
                <a:solidFill>
                  <a:srgbClr val="FF0000"/>
                </a:solidFill>
                <a:latin typeface="Comic Sans MS" panose="030F0702030302020204" pitchFamily="66" charset="0"/>
                <a:cs typeface="Calibri" panose="020F0502020204030204" pitchFamily="34" charset="0"/>
              </a:rPr>
              <a:t>Co</a:t>
            </a:r>
            <a:r>
              <a:rPr sz="2000" dirty="0">
                <a:solidFill>
                  <a:srgbClr val="FF0000"/>
                </a:solidFill>
                <a:latin typeface="Comic Sans MS" panose="030F0702030302020204" pitchFamily="66" charset="0"/>
                <a:cs typeface="Calibri" panose="020F0502020204030204" pitchFamily="34" charset="0"/>
              </a:rPr>
              <a:t>n</a:t>
            </a:r>
            <a:r>
              <a:rPr sz="2000" spc="-5" dirty="0">
                <a:solidFill>
                  <a:srgbClr val="FF0000"/>
                </a:solidFill>
                <a:latin typeface="Comic Sans MS" panose="030F0702030302020204" pitchFamily="66" charset="0"/>
                <a:cs typeface="Calibri" panose="020F0502020204030204" pitchFamily="34" charset="0"/>
              </a:rPr>
              <a:t>c</a:t>
            </a:r>
            <a:r>
              <a:rPr sz="2000" dirty="0">
                <a:solidFill>
                  <a:srgbClr val="FF0000"/>
                </a:solidFill>
                <a:latin typeface="Comic Sans MS" panose="030F0702030302020204" pitchFamily="66" charset="0"/>
                <a:cs typeface="Calibri" panose="020F0502020204030204" pitchFamily="34" charset="0"/>
              </a:rPr>
              <a:t>u</a:t>
            </a:r>
            <a:r>
              <a:rPr sz="2000" spc="-10" dirty="0">
                <a:solidFill>
                  <a:srgbClr val="FF0000"/>
                </a:solidFill>
                <a:latin typeface="Comic Sans MS" panose="030F0702030302020204" pitchFamily="66" charset="0"/>
                <a:cs typeface="Calibri" panose="020F0502020204030204" pitchFamily="34" charset="0"/>
              </a:rPr>
              <a:t>rr</a:t>
            </a:r>
            <a:r>
              <a:rPr sz="2000" spc="5" dirty="0">
                <a:solidFill>
                  <a:srgbClr val="FF0000"/>
                </a:solidFill>
                <a:latin typeface="Comic Sans MS" panose="030F0702030302020204" pitchFamily="66" charset="0"/>
                <a:cs typeface="Calibri" panose="020F0502020204030204" pitchFamily="34" charset="0"/>
              </a:rPr>
              <a:t>e</a:t>
            </a:r>
            <a:r>
              <a:rPr sz="2000" dirty="0">
                <a:solidFill>
                  <a:srgbClr val="FF0000"/>
                </a:solidFill>
                <a:latin typeface="Comic Sans MS" panose="030F0702030302020204" pitchFamily="66" charset="0"/>
                <a:cs typeface="Calibri" panose="020F0502020204030204" pitchFamily="34" charset="0"/>
              </a:rPr>
              <a:t>nt</a:t>
            </a:r>
            <a:r>
              <a:rPr sz="2000" spc="-10" dirty="0">
                <a:solidFill>
                  <a:srgbClr val="FF0000"/>
                </a:solidFill>
                <a:latin typeface="Comic Sans MS" panose="030F0702030302020204" pitchFamily="66" charset="0"/>
                <a:cs typeface="Calibri" panose="020F0502020204030204" pitchFamily="34" charset="0"/>
              </a:rPr>
              <a:t> </a:t>
            </a:r>
            <a:r>
              <a:rPr sz="2000" spc="-20" dirty="0">
                <a:solidFill>
                  <a:srgbClr val="FF0000"/>
                </a:solidFill>
                <a:latin typeface="Comic Sans MS" panose="030F0702030302020204" pitchFamily="66" charset="0"/>
                <a:cs typeface="Calibri" panose="020F0502020204030204" pitchFamily="34" charset="0"/>
              </a:rPr>
              <a:t>CP</a:t>
            </a:r>
            <a:r>
              <a:rPr sz="2000" dirty="0">
                <a:solidFill>
                  <a:srgbClr val="FF0000"/>
                </a:solidFill>
                <a:latin typeface="Comic Sans MS" panose="030F0702030302020204" pitchFamily="66" charset="0"/>
                <a:cs typeface="Calibri" panose="020F0502020204030204" pitchFamily="34" charset="0"/>
              </a:rPr>
              <a:t>U</a:t>
            </a:r>
            <a:r>
              <a:rPr lang="en-US" altLang="zh-CN" sz="2000" dirty="0">
                <a:solidFill>
                  <a:srgbClr val="FF0000"/>
                </a:solidFill>
                <a:latin typeface="Comic Sans MS" panose="030F0702030302020204" pitchFamily="66" charset="0"/>
                <a:cs typeface="Calibri" panose="020F0502020204030204" pitchFamily="34" charset="0"/>
              </a:rPr>
              <a:t>s</a:t>
            </a:r>
            <a:r>
              <a:rPr sz="2000" spc="-10" dirty="0">
                <a:solidFill>
                  <a:srgbClr val="FF0000"/>
                </a:solidFill>
                <a:latin typeface="Comic Sans MS" panose="030F0702030302020204" pitchFamily="66" charset="0"/>
                <a:cs typeface="Calibri" panose="020F0502020204030204" pitchFamily="34" charset="0"/>
              </a:rPr>
              <a:t> </a:t>
            </a:r>
            <a:r>
              <a:rPr sz="2000" spc="5" dirty="0">
                <a:solidFill>
                  <a:srgbClr val="FF0000"/>
                </a:solidFill>
                <a:latin typeface="Comic Sans MS" panose="030F0702030302020204" pitchFamily="66" charset="0"/>
                <a:cs typeface="Calibri" panose="020F0502020204030204" pitchFamily="34" charset="0"/>
              </a:rPr>
              <a:t>a</a:t>
            </a:r>
            <a:r>
              <a:rPr sz="2000" spc="-5" dirty="0">
                <a:solidFill>
                  <a:srgbClr val="FF0000"/>
                </a:solidFill>
                <a:latin typeface="Comic Sans MS" panose="030F0702030302020204" pitchFamily="66" charset="0"/>
                <a:cs typeface="Calibri" panose="020F0502020204030204" pitchFamily="34" charset="0"/>
              </a:rPr>
              <a:t>cc</a:t>
            </a:r>
            <a:r>
              <a:rPr sz="2000" spc="5" dirty="0">
                <a:solidFill>
                  <a:srgbClr val="FF0000"/>
                </a:solidFill>
                <a:latin typeface="Comic Sans MS" panose="030F0702030302020204" pitchFamily="66" charset="0"/>
                <a:cs typeface="Calibri" panose="020F0502020204030204" pitchFamily="34" charset="0"/>
              </a:rPr>
              <a:t>e</a:t>
            </a:r>
            <a:r>
              <a:rPr sz="2000" spc="-15" dirty="0">
                <a:solidFill>
                  <a:srgbClr val="FF0000"/>
                </a:solidFill>
                <a:latin typeface="Comic Sans MS" panose="030F0702030302020204" pitchFamily="66" charset="0"/>
                <a:cs typeface="Calibri" panose="020F0502020204030204" pitchFamily="34" charset="0"/>
              </a:rPr>
              <a:t>s</a:t>
            </a:r>
            <a:r>
              <a:rPr sz="2000" spc="-10" dirty="0">
                <a:solidFill>
                  <a:srgbClr val="FF0000"/>
                </a:solidFill>
                <a:latin typeface="Comic Sans MS" panose="030F0702030302020204" pitchFamily="66" charset="0"/>
                <a:cs typeface="Calibri" panose="020F0502020204030204" pitchFamily="34" charset="0"/>
              </a:rPr>
              <a:t>s </a:t>
            </a:r>
            <a:r>
              <a:rPr sz="2000" spc="-5" dirty="0">
                <a:solidFill>
                  <a:srgbClr val="FF0000"/>
                </a:solidFill>
                <a:latin typeface="Comic Sans MS" panose="030F0702030302020204" pitchFamily="66" charset="0"/>
                <a:cs typeface="Calibri" panose="020F0502020204030204" pitchFamily="34" charset="0"/>
              </a:rPr>
              <a:t>t</a:t>
            </a:r>
            <a:r>
              <a:rPr sz="2000" spc="-10" dirty="0">
                <a:solidFill>
                  <a:srgbClr val="FF0000"/>
                </a:solidFill>
                <a:latin typeface="Comic Sans MS" panose="030F0702030302020204" pitchFamily="66" charset="0"/>
                <a:cs typeface="Calibri" panose="020F0502020204030204" pitchFamily="34" charset="0"/>
              </a:rPr>
              <a:t>o </a:t>
            </a:r>
            <a:r>
              <a:rPr sz="2000" dirty="0">
                <a:solidFill>
                  <a:srgbClr val="FF0000"/>
                </a:solidFill>
                <a:latin typeface="Comic Sans MS" panose="030F0702030302020204" pitchFamily="66" charset="0"/>
                <a:cs typeface="Calibri" panose="020F0502020204030204" pitchFamily="34" charset="0"/>
              </a:rPr>
              <a:t>‘</a:t>
            </a:r>
            <a:r>
              <a:rPr sz="2000" spc="-5" dirty="0">
                <a:solidFill>
                  <a:srgbClr val="FF0000"/>
                </a:solidFill>
                <a:latin typeface="Comic Sans MS" panose="030F0702030302020204" pitchFamily="66" charset="0"/>
                <a:cs typeface="Calibri" panose="020F0502020204030204" pitchFamily="34" charset="0"/>
              </a:rPr>
              <a:t>d</a:t>
            </a:r>
            <a:r>
              <a:rPr sz="2000" spc="5" dirty="0">
                <a:solidFill>
                  <a:srgbClr val="FF0000"/>
                </a:solidFill>
                <a:latin typeface="Comic Sans MS" panose="030F0702030302020204" pitchFamily="66" charset="0"/>
                <a:cs typeface="Calibri" panose="020F0502020204030204" pitchFamily="34" charset="0"/>
              </a:rPr>
              <a:t>a</a:t>
            </a:r>
            <a:r>
              <a:rPr sz="2000" spc="-5" dirty="0">
                <a:solidFill>
                  <a:srgbClr val="FF0000"/>
                </a:solidFill>
                <a:latin typeface="Comic Sans MS" panose="030F0702030302020204" pitchFamily="66" charset="0"/>
                <a:cs typeface="Calibri" panose="020F0502020204030204" pitchFamily="34" charset="0"/>
              </a:rPr>
              <a:t>t</a:t>
            </a:r>
            <a:r>
              <a:rPr sz="2000" spc="5" dirty="0">
                <a:solidFill>
                  <a:srgbClr val="FF0000"/>
                </a:solidFill>
                <a:latin typeface="Comic Sans MS" panose="030F0702030302020204" pitchFamily="66" charset="0"/>
                <a:cs typeface="Calibri" panose="020F0502020204030204" pitchFamily="34" charset="0"/>
              </a:rPr>
              <a:t>a</a:t>
            </a:r>
            <a:r>
              <a:rPr sz="2000" dirty="0">
                <a:solidFill>
                  <a:srgbClr val="FF0000"/>
                </a:solidFill>
                <a:latin typeface="Comic Sans MS" panose="030F0702030302020204" pitchFamily="66" charset="0"/>
                <a:cs typeface="Calibri" panose="020F0502020204030204" pitchFamily="34" charset="0"/>
              </a:rPr>
              <a:t>’</a:t>
            </a:r>
            <a:r>
              <a:rPr sz="2000" spc="-70" dirty="0">
                <a:solidFill>
                  <a:srgbClr val="FF0000"/>
                </a:solidFill>
                <a:latin typeface="Comic Sans MS" panose="030F0702030302020204" pitchFamily="66" charset="0"/>
                <a:cs typeface="Calibri" panose="020F0502020204030204" pitchFamily="34" charset="0"/>
              </a:rPr>
              <a:t> </a:t>
            </a:r>
            <a:r>
              <a:rPr sz="2000" spc="-15" dirty="0">
                <a:solidFill>
                  <a:srgbClr val="FF0000"/>
                </a:solidFill>
                <a:latin typeface="Comic Sans MS" panose="030F0702030302020204" pitchFamily="66" charset="0"/>
                <a:cs typeface="Calibri" panose="020F0502020204030204" pitchFamily="34" charset="0"/>
              </a:rPr>
              <a:t>o</a:t>
            </a:r>
            <a:r>
              <a:rPr sz="2000" dirty="0">
                <a:solidFill>
                  <a:srgbClr val="FF0000"/>
                </a:solidFill>
                <a:latin typeface="Comic Sans MS" panose="030F0702030302020204" pitchFamily="66" charset="0"/>
                <a:cs typeface="Calibri" panose="020F0502020204030204" pitchFamily="34" charset="0"/>
              </a:rPr>
              <a:t>n</a:t>
            </a:r>
            <a:r>
              <a:rPr sz="2000" spc="-5" dirty="0">
                <a:solidFill>
                  <a:srgbClr val="FF0000"/>
                </a:solidFill>
                <a:latin typeface="Comic Sans MS" panose="030F0702030302020204" pitchFamily="66" charset="0"/>
                <a:cs typeface="Calibri" panose="020F0502020204030204" pitchFamily="34" charset="0"/>
              </a:rPr>
              <a:t> p</a:t>
            </a:r>
            <a:r>
              <a:rPr sz="2000" spc="-10" dirty="0">
                <a:solidFill>
                  <a:srgbClr val="FF0000"/>
                </a:solidFill>
                <a:latin typeface="Comic Sans MS" panose="030F0702030302020204" pitchFamily="66" charset="0"/>
                <a:cs typeface="Calibri" panose="020F0502020204030204" pitchFamily="34" charset="0"/>
              </a:rPr>
              <a:t>r</a:t>
            </a:r>
            <a:r>
              <a:rPr sz="2000" spc="5" dirty="0">
                <a:solidFill>
                  <a:srgbClr val="FF0000"/>
                </a:solidFill>
                <a:latin typeface="Comic Sans MS" panose="030F0702030302020204" pitchFamily="66" charset="0"/>
                <a:cs typeface="Calibri" panose="020F0502020204030204" pitchFamily="34" charset="0"/>
              </a:rPr>
              <a:t>e</a:t>
            </a:r>
            <a:r>
              <a:rPr sz="2000" spc="-5" dirty="0">
                <a:solidFill>
                  <a:srgbClr val="FF0000"/>
                </a:solidFill>
                <a:latin typeface="Comic Sans MS" panose="030F0702030302020204" pitchFamily="66" charset="0"/>
                <a:cs typeface="Calibri" panose="020F0502020204030204" pitchFamily="34" charset="0"/>
              </a:rPr>
              <a:t>v</a:t>
            </a:r>
            <a:r>
              <a:rPr sz="2000" dirty="0">
                <a:solidFill>
                  <a:srgbClr val="FF0000"/>
                </a:solidFill>
                <a:latin typeface="Comic Sans MS" panose="030F0702030302020204" pitchFamily="66" charset="0"/>
                <a:cs typeface="Calibri" panose="020F0502020204030204" pitchFamily="34" charset="0"/>
              </a:rPr>
              <a:t>i</a:t>
            </a:r>
            <a:r>
              <a:rPr sz="2000" spc="-15" dirty="0">
                <a:solidFill>
                  <a:srgbClr val="FF0000"/>
                </a:solidFill>
                <a:latin typeface="Comic Sans MS" panose="030F0702030302020204" pitchFamily="66" charset="0"/>
                <a:cs typeface="Calibri" panose="020F0502020204030204" pitchFamily="34" charset="0"/>
              </a:rPr>
              <a:t>o</a:t>
            </a:r>
            <a:r>
              <a:rPr sz="2000" dirty="0">
                <a:solidFill>
                  <a:srgbClr val="FF0000"/>
                </a:solidFill>
                <a:latin typeface="Comic Sans MS" panose="030F0702030302020204" pitchFamily="66" charset="0"/>
                <a:cs typeface="Calibri" panose="020F0502020204030204" pitchFamily="34" charset="0"/>
              </a:rPr>
              <a:t>u</a:t>
            </a:r>
            <a:r>
              <a:rPr sz="2000" spc="-10" dirty="0">
                <a:solidFill>
                  <a:srgbClr val="FF0000"/>
                </a:solidFill>
                <a:latin typeface="Comic Sans MS" panose="030F0702030302020204" pitchFamily="66" charset="0"/>
                <a:cs typeface="Calibri" panose="020F0502020204030204" pitchFamily="34" charset="0"/>
              </a:rPr>
              <a:t>s GPU</a:t>
            </a:r>
            <a:r>
              <a:rPr sz="2000" dirty="0">
                <a:solidFill>
                  <a:srgbClr val="FF0000"/>
                </a:solidFill>
                <a:latin typeface="Comic Sans MS" panose="030F0702030302020204" pitchFamily="66" charset="0"/>
                <a:cs typeface="Calibri" panose="020F0502020204030204" pitchFamily="34" charset="0"/>
              </a:rPr>
              <a:t>s</a:t>
            </a:r>
            <a:r>
              <a:rPr lang="en-US" sz="2000" dirty="0">
                <a:solidFill>
                  <a:srgbClr val="FF0000"/>
                </a:solidFill>
                <a:latin typeface="Comic Sans MS" panose="030F0702030302020204" pitchFamily="66" charset="0"/>
                <a:cs typeface="Calibri" panose="020F0502020204030204" pitchFamily="34" charset="0"/>
              </a:rPr>
              <a:t> (e.g. </a:t>
            </a:r>
            <a:r>
              <a:rPr lang="en-US" sz="2000" spc="-60" dirty="0">
                <a:solidFill>
                  <a:srgbClr val="FF0000"/>
                </a:solidFill>
                <a:latin typeface="Comic Sans MS" panose="030F0702030302020204" pitchFamily="66" charset="0"/>
                <a:cs typeface="Calibri" panose="020F0502020204030204" pitchFamily="34" charset="0"/>
              </a:rPr>
              <a:t>K</a:t>
            </a:r>
            <a:r>
              <a:rPr lang="en-US" sz="2000" spc="5" dirty="0">
                <a:solidFill>
                  <a:srgbClr val="FF0000"/>
                </a:solidFill>
                <a:latin typeface="Comic Sans MS" panose="030F0702030302020204" pitchFamily="66" charset="0"/>
                <a:cs typeface="Calibri" panose="020F0502020204030204" pitchFamily="34" charset="0"/>
              </a:rPr>
              <a:t>e</a:t>
            </a:r>
            <a:r>
              <a:rPr lang="en-US" sz="2000" spc="-5" dirty="0">
                <a:solidFill>
                  <a:srgbClr val="FF0000"/>
                </a:solidFill>
                <a:latin typeface="Comic Sans MS" panose="030F0702030302020204" pitchFamily="66" charset="0"/>
                <a:cs typeface="Calibri" panose="020F0502020204030204" pitchFamily="34" charset="0"/>
              </a:rPr>
              <a:t>p</a:t>
            </a:r>
            <a:r>
              <a:rPr lang="en-US" sz="2000" spc="-20" dirty="0">
                <a:solidFill>
                  <a:srgbClr val="FF0000"/>
                </a:solidFill>
                <a:latin typeface="Comic Sans MS" panose="030F0702030302020204" pitchFamily="66" charset="0"/>
                <a:cs typeface="Calibri" panose="020F0502020204030204" pitchFamily="34" charset="0"/>
              </a:rPr>
              <a:t>l</a:t>
            </a:r>
            <a:r>
              <a:rPr lang="en-US" sz="2000" spc="5" dirty="0">
                <a:solidFill>
                  <a:srgbClr val="FF0000"/>
                </a:solidFill>
                <a:latin typeface="Comic Sans MS" panose="030F0702030302020204" pitchFamily="66" charset="0"/>
                <a:cs typeface="Calibri" panose="020F0502020204030204" pitchFamily="34" charset="0"/>
              </a:rPr>
              <a:t>e</a:t>
            </a:r>
            <a:r>
              <a:rPr lang="en-US" sz="2000" spc="-15" dirty="0">
                <a:solidFill>
                  <a:srgbClr val="FF0000"/>
                </a:solidFill>
                <a:latin typeface="Comic Sans MS" panose="030F0702030302020204" pitchFamily="66" charset="0"/>
                <a:cs typeface="Calibri" panose="020F0502020204030204" pitchFamily="34" charset="0"/>
              </a:rPr>
              <a:t>r</a:t>
            </a:r>
            <a:r>
              <a:rPr lang="en-US" sz="2000" spc="5" dirty="0">
                <a:solidFill>
                  <a:srgbClr val="FF0000"/>
                </a:solidFill>
                <a:latin typeface="Comic Sans MS" panose="030F0702030302020204" pitchFamily="66" charset="0"/>
                <a:cs typeface="Calibri" panose="020F0502020204030204" pitchFamily="34" charset="0"/>
              </a:rPr>
              <a:t>/</a:t>
            </a:r>
            <a:r>
              <a:rPr lang="en-US" sz="2000" spc="-5" dirty="0">
                <a:solidFill>
                  <a:srgbClr val="FF0000"/>
                </a:solidFill>
                <a:latin typeface="Comic Sans MS" panose="030F0702030302020204" pitchFamily="66" charset="0"/>
                <a:cs typeface="Calibri" panose="020F0502020204030204" pitchFamily="34" charset="0"/>
              </a:rPr>
              <a:t>M</a:t>
            </a:r>
            <a:r>
              <a:rPr lang="en-US" sz="2000" dirty="0">
                <a:solidFill>
                  <a:srgbClr val="FF0000"/>
                </a:solidFill>
                <a:latin typeface="Comic Sans MS" panose="030F0702030302020204" pitchFamily="66" charset="0"/>
                <a:cs typeface="Calibri" panose="020F0502020204030204" pitchFamily="34" charset="0"/>
              </a:rPr>
              <a:t>a</a:t>
            </a:r>
            <a:r>
              <a:rPr lang="en-US" sz="2000" spc="-15" dirty="0">
                <a:solidFill>
                  <a:srgbClr val="FF0000"/>
                </a:solidFill>
                <a:latin typeface="Comic Sans MS" panose="030F0702030302020204" pitchFamily="66" charset="0"/>
                <a:cs typeface="Calibri" panose="020F0502020204030204" pitchFamily="34" charset="0"/>
              </a:rPr>
              <a:t>x</a:t>
            </a:r>
            <a:r>
              <a:rPr lang="en-US" sz="2000" spc="-5" dirty="0">
                <a:solidFill>
                  <a:srgbClr val="FF0000"/>
                </a:solidFill>
                <a:latin typeface="Comic Sans MS" panose="030F0702030302020204" pitchFamily="66" charset="0"/>
                <a:cs typeface="Calibri" panose="020F0502020204030204" pitchFamily="34" charset="0"/>
              </a:rPr>
              <a:t>w</a:t>
            </a:r>
            <a:r>
              <a:rPr lang="en-US" sz="2000" spc="5" dirty="0">
                <a:solidFill>
                  <a:srgbClr val="FF0000"/>
                </a:solidFill>
                <a:latin typeface="Comic Sans MS" panose="030F0702030302020204" pitchFamily="66" charset="0"/>
                <a:cs typeface="Calibri" panose="020F0502020204030204" pitchFamily="34" charset="0"/>
              </a:rPr>
              <a:t>e</a:t>
            </a:r>
            <a:r>
              <a:rPr lang="en-US" sz="2000" spc="-10" dirty="0">
                <a:solidFill>
                  <a:srgbClr val="FF0000"/>
                </a:solidFill>
                <a:latin typeface="Comic Sans MS" panose="030F0702030302020204" pitchFamily="66" charset="0"/>
                <a:cs typeface="Calibri" panose="020F0502020204030204" pitchFamily="34" charset="0"/>
              </a:rPr>
              <a:t>ll</a:t>
            </a:r>
            <a:r>
              <a:rPr lang="en-US" sz="2000" dirty="0">
                <a:solidFill>
                  <a:srgbClr val="FF0000"/>
                </a:solidFill>
                <a:latin typeface="Comic Sans MS" panose="030F0702030302020204" pitchFamily="66" charset="0"/>
                <a:cs typeface="Calibri" panose="020F0502020204030204" pitchFamily="34" charset="0"/>
              </a:rPr>
              <a:t>)</a:t>
            </a:r>
            <a:r>
              <a:rPr sz="2000" spc="-10" dirty="0">
                <a:solidFill>
                  <a:srgbClr val="FF0000"/>
                </a:solidFill>
                <a:latin typeface="Comic Sans MS" panose="030F0702030302020204" pitchFamily="66" charset="0"/>
                <a:cs typeface="Calibri" panose="020F0502020204030204" pitchFamily="34" charset="0"/>
              </a:rPr>
              <a:t> </a:t>
            </a:r>
            <a:r>
              <a:rPr sz="2000" spc="-5" dirty="0">
                <a:solidFill>
                  <a:srgbClr val="FF0000"/>
                </a:solidFill>
                <a:latin typeface="Comic Sans MS" panose="030F0702030302020204" pitchFamily="66" charset="0"/>
                <a:cs typeface="Calibri" panose="020F0502020204030204" pitchFamily="34" charset="0"/>
              </a:rPr>
              <a:t>c</a:t>
            </a:r>
            <a:r>
              <a:rPr sz="2000" dirty="0">
                <a:solidFill>
                  <a:srgbClr val="FF0000"/>
                </a:solidFill>
                <a:latin typeface="Comic Sans MS" panose="030F0702030302020204" pitchFamily="66" charset="0"/>
                <a:cs typeface="Calibri" panose="020F0502020204030204" pitchFamily="34" charset="0"/>
              </a:rPr>
              <a:t>au</a:t>
            </a:r>
            <a:r>
              <a:rPr sz="2000" spc="-5" dirty="0">
                <a:solidFill>
                  <a:srgbClr val="FF0000"/>
                </a:solidFill>
                <a:latin typeface="Comic Sans MS" panose="030F0702030302020204" pitchFamily="66" charset="0"/>
                <a:cs typeface="Calibri" panose="020F0502020204030204" pitchFamily="34" charset="0"/>
              </a:rPr>
              <a:t>s</a:t>
            </a:r>
            <a:r>
              <a:rPr sz="2000" spc="5" dirty="0">
                <a:solidFill>
                  <a:srgbClr val="FF0000"/>
                </a:solidFill>
                <a:latin typeface="Comic Sans MS" panose="030F0702030302020204" pitchFamily="66" charset="0"/>
                <a:cs typeface="Calibri" panose="020F0502020204030204" pitchFamily="34" charset="0"/>
              </a:rPr>
              <a:t>e</a:t>
            </a:r>
            <a:r>
              <a:rPr sz="2000" dirty="0">
                <a:solidFill>
                  <a:srgbClr val="FF0000"/>
                </a:solidFill>
                <a:latin typeface="Comic Sans MS" panose="030F0702030302020204" pitchFamily="66" charset="0"/>
                <a:cs typeface="Calibri" panose="020F0502020204030204" pitchFamily="34" charset="0"/>
              </a:rPr>
              <a:t>d</a:t>
            </a:r>
            <a:r>
              <a:rPr sz="2000" spc="-10" dirty="0">
                <a:solidFill>
                  <a:srgbClr val="FF0000"/>
                </a:solidFill>
                <a:latin typeface="Comic Sans MS" panose="030F0702030302020204" pitchFamily="66" charset="0"/>
                <a:cs typeface="Calibri" panose="020F0502020204030204" pitchFamily="34" charset="0"/>
              </a:rPr>
              <a:t> </a:t>
            </a:r>
            <a:r>
              <a:rPr sz="2000" dirty="0">
                <a:solidFill>
                  <a:srgbClr val="FF0000"/>
                </a:solidFill>
                <a:latin typeface="Comic Sans MS" panose="030F0702030302020204" pitchFamily="66" charset="0"/>
                <a:cs typeface="Calibri" panose="020F0502020204030204" pitchFamily="34" charset="0"/>
              </a:rPr>
              <a:t>a</a:t>
            </a:r>
            <a:r>
              <a:rPr sz="2000" spc="-5" dirty="0">
                <a:solidFill>
                  <a:srgbClr val="FF0000"/>
                </a:solidFill>
                <a:latin typeface="Comic Sans MS" panose="030F0702030302020204" pitchFamily="66" charset="0"/>
                <a:cs typeface="Calibri" panose="020F0502020204030204" pitchFamily="34" charset="0"/>
              </a:rPr>
              <a:t> </a:t>
            </a:r>
            <a:r>
              <a:rPr sz="2000" spc="-15" dirty="0">
                <a:solidFill>
                  <a:srgbClr val="FF0000"/>
                </a:solidFill>
                <a:latin typeface="Comic Sans MS" panose="030F0702030302020204" pitchFamily="66" charset="0"/>
                <a:cs typeface="Calibri" panose="020F0502020204030204" pitchFamily="34" charset="0"/>
              </a:rPr>
              <a:t>f</a:t>
            </a:r>
            <a:r>
              <a:rPr sz="2000" dirty="0">
                <a:solidFill>
                  <a:srgbClr val="FF0000"/>
                </a:solidFill>
                <a:latin typeface="Comic Sans MS" panose="030F0702030302020204" pitchFamily="66" charset="0"/>
                <a:cs typeface="Calibri" panose="020F0502020204030204" pitchFamily="34" charset="0"/>
              </a:rPr>
              <a:t>a</a:t>
            </a:r>
            <a:r>
              <a:rPr sz="2000" spc="-5" dirty="0">
                <a:solidFill>
                  <a:srgbClr val="FF0000"/>
                </a:solidFill>
                <a:latin typeface="Comic Sans MS" panose="030F0702030302020204" pitchFamily="66" charset="0"/>
                <a:cs typeface="Calibri" panose="020F0502020204030204" pitchFamily="34" charset="0"/>
              </a:rPr>
              <a:t>t</a:t>
            </a:r>
            <a:r>
              <a:rPr sz="2000" dirty="0">
                <a:solidFill>
                  <a:srgbClr val="FF0000"/>
                </a:solidFill>
                <a:latin typeface="Comic Sans MS" panose="030F0702030302020204" pitchFamily="66" charset="0"/>
                <a:cs typeface="Calibri" panose="020F0502020204030204" pitchFamily="34" charset="0"/>
              </a:rPr>
              <a:t>a</a:t>
            </a:r>
            <a:r>
              <a:rPr sz="2000" spc="-10" dirty="0">
                <a:solidFill>
                  <a:srgbClr val="FF0000"/>
                </a:solidFill>
                <a:latin typeface="Comic Sans MS" panose="030F0702030302020204" pitchFamily="66" charset="0"/>
                <a:cs typeface="Calibri" panose="020F0502020204030204" pitchFamily="34" charset="0"/>
              </a:rPr>
              <a:t>l</a:t>
            </a:r>
            <a:r>
              <a:rPr sz="2000" spc="-15" dirty="0">
                <a:solidFill>
                  <a:srgbClr val="FF0000"/>
                </a:solidFill>
                <a:latin typeface="Comic Sans MS" panose="030F0702030302020204" pitchFamily="66" charset="0"/>
                <a:cs typeface="Calibri" panose="020F0502020204030204" pitchFamily="34" charset="0"/>
              </a:rPr>
              <a:t> </a:t>
            </a:r>
            <a:r>
              <a:rPr sz="2000" spc="-5" dirty="0">
                <a:solidFill>
                  <a:srgbClr val="FF0000"/>
                </a:solidFill>
                <a:latin typeface="Comic Sans MS" panose="030F0702030302020204" pitchFamily="66" charset="0"/>
                <a:cs typeface="Calibri" panose="020F0502020204030204" pitchFamily="34" charset="0"/>
              </a:rPr>
              <a:t>s</a:t>
            </a:r>
            <a:r>
              <a:rPr sz="2000" spc="5" dirty="0">
                <a:solidFill>
                  <a:srgbClr val="FF0000"/>
                </a:solidFill>
                <a:latin typeface="Comic Sans MS" panose="030F0702030302020204" pitchFamily="66" charset="0"/>
                <a:cs typeface="Calibri" panose="020F0502020204030204" pitchFamily="34" charset="0"/>
              </a:rPr>
              <a:t>e</a:t>
            </a:r>
            <a:r>
              <a:rPr sz="2000" spc="-5" dirty="0">
                <a:solidFill>
                  <a:srgbClr val="FF0000"/>
                </a:solidFill>
                <a:latin typeface="Comic Sans MS" panose="030F0702030302020204" pitchFamily="66" charset="0"/>
                <a:cs typeface="Calibri" panose="020F0502020204030204" pitchFamily="34" charset="0"/>
              </a:rPr>
              <a:t>g</a:t>
            </a:r>
            <a:r>
              <a:rPr sz="2000" spc="5" dirty="0">
                <a:solidFill>
                  <a:srgbClr val="FF0000"/>
                </a:solidFill>
                <a:latin typeface="Comic Sans MS" panose="030F0702030302020204" pitchFamily="66" charset="0"/>
                <a:cs typeface="Calibri" panose="020F0502020204030204" pitchFamily="34" charset="0"/>
              </a:rPr>
              <a:t>me</a:t>
            </a:r>
            <a:r>
              <a:rPr sz="2000" dirty="0">
                <a:solidFill>
                  <a:srgbClr val="FF0000"/>
                </a:solidFill>
                <a:latin typeface="Comic Sans MS" panose="030F0702030302020204" pitchFamily="66" charset="0"/>
                <a:cs typeface="Calibri" panose="020F0502020204030204" pitchFamily="34" charset="0"/>
              </a:rPr>
              <a:t>n</a:t>
            </a:r>
            <a:r>
              <a:rPr sz="2000" spc="-5" dirty="0">
                <a:solidFill>
                  <a:srgbClr val="FF0000"/>
                </a:solidFill>
                <a:latin typeface="Comic Sans MS" panose="030F0702030302020204" pitchFamily="66" charset="0"/>
                <a:cs typeface="Calibri" panose="020F0502020204030204" pitchFamily="34" charset="0"/>
              </a:rPr>
              <a:t>t</a:t>
            </a:r>
            <a:r>
              <a:rPr sz="2000" dirty="0">
                <a:solidFill>
                  <a:srgbClr val="FF0000"/>
                </a:solidFill>
                <a:latin typeface="Comic Sans MS" panose="030F0702030302020204" pitchFamily="66" charset="0"/>
                <a:cs typeface="Calibri" panose="020F0502020204030204" pitchFamily="34" charset="0"/>
              </a:rPr>
              <a:t>a</a:t>
            </a:r>
            <a:r>
              <a:rPr sz="2000" spc="-5" dirty="0">
                <a:solidFill>
                  <a:srgbClr val="FF0000"/>
                </a:solidFill>
                <a:latin typeface="Comic Sans MS" panose="030F0702030302020204" pitchFamily="66" charset="0"/>
                <a:cs typeface="Calibri" panose="020F0502020204030204" pitchFamily="34" charset="0"/>
              </a:rPr>
              <a:t>tio</a:t>
            </a:r>
            <a:r>
              <a:rPr sz="2000" dirty="0">
                <a:solidFill>
                  <a:srgbClr val="FF0000"/>
                </a:solidFill>
                <a:latin typeface="Comic Sans MS" panose="030F0702030302020204" pitchFamily="66" charset="0"/>
                <a:cs typeface="Calibri" panose="020F0502020204030204" pitchFamily="34" charset="0"/>
              </a:rPr>
              <a:t>n</a:t>
            </a:r>
            <a:r>
              <a:rPr sz="2000" spc="-5" dirty="0">
                <a:solidFill>
                  <a:srgbClr val="FF0000"/>
                </a:solidFill>
                <a:latin typeface="Comic Sans MS" panose="030F0702030302020204" pitchFamily="66" charset="0"/>
                <a:cs typeface="Calibri" panose="020F0502020204030204" pitchFamily="34" charset="0"/>
              </a:rPr>
              <a:t> </a:t>
            </a:r>
            <a:r>
              <a:rPr sz="2000" spc="-15" dirty="0">
                <a:solidFill>
                  <a:srgbClr val="FF0000"/>
                </a:solidFill>
                <a:latin typeface="Comic Sans MS" panose="030F0702030302020204" pitchFamily="66" charset="0"/>
                <a:cs typeface="Calibri" panose="020F0502020204030204" pitchFamily="34" charset="0"/>
              </a:rPr>
              <a:t>f</a:t>
            </a:r>
            <a:r>
              <a:rPr sz="2000" dirty="0">
                <a:solidFill>
                  <a:srgbClr val="FF0000"/>
                </a:solidFill>
                <a:latin typeface="Comic Sans MS" panose="030F0702030302020204" pitchFamily="66" charset="0"/>
                <a:cs typeface="Calibri" panose="020F0502020204030204" pitchFamily="34" charset="0"/>
              </a:rPr>
              <a:t>au</a:t>
            </a:r>
            <a:r>
              <a:rPr sz="2000" spc="-20" dirty="0">
                <a:solidFill>
                  <a:srgbClr val="FF0000"/>
                </a:solidFill>
                <a:latin typeface="Comic Sans MS" panose="030F0702030302020204" pitchFamily="66" charset="0"/>
                <a:cs typeface="Calibri" panose="020F0502020204030204" pitchFamily="34" charset="0"/>
              </a:rPr>
              <a:t>l</a:t>
            </a:r>
            <a:r>
              <a:rPr sz="2000" dirty="0">
                <a:solidFill>
                  <a:srgbClr val="FF0000"/>
                </a:solidFill>
                <a:latin typeface="Comic Sans MS" panose="030F0702030302020204" pitchFamily="66" charset="0"/>
                <a:cs typeface="Calibri" panose="020F0502020204030204" pitchFamily="34" charset="0"/>
              </a:rPr>
              <a:t>t</a:t>
            </a:r>
            <a:endParaRPr sz="2000" dirty="0">
              <a:latin typeface="Comic Sans MS" panose="030F0702030302020204" pitchFamily="66" charset="0"/>
              <a:cs typeface="Calibri" panose="020F0502020204030204" pitchFamily="34" charset="0"/>
            </a:endParaRPr>
          </a:p>
        </p:txBody>
      </p:sp>
      <p:sp>
        <p:nvSpPr>
          <p:cNvPr id="11" name="object 11"/>
          <p:cNvSpPr txBox="1"/>
          <p:nvPr/>
        </p:nvSpPr>
        <p:spPr>
          <a:xfrm>
            <a:off x="5969920" y="4633203"/>
            <a:ext cx="4837996" cy="1384995"/>
          </a:xfrm>
          <a:prstGeom prst="rect">
            <a:avLst/>
          </a:prstGeom>
        </p:spPr>
        <p:txBody>
          <a:bodyPr vert="horz" wrap="square" lIns="0" tIns="0" rIns="0" bIns="0" rtlCol="0">
            <a:spAutoFit/>
          </a:bodyPr>
          <a:lstStyle/>
          <a:p>
            <a:pPr marL="12065" marR="5080" algn="ctr">
              <a:lnSpc>
                <a:spcPct val="90000"/>
              </a:lnSpc>
            </a:pPr>
            <a:r>
              <a:rPr sz="2000" spc="-15" dirty="0">
                <a:latin typeface="Comic Sans MS" panose="030F0702030302020204" pitchFamily="66" charset="0"/>
                <a:cs typeface="Calibri" panose="020F0502020204030204" pitchFamily="34" charset="0"/>
              </a:rPr>
              <a:t>No</a:t>
            </a:r>
            <a:r>
              <a:rPr sz="2000" spc="-5" dirty="0">
                <a:latin typeface="Comic Sans MS" panose="030F0702030302020204" pitchFamily="66" charset="0"/>
                <a:cs typeface="Calibri" panose="020F0502020204030204" pitchFamily="34" charset="0"/>
              </a:rPr>
              <a:t>t</a:t>
            </a:r>
            <a:r>
              <a:rPr sz="2000" dirty="0">
                <a:latin typeface="Comic Sans MS" panose="030F0702030302020204" pitchFamily="66" charset="0"/>
                <a:cs typeface="Calibri" panose="020F0502020204030204" pitchFamily="34" charset="0"/>
              </a:rPr>
              <a:t>e </a:t>
            </a:r>
            <a:r>
              <a:rPr sz="2000" spc="-5" dirty="0">
                <a:latin typeface="Comic Sans MS" panose="030F0702030302020204" pitchFamily="66" charset="0"/>
                <a:cs typeface="Calibri" panose="020F0502020204030204" pitchFamily="34" charset="0"/>
              </a:rPr>
              <a:t>t</a:t>
            </a:r>
            <a:r>
              <a:rPr sz="2000" dirty="0">
                <a:latin typeface="Comic Sans MS" panose="030F0702030302020204" pitchFamily="66" charset="0"/>
                <a:cs typeface="Calibri" panose="020F0502020204030204" pitchFamily="34" charset="0"/>
              </a:rPr>
              <a:t>hat</a:t>
            </a:r>
            <a:r>
              <a:rPr sz="2000" spc="-5" dirty="0">
                <a:latin typeface="Comic Sans MS" panose="030F0702030302020204" pitchFamily="66" charset="0"/>
                <a:cs typeface="Calibri" panose="020F0502020204030204" pitchFamily="34" charset="0"/>
              </a:rPr>
              <a:t> t</a:t>
            </a:r>
            <a:r>
              <a:rPr sz="2000" dirty="0">
                <a:latin typeface="Comic Sans MS" panose="030F0702030302020204" pitchFamily="66" charset="0"/>
                <a:cs typeface="Calibri" panose="020F0502020204030204" pitchFamily="34" charset="0"/>
              </a:rPr>
              <a:t>h</a:t>
            </a:r>
            <a:r>
              <a:rPr sz="2000" spc="5" dirty="0">
                <a:latin typeface="Comic Sans MS" panose="030F0702030302020204" pitchFamily="66" charset="0"/>
                <a:cs typeface="Calibri" panose="020F0502020204030204" pitchFamily="34" charset="0"/>
              </a:rPr>
              <a:t>e</a:t>
            </a:r>
            <a:r>
              <a:rPr sz="2000" spc="-10" dirty="0">
                <a:latin typeface="Comic Sans MS" panose="030F0702030302020204" pitchFamily="66" charset="0"/>
                <a:cs typeface="Calibri" panose="020F0502020204030204" pitchFamily="34" charset="0"/>
              </a:rPr>
              <a:t>r</a:t>
            </a:r>
            <a:r>
              <a:rPr sz="2000" dirty="0">
                <a:latin typeface="Comic Sans MS" panose="030F0702030302020204" pitchFamily="66" charset="0"/>
                <a:cs typeface="Calibri" panose="020F0502020204030204" pitchFamily="34" charset="0"/>
              </a:rPr>
              <a:t>e </a:t>
            </a:r>
            <a:r>
              <a:rPr sz="2000" spc="5" dirty="0">
                <a:latin typeface="Comic Sans MS" panose="030F0702030302020204" pitchFamily="66" charset="0"/>
                <a:cs typeface="Calibri" panose="020F0502020204030204" pitchFamily="34" charset="0"/>
              </a:rPr>
              <a:t>m</a:t>
            </a:r>
            <a:r>
              <a:rPr sz="2000" dirty="0">
                <a:latin typeface="Comic Sans MS" panose="030F0702030302020204" pitchFamily="66" charset="0"/>
                <a:cs typeface="Calibri" panose="020F0502020204030204" pitchFamily="34" charset="0"/>
              </a:rPr>
              <a:t>ay</a:t>
            </a:r>
            <a:r>
              <a:rPr sz="2000" spc="-5" dirty="0">
                <a:latin typeface="Comic Sans MS" panose="030F0702030302020204" pitchFamily="66" charset="0"/>
                <a:cs typeface="Calibri" panose="020F0502020204030204" pitchFamily="34" charset="0"/>
              </a:rPr>
              <a:t> </a:t>
            </a:r>
            <a:r>
              <a:rPr sz="2000" spc="-15" dirty="0">
                <a:latin typeface="Comic Sans MS" panose="030F0702030302020204" pitchFamily="66" charset="0"/>
                <a:cs typeface="Calibri" panose="020F0502020204030204" pitchFamily="34" charset="0"/>
              </a:rPr>
              <a:t>s</a:t>
            </a:r>
            <a:r>
              <a:rPr sz="2000" spc="-5" dirty="0">
                <a:latin typeface="Comic Sans MS" panose="030F0702030302020204" pitchFamily="66" charset="0"/>
                <a:cs typeface="Calibri" panose="020F0502020204030204" pitchFamily="34" charset="0"/>
              </a:rPr>
              <a:t>ti</a:t>
            </a:r>
            <a:r>
              <a:rPr sz="2000" spc="-20" dirty="0">
                <a:latin typeface="Comic Sans MS" panose="030F0702030302020204" pitchFamily="66" charset="0"/>
                <a:cs typeface="Calibri" panose="020F0502020204030204" pitchFamily="34" charset="0"/>
              </a:rPr>
              <a:t>l</a:t>
            </a:r>
            <a:r>
              <a:rPr sz="2000" spc="-10" dirty="0">
                <a:latin typeface="Comic Sans MS" panose="030F0702030302020204" pitchFamily="66" charset="0"/>
                <a:cs typeface="Calibri" panose="020F0502020204030204" pitchFamily="34" charset="0"/>
              </a:rPr>
              <a:t>l </a:t>
            </a:r>
            <a:r>
              <a:rPr sz="2000" spc="-5" dirty="0">
                <a:latin typeface="Comic Sans MS" panose="030F0702030302020204" pitchFamily="66" charset="0"/>
                <a:cs typeface="Calibri" panose="020F0502020204030204" pitchFamily="34" charset="0"/>
              </a:rPr>
              <a:t>b</a:t>
            </a:r>
            <a:r>
              <a:rPr sz="2000" dirty="0">
                <a:latin typeface="Comic Sans MS" panose="030F0702030302020204" pitchFamily="66" charset="0"/>
                <a:cs typeface="Calibri" panose="020F0502020204030204" pitchFamily="34" charset="0"/>
              </a:rPr>
              <a:t>e </a:t>
            </a:r>
            <a:r>
              <a:rPr sz="2000" spc="-15" dirty="0">
                <a:latin typeface="Comic Sans MS" panose="030F0702030302020204" pitchFamily="66" charset="0"/>
                <a:cs typeface="Calibri" panose="020F0502020204030204" pitchFamily="34" charset="0"/>
              </a:rPr>
              <a:t>o</a:t>
            </a:r>
            <a:r>
              <a:rPr sz="2000" spc="-10" dirty="0">
                <a:latin typeface="Comic Sans MS" panose="030F0702030302020204" pitchFamily="66" charset="0"/>
                <a:cs typeface="Calibri" panose="020F0502020204030204" pitchFamily="34" charset="0"/>
              </a:rPr>
              <a:t>r</a:t>
            </a:r>
            <a:r>
              <a:rPr sz="2000" spc="-5" dirty="0">
                <a:latin typeface="Comic Sans MS" panose="030F0702030302020204" pitchFamily="66" charset="0"/>
                <a:cs typeface="Calibri" panose="020F0502020204030204" pitchFamily="34" charset="0"/>
              </a:rPr>
              <a:t>d</a:t>
            </a:r>
            <a:r>
              <a:rPr sz="2000" spc="5" dirty="0">
                <a:latin typeface="Comic Sans MS" panose="030F0702030302020204" pitchFamily="66" charset="0"/>
                <a:cs typeface="Calibri" panose="020F0502020204030204" pitchFamily="34" charset="0"/>
              </a:rPr>
              <a:t>e</a:t>
            </a:r>
            <a:r>
              <a:rPr sz="2000" spc="-10" dirty="0">
                <a:latin typeface="Comic Sans MS" panose="030F0702030302020204" pitchFamily="66" charset="0"/>
                <a:cs typeface="Calibri" panose="020F0502020204030204" pitchFamily="34" charset="0"/>
              </a:rPr>
              <a:t>r</a:t>
            </a:r>
            <a:r>
              <a:rPr sz="2000" spc="-5" dirty="0">
                <a:latin typeface="Comic Sans MS" panose="030F0702030302020204" pitchFamily="66" charset="0"/>
                <a:cs typeface="Calibri" panose="020F0502020204030204" pitchFamily="34" charset="0"/>
              </a:rPr>
              <a:t>i</a:t>
            </a:r>
            <a:r>
              <a:rPr sz="2000" dirty="0">
                <a:latin typeface="Comic Sans MS" panose="030F0702030302020204" pitchFamily="66" charset="0"/>
                <a:cs typeface="Calibri" panose="020F0502020204030204" pitchFamily="34" charset="0"/>
              </a:rPr>
              <a:t>n</a:t>
            </a:r>
            <a:r>
              <a:rPr sz="2000" spc="-10" dirty="0">
                <a:latin typeface="Comic Sans MS" panose="030F0702030302020204" pitchFamily="66" charset="0"/>
                <a:cs typeface="Calibri" panose="020F0502020204030204" pitchFamily="34" charset="0"/>
              </a:rPr>
              <a:t>g </a:t>
            </a:r>
            <a:r>
              <a:rPr sz="2000" spc="-5" dirty="0">
                <a:latin typeface="Comic Sans MS" panose="030F0702030302020204" pitchFamily="66" charset="0"/>
                <a:cs typeface="Calibri" panose="020F0502020204030204" pitchFamily="34" charset="0"/>
              </a:rPr>
              <a:t>i</a:t>
            </a:r>
            <a:r>
              <a:rPr sz="2000" spc="-15" dirty="0">
                <a:latin typeface="Comic Sans MS" panose="030F0702030302020204" pitchFamily="66" charset="0"/>
                <a:cs typeface="Calibri" panose="020F0502020204030204" pitchFamily="34" charset="0"/>
              </a:rPr>
              <a:t>ss</a:t>
            </a:r>
            <a:r>
              <a:rPr sz="2000" dirty="0">
                <a:latin typeface="Comic Sans MS" panose="030F0702030302020204" pitchFamily="66" charset="0"/>
                <a:cs typeface="Calibri" panose="020F0502020204030204" pitchFamily="34" charset="0"/>
              </a:rPr>
              <a:t>u</a:t>
            </a:r>
            <a:r>
              <a:rPr sz="2000" spc="5" dirty="0">
                <a:latin typeface="Comic Sans MS" panose="030F0702030302020204" pitchFamily="66" charset="0"/>
                <a:cs typeface="Calibri" panose="020F0502020204030204" pitchFamily="34" charset="0"/>
              </a:rPr>
              <a:t>e</a:t>
            </a:r>
            <a:r>
              <a:rPr sz="2000" spc="-10" dirty="0">
                <a:latin typeface="Comic Sans MS" panose="030F0702030302020204" pitchFamily="66" charset="0"/>
                <a:cs typeface="Calibri" panose="020F0502020204030204" pitchFamily="34" charset="0"/>
              </a:rPr>
              <a:t>s </a:t>
            </a:r>
            <a:r>
              <a:rPr sz="2000" spc="-15" dirty="0">
                <a:latin typeface="Comic Sans MS" panose="030F0702030302020204" pitchFamily="66" charset="0"/>
                <a:cs typeface="Calibri" panose="020F0502020204030204" pitchFamily="34" charset="0"/>
              </a:rPr>
              <a:t>o</a:t>
            </a:r>
            <a:r>
              <a:rPr sz="2000" spc="-10" dirty="0">
                <a:latin typeface="Comic Sans MS" panose="030F0702030302020204" pitchFamily="66" charset="0"/>
                <a:cs typeface="Calibri" panose="020F0502020204030204" pitchFamily="34" charset="0"/>
              </a:rPr>
              <a:t>r </a:t>
            </a:r>
            <a:r>
              <a:rPr sz="2000" spc="-5" dirty="0">
                <a:latin typeface="Comic Sans MS" panose="030F0702030302020204" pitchFamily="66" charset="0"/>
                <a:cs typeface="Calibri" panose="020F0502020204030204" pitchFamily="34" charset="0"/>
              </a:rPr>
              <a:t>d</a:t>
            </a:r>
            <a:r>
              <a:rPr sz="2000" dirty="0">
                <a:latin typeface="Comic Sans MS" panose="030F0702030302020204" pitchFamily="66" charset="0"/>
                <a:cs typeface="Calibri" panose="020F0502020204030204" pitchFamily="34" charset="0"/>
              </a:rPr>
              <a:t>a</a:t>
            </a:r>
            <a:r>
              <a:rPr sz="2000" spc="-5" dirty="0">
                <a:latin typeface="Comic Sans MS" panose="030F0702030302020204" pitchFamily="66" charset="0"/>
                <a:cs typeface="Calibri" panose="020F0502020204030204" pitchFamily="34" charset="0"/>
              </a:rPr>
              <a:t>t</a:t>
            </a:r>
            <a:r>
              <a:rPr sz="2000" dirty="0">
                <a:latin typeface="Comic Sans MS" panose="030F0702030302020204" pitchFamily="66" charset="0"/>
                <a:cs typeface="Calibri" panose="020F0502020204030204" pitchFamily="34" charset="0"/>
              </a:rPr>
              <a:t>a</a:t>
            </a:r>
            <a:r>
              <a:rPr sz="2000" spc="-5" dirty="0">
                <a:latin typeface="Comic Sans MS" panose="030F0702030302020204" pitchFamily="66" charset="0"/>
                <a:cs typeface="Calibri" panose="020F0502020204030204" pitchFamily="34" charset="0"/>
              </a:rPr>
              <a:t> vi</a:t>
            </a:r>
            <a:r>
              <a:rPr sz="2000" spc="-15" dirty="0">
                <a:latin typeface="Comic Sans MS" panose="030F0702030302020204" pitchFamily="66" charset="0"/>
                <a:cs typeface="Calibri" panose="020F0502020204030204" pitchFamily="34" charset="0"/>
              </a:rPr>
              <a:t>s</a:t>
            </a:r>
            <a:r>
              <a:rPr sz="2000" spc="-5" dirty="0">
                <a:latin typeface="Comic Sans MS" panose="030F0702030302020204" pitchFamily="66" charset="0"/>
                <a:cs typeface="Calibri" panose="020F0502020204030204" pitchFamily="34" charset="0"/>
              </a:rPr>
              <a:t>ibi</a:t>
            </a:r>
            <a:r>
              <a:rPr sz="2000" spc="-20" dirty="0">
                <a:latin typeface="Comic Sans MS" panose="030F0702030302020204" pitchFamily="66" charset="0"/>
                <a:cs typeface="Calibri" panose="020F0502020204030204" pitchFamily="34" charset="0"/>
              </a:rPr>
              <a:t>l</a:t>
            </a:r>
            <a:r>
              <a:rPr sz="2000" spc="-5" dirty="0">
                <a:latin typeface="Comic Sans MS" panose="030F0702030302020204" pitchFamily="66" charset="0"/>
                <a:cs typeface="Calibri" panose="020F0502020204030204" pitchFamily="34" charset="0"/>
              </a:rPr>
              <a:t>it</a:t>
            </a:r>
            <a:r>
              <a:rPr sz="2000" dirty="0">
                <a:latin typeface="Comic Sans MS" panose="030F0702030302020204" pitchFamily="66" charset="0"/>
                <a:cs typeface="Calibri" panose="020F0502020204030204" pitchFamily="34" charset="0"/>
              </a:rPr>
              <a:t>y</a:t>
            </a:r>
            <a:r>
              <a:rPr sz="2000" spc="-5" dirty="0">
                <a:latin typeface="Comic Sans MS" panose="030F0702030302020204" pitchFamily="66" charset="0"/>
                <a:cs typeface="Calibri" panose="020F0502020204030204" pitchFamily="34" charset="0"/>
              </a:rPr>
              <a:t> i</a:t>
            </a:r>
            <a:r>
              <a:rPr sz="2000" spc="-15" dirty="0">
                <a:latin typeface="Comic Sans MS" panose="030F0702030302020204" pitchFamily="66" charset="0"/>
                <a:cs typeface="Calibri" panose="020F0502020204030204" pitchFamily="34" charset="0"/>
              </a:rPr>
              <a:t>ss</a:t>
            </a:r>
            <a:r>
              <a:rPr sz="2000" dirty="0">
                <a:latin typeface="Comic Sans MS" panose="030F0702030302020204" pitchFamily="66" charset="0"/>
                <a:cs typeface="Calibri" panose="020F0502020204030204" pitchFamily="34" charset="0"/>
              </a:rPr>
              <a:t>u</a:t>
            </a:r>
            <a:r>
              <a:rPr sz="2000" spc="5" dirty="0">
                <a:latin typeface="Comic Sans MS" panose="030F0702030302020204" pitchFamily="66" charset="0"/>
                <a:cs typeface="Calibri" panose="020F0502020204030204" pitchFamily="34" charset="0"/>
              </a:rPr>
              <a:t>e</a:t>
            </a:r>
            <a:r>
              <a:rPr sz="2000" spc="-15" dirty="0">
                <a:latin typeface="Comic Sans MS" panose="030F0702030302020204" pitchFamily="66" charset="0"/>
                <a:cs typeface="Calibri" panose="020F0502020204030204" pitchFamily="34" charset="0"/>
              </a:rPr>
              <a:t>s</a:t>
            </a:r>
            <a:r>
              <a:rPr sz="2000" dirty="0">
                <a:latin typeface="Comic Sans MS" panose="030F0702030302020204" pitchFamily="66" charset="0"/>
                <a:cs typeface="Calibri" panose="020F0502020204030204" pitchFamily="34" charset="0"/>
              </a:rPr>
              <a:t>;</a:t>
            </a:r>
            <a:r>
              <a:rPr sz="2000" spc="-5" dirty="0">
                <a:latin typeface="Comic Sans MS" panose="030F0702030302020204" pitchFamily="66" charset="0"/>
                <a:cs typeface="Calibri" panose="020F0502020204030204" pitchFamily="34" charset="0"/>
              </a:rPr>
              <a:t> </a:t>
            </a:r>
            <a:r>
              <a:rPr sz="2000" spc="-10" dirty="0">
                <a:latin typeface="Comic Sans MS" panose="030F0702030302020204" pitchFamily="66" charset="0"/>
                <a:cs typeface="Calibri" panose="020F0502020204030204" pitchFamily="34" charset="0"/>
              </a:rPr>
              <a:t>U</a:t>
            </a:r>
            <a:r>
              <a:rPr sz="2000" dirty="0">
                <a:latin typeface="Comic Sans MS" panose="030F0702030302020204" pitchFamily="66" charset="0"/>
                <a:cs typeface="Calibri" panose="020F0502020204030204" pitchFamily="34" charset="0"/>
              </a:rPr>
              <a:t>M</a:t>
            </a:r>
            <a:r>
              <a:rPr sz="2000" spc="-10" dirty="0">
                <a:latin typeface="Comic Sans MS" panose="030F0702030302020204" pitchFamily="66" charset="0"/>
                <a:cs typeface="Calibri" panose="020F0502020204030204" pitchFamily="34" charset="0"/>
              </a:rPr>
              <a:t> </a:t>
            </a:r>
            <a:r>
              <a:rPr sz="2000" spc="-5" dirty="0">
                <a:latin typeface="Comic Sans MS" panose="030F0702030302020204" pitchFamily="66" charset="0"/>
                <a:cs typeface="Calibri" panose="020F0502020204030204" pitchFamily="34" charset="0"/>
              </a:rPr>
              <a:t>c</a:t>
            </a:r>
            <a:r>
              <a:rPr sz="2000" spc="-15" dirty="0">
                <a:latin typeface="Comic Sans MS" panose="030F0702030302020204" pitchFamily="66" charset="0"/>
                <a:cs typeface="Calibri" panose="020F0502020204030204" pitchFamily="34" charset="0"/>
              </a:rPr>
              <a:t>o</a:t>
            </a:r>
            <a:r>
              <a:rPr sz="2000" dirty="0">
                <a:latin typeface="Comic Sans MS" panose="030F0702030302020204" pitchFamily="66" charset="0"/>
                <a:cs typeface="Calibri" panose="020F0502020204030204" pitchFamily="34" charset="0"/>
              </a:rPr>
              <a:t>n</a:t>
            </a:r>
            <a:r>
              <a:rPr sz="2000" spc="-5" dirty="0">
                <a:latin typeface="Comic Sans MS" panose="030F0702030302020204" pitchFamily="66" charset="0"/>
                <a:cs typeface="Calibri" panose="020F0502020204030204" pitchFamily="34" charset="0"/>
              </a:rPr>
              <a:t>c</a:t>
            </a:r>
            <a:r>
              <a:rPr sz="2000" dirty="0">
                <a:latin typeface="Comic Sans MS" panose="030F0702030302020204" pitchFamily="66" charset="0"/>
                <a:cs typeface="Calibri" panose="020F0502020204030204" pitchFamily="34" charset="0"/>
              </a:rPr>
              <a:t>u</a:t>
            </a:r>
            <a:r>
              <a:rPr sz="2000" spc="-15" dirty="0">
                <a:latin typeface="Comic Sans MS" panose="030F0702030302020204" pitchFamily="66" charset="0"/>
                <a:cs typeface="Calibri" panose="020F0502020204030204" pitchFamily="34" charset="0"/>
              </a:rPr>
              <a:t>rr</a:t>
            </a:r>
            <a:r>
              <a:rPr sz="2000" spc="5" dirty="0">
                <a:latin typeface="Comic Sans MS" panose="030F0702030302020204" pitchFamily="66" charset="0"/>
                <a:cs typeface="Calibri" panose="020F0502020204030204" pitchFamily="34" charset="0"/>
              </a:rPr>
              <a:t>e</a:t>
            </a:r>
            <a:r>
              <a:rPr sz="2000" dirty="0">
                <a:latin typeface="Comic Sans MS" panose="030F0702030302020204" pitchFamily="66" charset="0"/>
                <a:cs typeface="Calibri" panose="020F0502020204030204" pitchFamily="34" charset="0"/>
              </a:rPr>
              <a:t>n</a:t>
            </a:r>
            <a:r>
              <a:rPr sz="2000" spc="-5" dirty="0">
                <a:latin typeface="Comic Sans MS" panose="030F0702030302020204" pitchFamily="66" charset="0"/>
                <a:cs typeface="Calibri" panose="020F0502020204030204" pitchFamily="34" charset="0"/>
              </a:rPr>
              <a:t>c</a:t>
            </a:r>
            <a:r>
              <a:rPr sz="2000" dirty="0">
                <a:latin typeface="Comic Sans MS" panose="030F0702030302020204" pitchFamily="66" charset="0"/>
                <a:cs typeface="Calibri" panose="020F0502020204030204" pitchFamily="34" charset="0"/>
              </a:rPr>
              <a:t>y</a:t>
            </a:r>
            <a:r>
              <a:rPr sz="2000" spc="-5" dirty="0">
                <a:latin typeface="Comic Sans MS" panose="030F0702030302020204" pitchFamily="66" charset="0"/>
                <a:cs typeface="Calibri" panose="020F0502020204030204" pitchFamily="34" charset="0"/>
              </a:rPr>
              <a:t> </a:t>
            </a:r>
            <a:r>
              <a:rPr sz="2000" spc="-15" dirty="0">
                <a:latin typeface="Comic Sans MS" panose="030F0702030302020204" pitchFamily="66" charset="0"/>
                <a:cs typeface="Calibri" panose="020F0502020204030204" pitchFamily="34" charset="0"/>
              </a:rPr>
              <a:t>do</a:t>
            </a:r>
            <a:r>
              <a:rPr sz="2000" spc="5" dirty="0">
                <a:latin typeface="Comic Sans MS" panose="030F0702030302020204" pitchFamily="66" charset="0"/>
                <a:cs typeface="Calibri" panose="020F0502020204030204" pitchFamily="34" charset="0"/>
              </a:rPr>
              <a:t>e</a:t>
            </a:r>
            <a:r>
              <a:rPr sz="2000" spc="-10" dirty="0">
                <a:latin typeface="Comic Sans MS" panose="030F0702030302020204" pitchFamily="66" charset="0"/>
                <a:cs typeface="Calibri" panose="020F0502020204030204" pitchFamily="34" charset="0"/>
              </a:rPr>
              <a:t>s </a:t>
            </a:r>
            <a:r>
              <a:rPr sz="2000" dirty="0">
                <a:latin typeface="Comic Sans MS" panose="030F0702030302020204" pitchFamily="66" charset="0"/>
                <a:cs typeface="Calibri" panose="020F0502020204030204" pitchFamily="34" charset="0"/>
              </a:rPr>
              <a:t>n</a:t>
            </a:r>
            <a:r>
              <a:rPr sz="2000" spc="-5" dirty="0">
                <a:latin typeface="Comic Sans MS" panose="030F0702030302020204" pitchFamily="66" charset="0"/>
                <a:cs typeface="Calibri" panose="020F0502020204030204" pitchFamily="34" charset="0"/>
              </a:rPr>
              <a:t>o</a:t>
            </a:r>
            <a:r>
              <a:rPr sz="2000" dirty="0">
                <a:latin typeface="Comic Sans MS" panose="030F0702030302020204" pitchFamily="66" charset="0"/>
                <a:cs typeface="Calibri" panose="020F0502020204030204" pitchFamily="34" charset="0"/>
              </a:rPr>
              <a:t>t</a:t>
            </a:r>
            <a:r>
              <a:rPr sz="2000" spc="-10" dirty="0">
                <a:latin typeface="Comic Sans MS" panose="030F0702030302020204" pitchFamily="66" charset="0"/>
                <a:cs typeface="Calibri" panose="020F0502020204030204" pitchFamily="34" charset="0"/>
              </a:rPr>
              <a:t> </a:t>
            </a:r>
            <a:r>
              <a:rPr sz="2000" spc="-5" dirty="0">
                <a:latin typeface="Comic Sans MS" panose="030F0702030302020204" pitchFamily="66" charset="0"/>
                <a:cs typeface="Calibri" panose="020F0502020204030204" pitchFamily="34" charset="0"/>
              </a:rPr>
              <a:t>p</a:t>
            </a:r>
            <a:r>
              <a:rPr sz="2000" spc="-15" dirty="0">
                <a:latin typeface="Comic Sans MS" panose="030F0702030302020204" pitchFamily="66" charset="0"/>
                <a:cs typeface="Calibri" panose="020F0502020204030204" pitchFamily="34" charset="0"/>
              </a:rPr>
              <a:t>ro</a:t>
            </a:r>
            <a:r>
              <a:rPr sz="2000" spc="-5" dirty="0">
                <a:latin typeface="Comic Sans MS" panose="030F0702030302020204" pitchFamily="66" charset="0"/>
                <a:cs typeface="Calibri" panose="020F0502020204030204" pitchFamily="34" charset="0"/>
              </a:rPr>
              <a:t>vid</a:t>
            </a:r>
            <a:r>
              <a:rPr sz="2000" dirty="0">
                <a:latin typeface="Comic Sans MS" panose="030F0702030302020204" pitchFamily="66" charset="0"/>
                <a:cs typeface="Calibri" panose="020F0502020204030204" pitchFamily="34" charset="0"/>
              </a:rPr>
              <a:t>e any</a:t>
            </a:r>
            <a:r>
              <a:rPr sz="2000" spc="-10" dirty="0">
                <a:latin typeface="Comic Sans MS" panose="030F0702030302020204" pitchFamily="66" charset="0"/>
                <a:cs typeface="Calibri" panose="020F0502020204030204" pitchFamily="34" charset="0"/>
              </a:rPr>
              <a:t> </a:t>
            </a:r>
            <a:r>
              <a:rPr sz="2000" spc="-15" dirty="0">
                <a:latin typeface="Comic Sans MS" panose="030F0702030302020204" pitchFamily="66" charset="0"/>
                <a:cs typeface="Calibri" panose="020F0502020204030204" pitchFamily="34" charset="0"/>
              </a:rPr>
              <a:t>or</a:t>
            </a:r>
            <a:r>
              <a:rPr sz="2000" spc="-5" dirty="0">
                <a:latin typeface="Comic Sans MS" panose="030F0702030302020204" pitchFamily="66" charset="0"/>
                <a:cs typeface="Calibri" panose="020F0502020204030204" pitchFamily="34" charset="0"/>
              </a:rPr>
              <a:t>d</a:t>
            </a:r>
            <a:r>
              <a:rPr sz="2000" spc="5" dirty="0">
                <a:latin typeface="Comic Sans MS" panose="030F0702030302020204" pitchFamily="66" charset="0"/>
                <a:cs typeface="Calibri" panose="020F0502020204030204" pitchFamily="34" charset="0"/>
              </a:rPr>
              <a:t>e</a:t>
            </a:r>
            <a:r>
              <a:rPr sz="2000" spc="-15" dirty="0">
                <a:latin typeface="Comic Sans MS" panose="030F0702030302020204" pitchFamily="66" charset="0"/>
                <a:cs typeface="Calibri" panose="020F0502020204030204" pitchFamily="34" charset="0"/>
              </a:rPr>
              <a:t>r</a:t>
            </a:r>
            <a:r>
              <a:rPr sz="2000" spc="-5" dirty="0">
                <a:latin typeface="Comic Sans MS" panose="030F0702030302020204" pitchFamily="66" charset="0"/>
                <a:cs typeface="Calibri" panose="020F0502020204030204" pitchFamily="34" charset="0"/>
              </a:rPr>
              <a:t>i</a:t>
            </a:r>
            <a:r>
              <a:rPr sz="2000" dirty="0">
                <a:latin typeface="Comic Sans MS" panose="030F0702030302020204" pitchFamily="66" charset="0"/>
                <a:cs typeface="Calibri" panose="020F0502020204030204" pitchFamily="34" charset="0"/>
              </a:rPr>
              <a:t>ng</a:t>
            </a:r>
            <a:r>
              <a:rPr sz="2000" spc="-10" dirty="0">
                <a:latin typeface="Comic Sans MS" panose="030F0702030302020204" pitchFamily="66" charset="0"/>
                <a:cs typeface="Calibri" panose="020F0502020204030204" pitchFamily="34" charset="0"/>
              </a:rPr>
              <a:t> </a:t>
            </a:r>
            <a:r>
              <a:rPr sz="2000" spc="-15" dirty="0">
                <a:latin typeface="Comic Sans MS" panose="030F0702030302020204" pitchFamily="66" charset="0"/>
                <a:cs typeface="Calibri" panose="020F0502020204030204" pitchFamily="34" charset="0"/>
              </a:rPr>
              <a:t>o</a:t>
            </a:r>
            <a:r>
              <a:rPr sz="2000" spc="-10" dirty="0">
                <a:latin typeface="Comic Sans MS" panose="030F0702030302020204" pitchFamily="66" charset="0"/>
                <a:cs typeface="Calibri" panose="020F0502020204030204" pitchFamily="34" charset="0"/>
              </a:rPr>
              <a:t>r</a:t>
            </a:r>
            <a:r>
              <a:rPr sz="2000" spc="-5" dirty="0">
                <a:latin typeface="Comic Sans MS" panose="030F0702030302020204" pitchFamily="66" charset="0"/>
                <a:cs typeface="Calibri" panose="020F0502020204030204" pitchFamily="34" charset="0"/>
              </a:rPr>
              <a:t> vi</a:t>
            </a:r>
            <a:r>
              <a:rPr sz="2000" spc="-15" dirty="0">
                <a:latin typeface="Comic Sans MS" panose="030F0702030302020204" pitchFamily="66" charset="0"/>
                <a:cs typeface="Calibri" panose="020F0502020204030204" pitchFamily="34" charset="0"/>
              </a:rPr>
              <a:t>s</a:t>
            </a:r>
            <a:r>
              <a:rPr sz="2000" spc="-5" dirty="0">
                <a:latin typeface="Comic Sans MS" panose="030F0702030302020204" pitchFamily="66" charset="0"/>
                <a:cs typeface="Calibri" panose="020F0502020204030204" pitchFamily="34" charset="0"/>
              </a:rPr>
              <a:t>ibi</a:t>
            </a:r>
            <a:r>
              <a:rPr sz="2000" spc="-20" dirty="0">
                <a:latin typeface="Comic Sans MS" panose="030F0702030302020204" pitchFamily="66" charset="0"/>
                <a:cs typeface="Calibri" panose="020F0502020204030204" pitchFamily="34" charset="0"/>
              </a:rPr>
              <a:t>l</a:t>
            </a:r>
            <a:r>
              <a:rPr sz="2000" spc="-5" dirty="0">
                <a:latin typeface="Comic Sans MS" panose="030F0702030302020204" pitchFamily="66" charset="0"/>
                <a:cs typeface="Calibri" panose="020F0502020204030204" pitchFamily="34" charset="0"/>
              </a:rPr>
              <a:t>it</a:t>
            </a:r>
            <a:r>
              <a:rPr sz="2000" dirty="0">
                <a:latin typeface="Comic Sans MS" panose="030F0702030302020204" pitchFamily="66" charset="0"/>
                <a:cs typeface="Calibri" panose="020F0502020204030204" pitchFamily="34" charset="0"/>
              </a:rPr>
              <a:t>y </a:t>
            </a:r>
            <a:r>
              <a:rPr sz="2000" spc="-5" dirty="0">
                <a:latin typeface="Comic Sans MS" panose="030F0702030302020204" pitchFamily="66" charset="0"/>
                <a:cs typeface="Calibri" panose="020F0502020204030204" pitchFamily="34" charset="0"/>
              </a:rPr>
              <a:t>g</a:t>
            </a:r>
            <a:r>
              <a:rPr sz="2000" dirty="0">
                <a:latin typeface="Comic Sans MS" panose="030F0702030302020204" pitchFamily="66" charset="0"/>
                <a:cs typeface="Calibri" panose="020F0502020204030204" pitchFamily="34" charset="0"/>
              </a:rPr>
              <a:t>ua</a:t>
            </a:r>
            <a:r>
              <a:rPr sz="2000" spc="-10" dirty="0">
                <a:latin typeface="Comic Sans MS" panose="030F0702030302020204" pitchFamily="66" charset="0"/>
                <a:cs typeface="Calibri" panose="020F0502020204030204" pitchFamily="34" charset="0"/>
              </a:rPr>
              <a:t>r</a:t>
            </a:r>
            <a:r>
              <a:rPr sz="2000" dirty="0">
                <a:latin typeface="Comic Sans MS" panose="030F0702030302020204" pitchFamily="66" charset="0"/>
                <a:cs typeface="Calibri" panose="020F0502020204030204" pitchFamily="34" charset="0"/>
              </a:rPr>
              <a:t>an</a:t>
            </a:r>
            <a:r>
              <a:rPr sz="2000" spc="-5" dirty="0">
                <a:latin typeface="Comic Sans MS" panose="030F0702030302020204" pitchFamily="66" charset="0"/>
                <a:cs typeface="Calibri" panose="020F0502020204030204" pitchFamily="34" charset="0"/>
              </a:rPr>
              <a:t>t</a:t>
            </a:r>
            <a:r>
              <a:rPr sz="2000" spc="5" dirty="0">
                <a:latin typeface="Comic Sans MS" panose="030F0702030302020204" pitchFamily="66" charset="0"/>
                <a:cs typeface="Calibri" panose="020F0502020204030204" pitchFamily="34" charset="0"/>
              </a:rPr>
              <a:t>ee</a:t>
            </a:r>
            <a:r>
              <a:rPr sz="2000" spc="-15" dirty="0">
                <a:latin typeface="Comic Sans MS" panose="030F0702030302020204" pitchFamily="66" charset="0"/>
                <a:cs typeface="Calibri" panose="020F0502020204030204" pitchFamily="34" charset="0"/>
              </a:rPr>
              <a:t>s</a:t>
            </a:r>
            <a:r>
              <a:rPr sz="2000" spc="-10" dirty="0">
                <a:latin typeface="Comic Sans MS" panose="030F0702030302020204" pitchFamily="66" charset="0"/>
                <a:cs typeface="Calibri" panose="020F0502020204030204" pitchFamily="34" charset="0"/>
              </a:rPr>
              <a:t>,</a:t>
            </a:r>
            <a:r>
              <a:rPr sz="2000" spc="-5" dirty="0">
                <a:latin typeface="Comic Sans MS" panose="030F0702030302020204" pitchFamily="66" charset="0"/>
                <a:cs typeface="Calibri" panose="020F0502020204030204" pitchFamily="34" charset="0"/>
              </a:rPr>
              <a:t> b</a:t>
            </a:r>
            <a:r>
              <a:rPr sz="2000" dirty="0">
                <a:latin typeface="Comic Sans MS" panose="030F0702030302020204" pitchFamily="66" charset="0"/>
                <a:cs typeface="Calibri" panose="020F0502020204030204" pitchFamily="34" charset="0"/>
              </a:rPr>
              <a:t>ut</a:t>
            </a:r>
            <a:r>
              <a:rPr sz="2000" spc="-5" dirty="0">
                <a:latin typeface="Comic Sans MS" panose="030F0702030302020204" pitchFamily="66" charset="0"/>
                <a:cs typeface="Calibri" panose="020F0502020204030204" pitchFamily="34" charset="0"/>
              </a:rPr>
              <a:t> s</a:t>
            </a:r>
            <a:r>
              <a:rPr sz="2000" spc="5" dirty="0">
                <a:latin typeface="Comic Sans MS" panose="030F0702030302020204" pitchFamily="66" charset="0"/>
                <a:cs typeface="Calibri" panose="020F0502020204030204" pitchFamily="34" charset="0"/>
              </a:rPr>
              <a:t>e</a:t>
            </a:r>
            <a:r>
              <a:rPr sz="2000" dirty="0">
                <a:latin typeface="Comic Sans MS" panose="030F0702030302020204" pitchFamily="66" charset="0"/>
                <a:cs typeface="Calibri" panose="020F0502020204030204" pitchFamily="34" charset="0"/>
              </a:rPr>
              <a:t>e </a:t>
            </a:r>
            <a:r>
              <a:rPr sz="2000" spc="-15" dirty="0">
                <a:latin typeface="Comic Sans MS" panose="030F0702030302020204" pitchFamily="66" charset="0"/>
                <a:cs typeface="Calibri" panose="020F0502020204030204" pitchFamily="34" charset="0"/>
              </a:rPr>
              <a:t>sy</a:t>
            </a:r>
            <a:r>
              <a:rPr sz="2000" spc="-5" dirty="0">
                <a:latin typeface="Comic Sans MS" panose="030F0702030302020204" pitchFamily="66" charset="0"/>
                <a:cs typeface="Calibri" panose="020F0502020204030204" pitchFamily="34" charset="0"/>
              </a:rPr>
              <a:t>st</a:t>
            </a:r>
            <a:r>
              <a:rPr sz="2000" spc="5" dirty="0">
                <a:latin typeface="Comic Sans MS" panose="030F0702030302020204" pitchFamily="66" charset="0"/>
                <a:cs typeface="Calibri" panose="020F0502020204030204" pitchFamily="34" charset="0"/>
              </a:rPr>
              <a:t>e</a:t>
            </a:r>
            <a:r>
              <a:rPr sz="2000" spc="-10" dirty="0">
                <a:latin typeface="Comic Sans MS" panose="030F0702030302020204" pitchFamily="66" charset="0"/>
                <a:cs typeface="Calibri" panose="020F0502020204030204" pitchFamily="34" charset="0"/>
              </a:rPr>
              <a:t>m</a:t>
            </a:r>
            <a:r>
              <a:rPr sz="2000" dirty="0">
                <a:latin typeface="Comic Sans MS" panose="030F0702030302020204" pitchFamily="66" charset="0"/>
                <a:cs typeface="Calibri" panose="020F0502020204030204" pitchFamily="34" charset="0"/>
              </a:rPr>
              <a:t>-</a:t>
            </a:r>
            <a:r>
              <a:rPr sz="2000" spc="-5" dirty="0">
                <a:latin typeface="Comic Sans MS" panose="030F0702030302020204" pitchFamily="66" charset="0"/>
                <a:cs typeface="Calibri" panose="020F0502020204030204" pitchFamily="34" charset="0"/>
              </a:rPr>
              <a:t>wid</a:t>
            </a:r>
            <a:r>
              <a:rPr sz="2000" dirty="0">
                <a:latin typeface="Comic Sans MS" panose="030F0702030302020204" pitchFamily="66" charset="0"/>
                <a:cs typeface="Calibri" panose="020F0502020204030204" pitchFamily="34" charset="0"/>
              </a:rPr>
              <a:t>e a</a:t>
            </a:r>
            <a:r>
              <a:rPr sz="2000" spc="-5" dirty="0">
                <a:latin typeface="Comic Sans MS" panose="030F0702030302020204" pitchFamily="66" charset="0"/>
                <a:cs typeface="Calibri" panose="020F0502020204030204" pitchFamily="34" charset="0"/>
              </a:rPr>
              <a:t>t</a:t>
            </a:r>
            <a:r>
              <a:rPr sz="2000" spc="-15" dirty="0">
                <a:latin typeface="Comic Sans MS" panose="030F0702030302020204" pitchFamily="66" charset="0"/>
                <a:cs typeface="Calibri" panose="020F0502020204030204" pitchFamily="34" charset="0"/>
              </a:rPr>
              <a:t>o</a:t>
            </a:r>
            <a:r>
              <a:rPr sz="2000" spc="5" dirty="0">
                <a:latin typeface="Comic Sans MS" panose="030F0702030302020204" pitchFamily="66" charset="0"/>
                <a:cs typeface="Calibri" panose="020F0502020204030204" pitchFamily="34" charset="0"/>
              </a:rPr>
              <a:t>m</a:t>
            </a:r>
            <a:r>
              <a:rPr sz="2000" spc="-5" dirty="0">
                <a:latin typeface="Comic Sans MS" panose="030F0702030302020204" pitchFamily="66" charset="0"/>
                <a:cs typeface="Calibri" panose="020F0502020204030204" pitchFamily="34" charset="0"/>
              </a:rPr>
              <a:t>ic</a:t>
            </a:r>
            <a:r>
              <a:rPr sz="2000" spc="-10" dirty="0">
                <a:latin typeface="Comic Sans MS" panose="030F0702030302020204" pitchFamily="66" charset="0"/>
                <a:cs typeface="Calibri" panose="020F0502020204030204" pitchFamily="34" charset="0"/>
              </a:rPr>
              <a:t>s</a:t>
            </a:r>
            <a:endParaRPr sz="2000" dirty="0">
              <a:latin typeface="Comic Sans MS" panose="030F0702030302020204" pitchFamily="66" charset="0"/>
              <a:cs typeface="Calibri" panose="020F0502020204030204" pitchFamily="34" charset="0"/>
            </a:endParaRPr>
          </a:p>
        </p:txBody>
      </p:sp>
      <p:sp>
        <p:nvSpPr>
          <p:cNvPr id="12" name="object 12"/>
          <p:cNvSpPr/>
          <p:nvPr/>
        </p:nvSpPr>
        <p:spPr>
          <a:xfrm>
            <a:off x="4378289" y="4231099"/>
            <a:ext cx="1353820" cy="76200"/>
          </a:xfrm>
          <a:custGeom>
            <a:avLst/>
            <a:gdLst/>
            <a:ahLst/>
            <a:cxnLst/>
            <a:rect l="l" t="t" r="r" b="b"/>
            <a:pathLst>
              <a:path w="1353820" h="76200">
                <a:moveTo>
                  <a:pt x="76200" y="0"/>
                </a:moveTo>
                <a:lnTo>
                  <a:pt x="0" y="38100"/>
                </a:lnTo>
                <a:lnTo>
                  <a:pt x="76200" y="76200"/>
                </a:lnTo>
                <a:lnTo>
                  <a:pt x="76200" y="47625"/>
                </a:lnTo>
                <a:lnTo>
                  <a:pt x="63498" y="47625"/>
                </a:lnTo>
                <a:lnTo>
                  <a:pt x="63498" y="28575"/>
                </a:lnTo>
                <a:lnTo>
                  <a:pt x="76200" y="28574"/>
                </a:lnTo>
                <a:lnTo>
                  <a:pt x="76200" y="0"/>
                </a:lnTo>
                <a:close/>
              </a:path>
              <a:path w="1353820" h="76200">
                <a:moveTo>
                  <a:pt x="76200" y="28574"/>
                </a:moveTo>
                <a:lnTo>
                  <a:pt x="63498" y="28575"/>
                </a:lnTo>
                <a:lnTo>
                  <a:pt x="63498" y="47625"/>
                </a:lnTo>
                <a:lnTo>
                  <a:pt x="76200" y="47624"/>
                </a:lnTo>
                <a:lnTo>
                  <a:pt x="76200" y="28574"/>
                </a:lnTo>
                <a:close/>
              </a:path>
              <a:path w="1353820" h="76200">
                <a:moveTo>
                  <a:pt x="76200" y="47624"/>
                </a:moveTo>
                <a:lnTo>
                  <a:pt x="63498" y="47625"/>
                </a:lnTo>
                <a:lnTo>
                  <a:pt x="76200" y="47625"/>
                </a:lnTo>
                <a:close/>
              </a:path>
              <a:path w="1353820" h="76200">
                <a:moveTo>
                  <a:pt x="1353257" y="28573"/>
                </a:moveTo>
                <a:lnTo>
                  <a:pt x="76200" y="28574"/>
                </a:lnTo>
                <a:lnTo>
                  <a:pt x="76200" y="47624"/>
                </a:lnTo>
                <a:lnTo>
                  <a:pt x="1353257" y="47623"/>
                </a:lnTo>
                <a:lnTo>
                  <a:pt x="1353257" y="28573"/>
                </a:lnTo>
                <a:close/>
              </a:path>
            </a:pathLst>
          </a:custGeom>
          <a:solidFill>
            <a:srgbClr val="000000"/>
          </a:solidFill>
        </p:spPr>
        <p:txBody>
          <a:bodyPr wrap="square" lIns="0" tIns="0" rIns="0" bIns="0" rtlCol="0"/>
          <a:lstStyle/>
          <a:p>
            <a:endParaRPr>
              <a:latin typeface="Comic Sans MS" panose="030F0702030302020204" pitchFamily="66"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206051"/>
            <a:ext cx="9464040" cy="838691"/>
          </a:xfrm>
          <a:prstGeom prst="rect">
            <a:avLst/>
          </a:prstGeom>
        </p:spPr>
        <p:txBody>
          <a:bodyPr vert="horz" wrap="square" lIns="0" tIns="0" rIns="0" bIns="0" rtlCol="0">
            <a:spAutoFit/>
          </a:bodyPr>
          <a:lstStyle/>
          <a:p>
            <a:pPr marL="0" algn="ctr">
              <a:lnSpc>
                <a:spcPct val="100000"/>
              </a:lnSpc>
            </a:pPr>
            <a:r>
              <a:rPr sz="3200" dirty="0">
                <a:latin typeface="Comic Sans MS" panose="030F0702030302020204" pitchFamily="66" charset="0"/>
              </a:rPr>
              <a:t>UN</a:t>
            </a:r>
            <a:r>
              <a:rPr sz="3200" spc="-5" dirty="0">
                <a:latin typeface="Comic Sans MS" panose="030F0702030302020204" pitchFamily="66" charset="0"/>
              </a:rPr>
              <a:t>I</a:t>
            </a:r>
            <a:r>
              <a:rPr sz="3200" spc="-25" dirty="0">
                <a:latin typeface="Comic Sans MS" panose="030F0702030302020204" pitchFamily="66" charset="0"/>
              </a:rPr>
              <a:t>F</a:t>
            </a:r>
            <a:r>
              <a:rPr sz="3200" spc="-5" dirty="0">
                <a:latin typeface="Comic Sans MS" panose="030F0702030302020204" pitchFamily="66" charset="0"/>
              </a:rPr>
              <a:t>I</a:t>
            </a:r>
            <a:r>
              <a:rPr sz="3200" spc="-25" dirty="0">
                <a:latin typeface="Comic Sans MS" panose="030F0702030302020204" pitchFamily="66" charset="0"/>
              </a:rPr>
              <a:t>E</a:t>
            </a:r>
            <a:r>
              <a:rPr sz="3200" dirty="0">
                <a:latin typeface="Comic Sans MS" panose="030F0702030302020204" pitchFamily="66" charset="0"/>
              </a:rPr>
              <a:t>D</a:t>
            </a:r>
            <a:r>
              <a:rPr sz="3200" spc="5" dirty="0">
                <a:latin typeface="Comic Sans MS" panose="030F0702030302020204" pitchFamily="66" charset="0"/>
              </a:rPr>
              <a:t> </a:t>
            </a:r>
            <a:r>
              <a:rPr sz="3200" spc="-5" dirty="0">
                <a:latin typeface="Comic Sans MS" panose="030F0702030302020204" pitchFamily="66" charset="0"/>
              </a:rPr>
              <a:t>M</a:t>
            </a:r>
            <a:r>
              <a:rPr sz="3200" spc="-25" dirty="0">
                <a:latin typeface="Comic Sans MS" panose="030F0702030302020204" pitchFamily="66" charset="0"/>
              </a:rPr>
              <a:t>E</a:t>
            </a:r>
            <a:r>
              <a:rPr sz="3200" spc="-5" dirty="0">
                <a:latin typeface="Comic Sans MS" panose="030F0702030302020204" pitchFamily="66" charset="0"/>
              </a:rPr>
              <a:t>M</a:t>
            </a:r>
            <a:r>
              <a:rPr sz="3200" spc="-30" dirty="0">
                <a:latin typeface="Comic Sans MS" panose="030F0702030302020204" pitchFamily="66" charset="0"/>
              </a:rPr>
              <a:t>O</a:t>
            </a:r>
            <a:r>
              <a:rPr sz="3200" dirty="0">
                <a:latin typeface="Comic Sans MS" panose="030F0702030302020204" pitchFamily="66" charset="0"/>
              </a:rPr>
              <a:t>RY </a:t>
            </a:r>
            <a:r>
              <a:rPr sz="3200" spc="-30" dirty="0">
                <a:latin typeface="Comic Sans MS" panose="030F0702030302020204" pitchFamily="66" charset="0"/>
              </a:rPr>
              <a:t>O</a:t>
            </a:r>
            <a:r>
              <a:rPr sz="3200" dirty="0">
                <a:latin typeface="Comic Sans MS" panose="030F0702030302020204" pitchFamily="66" charset="0"/>
              </a:rPr>
              <a:t>N</a:t>
            </a:r>
            <a:r>
              <a:rPr sz="3200" spc="5" dirty="0">
                <a:latin typeface="Comic Sans MS" panose="030F0702030302020204" pitchFamily="66" charset="0"/>
              </a:rPr>
              <a:t> </a:t>
            </a:r>
            <a:r>
              <a:rPr sz="3200" spc="-15" dirty="0">
                <a:latin typeface="Comic Sans MS" panose="030F0702030302020204" pitchFamily="66" charset="0"/>
              </a:rPr>
              <a:t>P</a:t>
            </a:r>
            <a:r>
              <a:rPr sz="3200" spc="-25" dirty="0">
                <a:latin typeface="Comic Sans MS" panose="030F0702030302020204" pitchFamily="66" charset="0"/>
              </a:rPr>
              <a:t>A</a:t>
            </a:r>
            <a:r>
              <a:rPr sz="3200" dirty="0">
                <a:latin typeface="Comic Sans MS" panose="030F0702030302020204" pitchFamily="66" charset="0"/>
              </a:rPr>
              <a:t>S</a:t>
            </a:r>
            <a:r>
              <a:rPr sz="3200" spc="-5" dirty="0">
                <a:latin typeface="Comic Sans MS" panose="030F0702030302020204" pitchFamily="66" charset="0"/>
              </a:rPr>
              <a:t>C</a:t>
            </a:r>
            <a:r>
              <a:rPr sz="3200" spc="-25" dirty="0">
                <a:latin typeface="Comic Sans MS" panose="030F0702030302020204" pitchFamily="66" charset="0"/>
              </a:rPr>
              <a:t>A</a:t>
            </a:r>
            <a:r>
              <a:rPr sz="3200" dirty="0">
                <a:latin typeface="Comic Sans MS" panose="030F0702030302020204" pitchFamily="66" charset="0"/>
              </a:rPr>
              <a:t>L+</a:t>
            </a:r>
          </a:p>
          <a:p>
            <a:pPr marL="0" algn="ctr">
              <a:lnSpc>
                <a:spcPct val="100000"/>
              </a:lnSpc>
              <a:spcBef>
                <a:spcPts val="310"/>
              </a:spcBef>
            </a:pPr>
            <a:r>
              <a:rPr sz="2000" spc="-5" dirty="0">
                <a:solidFill>
                  <a:srgbClr val="76B900"/>
                </a:solidFill>
                <a:latin typeface="Comic Sans MS" panose="030F0702030302020204" pitchFamily="66" charset="0"/>
              </a:rPr>
              <a:t>S</a:t>
            </a:r>
            <a:r>
              <a:rPr sz="2000" dirty="0">
                <a:solidFill>
                  <a:srgbClr val="76B900"/>
                </a:solidFill>
                <a:latin typeface="Comic Sans MS" panose="030F0702030302020204" pitchFamily="66" charset="0"/>
              </a:rPr>
              <a:t>y</a:t>
            </a:r>
            <a:r>
              <a:rPr sz="2000" spc="-5" dirty="0">
                <a:solidFill>
                  <a:srgbClr val="76B900"/>
                </a:solidFill>
                <a:latin typeface="Comic Sans MS" panose="030F0702030302020204" pitchFamily="66" charset="0"/>
              </a:rPr>
              <a:t>st</a:t>
            </a:r>
            <a:r>
              <a:rPr sz="2000" spc="5" dirty="0">
                <a:solidFill>
                  <a:srgbClr val="76B900"/>
                </a:solidFill>
                <a:latin typeface="Comic Sans MS" panose="030F0702030302020204" pitchFamily="66" charset="0"/>
              </a:rPr>
              <a:t>e</a:t>
            </a:r>
            <a:r>
              <a:rPr sz="2000" dirty="0">
                <a:solidFill>
                  <a:srgbClr val="76B900"/>
                </a:solidFill>
                <a:latin typeface="Comic Sans MS" panose="030F0702030302020204" pitchFamily="66" charset="0"/>
              </a:rPr>
              <a:t>m-W</a:t>
            </a:r>
            <a:r>
              <a:rPr sz="2000" spc="-5" dirty="0">
                <a:solidFill>
                  <a:srgbClr val="76B900"/>
                </a:solidFill>
                <a:latin typeface="Comic Sans MS" panose="030F0702030302020204" pitchFamily="66" charset="0"/>
              </a:rPr>
              <a:t>id</a:t>
            </a:r>
            <a:r>
              <a:rPr sz="2000" dirty="0">
                <a:solidFill>
                  <a:srgbClr val="76B900"/>
                </a:solidFill>
                <a:latin typeface="Comic Sans MS" panose="030F0702030302020204" pitchFamily="66" charset="0"/>
              </a:rPr>
              <a:t>e </a:t>
            </a:r>
            <a:r>
              <a:rPr sz="2000" spc="-15" dirty="0">
                <a:solidFill>
                  <a:srgbClr val="76B900"/>
                </a:solidFill>
                <a:latin typeface="Comic Sans MS" panose="030F0702030302020204" pitchFamily="66" charset="0"/>
              </a:rPr>
              <a:t>A</a:t>
            </a:r>
            <a:r>
              <a:rPr sz="2000" spc="-5" dirty="0">
                <a:solidFill>
                  <a:srgbClr val="76B900"/>
                </a:solidFill>
                <a:latin typeface="Comic Sans MS" panose="030F0702030302020204" pitchFamily="66" charset="0"/>
              </a:rPr>
              <a:t>t</a:t>
            </a:r>
            <a:r>
              <a:rPr sz="2000" spc="-15" dirty="0">
                <a:solidFill>
                  <a:srgbClr val="76B900"/>
                </a:solidFill>
                <a:latin typeface="Comic Sans MS" panose="030F0702030302020204" pitchFamily="66" charset="0"/>
              </a:rPr>
              <a:t>o</a:t>
            </a:r>
            <a:r>
              <a:rPr sz="2000" spc="5" dirty="0">
                <a:solidFill>
                  <a:srgbClr val="76B900"/>
                </a:solidFill>
                <a:latin typeface="Comic Sans MS" panose="030F0702030302020204" pitchFamily="66" charset="0"/>
              </a:rPr>
              <a:t>m</a:t>
            </a:r>
            <a:r>
              <a:rPr sz="2000" spc="-5" dirty="0">
                <a:solidFill>
                  <a:srgbClr val="76B900"/>
                </a:solidFill>
                <a:latin typeface="Comic Sans MS" panose="030F0702030302020204" pitchFamily="66" charset="0"/>
              </a:rPr>
              <a:t>ic</a:t>
            </a:r>
            <a:r>
              <a:rPr sz="2000" spc="-10" dirty="0">
                <a:solidFill>
                  <a:srgbClr val="76B900"/>
                </a:solidFill>
                <a:latin typeface="Comic Sans MS" panose="030F0702030302020204" pitchFamily="66" charset="0"/>
              </a:rPr>
              <a:t>s</a:t>
            </a:r>
            <a:endParaRPr sz="2000" dirty="0">
              <a:latin typeface="Comic Sans MS" panose="030F0702030302020204" pitchFamily="66" charset="0"/>
            </a:endParaRPr>
          </a:p>
        </p:txBody>
      </p:sp>
      <p:sp>
        <p:nvSpPr>
          <p:cNvPr id="7" name="object 7"/>
          <p:cNvSpPr txBox="1">
            <a:spLocks noGrp="1"/>
          </p:cNvSpPr>
          <p:nvPr>
            <p:ph type="sldNum" sz="quarter" idx="7"/>
          </p:nvPr>
        </p:nvSpPr>
        <p:spPr>
          <a:xfrm>
            <a:off x="0" y="0"/>
            <a:ext cx="0" cy="553998"/>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18</a:t>
            </a:fld>
            <a:endParaRPr dirty="0">
              <a:latin typeface="Comic Sans MS" panose="030F0702030302020204" pitchFamily="66" charset="0"/>
            </a:endParaRPr>
          </a:p>
        </p:txBody>
      </p:sp>
      <p:sp>
        <p:nvSpPr>
          <p:cNvPr id="3" name="object 3"/>
          <p:cNvSpPr/>
          <p:nvPr/>
        </p:nvSpPr>
        <p:spPr>
          <a:xfrm>
            <a:off x="228600" y="1554480"/>
            <a:ext cx="4379595" cy="3063240"/>
          </a:xfrm>
          <a:custGeom>
            <a:avLst/>
            <a:gdLst/>
            <a:ahLst/>
            <a:cxnLst/>
            <a:rect l="l" t="t" r="r" b="b"/>
            <a:pathLst>
              <a:path w="4379595" h="3063240">
                <a:moveTo>
                  <a:pt x="4292419" y="0"/>
                </a:moveTo>
                <a:lnTo>
                  <a:pt x="0" y="0"/>
                </a:lnTo>
                <a:lnTo>
                  <a:pt x="0" y="2975745"/>
                </a:lnTo>
                <a:lnTo>
                  <a:pt x="86950" y="3062696"/>
                </a:lnTo>
                <a:lnTo>
                  <a:pt x="4379369" y="3062696"/>
                </a:lnTo>
                <a:lnTo>
                  <a:pt x="4379369" y="86950"/>
                </a:lnTo>
                <a:lnTo>
                  <a:pt x="4292419" y="0"/>
                </a:lnTo>
                <a:close/>
              </a:path>
            </a:pathLst>
          </a:custGeom>
          <a:solidFill>
            <a:srgbClr val="F2F2F2"/>
          </a:solidFill>
        </p:spPr>
        <p:txBody>
          <a:bodyPr wrap="square" lIns="0" tIns="0" rIns="0" bIns="0" rtlCol="0"/>
          <a:lstStyle/>
          <a:p>
            <a:endParaRPr>
              <a:latin typeface="Comic Sans MS" panose="030F0702030302020204" pitchFamily="66" charset="0"/>
            </a:endParaRPr>
          </a:p>
        </p:txBody>
      </p:sp>
      <p:sp>
        <p:nvSpPr>
          <p:cNvPr id="4" name="object 4"/>
          <p:cNvSpPr txBox="1"/>
          <p:nvPr/>
        </p:nvSpPr>
        <p:spPr>
          <a:xfrm>
            <a:off x="350804" y="1712613"/>
            <a:ext cx="3961765" cy="2810256"/>
          </a:xfrm>
          <a:prstGeom prst="rect">
            <a:avLst/>
          </a:prstGeom>
        </p:spPr>
        <p:txBody>
          <a:bodyPr vert="horz" wrap="square" lIns="0" tIns="0" rIns="0" bIns="0" rtlCol="0">
            <a:spAutoFit/>
          </a:bodyPr>
          <a:lstStyle/>
          <a:p>
            <a:pPr marL="225425" marR="5080" indent="-212725">
              <a:lnSpc>
                <a:spcPct val="100000"/>
              </a:lnSpc>
            </a:pPr>
            <a:r>
              <a:rPr sz="1400" u="heavy" spc="-10" dirty="0">
                <a:latin typeface="Comic Sans MS" panose="030F0702030302020204" pitchFamily="66" charset="0"/>
                <a:cs typeface="Lucida Console" panose="020B0609040504020204"/>
              </a:rPr>
              <a:t> </a:t>
            </a:r>
            <a:r>
              <a:rPr sz="1400" u="heavy"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globa</a:t>
            </a:r>
            <a:r>
              <a:rPr sz="1400" spc="-15" dirty="0">
                <a:latin typeface="Comic Sans MS" panose="030F0702030302020204" pitchFamily="66" charset="0"/>
                <a:cs typeface="Lucida Console" panose="020B0609040504020204"/>
              </a:rPr>
              <a:t>l</a:t>
            </a:r>
            <a:r>
              <a:rPr sz="1400" u="heavy" spc="-10" dirty="0">
                <a:latin typeface="Comic Sans MS" panose="030F0702030302020204" pitchFamily="66" charset="0"/>
                <a:cs typeface="Lucida Console" panose="020B0609040504020204"/>
              </a:rPr>
              <a:t> </a:t>
            </a:r>
            <a:r>
              <a:rPr sz="1400" u="heavy"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 voi</a:t>
            </a:r>
            <a:r>
              <a:rPr sz="1400" spc="-10" dirty="0">
                <a:latin typeface="Comic Sans MS" panose="030F0702030302020204" pitchFamily="66" charset="0"/>
                <a:cs typeface="Lucida Console" panose="020B0609040504020204"/>
              </a:rPr>
              <a:t>d</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mykernel(in</a:t>
            </a:r>
            <a:r>
              <a:rPr sz="1400" spc="-10" dirty="0">
                <a:latin typeface="Comic Sans MS" panose="030F0702030302020204" pitchFamily="66" charset="0"/>
                <a:cs typeface="Lucida Console" panose="020B0609040504020204"/>
              </a:rPr>
              <a:t>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*addr</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 </a:t>
            </a:r>
            <a:r>
              <a:rPr sz="1400" spc="-20" dirty="0">
                <a:solidFill>
                  <a:srgbClr val="76B900"/>
                </a:solidFill>
                <a:latin typeface="Comic Sans MS" panose="030F0702030302020204" pitchFamily="66" charset="0"/>
                <a:cs typeface="Lucida Console" panose="020B0609040504020204"/>
              </a:rPr>
              <a:t>atomicAdd_system</a:t>
            </a:r>
            <a:r>
              <a:rPr sz="1400" spc="-20" dirty="0">
                <a:latin typeface="Comic Sans MS" panose="030F0702030302020204" pitchFamily="66" charset="0"/>
                <a:cs typeface="Lucida Console" panose="020B0609040504020204"/>
              </a:rPr>
              <a:t>(addr</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10);</a:t>
            </a:r>
            <a:endParaRPr sz="1400" dirty="0">
              <a:latin typeface="Comic Sans MS" panose="030F0702030302020204" pitchFamily="66" charset="0"/>
              <a:cs typeface="Lucida Console" panose="020B0609040504020204"/>
            </a:endParaRPr>
          </a:p>
          <a:p>
            <a:pPr marL="12700">
              <a:lnSpc>
                <a:spcPct val="100000"/>
              </a:lnSpc>
              <a:spcBef>
                <a:spcPts val="25"/>
              </a:spcBef>
            </a:pP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a:lnSpc>
                <a:spcPct val="100000"/>
              </a:lnSpc>
              <a:spcBef>
                <a:spcPts val="55"/>
              </a:spcBef>
            </a:pPr>
            <a:endParaRPr sz="1350" dirty="0">
              <a:latin typeface="Comic Sans MS" panose="030F0702030302020204" pitchFamily="66" charset="0"/>
              <a:cs typeface="Times New Roman" panose="02020603050405020304"/>
            </a:endParaRPr>
          </a:p>
          <a:p>
            <a:pPr marL="225425" marR="2663825" indent="-212725">
              <a:lnSpc>
                <a:spcPct val="101000"/>
              </a:lnSpc>
            </a:pPr>
            <a:r>
              <a:rPr sz="1400" spc="-20" dirty="0">
                <a:latin typeface="Comic Sans MS" panose="030F0702030302020204" pitchFamily="66" charset="0"/>
                <a:cs typeface="Lucida Console" panose="020B0609040504020204"/>
              </a:rPr>
              <a:t>voi</a:t>
            </a:r>
            <a:r>
              <a:rPr sz="1400" spc="-10" dirty="0">
                <a:latin typeface="Comic Sans MS" panose="030F0702030302020204" pitchFamily="66" charset="0"/>
                <a:cs typeface="Lucida Console" panose="020B0609040504020204"/>
              </a:rPr>
              <a:t>d</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foo(</a:t>
            </a:r>
            <a:r>
              <a:rPr sz="1400" spc="-10" dirty="0">
                <a:latin typeface="Comic Sans MS" panose="030F0702030302020204" pitchFamily="66" charset="0"/>
                <a:cs typeface="Lucida Console" panose="020B0609040504020204"/>
              </a:rPr>
              <a:t>)</a:t>
            </a:r>
            <a:r>
              <a:rPr sz="1400" spc="-20"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a:t>
            </a:r>
            <a:endParaRPr lang="en-US" altLang="zh-CN" sz="1400" spc="-10" dirty="0">
              <a:latin typeface="Comic Sans MS" panose="030F0702030302020204" pitchFamily="66" charset="0"/>
              <a:cs typeface="Lucida Console" panose="020B0609040504020204"/>
            </a:endParaRPr>
          </a:p>
          <a:p>
            <a:pPr marL="225425" marR="2663825" indent="-212725">
              <a:lnSpc>
                <a:spcPct val="101000"/>
              </a:lnSpc>
            </a:pPr>
            <a:r>
              <a:rPr sz="1400" spc="-10" dirty="0">
                <a:latin typeface="Comic Sans MS" panose="030F0702030302020204" pitchFamily="66" charset="0"/>
                <a:cs typeface="Lucida Console" panose="020B0609040504020204"/>
              </a:rPr>
              <a:t> </a:t>
            </a:r>
            <a:r>
              <a:rPr lang="en-US" altLang="zh-CN" sz="1400" spc="-10"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in</a:t>
            </a:r>
            <a:r>
              <a:rPr sz="1400" spc="-10" dirty="0">
                <a:latin typeface="Comic Sans MS" panose="030F0702030302020204" pitchFamily="66" charset="0"/>
                <a:cs typeface="Lucida Console" panose="020B0609040504020204"/>
              </a:rPr>
              <a:t>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*addr</a:t>
            </a: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225425">
              <a:lnSpc>
                <a:spcPct val="100000"/>
              </a:lnSpc>
            </a:pPr>
            <a:r>
              <a:rPr sz="1400" spc="-20" dirty="0">
                <a:latin typeface="Comic Sans MS" panose="030F0702030302020204" pitchFamily="66" charset="0"/>
                <a:cs typeface="Lucida Console" panose="020B0609040504020204"/>
              </a:rPr>
              <a:t>cudaMallocManaged(addr</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4);</a:t>
            </a:r>
            <a:endParaRPr sz="1400" dirty="0">
              <a:latin typeface="Comic Sans MS" panose="030F0702030302020204" pitchFamily="66" charset="0"/>
              <a:cs typeface="Lucida Console" panose="020B0609040504020204"/>
            </a:endParaRPr>
          </a:p>
          <a:p>
            <a:pPr marL="225425">
              <a:lnSpc>
                <a:spcPct val="100000"/>
              </a:lnSpc>
              <a:spcBef>
                <a:spcPts val="20"/>
              </a:spcBef>
            </a:pPr>
            <a:r>
              <a:rPr sz="1400" spc="-20" dirty="0">
                <a:latin typeface="Comic Sans MS" panose="030F0702030302020204" pitchFamily="66" charset="0"/>
                <a:cs typeface="Lucida Console" panose="020B0609040504020204"/>
              </a:rPr>
              <a:t>*add</a:t>
            </a:r>
            <a:r>
              <a:rPr sz="1400" spc="-10" dirty="0">
                <a:latin typeface="Comic Sans MS" panose="030F0702030302020204" pitchFamily="66" charset="0"/>
                <a:cs typeface="Lucida Console" panose="020B0609040504020204"/>
              </a:rPr>
              <a:t>r</a:t>
            </a:r>
            <a:r>
              <a:rPr sz="1400" spc="-15" dirty="0">
                <a:latin typeface="Comic Sans MS" panose="030F0702030302020204" pitchFamily="66" charset="0"/>
                <a:cs typeface="Lucida Console" panose="020B0609040504020204"/>
              </a:rPr>
              <a:t> </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0;</a:t>
            </a:r>
            <a:endParaRPr sz="1400" dirty="0">
              <a:latin typeface="Comic Sans MS" panose="030F0702030302020204" pitchFamily="66" charset="0"/>
              <a:cs typeface="Lucida Console" panose="020B0609040504020204"/>
            </a:endParaRPr>
          </a:p>
          <a:p>
            <a:pPr>
              <a:lnSpc>
                <a:spcPct val="100000"/>
              </a:lnSpc>
              <a:spcBef>
                <a:spcPts val="20"/>
              </a:spcBef>
            </a:pPr>
            <a:endParaRPr sz="1400" dirty="0">
              <a:latin typeface="Comic Sans MS" panose="030F0702030302020204" pitchFamily="66" charset="0"/>
              <a:cs typeface="Times New Roman" panose="02020603050405020304"/>
            </a:endParaRPr>
          </a:p>
          <a:p>
            <a:pPr marL="225425">
              <a:lnSpc>
                <a:spcPct val="100000"/>
              </a:lnSpc>
            </a:pPr>
            <a:r>
              <a:rPr sz="1400" spc="-20" dirty="0">
                <a:latin typeface="Comic Sans MS" panose="030F0702030302020204" pitchFamily="66" charset="0"/>
                <a:cs typeface="Lucida Console" panose="020B0609040504020204"/>
              </a:rPr>
              <a:t>mykernel&lt;&lt;&lt;...&gt;&gt;&gt;(addr);</a:t>
            </a:r>
            <a:endParaRPr sz="1400" dirty="0">
              <a:latin typeface="Comic Sans MS" panose="030F0702030302020204" pitchFamily="66" charset="0"/>
              <a:cs typeface="Lucida Console" panose="020B0609040504020204"/>
            </a:endParaRPr>
          </a:p>
          <a:p>
            <a:pPr marL="225425">
              <a:lnSpc>
                <a:spcPct val="100000"/>
              </a:lnSpc>
              <a:spcBef>
                <a:spcPts val="25"/>
              </a:spcBef>
            </a:pPr>
            <a:r>
              <a:rPr sz="1400" spc="-20" dirty="0">
                <a:latin typeface="Comic Sans MS" panose="030F0702030302020204" pitchFamily="66" charset="0"/>
                <a:cs typeface="Lucida Console" panose="020B0609040504020204"/>
              </a:rPr>
              <a:t>/</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cp</a:t>
            </a:r>
            <a:r>
              <a:rPr sz="1400" spc="-10" dirty="0">
                <a:latin typeface="Comic Sans MS" panose="030F0702030302020204" pitchFamily="66" charset="0"/>
                <a:cs typeface="Lucida Console" panose="020B0609040504020204"/>
              </a:rPr>
              <a:t>u</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atomic:</a:t>
            </a:r>
            <a:endParaRPr sz="1400" dirty="0">
              <a:latin typeface="Comic Sans MS" panose="030F0702030302020204" pitchFamily="66" charset="0"/>
              <a:cs typeface="Lucida Console" panose="020B0609040504020204"/>
            </a:endParaRPr>
          </a:p>
          <a:p>
            <a:pPr marL="225425">
              <a:lnSpc>
                <a:spcPct val="100000"/>
              </a:lnSpc>
            </a:pPr>
            <a:r>
              <a:rPr sz="1400" u="heavy" spc="-10" dirty="0">
                <a:latin typeface="Comic Sans MS" panose="030F0702030302020204" pitchFamily="66" charset="0"/>
                <a:cs typeface="Lucida Console" panose="020B0609040504020204"/>
              </a:rPr>
              <a:t> </a:t>
            </a:r>
            <a:r>
              <a:rPr sz="1400" u="heavy"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sync_fetch_and_add(addr</a:t>
            </a:r>
            <a:r>
              <a:rPr sz="1400" spc="-10" dirty="0">
                <a:latin typeface="Comic Sans MS" panose="030F0702030302020204" pitchFamily="66" charset="0"/>
                <a:cs typeface="Lucida Console" panose="020B0609040504020204"/>
              </a:rPr>
              <a:t>,</a:t>
            </a:r>
            <a:r>
              <a:rPr sz="1400" spc="-15" dirty="0">
                <a:latin typeface="Comic Sans MS" panose="030F0702030302020204" pitchFamily="66" charset="0"/>
                <a:cs typeface="Lucida Console" panose="020B0609040504020204"/>
              </a:rPr>
              <a:t> </a:t>
            </a:r>
            <a:r>
              <a:rPr sz="1400" spc="-20" dirty="0">
                <a:latin typeface="Comic Sans MS" panose="030F0702030302020204" pitchFamily="66" charset="0"/>
                <a:cs typeface="Lucida Console" panose="020B0609040504020204"/>
              </a:rPr>
              <a:t>10);</a:t>
            </a:r>
            <a:endParaRPr sz="1400" dirty="0">
              <a:latin typeface="Comic Sans MS" panose="030F0702030302020204" pitchFamily="66" charset="0"/>
              <a:cs typeface="Lucida Console" panose="020B0609040504020204"/>
            </a:endParaRPr>
          </a:p>
          <a:p>
            <a:pPr marL="12700">
              <a:lnSpc>
                <a:spcPct val="100000"/>
              </a:lnSpc>
              <a:spcBef>
                <a:spcPts val="25"/>
              </a:spcBef>
            </a:pPr>
            <a:r>
              <a:rPr sz="1400" spc="-10" dirty="0">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5" name="object 5"/>
          <p:cNvSpPr txBox="1"/>
          <p:nvPr/>
        </p:nvSpPr>
        <p:spPr>
          <a:xfrm>
            <a:off x="5486400" y="1170495"/>
            <a:ext cx="4201795" cy="1551707"/>
          </a:xfrm>
          <a:prstGeom prst="rect">
            <a:avLst/>
          </a:prstGeom>
        </p:spPr>
        <p:txBody>
          <a:bodyPr vert="horz" wrap="square" lIns="0" tIns="0" rIns="0" bIns="0" rtlCol="0">
            <a:spAutoFit/>
          </a:bodyPr>
          <a:lstStyle/>
          <a:p>
            <a:pPr marL="12700">
              <a:lnSpc>
                <a:spcPts val="2090"/>
              </a:lnSpc>
            </a:pPr>
            <a:r>
              <a:rPr sz="1800" spc="-90" dirty="0">
                <a:latin typeface="Comic Sans MS" panose="030F0702030302020204" pitchFamily="66" charset="0"/>
                <a:cs typeface="Calibri" panose="020F0502020204030204" pitchFamily="34" charset="0"/>
              </a:rPr>
              <a:t>P</a:t>
            </a:r>
            <a:r>
              <a:rPr sz="1800" dirty="0">
                <a:latin typeface="Comic Sans MS" panose="030F0702030302020204" pitchFamily="66" charset="0"/>
                <a:cs typeface="Calibri" panose="020F0502020204030204" pitchFamily="34" charset="0"/>
              </a:rPr>
              <a:t>a</a:t>
            </a:r>
            <a:r>
              <a:rPr sz="1800" spc="-15" dirty="0">
                <a:latin typeface="Comic Sans MS" panose="030F0702030302020204" pitchFamily="66" charset="0"/>
                <a:cs typeface="Calibri" panose="020F0502020204030204" pitchFamily="34" charset="0"/>
              </a:rPr>
              <a:t>s</a:t>
            </a:r>
            <a:r>
              <a:rPr sz="1800" spc="-5" dirty="0">
                <a:latin typeface="Comic Sans MS" panose="030F0702030302020204" pitchFamily="66" charset="0"/>
                <a:cs typeface="Calibri" panose="020F0502020204030204" pitchFamily="34" charset="0"/>
              </a:rPr>
              <a:t>c</a:t>
            </a:r>
            <a:r>
              <a:rPr sz="1800" dirty="0">
                <a:latin typeface="Comic Sans MS" panose="030F0702030302020204" pitchFamily="66" charset="0"/>
                <a:cs typeface="Calibri" panose="020F0502020204030204" pitchFamily="34" charset="0"/>
              </a:rPr>
              <a:t>a</a:t>
            </a:r>
            <a:r>
              <a:rPr sz="1800" spc="-10" dirty="0">
                <a:latin typeface="Comic Sans MS" panose="030F0702030302020204" pitchFamily="66" charset="0"/>
                <a:cs typeface="Calibri" panose="020F0502020204030204" pitchFamily="34" charset="0"/>
              </a:rPr>
              <a:t>l</a:t>
            </a:r>
            <a:r>
              <a:rPr sz="1800" spc="-15"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e</a:t>
            </a:r>
            <a:r>
              <a:rPr sz="1800" dirty="0">
                <a:latin typeface="Comic Sans MS" panose="030F0702030302020204" pitchFamily="66" charset="0"/>
                <a:cs typeface="Calibri" panose="020F0502020204030204" pitchFamily="34" charset="0"/>
              </a:rPr>
              <a:t>na</a:t>
            </a:r>
            <a:r>
              <a:rPr sz="1800" spc="-5" dirty="0">
                <a:latin typeface="Comic Sans MS" panose="030F0702030302020204" pitchFamily="66" charset="0"/>
                <a:cs typeface="Calibri" panose="020F0502020204030204" pitchFamily="34" charset="0"/>
              </a:rPr>
              <a:t>b</a:t>
            </a:r>
            <a:r>
              <a:rPr sz="1800" spc="-20" dirty="0">
                <a:latin typeface="Comic Sans MS" panose="030F0702030302020204" pitchFamily="66" charset="0"/>
                <a:cs typeface="Calibri" panose="020F0502020204030204" pitchFamily="34" charset="0"/>
              </a:rPr>
              <a:t>l</a:t>
            </a:r>
            <a:r>
              <a:rPr sz="1800" spc="5" dirty="0">
                <a:latin typeface="Comic Sans MS" panose="030F0702030302020204" pitchFamily="66" charset="0"/>
                <a:cs typeface="Calibri" panose="020F0502020204030204" pitchFamily="34" charset="0"/>
              </a:rPr>
              <a:t>e</a:t>
            </a:r>
            <a:r>
              <a:rPr sz="1800" spc="-10" dirty="0">
                <a:latin typeface="Comic Sans MS" panose="030F0702030302020204" pitchFamily="66" charset="0"/>
                <a:cs typeface="Calibri" panose="020F0502020204030204" pitchFamily="34" charset="0"/>
              </a:rPr>
              <a:t>s </a:t>
            </a:r>
            <a:r>
              <a:rPr sz="1800" spc="-15" dirty="0">
                <a:latin typeface="Comic Sans MS" panose="030F0702030302020204" pitchFamily="66" charset="0"/>
                <a:cs typeface="Calibri" panose="020F0502020204030204" pitchFamily="34" charset="0"/>
              </a:rPr>
              <a:t>s</a:t>
            </a:r>
            <a:r>
              <a:rPr sz="1800" dirty="0">
                <a:latin typeface="Comic Sans MS" panose="030F0702030302020204" pitchFamily="66" charset="0"/>
                <a:cs typeface="Calibri" panose="020F0502020204030204" pitchFamily="34" charset="0"/>
              </a:rPr>
              <a:t>y</a:t>
            </a:r>
            <a:r>
              <a:rPr sz="1800" spc="-15" dirty="0">
                <a:latin typeface="Comic Sans MS" panose="030F0702030302020204" pitchFamily="66" charset="0"/>
                <a:cs typeface="Calibri" panose="020F0502020204030204" pitchFamily="34" charset="0"/>
              </a:rPr>
              <a:t>s</a:t>
            </a:r>
            <a:r>
              <a:rPr sz="1800" spc="-5" dirty="0">
                <a:latin typeface="Comic Sans MS" panose="030F0702030302020204" pitchFamily="66" charset="0"/>
                <a:cs typeface="Calibri" panose="020F0502020204030204" pitchFamily="34" charset="0"/>
              </a:rPr>
              <a:t>t</a:t>
            </a:r>
            <a:r>
              <a:rPr sz="1800" spc="5" dirty="0">
                <a:latin typeface="Comic Sans MS" panose="030F0702030302020204" pitchFamily="66" charset="0"/>
                <a:cs typeface="Calibri" panose="020F0502020204030204" pitchFamily="34" charset="0"/>
              </a:rPr>
              <a:t>em</a:t>
            </a:r>
            <a:r>
              <a:rPr sz="1800" dirty="0">
                <a:latin typeface="Comic Sans MS" panose="030F0702030302020204" pitchFamily="66" charset="0"/>
                <a:cs typeface="Calibri" panose="020F0502020204030204" pitchFamily="34" charset="0"/>
              </a:rPr>
              <a:t>-</a:t>
            </a:r>
            <a:r>
              <a:rPr sz="1800" spc="-5" dirty="0">
                <a:latin typeface="Comic Sans MS" panose="030F0702030302020204" pitchFamily="66" charset="0"/>
                <a:cs typeface="Calibri" panose="020F0502020204030204" pitchFamily="34" charset="0"/>
              </a:rPr>
              <a:t>wid</a:t>
            </a:r>
            <a:r>
              <a:rPr sz="1800" dirty="0">
                <a:latin typeface="Comic Sans MS" panose="030F0702030302020204" pitchFamily="66" charset="0"/>
                <a:cs typeface="Calibri" panose="020F0502020204030204" pitchFamily="34" charset="0"/>
              </a:rPr>
              <a:t>e a</a:t>
            </a:r>
            <a:r>
              <a:rPr sz="1800" spc="-5" dirty="0">
                <a:latin typeface="Comic Sans MS" panose="030F0702030302020204" pitchFamily="66" charset="0"/>
                <a:cs typeface="Calibri" panose="020F0502020204030204" pitchFamily="34" charset="0"/>
              </a:rPr>
              <a:t>t</a:t>
            </a:r>
            <a:r>
              <a:rPr sz="1800" spc="-15" dirty="0">
                <a:latin typeface="Comic Sans MS" panose="030F0702030302020204" pitchFamily="66" charset="0"/>
                <a:cs typeface="Calibri" panose="020F0502020204030204" pitchFamily="34" charset="0"/>
              </a:rPr>
              <a:t>o</a:t>
            </a:r>
            <a:r>
              <a:rPr sz="1800" spc="5" dirty="0">
                <a:latin typeface="Comic Sans MS" panose="030F0702030302020204" pitchFamily="66" charset="0"/>
                <a:cs typeface="Calibri" panose="020F0502020204030204" pitchFamily="34" charset="0"/>
              </a:rPr>
              <a:t>m</a:t>
            </a:r>
            <a:r>
              <a:rPr sz="1800" spc="-5" dirty="0">
                <a:latin typeface="Comic Sans MS" panose="030F0702030302020204" pitchFamily="66" charset="0"/>
                <a:cs typeface="Calibri" panose="020F0502020204030204" pitchFamily="34" charset="0"/>
              </a:rPr>
              <a:t>ic</a:t>
            </a:r>
            <a:r>
              <a:rPr sz="1800" spc="-10" dirty="0">
                <a:latin typeface="Comic Sans MS" panose="030F0702030302020204" pitchFamily="66" charset="0"/>
                <a:cs typeface="Calibri" panose="020F0502020204030204" pitchFamily="34" charset="0"/>
              </a:rPr>
              <a:t>s</a:t>
            </a:r>
            <a:endParaRPr sz="1800" dirty="0">
              <a:latin typeface="Comic Sans MS" panose="030F0702030302020204" pitchFamily="66" charset="0"/>
              <a:cs typeface="Calibri" panose="020F0502020204030204" pitchFamily="34" charset="0"/>
            </a:endParaRPr>
          </a:p>
          <a:p>
            <a:pPr marL="298450" indent="-285750">
              <a:lnSpc>
                <a:spcPts val="1955"/>
              </a:lnSpc>
              <a:buFont typeface="Arial" panose="020B0604020202020204"/>
              <a:buChar char="•"/>
              <a:tabLst>
                <a:tab pos="298450" algn="l"/>
              </a:tabLst>
            </a:pPr>
            <a:r>
              <a:rPr sz="1800" spc="-5" dirty="0">
                <a:latin typeface="Comic Sans MS" panose="030F0702030302020204" pitchFamily="66" charset="0"/>
                <a:cs typeface="Calibri" panose="020F0502020204030204" pitchFamily="34" charset="0"/>
              </a:rPr>
              <a:t>Di</a:t>
            </a:r>
            <a:r>
              <a:rPr sz="1800" spc="-10" dirty="0">
                <a:latin typeface="Comic Sans MS" panose="030F0702030302020204" pitchFamily="66" charset="0"/>
                <a:cs typeface="Calibri" panose="020F0502020204030204" pitchFamily="34" charset="0"/>
              </a:rPr>
              <a:t>r</a:t>
            </a:r>
            <a:r>
              <a:rPr sz="1800" spc="5" dirty="0">
                <a:latin typeface="Comic Sans MS" panose="030F0702030302020204" pitchFamily="66" charset="0"/>
                <a:cs typeface="Calibri" panose="020F0502020204030204" pitchFamily="34" charset="0"/>
              </a:rPr>
              <a:t>e</a:t>
            </a:r>
            <a:r>
              <a:rPr sz="1800" spc="-5" dirty="0">
                <a:latin typeface="Comic Sans MS" panose="030F0702030302020204" pitchFamily="66" charset="0"/>
                <a:cs typeface="Calibri" panose="020F0502020204030204" pitchFamily="34" charset="0"/>
              </a:rPr>
              <a:t>c</a:t>
            </a:r>
            <a:r>
              <a:rPr sz="1800" dirty="0">
                <a:latin typeface="Comic Sans MS" panose="030F0702030302020204" pitchFamily="66" charset="0"/>
                <a:cs typeface="Calibri" panose="020F0502020204030204" pitchFamily="34" charset="0"/>
              </a:rPr>
              <a:t>t</a:t>
            </a:r>
            <a:r>
              <a:rPr sz="1800" spc="-10" dirty="0">
                <a:latin typeface="Comic Sans MS" panose="030F0702030302020204" pitchFamily="66" charset="0"/>
                <a:cs typeface="Calibri" panose="020F0502020204030204" pitchFamily="34" charset="0"/>
              </a:rPr>
              <a:t> </a:t>
            </a:r>
            <a:r>
              <a:rPr sz="1800" spc="-5" dirty="0">
                <a:latin typeface="Comic Sans MS" panose="030F0702030302020204" pitchFamily="66" charset="0"/>
                <a:cs typeface="Calibri" panose="020F0502020204030204" pitchFamily="34" charset="0"/>
              </a:rPr>
              <a:t>s</a:t>
            </a:r>
            <a:r>
              <a:rPr sz="1800" dirty="0">
                <a:latin typeface="Comic Sans MS" panose="030F0702030302020204" pitchFamily="66" charset="0"/>
                <a:cs typeface="Calibri" panose="020F0502020204030204" pitchFamily="34" charset="0"/>
              </a:rPr>
              <a:t>u</a:t>
            </a:r>
            <a:r>
              <a:rPr sz="1800" spc="-5" dirty="0">
                <a:latin typeface="Comic Sans MS" panose="030F0702030302020204" pitchFamily="66" charset="0"/>
                <a:cs typeface="Calibri" panose="020F0502020204030204" pitchFamily="34" charset="0"/>
              </a:rPr>
              <a:t>pp</a:t>
            </a:r>
            <a:r>
              <a:rPr sz="1800" spc="-15" dirty="0">
                <a:latin typeface="Comic Sans MS" panose="030F0702030302020204" pitchFamily="66" charset="0"/>
                <a:cs typeface="Calibri" panose="020F0502020204030204" pitchFamily="34" charset="0"/>
              </a:rPr>
              <a:t>o</a:t>
            </a:r>
            <a:r>
              <a:rPr sz="1800" spc="-10" dirty="0">
                <a:latin typeface="Comic Sans MS" panose="030F0702030302020204" pitchFamily="66" charset="0"/>
                <a:cs typeface="Calibri" panose="020F0502020204030204" pitchFamily="34" charset="0"/>
              </a:rPr>
              <a:t>r</a:t>
            </a:r>
            <a:r>
              <a:rPr sz="1800" dirty="0">
                <a:latin typeface="Comic Sans MS" panose="030F0702030302020204" pitchFamily="66" charset="0"/>
                <a:cs typeface="Calibri" panose="020F0502020204030204" pitchFamily="34" charset="0"/>
              </a:rPr>
              <a:t>t</a:t>
            </a:r>
            <a:r>
              <a:rPr sz="1800" spc="-10" dirty="0">
                <a:latin typeface="Comic Sans MS" panose="030F0702030302020204" pitchFamily="66" charset="0"/>
                <a:cs typeface="Calibri" panose="020F0502020204030204" pitchFamily="34" charset="0"/>
              </a:rPr>
              <a:t> </a:t>
            </a:r>
            <a:r>
              <a:rPr sz="1800" spc="-15" dirty="0">
                <a:latin typeface="Comic Sans MS" panose="030F0702030302020204" pitchFamily="66" charset="0"/>
                <a:cs typeface="Calibri" panose="020F0502020204030204" pitchFamily="34" charset="0"/>
              </a:rPr>
              <a:t>o</a:t>
            </a:r>
            <a:r>
              <a:rPr sz="1800" spc="-10" dirty="0">
                <a:latin typeface="Comic Sans MS" panose="030F0702030302020204" pitchFamily="66" charset="0"/>
                <a:cs typeface="Calibri" panose="020F0502020204030204" pitchFamily="34" charset="0"/>
              </a:rPr>
              <a:t>f </a:t>
            </a:r>
            <a:r>
              <a:rPr sz="1800" dirty="0">
                <a:latin typeface="Comic Sans MS" panose="030F0702030302020204" pitchFamily="66" charset="0"/>
                <a:cs typeface="Calibri" panose="020F0502020204030204" pitchFamily="34" charset="0"/>
              </a:rPr>
              <a:t>a</a:t>
            </a:r>
            <a:r>
              <a:rPr sz="1800" spc="-5" dirty="0">
                <a:latin typeface="Comic Sans MS" panose="030F0702030302020204" pitchFamily="66" charset="0"/>
                <a:cs typeface="Calibri" panose="020F0502020204030204" pitchFamily="34" charset="0"/>
              </a:rPr>
              <a:t>t</a:t>
            </a:r>
            <a:r>
              <a:rPr sz="1800" spc="-15" dirty="0">
                <a:latin typeface="Comic Sans MS" panose="030F0702030302020204" pitchFamily="66" charset="0"/>
                <a:cs typeface="Calibri" panose="020F0502020204030204" pitchFamily="34" charset="0"/>
              </a:rPr>
              <a:t>o</a:t>
            </a:r>
            <a:r>
              <a:rPr sz="1800" spc="-10" dirty="0">
                <a:latin typeface="Comic Sans MS" panose="030F0702030302020204" pitchFamily="66" charset="0"/>
                <a:cs typeface="Calibri" panose="020F0502020204030204" pitchFamily="34" charset="0"/>
              </a:rPr>
              <a:t>m</a:t>
            </a:r>
            <a:r>
              <a:rPr sz="1800" spc="-5" dirty="0">
                <a:latin typeface="Comic Sans MS" panose="030F0702030302020204" pitchFamily="66" charset="0"/>
                <a:cs typeface="Calibri" panose="020F0502020204030204" pitchFamily="34" charset="0"/>
              </a:rPr>
              <a:t>i</a:t>
            </a:r>
            <a:r>
              <a:rPr sz="1800" spc="-15" dirty="0">
                <a:latin typeface="Comic Sans MS" panose="030F0702030302020204" pitchFamily="66" charset="0"/>
                <a:cs typeface="Calibri" panose="020F0502020204030204" pitchFamily="34" charset="0"/>
              </a:rPr>
              <a:t>c</a:t>
            </a:r>
            <a:r>
              <a:rPr sz="1800" spc="-10" dirty="0">
                <a:latin typeface="Comic Sans MS" panose="030F0702030302020204" pitchFamily="66" charset="0"/>
                <a:cs typeface="Calibri" panose="020F0502020204030204" pitchFamily="34" charset="0"/>
              </a:rPr>
              <a:t>s </a:t>
            </a:r>
            <a:r>
              <a:rPr sz="1800" spc="-15" dirty="0">
                <a:latin typeface="Comic Sans MS" panose="030F0702030302020204" pitchFamily="66" charset="0"/>
                <a:cs typeface="Calibri" panose="020F0502020204030204" pitchFamily="34" charset="0"/>
              </a:rPr>
              <a:t>o</a:t>
            </a:r>
            <a:r>
              <a:rPr sz="1800" spc="-5" dirty="0">
                <a:latin typeface="Comic Sans MS" panose="030F0702030302020204" pitchFamily="66" charset="0"/>
                <a:cs typeface="Calibri" panose="020F0502020204030204" pitchFamily="34" charset="0"/>
              </a:rPr>
              <a:t>v</a:t>
            </a:r>
            <a:r>
              <a:rPr sz="1800" spc="5" dirty="0">
                <a:latin typeface="Comic Sans MS" panose="030F0702030302020204" pitchFamily="66" charset="0"/>
                <a:cs typeface="Calibri" panose="020F0502020204030204" pitchFamily="34" charset="0"/>
              </a:rPr>
              <a:t>e</a:t>
            </a:r>
            <a:r>
              <a:rPr sz="1800" spc="-10" dirty="0">
                <a:latin typeface="Comic Sans MS" panose="030F0702030302020204" pitchFamily="66" charset="0"/>
                <a:cs typeface="Calibri" panose="020F0502020204030204" pitchFamily="34" charset="0"/>
              </a:rPr>
              <a:t>r</a:t>
            </a:r>
            <a:r>
              <a:rPr sz="1800" spc="-5" dirty="0">
                <a:latin typeface="Comic Sans MS" panose="030F0702030302020204" pitchFamily="66" charset="0"/>
                <a:cs typeface="Calibri" panose="020F0502020204030204" pitchFamily="34" charset="0"/>
              </a:rPr>
              <a:t> </a:t>
            </a:r>
            <a:r>
              <a:rPr sz="1800" dirty="0">
                <a:latin typeface="Comic Sans MS" panose="030F0702030302020204" pitchFamily="66" charset="0"/>
                <a:cs typeface="Calibri" panose="020F0502020204030204" pitchFamily="34" charset="0"/>
              </a:rPr>
              <a:t>NVL</a:t>
            </a:r>
            <a:r>
              <a:rPr sz="1800" spc="-5" dirty="0">
                <a:latin typeface="Comic Sans MS" panose="030F0702030302020204" pitchFamily="66" charset="0"/>
                <a:cs typeface="Calibri" panose="020F0502020204030204" pitchFamily="34" charset="0"/>
              </a:rPr>
              <a:t>i</a:t>
            </a:r>
            <a:r>
              <a:rPr sz="1800" dirty="0">
                <a:latin typeface="Comic Sans MS" panose="030F0702030302020204" pitchFamily="66" charset="0"/>
                <a:cs typeface="Calibri" panose="020F0502020204030204" pitchFamily="34" charset="0"/>
              </a:rPr>
              <a:t>nk</a:t>
            </a:r>
          </a:p>
          <a:p>
            <a:pPr marL="298450" indent="-285750">
              <a:lnSpc>
                <a:spcPts val="2030"/>
              </a:lnSpc>
              <a:buFont typeface="Arial" panose="020B0604020202020204"/>
              <a:buChar char="•"/>
              <a:tabLst>
                <a:tab pos="298450" algn="l"/>
              </a:tabLst>
            </a:pPr>
            <a:r>
              <a:rPr sz="1800" spc="-15" dirty="0">
                <a:latin typeface="Comic Sans MS" panose="030F0702030302020204" pitchFamily="66" charset="0"/>
                <a:cs typeface="Calibri" panose="020F0502020204030204" pitchFamily="34" charset="0"/>
              </a:rPr>
              <a:t>Sof</a:t>
            </a:r>
            <a:r>
              <a:rPr sz="1800" spc="-10" dirty="0">
                <a:latin typeface="Comic Sans MS" panose="030F0702030302020204" pitchFamily="66" charset="0"/>
                <a:cs typeface="Calibri" panose="020F0502020204030204" pitchFamily="34" charset="0"/>
              </a:rPr>
              <a:t>t</a:t>
            </a:r>
            <a:r>
              <a:rPr sz="1800" spc="-5" dirty="0">
                <a:latin typeface="Comic Sans MS" panose="030F0702030302020204" pitchFamily="66" charset="0"/>
                <a:cs typeface="Calibri" panose="020F0502020204030204" pitchFamily="34" charset="0"/>
              </a:rPr>
              <a:t>w</a:t>
            </a:r>
            <a:r>
              <a:rPr sz="1800" spc="5" dirty="0">
                <a:latin typeface="Comic Sans MS" panose="030F0702030302020204" pitchFamily="66" charset="0"/>
                <a:cs typeface="Calibri" panose="020F0502020204030204" pitchFamily="34" charset="0"/>
              </a:rPr>
              <a:t>a</a:t>
            </a:r>
            <a:r>
              <a:rPr sz="1800" spc="-10" dirty="0">
                <a:latin typeface="Comic Sans MS" panose="030F0702030302020204" pitchFamily="66" charset="0"/>
                <a:cs typeface="Calibri" panose="020F0502020204030204" pitchFamily="34" charset="0"/>
              </a:rPr>
              <a:t>r</a:t>
            </a:r>
            <a:r>
              <a:rPr sz="1800" dirty="0">
                <a:latin typeface="Comic Sans MS" panose="030F0702030302020204" pitchFamily="66" charset="0"/>
                <a:cs typeface="Calibri" panose="020F0502020204030204" pitchFamily="34" charset="0"/>
              </a:rPr>
              <a:t>e-a</a:t>
            </a:r>
            <a:r>
              <a:rPr sz="1800" spc="-5" dirty="0">
                <a:latin typeface="Comic Sans MS" panose="030F0702030302020204" pitchFamily="66" charset="0"/>
                <a:cs typeface="Calibri" panose="020F0502020204030204" pitchFamily="34" charset="0"/>
              </a:rPr>
              <a:t>s</a:t>
            </a:r>
            <a:r>
              <a:rPr sz="1800" spc="-15" dirty="0">
                <a:latin typeface="Comic Sans MS" panose="030F0702030302020204" pitchFamily="66" charset="0"/>
                <a:cs typeface="Calibri" panose="020F0502020204030204" pitchFamily="34" charset="0"/>
              </a:rPr>
              <a:t>s</a:t>
            </a:r>
            <a:r>
              <a:rPr sz="1800" spc="-5" dirty="0">
                <a:latin typeface="Comic Sans MS" panose="030F0702030302020204" pitchFamily="66" charset="0"/>
                <a:cs typeface="Calibri" panose="020F0502020204030204" pitchFamily="34" charset="0"/>
              </a:rPr>
              <a:t>i</a:t>
            </a:r>
            <a:r>
              <a:rPr sz="1800" spc="-15" dirty="0">
                <a:latin typeface="Comic Sans MS" panose="030F0702030302020204" pitchFamily="66" charset="0"/>
                <a:cs typeface="Calibri" panose="020F0502020204030204" pitchFamily="34" charset="0"/>
              </a:rPr>
              <a:t>s</a:t>
            </a:r>
            <a:r>
              <a:rPr sz="1800" spc="-5" dirty="0">
                <a:latin typeface="Comic Sans MS" panose="030F0702030302020204" pitchFamily="66" charset="0"/>
                <a:cs typeface="Calibri" panose="020F0502020204030204" pitchFamily="34" charset="0"/>
              </a:rPr>
              <a:t>t</a:t>
            </a:r>
            <a:r>
              <a:rPr sz="1800" spc="5" dirty="0">
                <a:latin typeface="Comic Sans MS" panose="030F0702030302020204" pitchFamily="66" charset="0"/>
                <a:cs typeface="Calibri" panose="020F0502020204030204" pitchFamily="34" charset="0"/>
              </a:rPr>
              <a:t>e</a:t>
            </a:r>
            <a:r>
              <a:rPr sz="1800" dirty="0">
                <a:latin typeface="Comic Sans MS" panose="030F0702030302020204" pitchFamily="66" charset="0"/>
                <a:cs typeface="Calibri" panose="020F0502020204030204" pitchFamily="34" charset="0"/>
              </a:rPr>
              <a:t>d</a:t>
            </a:r>
            <a:r>
              <a:rPr sz="1800" spc="-10" dirty="0">
                <a:latin typeface="Comic Sans MS" panose="030F0702030302020204" pitchFamily="66" charset="0"/>
                <a:cs typeface="Calibri" panose="020F0502020204030204" pitchFamily="34" charset="0"/>
              </a:rPr>
              <a:t> </a:t>
            </a:r>
            <a:r>
              <a:rPr sz="1800" spc="-15" dirty="0">
                <a:latin typeface="Comic Sans MS" panose="030F0702030302020204" pitchFamily="66" charset="0"/>
                <a:cs typeface="Calibri" panose="020F0502020204030204" pitchFamily="34" charset="0"/>
              </a:rPr>
              <a:t>o</a:t>
            </a:r>
            <a:r>
              <a:rPr sz="1800" spc="5" dirty="0">
                <a:latin typeface="Comic Sans MS" panose="030F0702030302020204" pitchFamily="66" charset="0"/>
                <a:cs typeface="Calibri" panose="020F0502020204030204" pitchFamily="34" charset="0"/>
              </a:rPr>
              <a:t>ve</a:t>
            </a:r>
            <a:r>
              <a:rPr sz="1800" spc="-10" dirty="0">
                <a:latin typeface="Comic Sans MS" panose="030F0702030302020204" pitchFamily="66" charset="0"/>
                <a:cs typeface="Calibri" panose="020F0502020204030204" pitchFamily="34" charset="0"/>
              </a:rPr>
              <a:t>r </a:t>
            </a:r>
            <a:r>
              <a:rPr sz="1800" spc="-20" dirty="0">
                <a:latin typeface="Comic Sans MS" panose="030F0702030302020204" pitchFamily="66" charset="0"/>
                <a:cs typeface="Calibri" panose="020F0502020204030204" pitchFamily="34" charset="0"/>
              </a:rPr>
              <a:t>PC</a:t>
            </a:r>
            <a:r>
              <a:rPr sz="1800" spc="-5" dirty="0">
                <a:latin typeface="Comic Sans MS" panose="030F0702030302020204" pitchFamily="66" charset="0"/>
                <a:cs typeface="Calibri" panose="020F0502020204030204" pitchFamily="34" charset="0"/>
              </a:rPr>
              <a:t>I</a:t>
            </a:r>
            <a:r>
              <a:rPr sz="1800" dirty="0">
                <a:latin typeface="Comic Sans MS" panose="030F0702030302020204" pitchFamily="66" charset="0"/>
                <a:cs typeface="Calibri" panose="020F0502020204030204" pitchFamily="34" charset="0"/>
              </a:rPr>
              <a:t>e</a:t>
            </a:r>
          </a:p>
          <a:p>
            <a:pPr marL="12700" marR="309245">
              <a:lnSpc>
                <a:spcPts val="1990"/>
              </a:lnSpc>
            </a:pPr>
            <a:r>
              <a:rPr sz="1800" spc="-5" dirty="0">
                <a:solidFill>
                  <a:srgbClr val="FF0000"/>
                </a:solidFill>
                <a:latin typeface="Comic Sans MS" panose="030F0702030302020204" pitchFamily="66" charset="0"/>
                <a:cs typeface="Calibri" panose="020F0502020204030204" pitchFamily="34" charset="0"/>
              </a:rPr>
              <a:t>S</a:t>
            </a:r>
            <a:r>
              <a:rPr sz="1800" dirty="0">
                <a:solidFill>
                  <a:srgbClr val="FF0000"/>
                </a:solidFill>
                <a:latin typeface="Comic Sans MS" panose="030F0702030302020204" pitchFamily="66" charset="0"/>
                <a:cs typeface="Calibri" panose="020F0502020204030204" pitchFamily="34" charset="0"/>
              </a:rPr>
              <a:t>y</a:t>
            </a:r>
            <a:r>
              <a:rPr sz="1800" spc="-5" dirty="0">
                <a:solidFill>
                  <a:srgbClr val="FF0000"/>
                </a:solidFill>
                <a:latin typeface="Comic Sans MS" panose="030F0702030302020204" pitchFamily="66" charset="0"/>
                <a:cs typeface="Calibri" panose="020F0502020204030204" pitchFamily="34" charset="0"/>
              </a:rPr>
              <a:t>st</a:t>
            </a:r>
            <a:r>
              <a:rPr sz="1800" spc="5" dirty="0">
                <a:solidFill>
                  <a:srgbClr val="FF0000"/>
                </a:solidFill>
                <a:latin typeface="Comic Sans MS" panose="030F0702030302020204" pitchFamily="66" charset="0"/>
                <a:cs typeface="Calibri" panose="020F0502020204030204" pitchFamily="34" charset="0"/>
              </a:rPr>
              <a:t>e</a:t>
            </a:r>
            <a:r>
              <a:rPr sz="1800" dirty="0">
                <a:solidFill>
                  <a:srgbClr val="FF0000"/>
                </a:solidFill>
                <a:latin typeface="Comic Sans MS" panose="030F0702030302020204" pitchFamily="66" charset="0"/>
                <a:cs typeface="Calibri" panose="020F0502020204030204" pitchFamily="34" charset="0"/>
              </a:rPr>
              <a:t>m-</a:t>
            </a:r>
            <a:r>
              <a:rPr sz="1800" spc="-5" dirty="0">
                <a:solidFill>
                  <a:srgbClr val="FF0000"/>
                </a:solidFill>
                <a:latin typeface="Comic Sans MS" panose="030F0702030302020204" pitchFamily="66" charset="0"/>
                <a:cs typeface="Calibri" panose="020F0502020204030204" pitchFamily="34" charset="0"/>
              </a:rPr>
              <a:t>wid</a:t>
            </a:r>
            <a:r>
              <a:rPr sz="1800" dirty="0">
                <a:solidFill>
                  <a:srgbClr val="FF0000"/>
                </a:solidFill>
                <a:latin typeface="Comic Sans MS" panose="030F0702030302020204" pitchFamily="66" charset="0"/>
                <a:cs typeface="Calibri" panose="020F0502020204030204" pitchFamily="34" charset="0"/>
              </a:rPr>
              <a:t>e a</a:t>
            </a:r>
            <a:r>
              <a:rPr sz="1800" spc="-5" dirty="0">
                <a:solidFill>
                  <a:srgbClr val="FF0000"/>
                </a:solidFill>
                <a:latin typeface="Comic Sans MS" panose="030F0702030302020204" pitchFamily="66" charset="0"/>
                <a:cs typeface="Calibri" panose="020F0502020204030204" pitchFamily="34" charset="0"/>
              </a:rPr>
              <a:t>t</a:t>
            </a:r>
            <a:r>
              <a:rPr sz="1800" spc="-15" dirty="0">
                <a:solidFill>
                  <a:srgbClr val="FF0000"/>
                </a:solidFill>
                <a:latin typeface="Comic Sans MS" panose="030F0702030302020204" pitchFamily="66" charset="0"/>
                <a:cs typeface="Calibri" panose="020F0502020204030204" pitchFamily="34" charset="0"/>
              </a:rPr>
              <a:t>o</a:t>
            </a:r>
            <a:r>
              <a:rPr sz="1800" spc="5" dirty="0">
                <a:solidFill>
                  <a:srgbClr val="FF0000"/>
                </a:solidFill>
                <a:latin typeface="Comic Sans MS" panose="030F0702030302020204" pitchFamily="66" charset="0"/>
                <a:cs typeface="Calibri" panose="020F0502020204030204" pitchFamily="34" charset="0"/>
              </a:rPr>
              <a:t>m</a:t>
            </a:r>
            <a:r>
              <a:rPr sz="1800" spc="-5" dirty="0">
                <a:solidFill>
                  <a:srgbClr val="FF0000"/>
                </a:solidFill>
                <a:latin typeface="Comic Sans MS" panose="030F0702030302020204" pitchFamily="66" charset="0"/>
                <a:cs typeface="Calibri" panose="020F0502020204030204" pitchFamily="34" charset="0"/>
              </a:rPr>
              <a:t>ic</a:t>
            </a:r>
            <a:r>
              <a:rPr sz="1800" spc="-10" dirty="0">
                <a:solidFill>
                  <a:srgbClr val="FF0000"/>
                </a:solidFill>
                <a:latin typeface="Comic Sans MS" panose="030F0702030302020204" pitchFamily="66" charset="0"/>
                <a:cs typeface="Calibri" panose="020F0502020204030204" pitchFamily="34" charset="0"/>
              </a:rPr>
              <a:t>s </a:t>
            </a:r>
            <a:r>
              <a:rPr sz="1800" dirty="0">
                <a:solidFill>
                  <a:srgbClr val="FF0000"/>
                </a:solidFill>
                <a:latin typeface="Comic Sans MS" panose="030F0702030302020204" pitchFamily="66" charset="0"/>
                <a:cs typeface="Calibri" panose="020F0502020204030204" pitchFamily="34" charset="0"/>
              </a:rPr>
              <a:t>n</a:t>
            </a:r>
            <a:r>
              <a:rPr sz="1800" spc="-15" dirty="0">
                <a:solidFill>
                  <a:srgbClr val="FF0000"/>
                </a:solidFill>
                <a:latin typeface="Comic Sans MS" panose="030F0702030302020204" pitchFamily="66" charset="0"/>
                <a:cs typeface="Calibri" panose="020F0502020204030204" pitchFamily="34" charset="0"/>
              </a:rPr>
              <a:t>o</a:t>
            </a:r>
            <a:r>
              <a:rPr sz="1800" dirty="0">
                <a:solidFill>
                  <a:srgbClr val="FF0000"/>
                </a:solidFill>
                <a:latin typeface="Comic Sans MS" panose="030F0702030302020204" pitchFamily="66" charset="0"/>
                <a:cs typeface="Calibri" panose="020F0502020204030204" pitchFamily="34" charset="0"/>
              </a:rPr>
              <a:t>t</a:t>
            </a:r>
            <a:r>
              <a:rPr sz="1800" spc="-10" dirty="0">
                <a:solidFill>
                  <a:srgbClr val="FF0000"/>
                </a:solidFill>
                <a:latin typeface="Comic Sans MS" panose="030F0702030302020204" pitchFamily="66" charset="0"/>
                <a:cs typeface="Calibri" panose="020F0502020204030204" pitchFamily="34" charset="0"/>
              </a:rPr>
              <a:t> </a:t>
            </a:r>
            <a:r>
              <a:rPr sz="1800" dirty="0">
                <a:solidFill>
                  <a:srgbClr val="FF0000"/>
                </a:solidFill>
                <a:latin typeface="Comic Sans MS" panose="030F0702030302020204" pitchFamily="66" charset="0"/>
                <a:cs typeface="Calibri" panose="020F0502020204030204" pitchFamily="34" charset="0"/>
              </a:rPr>
              <a:t>a</a:t>
            </a:r>
            <a:r>
              <a:rPr sz="1800" spc="-5" dirty="0">
                <a:solidFill>
                  <a:srgbClr val="FF0000"/>
                </a:solidFill>
                <a:latin typeface="Comic Sans MS" panose="030F0702030302020204" pitchFamily="66" charset="0"/>
                <a:cs typeface="Calibri" panose="020F0502020204030204" pitchFamily="34" charset="0"/>
              </a:rPr>
              <a:t>v</a:t>
            </a:r>
            <a:r>
              <a:rPr sz="1800" dirty="0">
                <a:solidFill>
                  <a:srgbClr val="FF0000"/>
                </a:solidFill>
                <a:latin typeface="Comic Sans MS" panose="030F0702030302020204" pitchFamily="66" charset="0"/>
                <a:cs typeface="Calibri" panose="020F0502020204030204" pitchFamily="34" charset="0"/>
              </a:rPr>
              <a:t>a</a:t>
            </a:r>
            <a:r>
              <a:rPr sz="1800" spc="-5" dirty="0">
                <a:solidFill>
                  <a:srgbClr val="FF0000"/>
                </a:solidFill>
                <a:latin typeface="Comic Sans MS" panose="030F0702030302020204" pitchFamily="66" charset="0"/>
                <a:cs typeface="Calibri" panose="020F0502020204030204" pitchFamily="34" charset="0"/>
              </a:rPr>
              <a:t>i</a:t>
            </a:r>
            <a:r>
              <a:rPr sz="1800" spc="-15" dirty="0">
                <a:solidFill>
                  <a:srgbClr val="FF0000"/>
                </a:solidFill>
                <a:latin typeface="Comic Sans MS" panose="030F0702030302020204" pitchFamily="66" charset="0"/>
                <a:cs typeface="Calibri" panose="020F0502020204030204" pitchFamily="34" charset="0"/>
              </a:rPr>
              <a:t>l</a:t>
            </a:r>
            <a:r>
              <a:rPr sz="1800" dirty="0">
                <a:solidFill>
                  <a:srgbClr val="FF0000"/>
                </a:solidFill>
                <a:latin typeface="Comic Sans MS" panose="030F0702030302020204" pitchFamily="66" charset="0"/>
                <a:cs typeface="Calibri" panose="020F0502020204030204" pitchFamily="34" charset="0"/>
              </a:rPr>
              <a:t>a</a:t>
            </a:r>
            <a:r>
              <a:rPr sz="1800" spc="-5" dirty="0">
                <a:solidFill>
                  <a:srgbClr val="FF0000"/>
                </a:solidFill>
                <a:latin typeface="Comic Sans MS" panose="030F0702030302020204" pitchFamily="66" charset="0"/>
                <a:cs typeface="Calibri" panose="020F0502020204030204" pitchFamily="34" charset="0"/>
              </a:rPr>
              <a:t>bl</a:t>
            </a:r>
            <a:r>
              <a:rPr sz="1800" dirty="0">
                <a:solidFill>
                  <a:srgbClr val="FF0000"/>
                </a:solidFill>
                <a:latin typeface="Comic Sans MS" panose="030F0702030302020204" pitchFamily="66" charset="0"/>
                <a:cs typeface="Calibri" panose="020F0502020204030204" pitchFamily="34" charset="0"/>
              </a:rPr>
              <a:t>e </a:t>
            </a:r>
            <a:r>
              <a:rPr sz="1800" spc="-15" dirty="0">
                <a:solidFill>
                  <a:srgbClr val="FF0000"/>
                </a:solidFill>
                <a:latin typeface="Comic Sans MS" panose="030F0702030302020204" pitchFamily="66" charset="0"/>
                <a:cs typeface="Calibri" panose="020F0502020204030204" pitchFamily="34" charset="0"/>
              </a:rPr>
              <a:t>o</a:t>
            </a:r>
            <a:r>
              <a:rPr sz="1800" dirty="0">
                <a:solidFill>
                  <a:srgbClr val="FF0000"/>
                </a:solidFill>
                <a:latin typeface="Comic Sans MS" panose="030F0702030302020204" pitchFamily="66" charset="0"/>
                <a:cs typeface="Calibri" panose="020F0502020204030204" pitchFamily="34" charset="0"/>
              </a:rPr>
              <a:t>n </a:t>
            </a:r>
            <a:r>
              <a:rPr sz="1800" spc="-60" dirty="0">
                <a:solidFill>
                  <a:srgbClr val="FF0000"/>
                </a:solidFill>
                <a:latin typeface="Comic Sans MS" panose="030F0702030302020204" pitchFamily="66" charset="0"/>
                <a:cs typeface="Calibri" panose="020F0502020204030204" pitchFamily="34" charset="0"/>
              </a:rPr>
              <a:t>K</a:t>
            </a:r>
            <a:r>
              <a:rPr sz="1800" spc="5" dirty="0">
                <a:solidFill>
                  <a:srgbClr val="FF0000"/>
                </a:solidFill>
                <a:latin typeface="Comic Sans MS" panose="030F0702030302020204" pitchFamily="66" charset="0"/>
                <a:cs typeface="Calibri" panose="020F0502020204030204" pitchFamily="34" charset="0"/>
              </a:rPr>
              <a:t>e</a:t>
            </a:r>
            <a:r>
              <a:rPr sz="1800" spc="-5" dirty="0">
                <a:solidFill>
                  <a:srgbClr val="FF0000"/>
                </a:solidFill>
                <a:latin typeface="Comic Sans MS" panose="030F0702030302020204" pitchFamily="66" charset="0"/>
                <a:cs typeface="Calibri" panose="020F0502020204030204" pitchFamily="34" charset="0"/>
              </a:rPr>
              <a:t>p</a:t>
            </a:r>
            <a:r>
              <a:rPr sz="1800" spc="-20" dirty="0">
                <a:solidFill>
                  <a:srgbClr val="FF0000"/>
                </a:solidFill>
                <a:latin typeface="Comic Sans MS" panose="030F0702030302020204" pitchFamily="66" charset="0"/>
                <a:cs typeface="Calibri" panose="020F0502020204030204" pitchFamily="34" charset="0"/>
              </a:rPr>
              <a:t>l</a:t>
            </a:r>
            <a:r>
              <a:rPr sz="1800" spc="5" dirty="0">
                <a:solidFill>
                  <a:srgbClr val="FF0000"/>
                </a:solidFill>
                <a:latin typeface="Comic Sans MS" panose="030F0702030302020204" pitchFamily="66" charset="0"/>
                <a:cs typeface="Calibri" panose="020F0502020204030204" pitchFamily="34" charset="0"/>
              </a:rPr>
              <a:t>e</a:t>
            </a:r>
            <a:r>
              <a:rPr sz="1800" spc="-10" dirty="0">
                <a:solidFill>
                  <a:srgbClr val="FF0000"/>
                </a:solidFill>
                <a:latin typeface="Comic Sans MS" panose="030F0702030302020204" pitchFamily="66" charset="0"/>
                <a:cs typeface="Calibri" panose="020F0502020204030204" pitchFamily="34" charset="0"/>
              </a:rPr>
              <a:t>r </a:t>
            </a:r>
            <a:r>
              <a:rPr sz="1800" dirty="0">
                <a:solidFill>
                  <a:srgbClr val="FF0000"/>
                </a:solidFill>
                <a:latin typeface="Comic Sans MS" panose="030F0702030302020204" pitchFamily="66" charset="0"/>
                <a:cs typeface="Calibri" panose="020F0502020204030204" pitchFamily="34" charset="0"/>
              </a:rPr>
              <a:t>/ </a:t>
            </a:r>
            <a:r>
              <a:rPr sz="1800" spc="-5" dirty="0">
                <a:solidFill>
                  <a:srgbClr val="FF0000"/>
                </a:solidFill>
                <a:latin typeface="Comic Sans MS" panose="030F0702030302020204" pitchFamily="66" charset="0"/>
                <a:cs typeface="Calibri" panose="020F0502020204030204" pitchFamily="34" charset="0"/>
              </a:rPr>
              <a:t>M</a:t>
            </a:r>
            <a:r>
              <a:rPr sz="1800" dirty="0">
                <a:solidFill>
                  <a:srgbClr val="FF0000"/>
                </a:solidFill>
                <a:latin typeface="Comic Sans MS" panose="030F0702030302020204" pitchFamily="66" charset="0"/>
                <a:cs typeface="Calibri" panose="020F0502020204030204" pitchFamily="34" charset="0"/>
              </a:rPr>
              <a:t>a</a:t>
            </a:r>
            <a:r>
              <a:rPr sz="1800" spc="-15" dirty="0">
                <a:solidFill>
                  <a:srgbClr val="FF0000"/>
                </a:solidFill>
                <a:latin typeface="Comic Sans MS" panose="030F0702030302020204" pitchFamily="66" charset="0"/>
                <a:cs typeface="Calibri" panose="020F0502020204030204" pitchFamily="34" charset="0"/>
              </a:rPr>
              <a:t>x</a:t>
            </a:r>
            <a:r>
              <a:rPr sz="1800" spc="-5" dirty="0">
                <a:solidFill>
                  <a:srgbClr val="FF0000"/>
                </a:solidFill>
                <a:latin typeface="Comic Sans MS" panose="030F0702030302020204" pitchFamily="66" charset="0"/>
                <a:cs typeface="Calibri" panose="020F0502020204030204" pitchFamily="34" charset="0"/>
              </a:rPr>
              <a:t>w</a:t>
            </a:r>
            <a:r>
              <a:rPr sz="1800" spc="5" dirty="0">
                <a:solidFill>
                  <a:srgbClr val="FF0000"/>
                </a:solidFill>
                <a:latin typeface="Comic Sans MS" panose="030F0702030302020204" pitchFamily="66" charset="0"/>
                <a:cs typeface="Calibri" panose="020F0502020204030204" pitchFamily="34" charset="0"/>
              </a:rPr>
              <a:t>e</a:t>
            </a:r>
            <a:r>
              <a:rPr sz="1800" spc="-10" dirty="0">
                <a:solidFill>
                  <a:srgbClr val="FF0000"/>
                </a:solidFill>
                <a:latin typeface="Comic Sans MS" panose="030F0702030302020204" pitchFamily="66" charset="0"/>
                <a:cs typeface="Calibri" panose="020F0502020204030204" pitchFamily="34" charset="0"/>
              </a:rPr>
              <a:t>ll</a:t>
            </a:r>
            <a:endParaRPr sz="1800" dirty="0">
              <a:latin typeface="Comic Sans MS" panose="030F0702030302020204" pitchFamily="66" charset="0"/>
              <a:cs typeface="Calibri" panose="020F0502020204030204" pitchFamily="34" charset="0"/>
            </a:endParaRPr>
          </a:p>
        </p:txBody>
      </p:sp>
      <p:sp>
        <p:nvSpPr>
          <p:cNvPr id="6" name="object 6"/>
          <p:cNvSpPr/>
          <p:nvPr/>
        </p:nvSpPr>
        <p:spPr>
          <a:xfrm>
            <a:off x="4112828" y="2083455"/>
            <a:ext cx="1181100" cy="76200"/>
          </a:xfrm>
          <a:custGeom>
            <a:avLst/>
            <a:gdLst/>
            <a:ahLst/>
            <a:cxnLst/>
            <a:rect l="l" t="t" r="r" b="b"/>
            <a:pathLst>
              <a:path w="1181100" h="76200">
                <a:moveTo>
                  <a:pt x="76200" y="0"/>
                </a:moveTo>
                <a:lnTo>
                  <a:pt x="0" y="38100"/>
                </a:lnTo>
                <a:lnTo>
                  <a:pt x="76200" y="76200"/>
                </a:lnTo>
                <a:lnTo>
                  <a:pt x="76200" y="47625"/>
                </a:lnTo>
                <a:lnTo>
                  <a:pt x="63500" y="47625"/>
                </a:lnTo>
                <a:lnTo>
                  <a:pt x="63500" y="28575"/>
                </a:lnTo>
                <a:lnTo>
                  <a:pt x="76200" y="28575"/>
                </a:lnTo>
                <a:lnTo>
                  <a:pt x="76200" y="0"/>
                </a:lnTo>
                <a:close/>
              </a:path>
              <a:path w="1181100" h="76200">
                <a:moveTo>
                  <a:pt x="76200" y="28575"/>
                </a:moveTo>
                <a:lnTo>
                  <a:pt x="63500" y="28575"/>
                </a:lnTo>
                <a:lnTo>
                  <a:pt x="63500" y="47625"/>
                </a:lnTo>
                <a:lnTo>
                  <a:pt x="76200" y="47625"/>
                </a:lnTo>
                <a:lnTo>
                  <a:pt x="76200" y="28575"/>
                </a:lnTo>
                <a:close/>
              </a:path>
              <a:path w="1181100" h="76200">
                <a:moveTo>
                  <a:pt x="1181100" y="28575"/>
                </a:moveTo>
                <a:lnTo>
                  <a:pt x="76200" y="28575"/>
                </a:lnTo>
                <a:lnTo>
                  <a:pt x="76200" y="47625"/>
                </a:lnTo>
                <a:lnTo>
                  <a:pt x="1181100" y="47625"/>
                </a:lnTo>
                <a:lnTo>
                  <a:pt x="1181100" y="28575"/>
                </a:lnTo>
                <a:close/>
              </a:path>
            </a:pathLst>
          </a:custGeom>
          <a:solidFill>
            <a:srgbClr val="000000"/>
          </a:solidFill>
        </p:spPr>
        <p:txBody>
          <a:bodyPr wrap="square" lIns="0" tIns="0" rIns="0" bIns="0" rtlCol="0"/>
          <a:lstStyle/>
          <a:p>
            <a:endParaRPr>
              <a:latin typeface="Comic Sans MS" panose="030F0702030302020204" pitchFamily="66" charset="0"/>
            </a:endParaRPr>
          </a:p>
        </p:txBody>
      </p:sp>
      <p:sp>
        <p:nvSpPr>
          <p:cNvPr id="8" name="文本框 7"/>
          <p:cNvSpPr txBox="1"/>
          <p:nvPr/>
        </p:nvSpPr>
        <p:spPr>
          <a:xfrm>
            <a:off x="3429000" y="2722202"/>
            <a:ext cx="7539824" cy="3477875"/>
          </a:xfrm>
          <a:prstGeom prst="rect">
            <a:avLst/>
          </a:prstGeom>
          <a:noFill/>
        </p:spPr>
        <p:txBody>
          <a:bodyPr wrap="square" rtlCol="0">
            <a:spAutoFit/>
          </a:bodyPr>
          <a:lstStyle/>
          <a:p>
            <a:r>
              <a:rPr lang="en-US" sz="2000" b="1" dirty="0">
                <a:latin typeface="Comic Sans MS" panose="030F0702030302020204" pitchFamily="66" charset="0"/>
              </a:rPr>
              <a:t>System-wide atomics: </a:t>
            </a:r>
            <a:r>
              <a:rPr lang="en-US" sz="2000" dirty="0">
                <a:latin typeface="Comic Sans MS" panose="030F0702030302020204" pitchFamily="66" charset="0"/>
              </a:rPr>
              <a:t>atomic for all threads in the current program including other CPUs and GPUs in the system. These are suffixed with _system, e.g., </a:t>
            </a:r>
            <a:r>
              <a:rPr lang="en-US" sz="2000" dirty="0" err="1">
                <a:latin typeface="Comic Sans MS" panose="030F0702030302020204" pitchFamily="66" charset="0"/>
              </a:rPr>
              <a:t>atomicAdd_system</a:t>
            </a:r>
            <a:r>
              <a:rPr lang="en-US" sz="2000" dirty="0">
                <a:latin typeface="Comic Sans MS" panose="030F0702030302020204" pitchFamily="66" charset="0"/>
              </a:rPr>
              <a:t>.</a:t>
            </a:r>
          </a:p>
          <a:p>
            <a:r>
              <a:rPr lang="en-US" sz="2000" b="1" dirty="0">
                <a:latin typeface="Comic Sans MS" panose="030F0702030302020204" pitchFamily="66" charset="0"/>
              </a:rPr>
              <a:t>Device-wide atomics: </a:t>
            </a:r>
            <a:r>
              <a:rPr lang="en-US" sz="2000" dirty="0">
                <a:latin typeface="Comic Sans MS" panose="030F0702030302020204" pitchFamily="66" charset="0"/>
              </a:rPr>
              <a:t>atomic for all CUDA threads in the current program executing in the same compute device as the current thread. These are not suffixed and just named after the operation instead, e.g., </a:t>
            </a:r>
            <a:r>
              <a:rPr lang="en-US" sz="2000" dirty="0" err="1">
                <a:latin typeface="Comic Sans MS" panose="030F0702030302020204" pitchFamily="66" charset="0"/>
              </a:rPr>
              <a:t>atomicAdd</a:t>
            </a:r>
            <a:r>
              <a:rPr lang="en-US" sz="2000" dirty="0">
                <a:latin typeface="Comic Sans MS" panose="030F0702030302020204" pitchFamily="66" charset="0"/>
              </a:rPr>
              <a:t>.</a:t>
            </a:r>
          </a:p>
          <a:p>
            <a:r>
              <a:rPr lang="en-US" sz="2000" b="1" dirty="0">
                <a:latin typeface="Comic Sans MS" panose="030F0702030302020204" pitchFamily="66" charset="0"/>
              </a:rPr>
              <a:t>Block-wide atomics: </a:t>
            </a:r>
            <a:r>
              <a:rPr lang="en-US" sz="2000" dirty="0">
                <a:latin typeface="Comic Sans MS" panose="030F0702030302020204" pitchFamily="66" charset="0"/>
              </a:rPr>
              <a:t>atomic for all CUDA threads in the current program executing in the same thread block as the current thread. These are suffixed with _block, e.g., </a:t>
            </a:r>
            <a:r>
              <a:rPr lang="en-US" sz="2000" dirty="0" err="1">
                <a:latin typeface="Comic Sans MS" panose="030F0702030302020204" pitchFamily="66" charset="0"/>
              </a:rPr>
              <a:t>atomicAdd_block</a:t>
            </a:r>
            <a:r>
              <a:rPr lang="en-US" sz="2000" dirty="0">
                <a:latin typeface="Comic Sans MS" panose="030F0702030302020204" pitchFamily="66"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 y="221060"/>
            <a:ext cx="9464040" cy="492443"/>
          </a:xfrm>
          <a:prstGeom prst="rect">
            <a:avLst/>
          </a:prstGeom>
        </p:spPr>
        <p:txBody>
          <a:bodyPr vert="horz" wrap="square" lIns="0" tIns="0" rIns="0" bIns="0" rtlCol="0">
            <a:spAutoFit/>
          </a:bodyPr>
          <a:lstStyle/>
          <a:p>
            <a:pPr marL="2190115">
              <a:lnSpc>
                <a:spcPct val="100000"/>
              </a:lnSpc>
            </a:pPr>
            <a:r>
              <a:rPr sz="3200" b="1" dirty="0">
                <a:latin typeface="Comic Sans MS" panose="030F0702030302020204" pitchFamily="66" charset="0"/>
              </a:rPr>
              <a:t>USE </a:t>
            </a:r>
            <a:r>
              <a:rPr sz="3200" b="1" spc="-5" dirty="0">
                <a:latin typeface="Comic Sans MS" panose="030F0702030302020204" pitchFamily="66" charset="0"/>
              </a:rPr>
              <a:t>C</a:t>
            </a:r>
            <a:r>
              <a:rPr sz="3200" b="1" spc="-20" dirty="0">
                <a:latin typeface="Comic Sans MS" panose="030F0702030302020204" pitchFamily="66" charset="0"/>
              </a:rPr>
              <a:t>AS</a:t>
            </a:r>
            <a:r>
              <a:rPr sz="3200" b="1" spc="-25" dirty="0">
                <a:latin typeface="Comic Sans MS" panose="030F0702030302020204" pitchFamily="66" charset="0"/>
              </a:rPr>
              <a:t>E</a:t>
            </a:r>
            <a:r>
              <a:rPr sz="3200" b="1" dirty="0">
                <a:latin typeface="Comic Sans MS" panose="030F0702030302020204" pitchFamily="66" charset="0"/>
              </a:rPr>
              <a:t>:</a:t>
            </a:r>
            <a:r>
              <a:rPr sz="3200" b="1" spc="5" dirty="0">
                <a:latin typeface="Comic Sans MS" panose="030F0702030302020204" pitchFamily="66" charset="0"/>
              </a:rPr>
              <a:t> </a:t>
            </a:r>
            <a:r>
              <a:rPr sz="3200" b="1" spc="-25" dirty="0">
                <a:latin typeface="Comic Sans MS" panose="030F0702030302020204" pitchFamily="66" charset="0"/>
              </a:rPr>
              <a:t>DEE</a:t>
            </a:r>
            <a:r>
              <a:rPr sz="3200" b="1" spc="-20" dirty="0">
                <a:latin typeface="Comic Sans MS" panose="030F0702030302020204" pitchFamily="66" charset="0"/>
              </a:rPr>
              <a:t>P</a:t>
            </a:r>
            <a:r>
              <a:rPr sz="3200" b="1" spc="10" dirty="0">
                <a:latin typeface="Comic Sans MS" panose="030F0702030302020204" pitchFamily="66" charset="0"/>
              </a:rPr>
              <a:t> </a:t>
            </a:r>
            <a:r>
              <a:rPr sz="3200" b="1" spc="-5" dirty="0">
                <a:latin typeface="Comic Sans MS" panose="030F0702030302020204" pitchFamily="66" charset="0"/>
              </a:rPr>
              <a:t>C</a:t>
            </a:r>
            <a:r>
              <a:rPr sz="3200" b="1" spc="-30" dirty="0">
                <a:latin typeface="Comic Sans MS" panose="030F0702030302020204" pitchFamily="66" charset="0"/>
              </a:rPr>
              <a:t>O</a:t>
            </a:r>
            <a:r>
              <a:rPr sz="3200" b="1" spc="-20" dirty="0">
                <a:latin typeface="Comic Sans MS" panose="030F0702030302020204" pitchFamily="66" charset="0"/>
              </a:rPr>
              <a:t>PY</a:t>
            </a:r>
          </a:p>
        </p:txBody>
      </p:sp>
      <p:sp>
        <p:nvSpPr>
          <p:cNvPr id="17" name="object 17"/>
          <p:cNvSpPr txBox="1">
            <a:spLocks noGrp="1"/>
          </p:cNvSpPr>
          <p:nvPr>
            <p:ph type="sldNum" sz="quarter" idx="12"/>
          </p:nvPr>
        </p:nvSpPr>
        <p:spPr>
          <a:xfrm>
            <a:off x="7863840" y="5786153"/>
            <a:ext cx="256032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19</a:t>
            </a:fld>
            <a:endParaRPr dirty="0">
              <a:latin typeface="Comic Sans MS" panose="030F0702030302020204" pitchFamily="66" charset="0"/>
            </a:endParaRPr>
          </a:p>
        </p:txBody>
      </p:sp>
      <p:sp>
        <p:nvSpPr>
          <p:cNvPr id="5" name="object 5"/>
          <p:cNvSpPr/>
          <p:nvPr/>
        </p:nvSpPr>
        <p:spPr>
          <a:xfrm>
            <a:off x="198120" y="1207008"/>
            <a:ext cx="2749296" cy="448056"/>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6" name="object 6"/>
          <p:cNvSpPr/>
          <p:nvPr/>
        </p:nvSpPr>
        <p:spPr>
          <a:xfrm>
            <a:off x="268447" y="313499"/>
            <a:ext cx="2148205" cy="1256030"/>
          </a:xfrm>
          <a:custGeom>
            <a:avLst/>
            <a:gdLst/>
            <a:ahLst/>
            <a:cxnLst/>
            <a:rect l="l" t="t" r="r" b="b"/>
            <a:pathLst>
              <a:path w="2148205" h="1256030">
                <a:moveTo>
                  <a:pt x="2111926" y="0"/>
                </a:moveTo>
                <a:lnTo>
                  <a:pt x="0" y="0"/>
                </a:lnTo>
                <a:lnTo>
                  <a:pt x="0" y="1220331"/>
                </a:lnTo>
                <a:lnTo>
                  <a:pt x="35656" y="1255988"/>
                </a:lnTo>
                <a:lnTo>
                  <a:pt x="2147583" y="1255988"/>
                </a:lnTo>
                <a:lnTo>
                  <a:pt x="2147583" y="35657"/>
                </a:lnTo>
                <a:lnTo>
                  <a:pt x="2111926"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7" name="object 7"/>
          <p:cNvSpPr/>
          <p:nvPr/>
        </p:nvSpPr>
        <p:spPr>
          <a:xfrm>
            <a:off x="268447" y="313499"/>
            <a:ext cx="2148205" cy="1256030"/>
          </a:xfrm>
          <a:custGeom>
            <a:avLst/>
            <a:gdLst/>
            <a:ahLst/>
            <a:cxnLst/>
            <a:rect l="l" t="t" r="r" b="b"/>
            <a:pathLst>
              <a:path w="2148205" h="1256030">
                <a:moveTo>
                  <a:pt x="0" y="0"/>
                </a:moveTo>
                <a:lnTo>
                  <a:pt x="2111926" y="0"/>
                </a:lnTo>
                <a:lnTo>
                  <a:pt x="2147583" y="35656"/>
                </a:lnTo>
                <a:lnTo>
                  <a:pt x="2147583" y="1255988"/>
                </a:lnTo>
                <a:lnTo>
                  <a:pt x="35656" y="1255988"/>
                </a:lnTo>
                <a:lnTo>
                  <a:pt x="0" y="1220331"/>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8" name="object 8"/>
          <p:cNvSpPr/>
          <p:nvPr/>
        </p:nvSpPr>
        <p:spPr>
          <a:xfrm>
            <a:off x="1626828" y="1323637"/>
            <a:ext cx="1225550" cy="197485"/>
          </a:xfrm>
          <a:custGeom>
            <a:avLst/>
            <a:gdLst/>
            <a:ahLst/>
            <a:cxnLst/>
            <a:rect l="l" t="t" r="r" b="b"/>
            <a:pathLst>
              <a:path w="1225550" h="197484">
                <a:moveTo>
                  <a:pt x="1149274" y="164156"/>
                </a:moveTo>
                <a:lnTo>
                  <a:pt x="1144826" y="197195"/>
                </a:lnTo>
                <a:lnTo>
                  <a:pt x="1225429" y="169602"/>
                </a:lnTo>
                <a:lnTo>
                  <a:pt x="1219915" y="165850"/>
                </a:lnTo>
                <a:lnTo>
                  <a:pt x="1161862" y="165850"/>
                </a:lnTo>
                <a:lnTo>
                  <a:pt x="1149274" y="164156"/>
                </a:lnTo>
                <a:close/>
              </a:path>
              <a:path w="1225550" h="197484">
                <a:moveTo>
                  <a:pt x="1150545" y="154716"/>
                </a:moveTo>
                <a:lnTo>
                  <a:pt x="1149274" y="164156"/>
                </a:lnTo>
                <a:lnTo>
                  <a:pt x="1161862" y="165850"/>
                </a:lnTo>
                <a:lnTo>
                  <a:pt x="1163132" y="156410"/>
                </a:lnTo>
                <a:lnTo>
                  <a:pt x="1150545" y="154716"/>
                </a:lnTo>
                <a:close/>
              </a:path>
              <a:path w="1225550" h="197484">
                <a:moveTo>
                  <a:pt x="1154993" y="121677"/>
                </a:moveTo>
                <a:lnTo>
                  <a:pt x="1150545" y="154716"/>
                </a:lnTo>
                <a:lnTo>
                  <a:pt x="1163132" y="156410"/>
                </a:lnTo>
                <a:lnTo>
                  <a:pt x="1161862" y="165850"/>
                </a:lnTo>
                <a:lnTo>
                  <a:pt x="1219915" y="165850"/>
                </a:lnTo>
                <a:lnTo>
                  <a:pt x="1154993" y="121677"/>
                </a:lnTo>
                <a:close/>
              </a:path>
              <a:path w="1225550" h="197484">
                <a:moveTo>
                  <a:pt x="1271" y="0"/>
                </a:moveTo>
                <a:lnTo>
                  <a:pt x="0" y="9439"/>
                </a:lnTo>
                <a:lnTo>
                  <a:pt x="1149274" y="164156"/>
                </a:lnTo>
                <a:lnTo>
                  <a:pt x="1150545" y="154716"/>
                </a:lnTo>
                <a:lnTo>
                  <a:pt x="1271" y="0"/>
                </a:lnTo>
                <a:close/>
              </a:path>
            </a:pathLst>
          </a:custGeom>
          <a:solidFill>
            <a:srgbClr val="5E5E5E"/>
          </a:solidFill>
        </p:spPr>
        <p:txBody>
          <a:bodyPr wrap="square" lIns="0" tIns="0" rIns="0" bIns="0" rtlCol="0"/>
          <a:lstStyle/>
          <a:p>
            <a:endParaRPr>
              <a:latin typeface="Comic Sans MS" panose="030F0702030302020204" pitchFamily="66" charset="0"/>
            </a:endParaRPr>
          </a:p>
        </p:txBody>
      </p:sp>
      <p:sp>
        <p:nvSpPr>
          <p:cNvPr id="9" name="object 9"/>
          <p:cNvSpPr/>
          <p:nvPr/>
        </p:nvSpPr>
        <p:spPr>
          <a:xfrm>
            <a:off x="2776727" y="1673351"/>
            <a:ext cx="2487168" cy="271272"/>
          </a:xfrm>
          <a:prstGeom prst="rect">
            <a:avLst/>
          </a:prstGeom>
          <a:blipFill>
            <a:blip r:embed="rId4" cstate="print"/>
            <a:stretch>
              <a:fillRect/>
            </a:stretch>
          </a:blipFill>
        </p:spPr>
        <p:txBody>
          <a:bodyPr wrap="square" lIns="0" tIns="0" rIns="0" bIns="0" rtlCol="0"/>
          <a:lstStyle/>
          <a:p>
            <a:endParaRPr>
              <a:latin typeface="Comic Sans MS" panose="030F0702030302020204" pitchFamily="66" charset="0"/>
            </a:endParaRPr>
          </a:p>
        </p:txBody>
      </p:sp>
      <p:sp>
        <p:nvSpPr>
          <p:cNvPr id="10" name="object 10"/>
          <p:cNvSpPr/>
          <p:nvPr/>
        </p:nvSpPr>
        <p:spPr>
          <a:xfrm>
            <a:off x="2852257" y="1361729"/>
            <a:ext cx="2147570" cy="500380"/>
          </a:xfrm>
          <a:custGeom>
            <a:avLst/>
            <a:gdLst/>
            <a:ahLst/>
            <a:cxnLst/>
            <a:rect l="l" t="t" r="r" b="b"/>
            <a:pathLst>
              <a:path w="2147570" h="500380">
                <a:moveTo>
                  <a:pt x="2133382" y="0"/>
                </a:moveTo>
                <a:lnTo>
                  <a:pt x="0" y="0"/>
                </a:lnTo>
                <a:lnTo>
                  <a:pt x="0" y="485974"/>
                </a:lnTo>
                <a:lnTo>
                  <a:pt x="14199" y="500174"/>
                </a:lnTo>
                <a:lnTo>
                  <a:pt x="2147582" y="500174"/>
                </a:lnTo>
                <a:lnTo>
                  <a:pt x="2147582" y="14199"/>
                </a:lnTo>
                <a:lnTo>
                  <a:pt x="2133382"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11" name="object 11"/>
          <p:cNvSpPr/>
          <p:nvPr/>
        </p:nvSpPr>
        <p:spPr>
          <a:xfrm>
            <a:off x="2852257" y="1361729"/>
            <a:ext cx="2148205" cy="500380"/>
          </a:xfrm>
          <a:custGeom>
            <a:avLst/>
            <a:gdLst/>
            <a:ahLst/>
            <a:cxnLst/>
            <a:rect l="l" t="t" r="r" b="b"/>
            <a:pathLst>
              <a:path w="2148204" h="500380">
                <a:moveTo>
                  <a:pt x="0" y="0"/>
                </a:moveTo>
                <a:lnTo>
                  <a:pt x="2133383" y="0"/>
                </a:lnTo>
                <a:lnTo>
                  <a:pt x="2147583" y="14199"/>
                </a:lnTo>
                <a:lnTo>
                  <a:pt x="2147583" y="500174"/>
                </a:lnTo>
                <a:lnTo>
                  <a:pt x="14199" y="500174"/>
                </a:lnTo>
                <a:lnTo>
                  <a:pt x="0" y="485974"/>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12" name="object 12"/>
          <p:cNvSpPr/>
          <p:nvPr/>
        </p:nvSpPr>
        <p:spPr>
          <a:xfrm>
            <a:off x="1682495" y="5205983"/>
            <a:ext cx="9287256" cy="893063"/>
          </a:xfrm>
          <a:prstGeom prst="rect">
            <a:avLst/>
          </a:prstGeom>
          <a:blipFill>
            <a:blip r:embed="rId5" cstate="print"/>
            <a:stretch>
              <a:fillRect/>
            </a:stretch>
          </a:blipFill>
        </p:spPr>
        <p:txBody>
          <a:bodyPr wrap="square" lIns="0" tIns="0" rIns="0" bIns="0" rtlCol="0"/>
          <a:lstStyle/>
          <a:p>
            <a:endParaRPr>
              <a:latin typeface="Comic Sans MS" panose="030F0702030302020204" pitchFamily="66" charset="0"/>
            </a:endParaRPr>
          </a:p>
        </p:txBody>
      </p:sp>
      <p:sp>
        <p:nvSpPr>
          <p:cNvPr id="13" name="object 13"/>
          <p:cNvSpPr/>
          <p:nvPr/>
        </p:nvSpPr>
        <p:spPr>
          <a:xfrm>
            <a:off x="1828800" y="3086100"/>
            <a:ext cx="9144109" cy="2930780"/>
          </a:xfrm>
          <a:custGeom>
            <a:avLst/>
            <a:gdLst/>
            <a:ahLst/>
            <a:cxnLst/>
            <a:rect l="l" t="t" r="r" b="b"/>
            <a:pathLst>
              <a:path w="9239885" h="3206115">
                <a:moveTo>
                  <a:pt x="9148772" y="0"/>
                </a:moveTo>
                <a:lnTo>
                  <a:pt x="0" y="0"/>
                </a:lnTo>
                <a:lnTo>
                  <a:pt x="0" y="3114596"/>
                </a:lnTo>
                <a:lnTo>
                  <a:pt x="91003" y="3205599"/>
                </a:lnTo>
                <a:lnTo>
                  <a:pt x="9239775" y="3205599"/>
                </a:lnTo>
                <a:lnTo>
                  <a:pt x="9239775" y="91003"/>
                </a:lnTo>
                <a:lnTo>
                  <a:pt x="9148772"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14" name="object 14"/>
          <p:cNvSpPr txBox="1"/>
          <p:nvPr/>
        </p:nvSpPr>
        <p:spPr>
          <a:xfrm>
            <a:off x="965627" y="1521122"/>
            <a:ext cx="9991725" cy="3994876"/>
          </a:xfrm>
          <a:prstGeom prst="rect">
            <a:avLst/>
          </a:prstGeom>
        </p:spPr>
        <p:txBody>
          <a:bodyPr vert="horz" wrap="square" lIns="0" tIns="0" rIns="0" bIns="0" rtlCol="0">
            <a:spAutoFit/>
          </a:bodyPr>
          <a:lstStyle/>
          <a:p>
            <a:pPr marL="2124710">
              <a:lnSpc>
                <a:spcPct val="100000"/>
              </a:lnSpc>
            </a:pPr>
            <a:r>
              <a:rPr sz="1400" spc="-20" dirty="0">
                <a:solidFill>
                  <a:srgbClr val="505050"/>
                </a:solidFill>
                <a:latin typeface="Comic Sans MS" panose="030F0702030302020204" pitchFamily="66" charset="0"/>
                <a:cs typeface="Lucida Console" panose="020B0609040504020204"/>
              </a:rPr>
              <a:t>cha</a:t>
            </a:r>
            <a:r>
              <a:rPr sz="1400" spc="-10" dirty="0">
                <a:solidFill>
                  <a:srgbClr val="505050"/>
                </a:solidFill>
                <a:latin typeface="Comic Sans MS" panose="030F0702030302020204" pitchFamily="66" charset="0"/>
                <a:cs typeface="Lucida Console" panose="020B0609040504020204"/>
              </a:rPr>
              <a:t>r</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buffer[len];</a:t>
            </a:r>
            <a:endParaRPr sz="1400" dirty="0">
              <a:latin typeface="Comic Sans MS" panose="030F0702030302020204" pitchFamily="66" charset="0"/>
              <a:cs typeface="Lucida Console" panose="020B0609040504020204"/>
            </a:endParaRPr>
          </a:p>
          <a:p>
            <a:pPr>
              <a:lnSpc>
                <a:spcPct val="100000"/>
              </a:lnSpc>
              <a:spcBef>
                <a:spcPts val="20"/>
              </a:spcBef>
            </a:pPr>
            <a:endParaRPr sz="1700" dirty="0">
              <a:latin typeface="Comic Sans MS" panose="030F0702030302020204" pitchFamily="66" charset="0"/>
              <a:cs typeface="Times New Roman" panose="02020603050405020304"/>
            </a:endParaRPr>
          </a:p>
          <a:p>
            <a:pPr marL="298450" indent="-285750">
              <a:lnSpc>
                <a:spcPct val="100000"/>
              </a:lnSpc>
              <a:buFont typeface="Arial" panose="020B0604020202020204" pitchFamily="34" charset="0"/>
              <a:buChar char="•"/>
            </a:pPr>
            <a:r>
              <a:rPr sz="1800" spc="-25" dirty="0">
                <a:solidFill>
                  <a:srgbClr val="5E5E5E"/>
                </a:solidFill>
                <a:latin typeface="Comic Sans MS" panose="030F0702030302020204" pitchFamily="66" charset="0"/>
                <a:cs typeface="Calibri" panose="020F0502020204030204" pitchFamily="34" charset="0"/>
              </a:rPr>
              <a:t>B</a:t>
            </a:r>
            <a:r>
              <a:rPr sz="1800" spc="-15" dirty="0">
                <a:solidFill>
                  <a:srgbClr val="5E5E5E"/>
                </a:solidFill>
                <a:latin typeface="Comic Sans MS" panose="030F0702030302020204" pitchFamily="66" charset="0"/>
                <a:cs typeface="Calibri" panose="020F0502020204030204" pitchFamily="34" charset="0"/>
              </a:rPr>
              <a:t>o</a:t>
            </a:r>
            <a:r>
              <a:rPr sz="1800" spc="-5" dirty="0">
                <a:solidFill>
                  <a:srgbClr val="5E5E5E"/>
                </a:solidFill>
                <a:latin typeface="Comic Sans MS" panose="030F0702030302020204" pitchFamily="66" charset="0"/>
                <a:cs typeface="Calibri" panose="020F0502020204030204" pitchFamily="34" charset="0"/>
              </a:rPr>
              <a:t>t</a:t>
            </a:r>
            <a:r>
              <a:rPr sz="1800" dirty="0">
                <a:solidFill>
                  <a:srgbClr val="5E5E5E"/>
                </a:solidFill>
                <a:latin typeface="Comic Sans MS" panose="030F0702030302020204" pitchFamily="66" charset="0"/>
                <a:cs typeface="Calibri" panose="020F0502020204030204" pitchFamily="34" charset="0"/>
              </a:rPr>
              <a:t>h</a:t>
            </a:r>
            <a:r>
              <a:rPr sz="1800" spc="-5"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e</a:t>
            </a:r>
            <a:r>
              <a:rPr sz="1800" dirty="0">
                <a:solidFill>
                  <a:srgbClr val="5E5E5E"/>
                </a:solidFill>
                <a:latin typeface="Comic Sans MS" panose="030F0702030302020204" pitchFamily="66" charset="0"/>
                <a:cs typeface="Calibri" panose="020F0502020204030204" pitchFamily="34" charset="0"/>
              </a:rPr>
              <a:t>n</a:t>
            </a:r>
            <a:r>
              <a:rPr sz="1800" spc="-5" dirty="0">
                <a:solidFill>
                  <a:srgbClr val="5E5E5E"/>
                </a:solidFill>
                <a:latin typeface="Comic Sans MS" panose="030F0702030302020204" pitchFamily="66" charset="0"/>
                <a:cs typeface="Calibri" panose="020F0502020204030204" pitchFamily="34" charset="0"/>
              </a:rPr>
              <a:t>titi</a:t>
            </a:r>
            <a:r>
              <a:rPr sz="1800" spc="5" dirty="0">
                <a:solidFill>
                  <a:srgbClr val="5E5E5E"/>
                </a:solidFill>
                <a:latin typeface="Comic Sans MS" panose="030F0702030302020204" pitchFamily="66" charset="0"/>
                <a:cs typeface="Calibri" panose="020F0502020204030204" pitchFamily="34" charset="0"/>
              </a:rPr>
              <a:t>e</a:t>
            </a:r>
            <a:r>
              <a:rPr sz="1800" spc="-10" dirty="0">
                <a:solidFill>
                  <a:srgbClr val="5E5E5E"/>
                </a:solidFill>
                <a:latin typeface="Comic Sans MS" panose="030F0702030302020204" pitchFamily="66" charset="0"/>
                <a:cs typeface="Calibri" panose="020F0502020204030204" pitchFamily="34" charset="0"/>
              </a:rPr>
              <a:t>s </a:t>
            </a:r>
            <a:r>
              <a:rPr sz="1800" dirty="0">
                <a:solidFill>
                  <a:srgbClr val="5E5E5E"/>
                </a:solidFill>
                <a:latin typeface="Comic Sans MS" panose="030F0702030302020204" pitchFamily="66" charset="0"/>
                <a:cs typeface="Calibri" panose="020F0502020204030204" pitchFamily="34" charset="0"/>
              </a:rPr>
              <a:t>(</a:t>
            </a:r>
            <a:r>
              <a:rPr sz="1800" spc="-15" dirty="0">
                <a:solidFill>
                  <a:srgbClr val="5E5E5E"/>
                </a:solidFill>
                <a:latin typeface="Comic Sans MS" panose="030F0702030302020204" pitchFamily="66" charset="0"/>
                <a:cs typeface="Calibri" panose="020F0502020204030204" pitchFamily="34" charset="0"/>
              </a:rPr>
              <a:t>o</a:t>
            </a:r>
            <a:r>
              <a:rPr sz="1800" spc="-5" dirty="0">
                <a:solidFill>
                  <a:srgbClr val="5E5E5E"/>
                </a:solidFill>
                <a:latin typeface="Comic Sans MS" panose="030F0702030302020204" pitchFamily="66" charset="0"/>
                <a:cs typeface="Calibri" panose="020F0502020204030204" pitchFamily="34" charset="0"/>
              </a:rPr>
              <a:t>b</a:t>
            </a:r>
            <a:r>
              <a:rPr sz="1800" spc="-10" dirty="0">
                <a:solidFill>
                  <a:srgbClr val="5E5E5E"/>
                </a:solidFill>
                <a:latin typeface="Comic Sans MS" panose="030F0702030302020204" pitchFamily="66" charset="0"/>
                <a:cs typeface="Calibri" panose="020F0502020204030204" pitchFamily="34" charset="0"/>
              </a:rPr>
              <a:t>j</a:t>
            </a:r>
            <a:r>
              <a:rPr sz="1800" spc="5" dirty="0">
                <a:solidFill>
                  <a:srgbClr val="5E5E5E"/>
                </a:solidFill>
                <a:latin typeface="Comic Sans MS" panose="030F0702030302020204" pitchFamily="66" charset="0"/>
                <a:cs typeface="Calibri" panose="020F0502020204030204" pitchFamily="34" charset="0"/>
              </a:rPr>
              <a:t>e</a:t>
            </a:r>
            <a:r>
              <a:rPr sz="1800" spc="-5" dirty="0">
                <a:solidFill>
                  <a:srgbClr val="5E5E5E"/>
                </a:solidFill>
                <a:latin typeface="Comic Sans MS" panose="030F0702030302020204" pitchFamily="66" charset="0"/>
                <a:cs typeface="Calibri" panose="020F0502020204030204" pitchFamily="34" charset="0"/>
              </a:rPr>
              <a:t>c</a:t>
            </a:r>
            <a:r>
              <a:rPr sz="1800" dirty="0">
                <a:solidFill>
                  <a:srgbClr val="5E5E5E"/>
                </a:solidFill>
                <a:latin typeface="Comic Sans MS" panose="030F0702030302020204" pitchFamily="66" charset="0"/>
                <a:cs typeface="Calibri" panose="020F0502020204030204" pitchFamily="34" charset="0"/>
              </a:rPr>
              <a:t>t</a:t>
            </a:r>
            <a:r>
              <a:rPr sz="1800" spc="-10" dirty="0">
                <a:solidFill>
                  <a:srgbClr val="5E5E5E"/>
                </a:solidFill>
                <a:latin typeface="Comic Sans MS" panose="030F0702030302020204" pitchFamily="66" charset="0"/>
                <a:cs typeface="Calibri" panose="020F0502020204030204" pitchFamily="34" charset="0"/>
              </a:rPr>
              <a:t> </a:t>
            </a:r>
            <a:r>
              <a:rPr sz="1800" dirty="0">
                <a:solidFill>
                  <a:srgbClr val="5E5E5E"/>
                </a:solidFill>
                <a:latin typeface="Comic Sans MS" panose="030F0702030302020204" pitchFamily="66" charset="0"/>
                <a:cs typeface="Calibri" panose="020F0502020204030204" pitchFamily="34" charset="0"/>
              </a:rPr>
              <a:t>and</a:t>
            </a:r>
            <a:r>
              <a:rPr sz="1800" spc="-10"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b</a:t>
            </a:r>
            <a:r>
              <a:rPr sz="1800" dirty="0">
                <a:solidFill>
                  <a:srgbClr val="5E5E5E"/>
                </a:solidFill>
                <a:latin typeface="Comic Sans MS" panose="030F0702030302020204" pitchFamily="66" charset="0"/>
                <a:cs typeface="Calibri" panose="020F0502020204030204" pitchFamily="34" charset="0"/>
              </a:rPr>
              <a:t>u</a:t>
            </a:r>
            <a:r>
              <a:rPr sz="1800" spc="-15" dirty="0">
                <a:solidFill>
                  <a:srgbClr val="5E5E5E"/>
                </a:solidFill>
                <a:latin typeface="Comic Sans MS" panose="030F0702030302020204" pitchFamily="66" charset="0"/>
                <a:cs typeface="Calibri" panose="020F0502020204030204" pitchFamily="34" charset="0"/>
              </a:rPr>
              <a:t>ff</a:t>
            </a:r>
            <a:r>
              <a:rPr sz="1800" spc="5" dirty="0">
                <a:solidFill>
                  <a:srgbClr val="5E5E5E"/>
                </a:solidFill>
                <a:latin typeface="Comic Sans MS" panose="030F0702030302020204" pitchFamily="66" charset="0"/>
                <a:cs typeface="Calibri" panose="020F0502020204030204" pitchFamily="34" charset="0"/>
              </a:rPr>
              <a:t>e</a:t>
            </a:r>
            <a:r>
              <a:rPr sz="1800" spc="-15" dirty="0">
                <a:solidFill>
                  <a:srgbClr val="5E5E5E"/>
                </a:solidFill>
                <a:latin typeface="Comic Sans MS" panose="030F0702030302020204" pitchFamily="66" charset="0"/>
                <a:cs typeface="Calibri" panose="020F0502020204030204" pitchFamily="34" charset="0"/>
              </a:rPr>
              <a:t>r</a:t>
            </a:r>
            <a:r>
              <a:rPr sz="1800" dirty="0">
                <a:solidFill>
                  <a:srgbClr val="5E5E5E"/>
                </a:solidFill>
                <a:latin typeface="Comic Sans MS" panose="030F0702030302020204" pitchFamily="66" charset="0"/>
                <a:cs typeface="Calibri" panose="020F0502020204030204" pitchFamily="34" charset="0"/>
              </a:rPr>
              <a:t>)</a:t>
            </a:r>
            <a:r>
              <a:rPr sz="1800" spc="-5" dirty="0">
                <a:solidFill>
                  <a:srgbClr val="5E5E5E"/>
                </a:solidFill>
                <a:latin typeface="Comic Sans MS" panose="030F0702030302020204" pitchFamily="66" charset="0"/>
                <a:cs typeface="Calibri" panose="020F0502020204030204" pitchFamily="34" charset="0"/>
              </a:rPr>
              <a:t> </a:t>
            </a:r>
            <a:r>
              <a:rPr sz="1800" dirty="0">
                <a:solidFill>
                  <a:srgbClr val="5E5E5E"/>
                </a:solidFill>
                <a:latin typeface="Comic Sans MS" panose="030F0702030302020204" pitchFamily="66" charset="0"/>
                <a:cs typeface="Calibri" panose="020F0502020204030204" pitchFamily="34" charset="0"/>
              </a:rPr>
              <a:t>n</a:t>
            </a:r>
            <a:r>
              <a:rPr sz="1800" spc="5" dirty="0">
                <a:solidFill>
                  <a:srgbClr val="5E5E5E"/>
                </a:solidFill>
                <a:latin typeface="Comic Sans MS" panose="030F0702030302020204" pitchFamily="66" charset="0"/>
                <a:cs typeface="Calibri" panose="020F0502020204030204" pitchFamily="34" charset="0"/>
              </a:rPr>
              <a:t>ee</a:t>
            </a:r>
            <a:r>
              <a:rPr sz="1800" dirty="0">
                <a:solidFill>
                  <a:srgbClr val="5E5E5E"/>
                </a:solidFill>
                <a:latin typeface="Comic Sans MS" panose="030F0702030302020204" pitchFamily="66" charset="0"/>
                <a:cs typeface="Calibri" panose="020F0502020204030204" pitchFamily="34" charset="0"/>
              </a:rPr>
              <a:t>d</a:t>
            </a:r>
            <a:r>
              <a:rPr sz="1800" spc="-10"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t</a:t>
            </a:r>
            <a:r>
              <a:rPr sz="1800" spc="-10" dirty="0">
                <a:solidFill>
                  <a:srgbClr val="5E5E5E"/>
                </a:solidFill>
                <a:latin typeface="Comic Sans MS" panose="030F0702030302020204" pitchFamily="66" charset="0"/>
                <a:cs typeface="Calibri" panose="020F0502020204030204" pitchFamily="34" charset="0"/>
              </a:rPr>
              <a:t>o </a:t>
            </a:r>
            <a:r>
              <a:rPr sz="1800" spc="-5" dirty="0">
                <a:solidFill>
                  <a:srgbClr val="5E5E5E"/>
                </a:solidFill>
                <a:latin typeface="Comic Sans MS" panose="030F0702030302020204" pitchFamily="66" charset="0"/>
                <a:cs typeface="Calibri" panose="020F0502020204030204" pitchFamily="34" charset="0"/>
              </a:rPr>
              <a:t>b</a:t>
            </a:r>
            <a:r>
              <a:rPr sz="1800" dirty="0">
                <a:solidFill>
                  <a:srgbClr val="5E5E5E"/>
                </a:solidFill>
                <a:latin typeface="Comic Sans MS" panose="030F0702030302020204" pitchFamily="66" charset="0"/>
                <a:cs typeface="Calibri" panose="020F0502020204030204" pitchFamily="34" charset="0"/>
              </a:rPr>
              <a:t>e </a:t>
            </a:r>
            <a:r>
              <a:rPr sz="1800" spc="-5" dirty="0">
                <a:solidFill>
                  <a:srgbClr val="5E5E5E"/>
                </a:solidFill>
                <a:latin typeface="Comic Sans MS" panose="030F0702030302020204" pitchFamily="66" charset="0"/>
                <a:cs typeface="Calibri" panose="020F0502020204030204" pitchFamily="34" charset="0"/>
              </a:rPr>
              <a:t>t</a:t>
            </a:r>
            <a:r>
              <a:rPr sz="1800" spc="-15" dirty="0">
                <a:solidFill>
                  <a:srgbClr val="5E5E5E"/>
                </a:solidFill>
                <a:latin typeface="Comic Sans MS" panose="030F0702030302020204" pitchFamily="66" charset="0"/>
                <a:cs typeface="Calibri" panose="020F0502020204030204" pitchFamily="34" charset="0"/>
              </a:rPr>
              <a:t>r</a:t>
            </a:r>
            <a:r>
              <a:rPr sz="1800" dirty="0">
                <a:solidFill>
                  <a:srgbClr val="5E5E5E"/>
                </a:solidFill>
                <a:latin typeface="Comic Sans MS" panose="030F0702030302020204" pitchFamily="66" charset="0"/>
                <a:cs typeface="Calibri" panose="020F0502020204030204" pitchFamily="34" charset="0"/>
              </a:rPr>
              <a:t>an</a:t>
            </a:r>
            <a:r>
              <a:rPr sz="1800" spc="-15" dirty="0">
                <a:solidFill>
                  <a:srgbClr val="5E5E5E"/>
                </a:solidFill>
                <a:latin typeface="Comic Sans MS" panose="030F0702030302020204" pitchFamily="66" charset="0"/>
                <a:cs typeface="Calibri" panose="020F0502020204030204" pitchFamily="34" charset="0"/>
              </a:rPr>
              <a:t>sf</a:t>
            </a:r>
            <a:r>
              <a:rPr sz="1800" spc="5" dirty="0">
                <a:solidFill>
                  <a:srgbClr val="5E5E5E"/>
                </a:solidFill>
                <a:latin typeface="Comic Sans MS" panose="030F0702030302020204" pitchFamily="66" charset="0"/>
                <a:cs typeface="Calibri" panose="020F0502020204030204" pitchFamily="34" charset="0"/>
              </a:rPr>
              <a:t>e</a:t>
            </a:r>
            <a:r>
              <a:rPr sz="1800" spc="-15" dirty="0">
                <a:solidFill>
                  <a:srgbClr val="5E5E5E"/>
                </a:solidFill>
                <a:latin typeface="Comic Sans MS" panose="030F0702030302020204" pitchFamily="66" charset="0"/>
                <a:cs typeface="Calibri" panose="020F0502020204030204" pitchFamily="34" charset="0"/>
              </a:rPr>
              <a:t>rr</a:t>
            </a:r>
            <a:r>
              <a:rPr sz="1800" spc="5" dirty="0">
                <a:solidFill>
                  <a:srgbClr val="5E5E5E"/>
                </a:solidFill>
                <a:latin typeface="Comic Sans MS" panose="030F0702030302020204" pitchFamily="66" charset="0"/>
                <a:cs typeface="Calibri" panose="020F0502020204030204" pitchFamily="34" charset="0"/>
              </a:rPr>
              <a:t>e</a:t>
            </a:r>
            <a:r>
              <a:rPr sz="1800" dirty="0">
                <a:solidFill>
                  <a:srgbClr val="5E5E5E"/>
                </a:solidFill>
                <a:latin typeface="Comic Sans MS" panose="030F0702030302020204" pitchFamily="66" charset="0"/>
                <a:cs typeface="Calibri" panose="020F0502020204030204" pitchFamily="34" charset="0"/>
              </a:rPr>
              <a:t>d</a:t>
            </a:r>
            <a:r>
              <a:rPr sz="1800" spc="-10"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t</a:t>
            </a:r>
            <a:r>
              <a:rPr sz="1800" spc="-10" dirty="0">
                <a:solidFill>
                  <a:srgbClr val="5E5E5E"/>
                </a:solidFill>
                <a:latin typeface="Comic Sans MS" panose="030F0702030302020204" pitchFamily="66" charset="0"/>
                <a:cs typeface="Calibri" panose="020F0502020204030204" pitchFamily="34" charset="0"/>
              </a:rPr>
              <a:t>o </a:t>
            </a:r>
            <a:r>
              <a:rPr sz="1800" spc="-5" dirty="0">
                <a:solidFill>
                  <a:srgbClr val="5E5E5E"/>
                </a:solidFill>
                <a:latin typeface="Comic Sans MS" panose="030F0702030302020204" pitchFamily="66" charset="0"/>
                <a:cs typeface="Calibri" panose="020F0502020204030204" pitchFamily="34" charset="0"/>
              </a:rPr>
              <a:t>t</a:t>
            </a:r>
            <a:r>
              <a:rPr sz="1800" dirty="0">
                <a:solidFill>
                  <a:srgbClr val="5E5E5E"/>
                </a:solidFill>
                <a:latin typeface="Comic Sans MS" panose="030F0702030302020204" pitchFamily="66" charset="0"/>
                <a:cs typeface="Calibri" panose="020F0502020204030204" pitchFamily="34" charset="0"/>
              </a:rPr>
              <a:t>he </a:t>
            </a:r>
            <a:r>
              <a:rPr sz="1800" spc="-5" dirty="0">
                <a:solidFill>
                  <a:srgbClr val="5E5E5E"/>
                </a:solidFill>
                <a:latin typeface="Comic Sans MS" panose="030F0702030302020204" pitchFamily="66" charset="0"/>
                <a:cs typeface="Calibri" panose="020F0502020204030204" pitchFamily="34" charset="0"/>
              </a:rPr>
              <a:t>d</a:t>
            </a:r>
            <a:r>
              <a:rPr sz="1800" spc="5" dirty="0">
                <a:solidFill>
                  <a:srgbClr val="5E5E5E"/>
                </a:solidFill>
                <a:latin typeface="Comic Sans MS" panose="030F0702030302020204" pitchFamily="66" charset="0"/>
                <a:cs typeface="Calibri" panose="020F0502020204030204" pitchFamily="34" charset="0"/>
              </a:rPr>
              <a:t>e</a:t>
            </a:r>
            <a:r>
              <a:rPr sz="1800" spc="-5" dirty="0">
                <a:solidFill>
                  <a:srgbClr val="5E5E5E"/>
                </a:solidFill>
                <a:latin typeface="Comic Sans MS" panose="030F0702030302020204" pitchFamily="66" charset="0"/>
                <a:cs typeface="Calibri" panose="020F0502020204030204" pitchFamily="34" charset="0"/>
              </a:rPr>
              <a:t>vic</a:t>
            </a:r>
            <a:r>
              <a:rPr sz="1800" dirty="0">
                <a:solidFill>
                  <a:srgbClr val="5E5E5E"/>
                </a:solidFill>
                <a:latin typeface="Comic Sans MS" panose="030F0702030302020204" pitchFamily="66" charset="0"/>
                <a:cs typeface="Calibri" panose="020F0502020204030204" pitchFamily="34" charset="0"/>
              </a:rPr>
              <a:t>e</a:t>
            </a:r>
            <a:endParaRPr sz="1800" dirty="0">
              <a:latin typeface="Comic Sans MS" panose="030F0702030302020204" pitchFamily="66" charset="0"/>
              <a:cs typeface="Calibri" panose="020F0502020204030204" pitchFamily="34" charset="0"/>
            </a:endParaRPr>
          </a:p>
          <a:p>
            <a:pPr>
              <a:lnSpc>
                <a:spcPct val="100000"/>
              </a:lnSpc>
              <a:spcBef>
                <a:spcPts val="40"/>
              </a:spcBef>
            </a:pPr>
            <a:endParaRPr sz="1650" dirty="0">
              <a:latin typeface="Comic Sans MS" panose="030F0702030302020204" pitchFamily="66" charset="0"/>
              <a:cs typeface="Times New Roman" panose="02020603050405020304"/>
            </a:endParaRPr>
          </a:p>
          <a:p>
            <a:pPr marL="298450" marR="685165" indent="-285750">
              <a:lnSpc>
                <a:spcPts val="1900"/>
              </a:lnSpc>
              <a:buFont typeface="Arial" panose="020B0604020202020204" pitchFamily="34" charset="0"/>
              <a:buChar char="•"/>
            </a:pPr>
            <a:r>
              <a:rPr sz="1800" spc="-15" dirty="0">
                <a:solidFill>
                  <a:srgbClr val="5E5E5E"/>
                </a:solidFill>
                <a:latin typeface="Comic Sans MS" panose="030F0702030302020204" pitchFamily="66" charset="0"/>
                <a:cs typeface="Calibri" panose="020F0502020204030204" pitchFamily="34" charset="0"/>
              </a:rPr>
              <a:t>Poi</a:t>
            </a:r>
            <a:r>
              <a:rPr sz="1800" dirty="0">
                <a:solidFill>
                  <a:srgbClr val="5E5E5E"/>
                </a:solidFill>
                <a:latin typeface="Comic Sans MS" panose="030F0702030302020204" pitchFamily="66" charset="0"/>
                <a:cs typeface="Calibri" panose="020F0502020204030204" pitchFamily="34" charset="0"/>
              </a:rPr>
              <a:t>n</a:t>
            </a:r>
            <a:r>
              <a:rPr sz="1800" spc="-5" dirty="0">
                <a:solidFill>
                  <a:srgbClr val="5E5E5E"/>
                </a:solidFill>
                <a:latin typeface="Comic Sans MS" panose="030F0702030302020204" pitchFamily="66" charset="0"/>
                <a:cs typeface="Calibri" panose="020F0502020204030204" pitchFamily="34" charset="0"/>
              </a:rPr>
              <a:t>t</a:t>
            </a:r>
            <a:r>
              <a:rPr sz="1800" spc="5" dirty="0">
                <a:solidFill>
                  <a:srgbClr val="5E5E5E"/>
                </a:solidFill>
                <a:latin typeface="Comic Sans MS" panose="030F0702030302020204" pitchFamily="66" charset="0"/>
                <a:cs typeface="Calibri" panose="020F0502020204030204" pitchFamily="34" charset="0"/>
              </a:rPr>
              <a:t>e</a:t>
            </a:r>
            <a:r>
              <a:rPr sz="1800" spc="-10" dirty="0">
                <a:solidFill>
                  <a:srgbClr val="5E5E5E"/>
                </a:solidFill>
                <a:latin typeface="Comic Sans MS" panose="030F0702030302020204" pitchFamily="66" charset="0"/>
                <a:cs typeface="Calibri" panose="020F0502020204030204" pitchFamily="34" charset="0"/>
              </a:rPr>
              <a:t>r</a:t>
            </a:r>
            <a:r>
              <a:rPr sz="1800" spc="-5" dirty="0">
                <a:solidFill>
                  <a:srgbClr val="5E5E5E"/>
                </a:solidFill>
                <a:latin typeface="Comic Sans MS" panose="030F0702030302020204" pitchFamily="66" charset="0"/>
                <a:cs typeface="Calibri" panose="020F0502020204030204" pitchFamily="34" charset="0"/>
              </a:rPr>
              <a:t> i</a:t>
            </a:r>
            <a:r>
              <a:rPr sz="1800" dirty="0">
                <a:solidFill>
                  <a:srgbClr val="5E5E5E"/>
                </a:solidFill>
                <a:latin typeface="Comic Sans MS" panose="030F0702030302020204" pitchFamily="66" charset="0"/>
                <a:cs typeface="Calibri" panose="020F0502020204030204" pitchFamily="34" charset="0"/>
              </a:rPr>
              <a:t>n</a:t>
            </a:r>
            <a:r>
              <a:rPr sz="1800" spc="-5" dirty="0">
                <a:solidFill>
                  <a:srgbClr val="5E5E5E"/>
                </a:solidFill>
                <a:latin typeface="Comic Sans MS" panose="030F0702030302020204" pitchFamily="66" charset="0"/>
                <a:cs typeface="Calibri" panose="020F0502020204030204" pitchFamily="34" charset="0"/>
              </a:rPr>
              <a:t> </a:t>
            </a:r>
            <a:r>
              <a:rPr sz="1800" spc="-15" dirty="0">
                <a:solidFill>
                  <a:srgbClr val="5E5E5E"/>
                </a:solidFill>
                <a:latin typeface="Comic Sans MS" panose="030F0702030302020204" pitchFamily="66" charset="0"/>
                <a:cs typeface="Calibri" panose="020F0502020204030204" pitchFamily="34" charset="0"/>
              </a:rPr>
              <a:t>ob</a:t>
            </a:r>
            <a:r>
              <a:rPr sz="1800" spc="-10" dirty="0">
                <a:solidFill>
                  <a:srgbClr val="5E5E5E"/>
                </a:solidFill>
                <a:latin typeface="Comic Sans MS" panose="030F0702030302020204" pitchFamily="66" charset="0"/>
                <a:cs typeface="Calibri" panose="020F0502020204030204" pitchFamily="34" charset="0"/>
              </a:rPr>
              <a:t>j</a:t>
            </a:r>
            <a:r>
              <a:rPr sz="1800" spc="5" dirty="0">
                <a:solidFill>
                  <a:srgbClr val="5E5E5E"/>
                </a:solidFill>
                <a:latin typeface="Comic Sans MS" panose="030F0702030302020204" pitchFamily="66" charset="0"/>
                <a:cs typeface="Calibri" panose="020F0502020204030204" pitchFamily="34" charset="0"/>
              </a:rPr>
              <a:t>e</a:t>
            </a:r>
            <a:r>
              <a:rPr sz="1800" spc="-5" dirty="0">
                <a:solidFill>
                  <a:srgbClr val="5E5E5E"/>
                </a:solidFill>
                <a:latin typeface="Comic Sans MS" panose="030F0702030302020204" pitchFamily="66" charset="0"/>
                <a:cs typeface="Calibri" panose="020F0502020204030204" pitchFamily="34" charset="0"/>
              </a:rPr>
              <a:t>c</a:t>
            </a:r>
            <a:r>
              <a:rPr sz="1800" dirty="0">
                <a:solidFill>
                  <a:srgbClr val="5E5E5E"/>
                </a:solidFill>
                <a:latin typeface="Comic Sans MS" panose="030F0702030302020204" pitchFamily="66" charset="0"/>
                <a:cs typeface="Calibri" panose="020F0502020204030204" pitchFamily="34" charset="0"/>
              </a:rPr>
              <a:t>t</a:t>
            </a:r>
            <a:r>
              <a:rPr sz="1800" spc="-10" dirty="0">
                <a:solidFill>
                  <a:srgbClr val="5E5E5E"/>
                </a:solidFill>
                <a:latin typeface="Comic Sans MS" panose="030F0702030302020204" pitchFamily="66" charset="0"/>
                <a:cs typeface="Calibri" panose="020F0502020204030204" pitchFamily="34" charset="0"/>
              </a:rPr>
              <a:t> </a:t>
            </a:r>
            <a:r>
              <a:rPr sz="1800" dirty="0">
                <a:solidFill>
                  <a:srgbClr val="5E5E5E"/>
                </a:solidFill>
                <a:latin typeface="Comic Sans MS" panose="030F0702030302020204" pitchFamily="66" charset="0"/>
                <a:cs typeface="Calibri" panose="020F0502020204030204" pitchFamily="34" charset="0"/>
              </a:rPr>
              <a:t>n</a:t>
            </a:r>
            <a:r>
              <a:rPr sz="1800" spc="5" dirty="0">
                <a:solidFill>
                  <a:srgbClr val="5E5E5E"/>
                </a:solidFill>
                <a:latin typeface="Comic Sans MS" panose="030F0702030302020204" pitchFamily="66" charset="0"/>
                <a:cs typeface="Calibri" panose="020F0502020204030204" pitchFamily="34" charset="0"/>
              </a:rPr>
              <a:t>ee</a:t>
            </a:r>
            <a:r>
              <a:rPr sz="1800" spc="-5" dirty="0">
                <a:solidFill>
                  <a:srgbClr val="5E5E5E"/>
                </a:solidFill>
                <a:latin typeface="Comic Sans MS" panose="030F0702030302020204" pitchFamily="66" charset="0"/>
                <a:cs typeface="Calibri" panose="020F0502020204030204" pitchFamily="34" charset="0"/>
              </a:rPr>
              <a:t>d</a:t>
            </a:r>
            <a:r>
              <a:rPr sz="1800" spc="-10" dirty="0">
                <a:solidFill>
                  <a:srgbClr val="5E5E5E"/>
                </a:solidFill>
                <a:latin typeface="Comic Sans MS" panose="030F0702030302020204" pitchFamily="66" charset="0"/>
                <a:cs typeface="Calibri" panose="020F0502020204030204" pitchFamily="34" charset="0"/>
              </a:rPr>
              <a:t>s </a:t>
            </a:r>
            <a:r>
              <a:rPr sz="1800" spc="-5" dirty="0">
                <a:solidFill>
                  <a:srgbClr val="5E5E5E"/>
                </a:solidFill>
                <a:latin typeface="Comic Sans MS" panose="030F0702030302020204" pitchFamily="66" charset="0"/>
                <a:cs typeface="Calibri" panose="020F0502020204030204" pitchFamily="34" charset="0"/>
              </a:rPr>
              <a:t>t</a:t>
            </a:r>
            <a:r>
              <a:rPr sz="1800" spc="-10" dirty="0">
                <a:solidFill>
                  <a:srgbClr val="5E5E5E"/>
                </a:solidFill>
                <a:latin typeface="Comic Sans MS" panose="030F0702030302020204" pitchFamily="66" charset="0"/>
                <a:cs typeface="Calibri" panose="020F0502020204030204" pitchFamily="34" charset="0"/>
              </a:rPr>
              <a:t>o </a:t>
            </a:r>
            <a:r>
              <a:rPr sz="1800" spc="-5" dirty="0">
                <a:solidFill>
                  <a:srgbClr val="5E5E5E"/>
                </a:solidFill>
                <a:latin typeface="Comic Sans MS" panose="030F0702030302020204" pitchFamily="66" charset="0"/>
                <a:cs typeface="Calibri" panose="020F0502020204030204" pitchFamily="34" charset="0"/>
              </a:rPr>
              <a:t>b</a:t>
            </a:r>
            <a:r>
              <a:rPr sz="1800" dirty="0">
                <a:solidFill>
                  <a:srgbClr val="5E5E5E"/>
                </a:solidFill>
                <a:latin typeface="Comic Sans MS" panose="030F0702030302020204" pitchFamily="66" charset="0"/>
                <a:cs typeface="Calibri" panose="020F0502020204030204" pitchFamily="34" charset="0"/>
              </a:rPr>
              <a:t>e </a:t>
            </a:r>
            <a:r>
              <a:rPr sz="1800" spc="5" dirty="0">
                <a:solidFill>
                  <a:srgbClr val="5E5E5E"/>
                </a:solidFill>
                <a:latin typeface="Comic Sans MS" panose="030F0702030302020204" pitchFamily="66" charset="0"/>
                <a:cs typeface="Calibri" panose="020F0502020204030204" pitchFamily="34" charset="0"/>
              </a:rPr>
              <a:t>“</a:t>
            </a:r>
            <a:r>
              <a:rPr sz="1800" spc="-15" dirty="0">
                <a:solidFill>
                  <a:srgbClr val="5E5E5E"/>
                </a:solidFill>
                <a:latin typeface="Comic Sans MS" panose="030F0702030302020204" pitchFamily="66" charset="0"/>
                <a:cs typeface="Calibri" panose="020F0502020204030204" pitchFamily="34" charset="0"/>
              </a:rPr>
              <a:t>f</a:t>
            </a:r>
            <a:r>
              <a:rPr sz="1800" spc="-5" dirty="0">
                <a:solidFill>
                  <a:srgbClr val="5E5E5E"/>
                </a:solidFill>
                <a:latin typeface="Comic Sans MS" panose="030F0702030302020204" pitchFamily="66" charset="0"/>
                <a:cs typeface="Calibri" panose="020F0502020204030204" pitchFamily="34" charset="0"/>
              </a:rPr>
              <a:t>i</a:t>
            </a:r>
            <a:r>
              <a:rPr sz="1800" spc="-15" dirty="0">
                <a:solidFill>
                  <a:srgbClr val="5E5E5E"/>
                </a:solidFill>
                <a:latin typeface="Comic Sans MS" panose="030F0702030302020204" pitchFamily="66" charset="0"/>
                <a:cs typeface="Calibri" panose="020F0502020204030204" pitchFamily="34" charset="0"/>
              </a:rPr>
              <a:t>x</a:t>
            </a:r>
            <a:r>
              <a:rPr sz="1800" spc="5" dirty="0">
                <a:solidFill>
                  <a:srgbClr val="5E5E5E"/>
                </a:solidFill>
                <a:latin typeface="Comic Sans MS" panose="030F0702030302020204" pitchFamily="66" charset="0"/>
                <a:cs typeface="Calibri" panose="020F0502020204030204" pitchFamily="34" charset="0"/>
              </a:rPr>
              <a:t>e</a:t>
            </a:r>
            <a:r>
              <a:rPr sz="1800" spc="-5" dirty="0">
                <a:solidFill>
                  <a:srgbClr val="5E5E5E"/>
                </a:solidFill>
                <a:latin typeface="Comic Sans MS" panose="030F0702030302020204" pitchFamily="66" charset="0"/>
                <a:cs typeface="Calibri" panose="020F0502020204030204" pitchFamily="34" charset="0"/>
              </a:rPr>
              <a:t>d</a:t>
            </a:r>
            <a:r>
              <a:rPr sz="1800"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t</a:t>
            </a:r>
            <a:r>
              <a:rPr sz="1800" spc="-10" dirty="0">
                <a:solidFill>
                  <a:srgbClr val="5E5E5E"/>
                </a:solidFill>
                <a:latin typeface="Comic Sans MS" panose="030F0702030302020204" pitchFamily="66" charset="0"/>
                <a:cs typeface="Calibri" panose="020F0502020204030204" pitchFamily="34" charset="0"/>
              </a:rPr>
              <a:t>o </a:t>
            </a:r>
            <a:r>
              <a:rPr sz="1800" spc="-5" dirty="0">
                <a:solidFill>
                  <a:srgbClr val="5E5E5E"/>
                </a:solidFill>
                <a:latin typeface="Comic Sans MS" panose="030F0702030302020204" pitchFamily="66" charset="0"/>
                <a:cs typeface="Calibri" panose="020F0502020204030204" pitchFamily="34" charset="0"/>
              </a:rPr>
              <a:t>p</a:t>
            </a:r>
            <a:r>
              <a:rPr sz="1800" spc="-15" dirty="0">
                <a:solidFill>
                  <a:srgbClr val="5E5E5E"/>
                </a:solidFill>
                <a:latin typeface="Comic Sans MS" panose="030F0702030302020204" pitchFamily="66" charset="0"/>
                <a:cs typeface="Calibri" panose="020F0502020204030204" pitchFamily="34" charset="0"/>
              </a:rPr>
              <a:t>oi</a:t>
            </a:r>
            <a:r>
              <a:rPr sz="1800" dirty="0">
                <a:solidFill>
                  <a:srgbClr val="5E5E5E"/>
                </a:solidFill>
                <a:latin typeface="Comic Sans MS" panose="030F0702030302020204" pitchFamily="66" charset="0"/>
                <a:cs typeface="Calibri" panose="020F0502020204030204" pitchFamily="34" charset="0"/>
              </a:rPr>
              <a:t>nt</a:t>
            </a:r>
            <a:r>
              <a:rPr sz="1800" spc="-10"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t</a:t>
            </a:r>
            <a:r>
              <a:rPr sz="1800" spc="-10" dirty="0">
                <a:solidFill>
                  <a:srgbClr val="5E5E5E"/>
                </a:solidFill>
                <a:latin typeface="Comic Sans MS" panose="030F0702030302020204" pitchFamily="66" charset="0"/>
                <a:cs typeface="Calibri" panose="020F0502020204030204" pitchFamily="34" charset="0"/>
              </a:rPr>
              <a:t>o </a:t>
            </a:r>
            <a:r>
              <a:rPr sz="1800" dirty="0">
                <a:solidFill>
                  <a:srgbClr val="5E5E5E"/>
                </a:solidFill>
                <a:latin typeface="Comic Sans MS" panose="030F0702030302020204" pitchFamily="66" charset="0"/>
                <a:cs typeface="Calibri" panose="020F0502020204030204" pitchFamily="34" charset="0"/>
              </a:rPr>
              <a:t>n</a:t>
            </a:r>
            <a:r>
              <a:rPr sz="1800" spc="5" dirty="0">
                <a:solidFill>
                  <a:srgbClr val="5E5E5E"/>
                </a:solidFill>
                <a:latin typeface="Comic Sans MS" panose="030F0702030302020204" pitchFamily="66" charset="0"/>
                <a:cs typeface="Calibri" panose="020F0502020204030204" pitchFamily="34" charset="0"/>
              </a:rPr>
              <a:t>e</a:t>
            </a:r>
            <a:r>
              <a:rPr sz="1800" dirty="0">
                <a:solidFill>
                  <a:srgbClr val="5E5E5E"/>
                </a:solidFill>
                <a:latin typeface="Comic Sans MS" panose="030F0702030302020204" pitchFamily="66" charset="0"/>
                <a:cs typeface="Calibri" panose="020F0502020204030204" pitchFamily="34" charset="0"/>
              </a:rPr>
              <a:t>w</a:t>
            </a:r>
            <a:r>
              <a:rPr sz="1800" spc="-10" dirty="0">
                <a:solidFill>
                  <a:srgbClr val="5E5E5E"/>
                </a:solidFill>
                <a:latin typeface="Comic Sans MS" panose="030F0702030302020204" pitchFamily="66" charset="0"/>
                <a:cs typeface="Calibri" panose="020F0502020204030204" pitchFamily="34" charset="0"/>
              </a:rPr>
              <a:t> </a:t>
            </a:r>
            <a:r>
              <a:rPr sz="1800" dirty="0">
                <a:solidFill>
                  <a:srgbClr val="5E5E5E"/>
                </a:solidFill>
                <a:latin typeface="Comic Sans MS" panose="030F0702030302020204" pitchFamily="66" charset="0"/>
                <a:cs typeface="Calibri" panose="020F0502020204030204" pitchFamily="34" charset="0"/>
              </a:rPr>
              <a:t>a</a:t>
            </a:r>
            <a:r>
              <a:rPr sz="1800" spc="-5" dirty="0">
                <a:solidFill>
                  <a:srgbClr val="5E5E5E"/>
                </a:solidFill>
                <a:latin typeface="Comic Sans MS" panose="030F0702030302020204" pitchFamily="66" charset="0"/>
                <a:cs typeface="Calibri" panose="020F0502020204030204" pitchFamily="34" charset="0"/>
              </a:rPr>
              <a:t>dd</a:t>
            </a:r>
            <a:r>
              <a:rPr sz="1800" spc="-15" dirty="0">
                <a:solidFill>
                  <a:srgbClr val="5E5E5E"/>
                </a:solidFill>
                <a:latin typeface="Comic Sans MS" panose="030F0702030302020204" pitchFamily="66" charset="0"/>
                <a:cs typeface="Calibri" panose="020F0502020204030204" pitchFamily="34" charset="0"/>
              </a:rPr>
              <a:t>r</a:t>
            </a:r>
            <a:r>
              <a:rPr sz="1800" spc="5" dirty="0">
                <a:solidFill>
                  <a:srgbClr val="5E5E5E"/>
                </a:solidFill>
                <a:latin typeface="Comic Sans MS" panose="030F0702030302020204" pitchFamily="66" charset="0"/>
                <a:cs typeface="Calibri" panose="020F0502020204030204" pitchFamily="34" charset="0"/>
              </a:rPr>
              <a:t>e</a:t>
            </a:r>
            <a:r>
              <a:rPr sz="1800" spc="-15" dirty="0">
                <a:solidFill>
                  <a:srgbClr val="5E5E5E"/>
                </a:solidFill>
                <a:latin typeface="Comic Sans MS" panose="030F0702030302020204" pitchFamily="66" charset="0"/>
                <a:cs typeface="Calibri" panose="020F0502020204030204" pitchFamily="34" charset="0"/>
              </a:rPr>
              <a:t>s</a:t>
            </a:r>
            <a:r>
              <a:rPr sz="1800" spc="-10" dirty="0">
                <a:solidFill>
                  <a:srgbClr val="5E5E5E"/>
                </a:solidFill>
                <a:latin typeface="Comic Sans MS" panose="030F0702030302020204" pitchFamily="66" charset="0"/>
                <a:cs typeface="Calibri" panose="020F0502020204030204" pitchFamily="34" charset="0"/>
              </a:rPr>
              <a:t>s </a:t>
            </a:r>
            <a:r>
              <a:rPr sz="1800" spc="-5" dirty="0">
                <a:solidFill>
                  <a:srgbClr val="5E5E5E"/>
                </a:solidFill>
                <a:latin typeface="Comic Sans MS" panose="030F0702030302020204" pitchFamily="66" charset="0"/>
                <a:cs typeface="Calibri" panose="020F0502020204030204" pitchFamily="34" charset="0"/>
              </a:rPr>
              <a:t>o</a:t>
            </a:r>
            <a:r>
              <a:rPr sz="1800" dirty="0">
                <a:solidFill>
                  <a:srgbClr val="5E5E5E"/>
                </a:solidFill>
                <a:latin typeface="Comic Sans MS" panose="030F0702030302020204" pitchFamily="66" charset="0"/>
                <a:cs typeface="Calibri" panose="020F0502020204030204" pitchFamily="34" charset="0"/>
              </a:rPr>
              <a:t>n</a:t>
            </a:r>
            <a:r>
              <a:rPr sz="1800" spc="-5" dirty="0">
                <a:solidFill>
                  <a:srgbClr val="5E5E5E"/>
                </a:solidFill>
                <a:latin typeface="Comic Sans MS" panose="030F0702030302020204" pitchFamily="66" charset="0"/>
                <a:cs typeface="Calibri" panose="020F0502020204030204" pitchFamily="34" charset="0"/>
              </a:rPr>
              <a:t> d</a:t>
            </a:r>
            <a:r>
              <a:rPr sz="1800" spc="5" dirty="0">
                <a:solidFill>
                  <a:srgbClr val="5E5E5E"/>
                </a:solidFill>
                <a:latin typeface="Comic Sans MS" panose="030F0702030302020204" pitchFamily="66" charset="0"/>
                <a:cs typeface="Calibri" panose="020F0502020204030204" pitchFamily="34" charset="0"/>
              </a:rPr>
              <a:t>e</a:t>
            </a:r>
            <a:r>
              <a:rPr sz="1800" spc="-5" dirty="0">
                <a:solidFill>
                  <a:srgbClr val="5E5E5E"/>
                </a:solidFill>
                <a:latin typeface="Comic Sans MS" panose="030F0702030302020204" pitchFamily="66" charset="0"/>
                <a:cs typeface="Calibri" panose="020F0502020204030204" pitchFamily="34" charset="0"/>
              </a:rPr>
              <a:t>vic</a:t>
            </a:r>
            <a:r>
              <a:rPr sz="1800" dirty="0">
                <a:solidFill>
                  <a:srgbClr val="5E5E5E"/>
                </a:solidFill>
                <a:latin typeface="Comic Sans MS" panose="030F0702030302020204" pitchFamily="66" charset="0"/>
                <a:cs typeface="Calibri" panose="020F0502020204030204" pitchFamily="34" charset="0"/>
              </a:rPr>
              <a:t>e </a:t>
            </a:r>
            <a:r>
              <a:rPr sz="1800" spc="-15" dirty="0">
                <a:solidFill>
                  <a:srgbClr val="5E5E5E"/>
                </a:solidFill>
                <a:latin typeface="Comic Sans MS" panose="030F0702030302020204" pitchFamily="66" charset="0"/>
                <a:cs typeface="Calibri" panose="020F0502020204030204" pitchFamily="34" charset="0"/>
              </a:rPr>
              <a:t>fo</a:t>
            </a:r>
            <a:r>
              <a:rPr sz="1800" spc="-10" dirty="0">
                <a:solidFill>
                  <a:srgbClr val="5E5E5E"/>
                </a:solidFill>
                <a:latin typeface="Comic Sans MS" panose="030F0702030302020204" pitchFamily="66" charset="0"/>
                <a:cs typeface="Calibri" panose="020F0502020204030204" pitchFamily="34" charset="0"/>
              </a:rPr>
              <a:t>r</a:t>
            </a:r>
            <a:r>
              <a:rPr sz="1800" spc="-5" dirty="0">
                <a:solidFill>
                  <a:srgbClr val="5E5E5E"/>
                </a:solidFill>
                <a:latin typeface="Comic Sans MS" panose="030F0702030302020204" pitchFamily="66" charset="0"/>
                <a:cs typeface="Calibri" panose="020F0502020204030204" pitchFamily="34" charset="0"/>
              </a:rPr>
              <a:t> d</a:t>
            </a:r>
            <a:r>
              <a:rPr sz="1800" spc="5" dirty="0">
                <a:solidFill>
                  <a:srgbClr val="5E5E5E"/>
                </a:solidFill>
                <a:latin typeface="Comic Sans MS" panose="030F0702030302020204" pitchFamily="66" charset="0"/>
                <a:cs typeface="Calibri" panose="020F0502020204030204" pitchFamily="34" charset="0"/>
              </a:rPr>
              <a:t>e</a:t>
            </a:r>
            <a:r>
              <a:rPr sz="1800" spc="-5" dirty="0">
                <a:solidFill>
                  <a:srgbClr val="5E5E5E"/>
                </a:solidFill>
                <a:latin typeface="Comic Sans MS" panose="030F0702030302020204" pitchFamily="66" charset="0"/>
                <a:cs typeface="Calibri" panose="020F0502020204030204" pitchFamily="34" charset="0"/>
              </a:rPr>
              <a:t>vic</a:t>
            </a:r>
            <a:r>
              <a:rPr sz="1800" dirty="0">
                <a:solidFill>
                  <a:srgbClr val="5E5E5E"/>
                </a:solidFill>
                <a:latin typeface="Comic Sans MS" panose="030F0702030302020204" pitchFamily="66" charset="0"/>
                <a:cs typeface="Calibri" panose="020F0502020204030204" pitchFamily="34" charset="0"/>
              </a:rPr>
              <a:t>e </a:t>
            </a:r>
            <a:r>
              <a:rPr sz="1800" spc="-5" dirty="0">
                <a:solidFill>
                  <a:srgbClr val="5E5E5E"/>
                </a:solidFill>
                <a:latin typeface="Comic Sans MS" panose="030F0702030302020204" pitchFamily="66" charset="0"/>
                <a:cs typeface="Calibri" panose="020F0502020204030204" pitchFamily="34" charset="0"/>
              </a:rPr>
              <a:t>c</a:t>
            </a:r>
            <a:r>
              <a:rPr sz="1800" spc="-15" dirty="0">
                <a:solidFill>
                  <a:srgbClr val="5E5E5E"/>
                </a:solidFill>
                <a:latin typeface="Comic Sans MS" panose="030F0702030302020204" pitchFamily="66" charset="0"/>
                <a:cs typeface="Calibri" panose="020F0502020204030204" pitchFamily="34" charset="0"/>
              </a:rPr>
              <a:t>op</a:t>
            </a:r>
            <a:r>
              <a:rPr sz="1800" dirty="0">
                <a:solidFill>
                  <a:srgbClr val="5E5E5E"/>
                </a:solidFill>
                <a:latin typeface="Comic Sans MS" panose="030F0702030302020204" pitchFamily="66" charset="0"/>
                <a:cs typeface="Calibri" panose="020F0502020204030204" pitchFamily="34" charset="0"/>
              </a:rPr>
              <a:t>y</a:t>
            </a:r>
            <a:r>
              <a:rPr sz="1800" spc="-5" dirty="0">
                <a:solidFill>
                  <a:srgbClr val="5E5E5E"/>
                </a:solidFill>
                <a:latin typeface="Comic Sans MS" panose="030F0702030302020204" pitchFamily="66" charset="0"/>
                <a:cs typeface="Calibri" panose="020F0502020204030204" pitchFamily="34" charset="0"/>
              </a:rPr>
              <a:t> </a:t>
            </a:r>
            <a:r>
              <a:rPr sz="1800" spc="-15" dirty="0">
                <a:solidFill>
                  <a:srgbClr val="5E5E5E"/>
                </a:solidFill>
                <a:latin typeface="Comic Sans MS" panose="030F0702030302020204" pitchFamily="66" charset="0"/>
                <a:cs typeface="Calibri" panose="020F0502020204030204" pitchFamily="34" charset="0"/>
              </a:rPr>
              <a:t>of </a:t>
            </a:r>
            <a:r>
              <a:rPr sz="1800" spc="-5" dirty="0">
                <a:solidFill>
                  <a:srgbClr val="5E5E5E"/>
                </a:solidFill>
                <a:latin typeface="Comic Sans MS" panose="030F0702030302020204" pitchFamily="66" charset="0"/>
                <a:cs typeface="Calibri" panose="020F0502020204030204" pitchFamily="34" charset="0"/>
              </a:rPr>
              <a:t>b</a:t>
            </a:r>
            <a:r>
              <a:rPr sz="1800" dirty="0">
                <a:solidFill>
                  <a:srgbClr val="5E5E5E"/>
                </a:solidFill>
                <a:latin typeface="Comic Sans MS" panose="030F0702030302020204" pitchFamily="66" charset="0"/>
                <a:cs typeface="Calibri" panose="020F0502020204030204" pitchFamily="34" charset="0"/>
              </a:rPr>
              <a:t>u</a:t>
            </a:r>
            <a:r>
              <a:rPr sz="1800" spc="-15" dirty="0">
                <a:solidFill>
                  <a:srgbClr val="5E5E5E"/>
                </a:solidFill>
                <a:latin typeface="Comic Sans MS" panose="030F0702030302020204" pitchFamily="66" charset="0"/>
                <a:cs typeface="Calibri" panose="020F0502020204030204" pitchFamily="34" charset="0"/>
              </a:rPr>
              <a:t>ff</a:t>
            </a:r>
            <a:r>
              <a:rPr sz="1800" spc="5" dirty="0">
                <a:solidFill>
                  <a:srgbClr val="5E5E5E"/>
                </a:solidFill>
                <a:latin typeface="Comic Sans MS" panose="030F0702030302020204" pitchFamily="66" charset="0"/>
                <a:cs typeface="Calibri" panose="020F0502020204030204" pitchFamily="34" charset="0"/>
              </a:rPr>
              <a:t>e</a:t>
            </a:r>
            <a:r>
              <a:rPr sz="1800" spc="-10" dirty="0">
                <a:solidFill>
                  <a:srgbClr val="5E5E5E"/>
                </a:solidFill>
                <a:latin typeface="Comic Sans MS" panose="030F0702030302020204" pitchFamily="66" charset="0"/>
                <a:cs typeface="Calibri" panose="020F0502020204030204" pitchFamily="34" charset="0"/>
              </a:rPr>
              <a:t>r</a:t>
            </a:r>
            <a:endParaRPr sz="1800" dirty="0">
              <a:latin typeface="Comic Sans MS" panose="030F0702030302020204" pitchFamily="66" charset="0"/>
              <a:cs typeface="Calibri" panose="020F0502020204030204" pitchFamily="34" charset="0"/>
            </a:endParaRPr>
          </a:p>
          <a:p>
            <a:pPr marL="1256665" marR="2557780" indent="-212725">
              <a:lnSpc>
                <a:spcPct val="101000"/>
              </a:lnSpc>
              <a:spcBef>
                <a:spcPts val="1245"/>
              </a:spcBef>
            </a:pPr>
            <a:r>
              <a:rPr sz="1400" spc="-20" dirty="0">
                <a:solidFill>
                  <a:srgbClr val="505050"/>
                </a:solidFill>
                <a:latin typeface="Comic Sans MS" panose="030F0702030302020204" pitchFamily="66" charset="0"/>
                <a:cs typeface="Lucida Console" panose="020B0609040504020204"/>
              </a:rPr>
              <a:t>voi</a:t>
            </a:r>
            <a:r>
              <a:rPr sz="1400" spc="-10" dirty="0">
                <a:solidFill>
                  <a:srgbClr val="505050"/>
                </a:solidFill>
                <a:latin typeface="Comic Sans MS" panose="030F0702030302020204" pitchFamily="66" charset="0"/>
                <a:cs typeface="Lucida Console" panose="020B0609040504020204"/>
              </a:rPr>
              <a:t>d</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launch(dataEle</a:t>
            </a:r>
            <a:r>
              <a:rPr sz="1400" spc="-10" dirty="0">
                <a:solidFill>
                  <a:srgbClr val="505050"/>
                </a:solidFill>
                <a:latin typeface="Comic Sans MS" panose="030F0702030302020204" pitchFamily="66" charset="0"/>
                <a:cs typeface="Lucida Console" panose="020B0609040504020204"/>
              </a:rPr>
              <a:t>m</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*elem</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a:t>
            </a:r>
            <a:r>
              <a:rPr sz="1400" spc="-10" dirty="0">
                <a:solidFill>
                  <a:srgbClr val="505050"/>
                </a:solidFill>
                <a:latin typeface="Comic Sans MS" panose="030F0702030302020204" pitchFamily="66" charset="0"/>
                <a:cs typeface="Lucida Console" panose="020B0609040504020204"/>
              </a:rPr>
              <a:t>n</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arra</a:t>
            </a:r>
            <a:r>
              <a:rPr sz="1400" spc="-10" dirty="0">
                <a:solidFill>
                  <a:srgbClr val="505050"/>
                </a:solidFill>
                <a:latin typeface="Comic Sans MS" panose="030F0702030302020204" pitchFamily="66" charset="0"/>
                <a:cs typeface="Lucida Console" panose="020B0609040504020204"/>
              </a:rPr>
              <a:t>y</a:t>
            </a:r>
            <a:r>
              <a:rPr sz="1400" spc="-20" dirty="0">
                <a:solidFill>
                  <a:srgbClr val="505050"/>
                </a:solidFill>
                <a:latin typeface="Comic Sans MS" panose="030F0702030302020204" pitchFamily="66" charset="0"/>
                <a:cs typeface="Lucida Console" panose="020B0609040504020204"/>
              </a:rPr>
              <a:t> o</a:t>
            </a:r>
            <a:r>
              <a:rPr sz="1400" spc="-10" dirty="0">
                <a:solidFill>
                  <a:srgbClr val="505050"/>
                </a:solidFill>
                <a:latin typeface="Comic Sans MS" panose="030F0702030302020204" pitchFamily="66" charset="0"/>
                <a:cs typeface="Lucida Console" panose="020B0609040504020204"/>
              </a:rPr>
              <a:t>f</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dataElem dataEle</a:t>
            </a:r>
            <a:r>
              <a:rPr sz="1400" spc="-10" dirty="0">
                <a:solidFill>
                  <a:srgbClr val="505050"/>
                </a:solidFill>
                <a:latin typeface="Comic Sans MS" panose="030F0702030302020204" pitchFamily="66" charset="0"/>
                <a:cs typeface="Lucida Console" panose="020B0609040504020204"/>
              </a:rPr>
              <a:t>m</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*d_elem</a:t>
            </a: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1256665" marR="1919605">
              <a:lnSpc>
                <a:spcPct val="101000"/>
              </a:lnSpc>
            </a:pP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Allocat</a:t>
            </a:r>
            <a:r>
              <a:rPr sz="1400" spc="-10" dirty="0">
                <a:solidFill>
                  <a:srgbClr val="505050"/>
                </a:solidFill>
                <a:latin typeface="Comic Sans MS" panose="030F0702030302020204" pitchFamily="66" charset="0"/>
                <a:cs typeface="Lucida Console" panose="020B0609040504020204"/>
              </a:rPr>
              <a:t>e</a:t>
            </a:r>
            <a:r>
              <a:rPr sz="1400" spc="-20" dirty="0">
                <a:solidFill>
                  <a:srgbClr val="505050"/>
                </a:solidFill>
                <a:latin typeface="Comic Sans MS" panose="030F0702030302020204" pitchFamily="66" charset="0"/>
                <a:cs typeface="Lucida Console" panose="020B0609040504020204"/>
              </a:rPr>
              <a:t> storag</a:t>
            </a:r>
            <a:r>
              <a:rPr sz="1400" spc="-10" dirty="0">
                <a:solidFill>
                  <a:srgbClr val="505050"/>
                </a:solidFill>
                <a:latin typeface="Comic Sans MS" panose="030F0702030302020204" pitchFamily="66" charset="0"/>
                <a:cs typeface="Lucida Console" panose="020B0609040504020204"/>
              </a:rPr>
              <a:t>e</a:t>
            </a:r>
            <a:r>
              <a:rPr sz="1400" spc="-20" dirty="0">
                <a:solidFill>
                  <a:srgbClr val="505050"/>
                </a:solidFill>
                <a:latin typeface="Comic Sans MS" panose="030F0702030302020204" pitchFamily="66" charset="0"/>
                <a:cs typeface="Lucida Console" panose="020B0609040504020204"/>
              </a:rPr>
              <a:t> fo</a:t>
            </a:r>
            <a:r>
              <a:rPr sz="1400" spc="-10" dirty="0">
                <a:solidFill>
                  <a:srgbClr val="505050"/>
                </a:solidFill>
                <a:latin typeface="Comic Sans MS" panose="030F0702030302020204" pitchFamily="66" charset="0"/>
                <a:cs typeface="Lucida Console" panose="020B0609040504020204"/>
              </a:rPr>
              <a:t>r</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arra</a:t>
            </a:r>
            <a:r>
              <a:rPr sz="1400" spc="-10" dirty="0">
                <a:solidFill>
                  <a:srgbClr val="505050"/>
                </a:solidFill>
                <a:latin typeface="Comic Sans MS" panose="030F0702030302020204" pitchFamily="66" charset="0"/>
                <a:cs typeface="Lucida Console" panose="020B0609040504020204"/>
              </a:rPr>
              <a:t>y</a:t>
            </a:r>
            <a:r>
              <a:rPr sz="1400" spc="-20" dirty="0">
                <a:solidFill>
                  <a:srgbClr val="505050"/>
                </a:solidFill>
                <a:latin typeface="Comic Sans MS" panose="030F0702030302020204" pitchFamily="66" charset="0"/>
                <a:cs typeface="Lucida Console" panose="020B0609040504020204"/>
              </a:rPr>
              <a:t> o</a:t>
            </a:r>
            <a:r>
              <a:rPr sz="1400" spc="-10" dirty="0">
                <a:solidFill>
                  <a:srgbClr val="505050"/>
                </a:solidFill>
                <a:latin typeface="Comic Sans MS" panose="030F0702030302020204" pitchFamily="66" charset="0"/>
                <a:cs typeface="Lucida Console" panose="020B0609040504020204"/>
              </a:rPr>
              <a:t>f</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struc</a:t>
            </a:r>
            <a:r>
              <a:rPr sz="1400" spc="-10" dirty="0">
                <a:solidFill>
                  <a:srgbClr val="505050"/>
                </a:solidFill>
                <a:latin typeface="Comic Sans MS" panose="030F0702030302020204" pitchFamily="66" charset="0"/>
                <a:cs typeface="Lucida Console" panose="020B0609040504020204"/>
              </a:rPr>
              <a:t>t</a:t>
            </a:r>
            <a:r>
              <a:rPr sz="1400" spc="-20" dirty="0">
                <a:solidFill>
                  <a:srgbClr val="505050"/>
                </a:solidFill>
                <a:latin typeface="Comic Sans MS" panose="030F0702030302020204" pitchFamily="66" charset="0"/>
                <a:cs typeface="Lucida Console" panose="020B0609040504020204"/>
              </a:rPr>
              <a:t> an</a:t>
            </a:r>
            <a:r>
              <a:rPr sz="1400" spc="-10" dirty="0">
                <a:solidFill>
                  <a:srgbClr val="505050"/>
                </a:solidFill>
                <a:latin typeface="Comic Sans MS" panose="030F0702030302020204" pitchFamily="66" charset="0"/>
                <a:cs typeface="Lucida Console" panose="020B0609040504020204"/>
              </a:rPr>
              <a:t>d</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cop</a:t>
            </a:r>
            <a:r>
              <a:rPr sz="1400" spc="-10" dirty="0">
                <a:solidFill>
                  <a:srgbClr val="505050"/>
                </a:solidFill>
                <a:latin typeface="Comic Sans MS" panose="030F0702030302020204" pitchFamily="66" charset="0"/>
                <a:cs typeface="Lucida Console" panose="020B0609040504020204"/>
              </a:rPr>
              <a:t>y</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arra</a:t>
            </a:r>
            <a:r>
              <a:rPr sz="1400" spc="-10" dirty="0">
                <a:solidFill>
                  <a:srgbClr val="505050"/>
                </a:solidFill>
                <a:latin typeface="Comic Sans MS" panose="030F0702030302020204" pitchFamily="66" charset="0"/>
                <a:cs typeface="Lucida Console" panose="020B0609040504020204"/>
              </a:rPr>
              <a:t>y</a:t>
            </a:r>
            <a:r>
              <a:rPr sz="1400" spc="-20" dirty="0">
                <a:solidFill>
                  <a:srgbClr val="505050"/>
                </a:solidFill>
                <a:latin typeface="Comic Sans MS" panose="030F0702030302020204" pitchFamily="66" charset="0"/>
                <a:cs typeface="Lucida Console" panose="020B0609040504020204"/>
              </a:rPr>
              <a:t> t</a:t>
            </a:r>
            <a:r>
              <a:rPr sz="1400" spc="-10" dirty="0">
                <a:solidFill>
                  <a:srgbClr val="505050"/>
                </a:solidFill>
                <a:latin typeface="Comic Sans MS" panose="030F0702030302020204" pitchFamily="66" charset="0"/>
                <a:cs typeface="Lucida Console" panose="020B0609040504020204"/>
              </a:rPr>
              <a:t>o</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device cudaMalloc(&amp;d_elem</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N*sizeof(dataElem));</a:t>
            </a:r>
            <a:endParaRPr sz="1400" dirty="0">
              <a:latin typeface="Comic Sans MS" panose="030F0702030302020204" pitchFamily="66" charset="0"/>
              <a:cs typeface="Lucida Console" panose="020B0609040504020204"/>
            </a:endParaRPr>
          </a:p>
          <a:p>
            <a:pPr marL="1256665">
              <a:lnSpc>
                <a:spcPts val="1585"/>
              </a:lnSpc>
            </a:pPr>
            <a:r>
              <a:rPr sz="1400" spc="-20" dirty="0">
                <a:solidFill>
                  <a:srgbClr val="505050"/>
                </a:solidFill>
                <a:latin typeface="Comic Sans MS" panose="030F0702030302020204" pitchFamily="66" charset="0"/>
                <a:cs typeface="Lucida Console" panose="020B0609040504020204"/>
              </a:rPr>
              <a:t>cudaMemcpy(d_elem</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elem</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N*sizeof(dataElem)</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cudaMemcpyHostToDevice);</a:t>
            </a:r>
            <a:endParaRPr sz="1400" dirty="0">
              <a:latin typeface="Comic Sans MS" panose="030F0702030302020204" pitchFamily="66" charset="0"/>
              <a:cs typeface="Lucida Console" panose="020B0609040504020204"/>
            </a:endParaRPr>
          </a:p>
          <a:p>
            <a:pPr marL="1469390" marR="1387475" indent="-212725">
              <a:lnSpc>
                <a:spcPct val="101000"/>
              </a:lnSpc>
            </a:pPr>
            <a:r>
              <a:rPr sz="1400" spc="-20" dirty="0">
                <a:solidFill>
                  <a:srgbClr val="505050"/>
                </a:solidFill>
                <a:latin typeface="Comic Sans MS" panose="030F0702030302020204" pitchFamily="66" charset="0"/>
                <a:cs typeface="Lucida Console" panose="020B0609040504020204"/>
              </a:rPr>
              <a:t>fo</a:t>
            </a:r>
            <a:r>
              <a:rPr sz="1400" spc="-10" dirty="0">
                <a:solidFill>
                  <a:srgbClr val="505050"/>
                </a:solidFill>
                <a:latin typeface="Comic Sans MS" panose="030F0702030302020204" pitchFamily="66" charset="0"/>
                <a:cs typeface="Lucida Console" panose="020B0609040504020204"/>
              </a:rPr>
              <a:t>r</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i</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0</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i</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&lt;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i++)</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allocate/fixu</a:t>
            </a:r>
            <a:r>
              <a:rPr sz="1400" spc="-10" dirty="0">
                <a:solidFill>
                  <a:srgbClr val="505050"/>
                </a:solidFill>
                <a:latin typeface="Comic Sans MS" panose="030F0702030302020204" pitchFamily="66" charset="0"/>
                <a:cs typeface="Lucida Console" panose="020B0609040504020204"/>
              </a:rPr>
              <a:t>p</a:t>
            </a:r>
            <a:r>
              <a:rPr sz="1400" spc="-2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eac</a:t>
            </a:r>
            <a:r>
              <a:rPr sz="1400" spc="-10" dirty="0">
                <a:solidFill>
                  <a:srgbClr val="505050"/>
                </a:solidFill>
                <a:latin typeface="Comic Sans MS" panose="030F0702030302020204" pitchFamily="66" charset="0"/>
                <a:cs typeface="Lucida Console" panose="020B0609040504020204"/>
              </a:rPr>
              <a:t>h</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buffe</a:t>
            </a:r>
            <a:r>
              <a:rPr sz="1400" spc="-10" dirty="0">
                <a:solidFill>
                  <a:srgbClr val="505050"/>
                </a:solidFill>
                <a:latin typeface="Comic Sans MS" panose="030F0702030302020204" pitchFamily="66" charset="0"/>
                <a:cs typeface="Lucida Console" panose="020B0609040504020204"/>
              </a:rPr>
              <a:t>r</a:t>
            </a:r>
            <a:r>
              <a:rPr sz="1400" spc="-20" dirty="0">
                <a:solidFill>
                  <a:srgbClr val="505050"/>
                </a:solidFill>
                <a:latin typeface="Comic Sans MS" panose="030F0702030302020204" pitchFamily="66" charset="0"/>
                <a:cs typeface="Lucida Console" panose="020B0609040504020204"/>
              </a:rPr>
              <a:t> separately cha</a:t>
            </a:r>
            <a:r>
              <a:rPr sz="1400" spc="-10" dirty="0">
                <a:solidFill>
                  <a:srgbClr val="505050"/>
                </a:solidFill>
                <a:latin typeface="Comic Sans MS" panose="030F0702030302020204" pitchFamily="66" charset="0"/>
                <a:cs typeface="Lucida Console" panose="020B0609040504020204"/>
              </a:rPr>
              <a:t>r</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*d_name</a:t>
            </a: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1469390">
              <a:lnSpc>
                <a:spcPct val="100000"/>
              </a:lnSpc>
              <a:spcBef>
                <a:spcPts val="25"/>
              </a:spcBef>
            </a:pPr>
            <a:r>
              <a:rPr sz="1400" spc="-20" dirty="0">
                <a:solidFill>
                  <a:srgbClr val="505050"/>
                </a:solidFill>
                <a:latin typeface="Comic Sans MS" panose="030F0702030302020204" pitchFamily="66" charset="0"/>
                <a:cs typeface="Lucida Console" panose="020B0609040504020204"/>
              </a:rPr>
              <a:t>cudaMalloc(&amp;d_name</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elem[i].len);</a:t>
            </a:r>
            <a:endParaRPr sz="1400" dirty="0">
              <a:latin typeface="Comic Sans MS" panose="030F0702030302020204" pitchFamily="66" charset="0"/>
              <a:cs typeface="Lucida Console" panose="020B0609040504020204"/>
            </a:endParaRPr>
          </a:p>
          <a:p>
            <a:pPr marL="1469390" marR="5080">
              <a:lnSpc>
                <a:spcPts val="1580"/>
              </a:lnSpc>
              <a:spcBef>
                <a:spcPts val="160"/>
              </a:spcBef>
            </a:pPr>
            <a:r>
              <a:rPr sz="1400" spc="-20" dirty="0">
                <a:solidFill>
                  <a:srgbClr val="505050"/>
                </a:solidFill>
                <a:latin typeface="Comic Sans MS" panose="030F0702030302020204" pitchFamily="66" charset="0"/>
                <a:cs typeface="Lucida Console" panose="020B0609040504020204"/>
              </a:rPr>
              <a:t>cudaMemcpy(d_name</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elem[i].name</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elem[i].len</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cudaMemcpyHostToDevice); cudaMemcpy(&amp;(d_elem[i].name)</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&amp;d_name</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sizeof(cha</a:t>
            </a:r>
            <a:r>
              <a:rPr sz="1400" spc="-10" dirty="0">
                <a:solidFill>
                  <a:srgbClr val="505050"/>
                </a:solidFill>
                <a:latin typeface="Comic Sans MS" panose="030F0702030302020204" pitchFamily="66" charset="0"/>
                <a:cs typeface="Lucida Console" panose="020B0609040504020204"/>
              </a:rPr>
              <a:t>r</a:t>
            </a:r>
            <a:r>
              <a:rPr sz="1400" spc="-20"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cudaMemcpyHostToDevice);}</a:t>
            </a:r>
            <a:endParaRPr sz="1400" dirty="0">
              <a:latin typeface="Comic Sans MS" panose="030F0702030302020204" pitchFamily="66" charset="0"/>
              <a:cs typeface="Lucida Console" panose="020B0609040504020204"/>
            </a:endParaRPr>
          </a:p>
          <a:p>
            <a:pPr marL="1256665" marR="5003800">
              <a:lnSpc>
                <a:spcPts val="1700"/>
              </a:lnSpc>
              <a:spcBef>
                <a:spcPts val="25"/>
              </a:spcBef>
            </a:pP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Finall</a:t>
            </a:r>
            <a:r>
              <a:rPr sz="1400" spc="-10" dirty="0">
                <a:solidFill>
                  <a:srgbClr val="505050"/>
                </a:solidFill>
                <a:latin typeface="Comic Sans MS" panose="030F0702030302020204" pitchFamily="66" charset="0"/>
                <a:cs typeface="Lucida Console" panose="020B0609040504020204"/>
              </a:rPr>
              <a:t>y</a:t>
            </a:r>
            <a:r>
              <a:rPr sz="1400" spc="-20" dirty="0">
                <a:solidFill>
                  <a:srgbClr val="505050"/>
                </a:solidFill>
                <a:latin typeface="Comic Sans MS" panose="030F0702030302020204" pitchFamily="66" charset="0"/>
                <a:cs typeface="Lucida Console" panose="020B0609040504020204"/>
              </a:rPr>
              <a:t> w</a:t>
            </a:r>
            <a:r>
              <a:rPr sz="1400" spc="-10" dirty="0">
                <a:solidFill>
                  <a:srgbClr val="505050"/>
                </a:solidFill>
                <a:latin typeface="Comic Sans MS" panose="030F0702030302020204" pitchFamily="66" charset="0"/>
                <a:cs typeface="Lucida Console" panose="020B0609040504020204"/>
              </a:rPr>
              <a:t>e</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ca</a:t>
            </a:r>
            <a:r>
              <a:rPr sz="1400" spc="-10" dirty="0">
                <a:solidFill>
                  <a:srgbClr val="505050"/>
                </a:solidFill>
                <a:latin typeface="Comic Sans MS" panose="030F0702030302020204" pitchFamily="66" charset="0"/>
                <a:cs typeface="Lucida Console" panose="020B0609040504020204"/>
              </a:rPr>
              <a:t>n</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launc</a:t>
            </a:r>
            <a:r>
              <a:rPr sz="1400" spc="-10" dirty="0">
                <a:solidFill>
                  <a:srgbClr val="505050"/>
                </a:solidFill>
                <a:latin typeface="Comic Sans MS" panose="030F0702030302020204" pitchFamily="66" charset="0"/>
                <a:cs typeface="Lucida Console" panose="020B0609040504020204"/>
              </a:rPr>
              <a:t>h</a:t>
            </a:r>
            <a:r>
              <a:rPr sz="1400" spc="-20" dirty="0">
                <a:solidFill>
                  <a:srgbClr val="505050"/>
                </a:solidFill>
                <a:latin typeface="Comic Sans MS" panose="030F0702030302020204" pitchFamily="66" charset="0"/>
                <a:cs typeface="Lucida Console" panose="020B0609040504020204"/>
              </a:rPr>
              <a:t> ou</a:t>
            </a:r>
            <a:r>
              <a:rPr sz="1400" spc="-10" dirty="0">
                <a:solidFill>
                  <a:srgbClr val="505050"/>
                </a:solidFill>
                <a:latin typeface="Comic Sans MS" panose="030F0702030302020204" pitchFamily="66" charset="0"/>
                <a:cs typeface="Lucida Console" panose="020B0609040504020204"/>
              </a:rPr>
              <a:t>r</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kernel Kernel&lt;&lt;</a:t>
            </a:r>
            <a:r>
              <a:rPr sz="1400" spc="-10" dirty="0">
                <a:solidFill>
                  <a:srgbClr val="505050"/>
                </a:solidFill>
                <a:latin typeface="Comic Sans MS" panose="030F0702030302020204" pitchFamily="66" charset="0"/>
                <a:cs typeface="Lucida Console" panose="020B0609040504020204"/>
              </a:rPr>
              <a:t>&lt;</a:t>
            </a:r>
            <a:r>
              <a:rPr sz="1400" spc="-20"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&gt;&gt;&gt;(d_elem);}</a:t>
            </a:r>
            <a:endParaRPr sz="1400" dirty="0">
              <a:latin typeface="Comic Sans MS" panose="030F0702030302020204" pitchFamily="66" charset="0"/>
              <a:cs typeface="Lucida Console" panose="020B0609040504020204"/>
            </a:endParaRPr>
          </a:p>
        </p:txBody>
      </p:sp>
      <p:sp>
        <p:nvSpPr>
          <p:cNvPr id="15" name="object 15"/>
          <p:cNvSpPr txBox="1"/>
          <p:nvPr/>
        </p:nvSpPr>
        <p:spPr>
          <a:xfrm>
            <a:off x="365004" y="420028"/>
            <a:ext cx="1463796" cy="1293303"/>
          </a:xfrm>
          <a:prstGeom prst="rect">
            <a:avLst/>
          </a:prstGeom>
        </p:spPr>
        <p:txBody>
          <a:bodyPr vert="horz" wrap="square" lIns="0" tIns="0" rIns="0" bIns="0" rtlCol="0">
            <a:spAutoFit/>
          </a:bodyPr>
          <a:lstStyle/>
          <a:p>
            <a:pPr marL="225425" marR="5080" indent="-212725">
              <a:lnSpc>
                <a:spcPct val="101000"/>
              </a:lnSpc>
            </a:pPr>
            <a:r>
              <a:rPr sz="1400" spc="-20" dirty="0">
                <a:solidFill>
                  <a:srgbClr val="505050"/>
                </a:solidFill>
                <a:latin typeface="Comic Sans MS" panose="030F0702030302020204" pitchFamily="66" charset="0"/>
                <a:cs typeface="Lucida Console" panose="020B0609040504020204"/>
              </a:rPr>
              <a:t>struc</a:t>
            </a:r>
            <a:r>
              <a:rPr sz="1400" spc="-10" dirty="0">
                <a:solidFill>
                  <a:srgbClr val="505050"/>
                </a:solidFill>
                <a:latin typeface="Comic Sans MS" panose="030F0702030302020204" pitchFamily="66" charset="0"/>
                <a:cs typeface="Lucida Console" panose="020B0609040504020204"/>
              </a:rPr>
              <a:t>t</a:t>
            </a:r>
            <a:r>
              <a:rPr sz="1400" spc="-20" dirty="0">
                <a:solidFill>
                  <a:srgbClr val="505050"/>
                </a:solidFill>
                <a:latin typeface="Comic Sans MS" panose="030F0702030302020204" pitchFamily="66" charset="0"/>
                <a:cs typeface="Lucida Console" panose="020B0609040504020204"/>
              </a:rPr>
              <a:t> dataEle</a:t>
            </a:r>
            <a:r>
              <a:rPr sz="1400" spc="-10" dirty="0">
                <a:solidFill>
                  <a:srgbClr val="505050"/>
                </a:solidFill>
                <a:latin typeface="Comic Sans MS" panose="030F0702030302020204" pitchFamily="66" charset="0"/>
                <a:cs typeface="Lucida Console" panose="020B0609040504020204"/>
              </a:rPr>
              <a:t>m</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key;</a:t>
            </a:r>
            <a:endParaRPr sz="1400" dirty="0">
              <a:latin typeface="Comic Sans MS" panose="030F0702030302020204" pitchFamily="66" charset="0"/>
              <a:cs typeface="Lucida Console" panose="020B0609040504020204"/>
            </a:endParaRPr>
          </a:p>
          <a:p>
            <a:pPr marL="225425" marR="431165">
              <a:lnSpc>
                <a:spcPct val="101000"/>
              </a:lnSpc>
            </a:pP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len</a:t>
            </a:r>
            <a:r>
              <a:rPr sz="1400" spc="-10"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cha</a:t>
            </a:r>
            <a:r>
              <a:rPr sz="1400" spc="-10" dirty="0">
                <a:solidFill>
                  <a:srgbClr val="505050"/>
                </a:solidFill>
                <a:latin typeface="Comic Sans MS" panose="030F0702030302020204" pitchFamily="66" charset="0"/>
                <a:cs typeface="Lucida Console" panose="020B0609040504020204"/>
              </a:rPr>
              <a:t>r</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*name;</a:t>
            </a:r>
            <a:endParaRPr sz="1400" dirty="0">
              <a:latin typeface="Comic Sans MS" panose="030F0702030302020204" pitchFamily="66" charset="0"/>
              <a:cs typeface="Lucida Console" panose="020B0609040504020204"/>
            </a:endParaRPr>
          </a:p>
          <a:p>
            <a:pPr marL="12700">
              <a:lnSpc>
                <a:spcPts val="1585"/>
              </a:lnSpc>
            </a:pP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16" name="object 16"/>
          <p:cNvSpPr/>
          <p:nvPr/>
        </p:nvSpPr>
        <p:spPr>
          <a:xfrm>
            <a:off x="1733024" y="2810765"/>
            <a:ext cx="9239885" cy="3206115"/>
          </a:xfrm>
          <a:custGeom>
            <a:avLst/>
            <a:gdLst/>
            <a:ahLst/>
            <a:cxnLst/>
            <a:rect l="l" t="t" r="r" b="b"/>
            <a:pathLst>
              <a:path w="9239885" h="3206115">
                <a:moveTo>
                  <a:pt x="0" y="0"/>
                </a:moveTo>
                <a:lnTo>
                  <a:pt x="9148773" y="0"/>
                </a:lnTo>
                <a:lnTo>
                  <a:pt x="9239775" y="91003"/>
                </a:lnTo>
              </a:path>
              <a:path w="9239885" h="3206115">
                <a:moveTo>
                  <a:pt x="9239775" y="3205600"/>
                </a:moveTo>
                <a:lnTo>
                  <a:pt x="91003" y="3205600"/>
                </a:lnTo>
                <a:lnTo>
                  <a:pt x="0" y="3114597"/>
                </a:lnTo>
                <a:lnTo>
                  <a:pt x="0" y="0"/>
                </a:lnTo>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982" y="173257"/>
            <a:ext cx="8515478" cy="527837"/>
          </a:xfrm>
          <a:prstGeom prst="rect">
            <a:avLst/>
          </a:prstGeom>
        </p:spPr>
        <p:txBody>
          <a:bodyPr vert="horz" wrap="square" lIns="0" tIns="0" rIns="0" bIns="0" rtlCol="0">
            <a:spAutoFit/>
          </a:bodyPr>
          <a:lstStyle/>
          <a:p>
            <a:pPr marL="2109470">
              <a:lnSpc>
                <a:spcPct val="100000"/>
              </a:lnSpc>
            </a:pPr>
            <a:r>
              <a:rPr dirty="0">
                <a:latin typeface="Comic Sans MS" panose="030F0702030302020204" pitchFamily="66" charset="0"/>
              </a:rPr>
              <a:t>USE </a:t>
            </a:r>
            <a:r>
              <a:rPr spc="-5" dirty="0">
                <a:latin typeface="Comic Sans MS" panose="030F0702030302020204" pitchFamily="66" charset="0"/>
              </a:rPr>
              <a:t>C</a:t>
            </a:r>
            <a:r>
              <a:rPr spc="-20" dirty="0">
                <a:latin typeface="Comic Sans MS" panose="030F0702030302020204" pitchFamily="66" charset="0"/>
              </a:rPr>
              <a:t>AS</a:t>
            </a:r>
            <a:r>
              <a:rPr spc="-25" dirty="0">
                <a:latin typeface="Comic Sans MS" panose="030F0702030302020204" pitchFamily="66" charset="0"/>
              </a:rPr>
              <a:t>E</a:t>
            </a:r>
            <a:r>
              <a:rPr dirty="0">
                <a:latin typeface="Comic Sans MS" panose="030F0702030302020204" pitchFamily="66" charset="0"/>
              </a:rPr>
              <a:t>:</a:t>
            </a:r>
            <a:r>
              <a:rPr spc="5" dirty="0">
                <a:latin typeface="Comic Sans MS" panose="030F0702030302020204" pitchFamily="66" charset="0"/>
              </a:rPr>
              <a:t> </a:t>
            </a:r>
            <a:r>
              <a:rPr dirty="0">
                <a:latin typeface="Comic Sans MS" panose="030F0702030302020204" pitchFamily="66" charset="0"/>
              </a:rPr>
              <a:t>L</a:t>
            </a:r>
            <a:r>
              <a:rPr spc="-5" dirty="0">
                <a:latin typeface="Comic Sans MS" panose="030F0702030302020204" pitchFamily="66" charset="0"/>
              </a:rPr>
              <a:t>I</a:t>
            </a:r>
            <a:r>
              <a:rPr spc="-25" dirty="0">
                <a:latin typeface="Comic Sans MS" panose="030F0702030302020204" pitchFamily="66" charset="0"/>
              </a:rPr>
              <a:t>NKE</a:t>
            </a:r>
            <a:r>
              <a:rPr dirty="0">
                <a:latin typeface="Comic Sans MS" panose="030F0702030302020204" pitchFamily="66" charset="0"/>
              </a:rPr>
              <a:t>D</a:t>
            </a:r>
            <a:r>
              <a:rPr spc="5" dirty="0">
                <a:latin typeface="Comic Sans MS" panose="030F0702030302020204" pitchFamily="66" charset="0"/>
              </a:rPr>
              <a:t> </a:t>
            </a:r>
            <a:r>
              <a:rPr dirty="0">
                <a:latin typeface="Comic Sans MS" panose="030F0702030302020204" pitchFamily="66" charset="0"/>
              </a:rPr>
              <a:t>L</a:t>
            </a:r>
            <a:r>
              <a:rPr spc="-5" dirty="0">
                <a:latin typeface="Comic Sans MS" panose="030F0702030302020204" pitchFamily="66" charset="0"/>
              </a:rPr>
              <a:t>I</a:t>
            </a:r>
            <a:r>
              <a:rPr spc="-20" dirty="0">
                <a:latin typeface="Comic Sans MS" panose="030F0702030302020204" pitchFamily="66" charset="0"/>
              </a:rPr>
              <a:t>ST</a:t>
            </a:r>
          </a:p>
        </p:txBody>
      </p:sp>
      <p:sp>
        <p:nvSpPr>
          <p:cNvPr id="39" name="object 39"/>
          <p:cNvSpPr txBox="1">
            <a:spLocks noGrp="1"/>
          </p:cNvSpPr>
          <p:nvPr>
            <p:ph type="sldNum" sz="quarter" idx="7"/>
          </p:nvPr>
        </p:nvSpPr>
        <p:spPr>
          <a:xfrm>
            <a:off x="0" y="0"/>
            <a:ext cx="0" cy="553998"/>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ea typeface="微软雅黑" panose="020B0503020204020204" pitchFamily="34" charset="-122"/>
              </a:rPr>
              <a:t>20</a:t>
            </a:fld>
            <a:endParaRPr dirty="0">
              <a:latin typeface="Comic Sans MS" panose="030F0702030302020204" pitchFamily="66" charset="0"/>
              <a:ea typeface="微软雅黑" panose="020B0503020204020204" pitchFamily="34" charset="-122"/>
            </a:endParaRPr>
          </a:p>
        </p:txBody>
      </p:sp>
      <p:sp>
        <p:nvSpPr>
          <p:cNvPr id="4" name="object 4"/>
          <p:cNvSpPr txBox="1"/>
          <p:nvPr/>
        </p:nvSpPr>
        <p:spPr>
          <a:xfrm>
            <a:off x="619125" y="2864648"/>
            <a:ext cx="4333875" cy="369332"/>
          </a:xfrm>
          <a:prstGeom prst="rect">
            <a:avLst/>
          </a:prstGeom>
        </p:spPr>
        <p:txBody>
          <a:bodyPr vert="horz" wrap="square" lIns="0" tIns="0" rIns="0" bIns="0" rtlCol="0">
            <a:spAutoFit/>
          </a:bodyPr>
          <a:lstStyle/>
          <a:p>
            <a:pPr marL="355600" indent="-342900">
              <a:lnSpc>
                <a:spcPct val="100000"/>
              </a:lnSpc>
              <a:buFont typeface="Arial" panose="020B0604020202020204" pitchFamily="34" charset="0"/>
              <a:buChar char="•"/>
            </a:pP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S</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i</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m</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i</a:t>
            </a:r>
            <a:r>
              <a:rPr sz="2400" spc="-1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l</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a</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r</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 t</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o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d</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ee</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p</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cop</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y</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 c</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a</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se</a:t>
            </a:r>
            <a:endParaRPr sz="24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6" name="object 6"/>
          <p:cNvSpPr txBox="1"/>
          <p:nvPr/>
        </p:nvSpPr>
        <p:spPr>
          <a:xfrm>
            <a:off x="619124" y="3349280"/>
            <a:ext cx="6330455" cy="369332"/>
          </a:xfrm>
          <a:prstGeom prst="rect">
            <a:avLst/>
          </a:prstGeom>
        </p:spPr>
        <p:txBody>
          <a:bodyPr vert="horz" wrap="square" lIns="0" tIns="0" rIns="0" bIns="0" rtlCol="0">
            <a:spAutoFit/>
          </a:bodyPr>
          <a:lstStyle/>
          <a:p>
            <a:pPr marL="355600" indent="-342900">
              <a:lnSpc>
                <a:spcPct val="100000"/>
              </a:lnSpc>
              <a:buFont typeface="Arial" panose="020B0604020202020204" pitchFamily="34" charset="0"/>
              <a:buChar char="•"/>
            </a:pPr>
            <a:r>
              <a:rPr sz="2400" spc="-2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Co</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m</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p</a:t>
            </a:r>
            <a:r>
              <a:rPr sz="2400" spc="-2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l</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e</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x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t</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o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c</a:t>
            </a:r>
            <a:r>
              <a:rPr sz="2400" spc="-1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o</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d</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e up</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t</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he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c</a:t>
            </a:r>
            <a:r>
              <a:rPr sz="2400" spc="-1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o</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p</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y</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 </a:t>
            </a:r>
            <a:r>
              <a:rPr sz="2400" spc="-1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o</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p</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e</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r</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a</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t</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i</a:t>
            </a:r>
            <a:r>
              <a:rPr sz="2400" spc="-1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o</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n</a:t>
            </a:r>
            <a:endParaRPr sz="24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8" name="object 8"/>
          <p:cNvSpPr txBox="1"/>
          <p:nvPr/>
        </p:nvSpPr>
        <p:spPr>
          <a:xfrm>
            <a:off x="619124" y="3818672"/>
            <a:ext cx="5041405" cy="369332"/>
          </a:xfrm>
          <a:prstGeom prst="rect">
            <a:avLst/>
          </a:prstGeom>
        </p:spPr>
        <p:txBody>
          <a:bodyPr vert="horz" wrap="square" lIns="0" tIns="0" rIns="0" bIns="0" rtlCol="0">
            <a:spAutoFit/>
          </a:bodyPr>
          <a:lstStyle/>
          <a:p>
            <a:pPr marL="355600" indent="-342900">
              <a:lnSpc>
                <a:spcPct val="100000"/>
              </a:lnSpc>
              <a:buFont typeface="Arial" panose="020B0604020202020204" pitchFamily="34" charset="0"/>
              <a:buChar char="•"/>
            </a:pP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U</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n</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i</a:t>
            </a:r>
            <a:r>
              <a:rPr sz="2400" spc="-1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fi</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e</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d</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M</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em</a:t>
            </a:r>
            <a:r>
              <a:rPr sz="2400" spc="-1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o</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r</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y</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m</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ak</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e</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s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i</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t</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 </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t</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r</a:t>
            </a:r>
            <a:r>
              <a:rPr sz="2400" spc="-5"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ivi</a:t>
            </a:r>
            <a:r>
              <a:rPr sz="240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a</a:t>
            </a:r>
            <a:r>
              <a:rPr sz="2400" spc="-10" dirty="0">
                <a:solidFill>
                  <a:srgbClr val="5E5E5E"/>
                </a:solidFill>
                <a:latin typeface="Comic Sans MS" panose="030F0702030302020204" pitchFamily="66" charset="0"/>
                <a:ea typeface="微软雅黑" panose="020B0503020204020204" pitchFamily="34" charset="-122"/>
                <a:cs typeface="Calibri" panose="020F0502020204030204" pitchFamily="34" charset="0"/>
              </a:rPr>
              <a:t>l</a:t>
            </a:r>
            <a:endParaRPr sz="24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9" name="object 9"/>
          <p:cNvSpPr/>
          <p:nvPr/>
        </p:nvSpPr>
        <p:spPr>
          <a:xfrm>
            <a:off x="619125" y="14859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10" name="object 10"/>
          <p:cNvSpPr/>
          <p:nvPr/>
        </p:nvSpPr>
        <p:spPr>
          <a:xfrm>
            <a:off x="619125" y="18288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11" name="object 11"/>
          <p:cNvSpPr/>
          <p:nvPr/>
        </p:nvSpPr>
        <p:spPr>
          <a:xfrm>
            <a:off x="1622240" y="1652587"/>
            <a:ext cx="578485" cy="354330"/>
          </a:xfrm>
          <a:custGeom>
            <a:avLst/>
            <a:gdLst/>
            <a:ahLst/>
            <a:cxnLst/>
            <a:rect l="l" t="t" r="r" b="b"/>
            <a:pathLst>
              <a:path w="578485" h="354330">
                <a:moveTo>
                  <a:pt x="506159" y="28314"/>
                </a:moveTo>
                <a:lnTo>
                  <a:pt x="0" y="332009"/>
                </a:lnTo>
                <a:lnTo>
                  <a:pt x="13068" y="353790"/>
                </a:lnTo>
                <a:lnTo>
                  <a:pt x="519226" y="50093"/>
                </a:lnTo>
                <a:lnTo>
                  <a:pt x="506159" y="28314"/>
                </a:lnTo>
                <a:close/>
              </a:path>
              <a:path w="578485" h="354330">
                <a:moveTo>
                  <a:pt x="564173" y="21780"/>
                </a:moveTo>
                <a:lnTo>
                  <a:pt x="517048" y="21780"/>
                </a:lnTo>
                <a:lnTo>
                  <a:pt x="530117" y="43559"/>
                </a:lnTo>
                <a:lnTo>
                  <a:pt x="519226" y="50093"/>
                </a:lnTo>
                <a:lnTo>
                  <a:pt x="532295" y="71874"/>
                </a:lnTo>
                <a:lnTo>
                  <a:pt x="564173" y="21780"/>
                </a:lnTo>
                <a:close/>
              </a:path>
              <a:path w="578485" h="354330">
                <a:moveTo>
                  <a:pt x="517048" y="21780"/>
                </a:moveTo>
                <a:lnTo>
                  <a:pt x="506159" y="28314"/>
                </a:lnTo>
                <a:lnTo>
                  <a:pt x="519226" y="50093"/>
                </a:lnTo>
                <a:lnTo>
                  <a:pt x="530117" y="43559"/>
                </a:lnTo>
                <a:lnTo>
                  <a:pt x="517048" y="21780"/>
                </a:lnTo>
                <a:close/>
              </a:path>
              <a:path w="578485" h="354330">
                <a:moveTo>
                  <a:pt x="578034" y="0"/>
                </a:moveTo>
                <a:lnTo>
                  <a:pt x="493091" y="6534"/>
                </a:lnTo>
                <a:lnTo>
                  <a:pt x="506159" y="28314"/>
                </a:lnTo>
                <a:lnTo>
                  <a:pt x="517048" y="21780"/>
                </a:lnTo>
                <a:lnTo>
                  <a:pt x="564173" y="21780"/>
                </a:lnTo>
                <a:lnTo>
                  <a:pt x="578034" y="0"/>
                </a:lnTo>
                <a:close/>
              </a:path>
            </a:pathLst>
          </a:custGeom>
          <a:solidFill>
            <a:srgbClr val="5E5E5E"/>
          </a:solidFill>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12" name="object 12"/>
          <p:cNvSpPr txBox="1"/>
          <p:nvPr/>
        </p:nvSpPr>
        <p:spPr>
          <a:xfrm>
            <a:off x="873668" y="1541855"/>
            <a:ext cx="729972" cy="246221"/>
          </a:xfrm>
          <a:prstGeom prst="rect">
            <a:avLst/>
          </a:prstGeom>
        </p:spPr>
        <p:txBody>
          <a:bodyPr vert="horz" wrap="square" lIns="0" tIns="0" rIns="0" bIns="0" rtlCol="0">
            <a:spAutoFit/>
          </a:bodyPr>
          <a:lstStyle/>
          <a:p>
            <a:pPr marL="12700">
              <a:lnSpc>
                <a:spcPct val="100000"/>
              </a:lnSpc>
            </a:pPr>
            <a:r>
              <a:rPr sz="1600" spc="-5" dirty="0">
                <a:latin typeface="Comic Sans MS" panose="030F0702030302020204" pitchFamily="66" charset="0"/>
                <a:ea typeface="微软雅黑" panose="020B0503020204020204" pitchFamily="34" charset="-122"/>
                <a:cs typeface="Calibri" panose="020F0502020204030204" pitchFamily="34" charset="0"/>
              </a:rPr>
              <a:t>d</a:t>
            </a:r>
            <a:r>
              <a:rPr sz="1600" dirty="0">
                <a:latin typeface="Comic Sans MS" panose="030F0702030302020204" pitchFamily="66" charset="0"/>
                <a:ea typeface="微软雅黑" panose="020B0503020204020204" pitchFamily="34" charset="-122"/>
                <a:cs typeface="Calibri" panose="020F0502020204030204" pitchFamily="34" charset="0"/>
              </a:rPr>
              <a:t>a</a:t>
            </a:r>
            <a:r>
              <a:rPr sz="1600" spc="-10" dirty="0">
                <a:latin typeface="Comic Sans MS" panose="030F0702030302020204" pitchFamily="66" charset="0"/>
                <a:ea typeface="微软雅黑" panose="020B0503020204020204" pitchFamily="34" charset="-122"/>
                <a:cs typeface="Calibri" panose="020F0502020204030204" pitchFamily="34" charset="0"/>
              </a:rPr>
              <a:t>ta</a:t>
            </a:r>
            <a:endParaRPr sz="14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13" name="object 13"/>
          <p:cNvSpPr txBox="1"/>
          <p:nvPr/>
        </p:nvSpPr>
        <p:spPr>
          <a:xfrm>
            <a:off x="812800" y="1870439"/>
            <a:ext cx="711200" cy="246221"/>
          </a:xfrm>
          <a:prstGeom prst="rect">
            <a:avLst/>
          </a:prstGeom>
        </p:spPr>
        <p:txBody>
          <a:bodyPr vert="horz" wrap="square" lIns="0" tIns="0" rIns="0" bIns="0" rtlCol="0">
            <a:spAutoFit/>
          </a:bodyPr>
          <a:lstStyle/>
          <a:p>
            <a:pPr marL="12700">
              <a:lnSpc>
                <a:spcPct val="100000"/>
              </a:lnSpc>
            </a:pPr>
            <a:r>
              <a:rPr sz="1600" spc="-15" dirty="0">
                <a:latin typeface="Comic Sans MS" panose="030F0702030302020204" pitchFamily="66" charset="0"/>
                <a:ea typeface="微软雅黑" panose="020B0503020204020204" pitchFamily="34" charset="-122"/>
                <a:cs typeface="Calibri" panose="020F0502020204030204" pitchFamily="34" charset="0"/>
              </a:rPr>
              <a:t>po</a:t>
            </a:r>
            <a:r>
              <a:rPr sz="1600" dirty="0">
                <a:latin typeface="Comic Sans MS" panose="030F0702030302020204" pitchFamily="66" charset="0"/>
                <a:ea typeface="微软雅黑" panose="020B0503020204020204" pitchFamily="34" charset="-122"/>
                <a:cs typeface="Calibri" panose="020F0502020204030204" pitchFamily="34" charset="0"/>
              </a:rPr>
              <a:t>i</a:t>
            </a:r>
            <a:r>
              <a:rPr sz="1600" spc="-5" dirty="0">
                <a:latin typeface="Comic Sans MS" panose="030F0702030302020204" pitchFamily="66" charset="0"/>
                <a:ea typeface="微软雅黑" panose="020B0503020204020204" pitchFamily="34" charset="-122"/>
                <a:cs typeface="Calibri" panose="020F0502020204030204" pitchFamily="34" charset="0"/>
              </a:rPr>
              <a:t>n</a:t>
            </a:r>
            <a:r>
              <a:rPr sz="1600" spc="-10" dirty="0">
                <a:latin typeface="Comic Sans MS" panose="030F0702030302020204" pitchFamily="66" charset="0"/>
                <a:ea typeface="微软雅黑" panose="020B0503020204020204" pitchFamily="34" charset="-122"/>
                <a:cs typeface="Calibri" panose="020F0502020204030204" pitchFamily="34" charset="0"/>
              </a:rPr>
              <a:t>t</a:t>
            </a:r>
            <a:r>
              <a:rPr sz="1600" spc="-5" dirty="0">
                <a:latin typeface="Comic Sans MS" panose="030F0702030302020204" pitchFamily="66" charset="0"/>
                <a:ea typeface="微软雅黑" panose="020B0503020204020204" pitchFamily="34" charset="-122"/>
                <a:cs typeface="Calibri" panose="020F0502020204030204" pitchFamily="34" charset="0"/>
              </a:rPr>
              <a:t>e</a:t>
            </a:r>
            <a:r>
              <a:rPr sz="1600" spc="-10" dirty="0">
                <a:latin typeface="Comic Sans MS" panose="030F0702030302020204" pitchFamily="66" charset="0"/>
                <a:ea typeface="微软雅黑" panose="020B0503020204020204" pitchFamily="34" charset="-122"/>
                <a:cs typeface="Calibri" panose="020F0502020204030204" pitchFamily="34" charset="0"/>
              </a:rPr>
              <a:t>r</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14" name="object 14"/>
          <p:cNvSpPr/>
          <p:nvPr/>
        </p:nvSpPr>
        <p:spPr>
          <a:xfrm>
            <a:off x="2200275" y="14859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15" name="object 15"/>
          <p:cNvSpPr/>
          <p:nvPr/>
        </p:nvSpPr>
        <p:spPr>
          <a:xfrm>
            <a:off x="2200275" y="18288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16" name="object 16"/>
          <p:cNvSpPr/>
          <p:nvPr/>
        </p:nvSpPr>
        <p:spPr>
          <a:xfrm>
            <a:off x="3203390" y="1652587"/>
            <a:ext cx="578485" cy="354330"/>
          </a:xfrm>
          <a:custGeom>
            <a:avLst/>
            <a:gdLst/>
            <a:ahLst/>
            <a:cxnLst/>
            <a:rect l="l" t="t" r="r" b="b"/>
            <a:pathLst>
              <a:path w="578485" h="354330">
                <a:moveTo>
                  <a:pt x="506158" y="28314"/>
                </a:moveTo>
                <a:lnTo>
                  <a:pt x="0" y="332009"/>
                </a:lnTo>
                <a:lnTo>
                  <a:pt x="13068" y="353790"/>
                </a:lnTo>
                <a:lnTo>
                  <a:pt x="519226" y="50094"/>
                </a:lnTo>
                <a:lnTo>
                  <a:pt x="506158" y="28314"/>
                </a:lnTo>
                <a:close/>
              </a:path>
              <a:path w="578485" h="354330">
                <a:moveTo>
                  <a:pt x="564173" y="21780"/>
                </a:moveTo>
                <a:lnTo>
                  <a:pt x="517048" y="21780"/>
                </a:lnTo>
                <a:lnTo>
                  <a:pt x="530117" y="43559"/>
                </a:lnTo>
                <a:lnTo>
                  <a:pt x="519226" y="50094"/>
                </a:lnTo>
                <a:lnTo>
                  <a:pt x="532295" y="71874"/>
                </a:lnTo>
                <a:lnTo>
                  <a:pt x="564173" y="21780"/>
                </a:lnTo>
                <a:close/>
              </a:path>
              <a:path w="578485" h="354330">
                <a:moveTo>
                  <a:pt x="517048" y="21780"/>
                </a:moveTo>
                <a:lnTo>
                  <a:pt x="506158" y="28314"/>
                </a:lnTo>
                <a:lnTo>
                  <a:pt x="519226" y="50094"/>
                </a:lnTo>
                <a:lnTo>
                  <a:pt x="530117" y="43559"/>
                </a:lnTo>
                <a:lnTo>
                  <a:pt x="517048" y="21780"/>
                </a:lnTo>
                <a:close/>
              </a:path>
              <a:path w="578485" h="354330">
                <a:moveTo>
                  <a:pt x="578034" y="0"/>
                </a:moveTo>
                <a:lnTo>
                  <a:pt x="493090" y="6534"/>
                </a:lnTo>
                <a:lnTo>
                  <a:pt x="506158" y="28314"/>
                </a:lnTo>
                <a:lnTo>
                  <a:pt x="517048" y="21780"/>
                </a:lnTo>
                <a:lnTo>
                  <a:pt x="564173" y="21780"/>
                </a:lnTo>
                <a:lnTo>
                  <a:pt x="578034" y="0"/>
                </a:lnTo>
                <a:close/>
              </a:path>
            </a:pathLst>
          </a:custGeom>
          <a:solidFill>
            <a:srgbClr val="5E5E5E"/>
          </a:solidFill>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17" name="object 17"/>
          <p:cNvSpPr txBox="1"/>
          <p:nvPr/>
        </p:nvSpPr>
        <p:spPr>
          <a:xfrm>
            <a:off x="2466975" y="1551970"/>
            <a:ext cx="498925" cy="246221"/>
          </a:xfrm>
          <a:prstGeom prst="rect">
            <a:avLst/>
          </a:prstGeom>
        </p:spPr>
        <p:txBody>
          <a:bodyPr vert="horz" wrap="square" lIns="0" tIns="0" rIns="0" bIns="0" rtlCol="0">
            <a:spAutoFit/>
          </a:bodyPr>
          <a:lstStyle/>
          <a:p>
            <a:pPr marL="12700">
              <a:lnSpc>
                <a:spcPct val="100000"/>
              </a:lnSpc>
            </a:pPr>
            <a:r>
              <a:rPr sz="1600" spc="-5" dirty="0">
                <a:latin typeface="Comic Sans MS" panose="030F0702030302020204" pitchFamily="66" charset="0"/>
                <a:ea typeface="微软雅黑" panose="020B0503020204020204" pitchFamily="34" charset="-122"/>
                <a:cs typeface="Calibri" panose="020F0502020204030204" pitchFamily="34" charset="0"/>
              </a:rPr>
              <a:t>d</a:t>
            </a:r>
            <a:r>
              <a:rPr sz="1600" dirty="0">
                <a:latin typeface="Comic Sans MS" panose="030F0702030302020204" pitchFamily="66" charset="0"/>
                <a:ea typeface="微软雅黑" panose="020B0503020204020204" pitchFamily="34" charset="-122"/>
                <a:cs typeface="Calibri" panose="020F0502020204030204" pitchFamily="34" charset="0"/>
              </a:rPr>
              <a:t>a</a:t>
            </a:r>
            <a:r>
              <a:rPr sz="1600" spc="-10" dirty="0">
                <a:latin typeface="Comic Sans MS" panose="030F0702030302020204" pitchFamily="66" charset="0"/>
                <a:ea typeface="微软雅黑" panose="020B0503020204020204" pitchFamily="34" charset="-122"/>
                <a:cs typeface="Calibri" panose="020F0502020204030204" pitchFamily="34" charset="0"/>
              </a:rPr>
              <a:t>ta</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18" name="object 18"/>
          <p:cNvSpPr txBox="1"/>
          <p:nvPr/>
        </p:nvSpPr>
        <p:spPr>
          <a:xfrm>
            <a:off x="2393950" y="1870439"/>
            <a:ext cx="742765" cy="246221"/>
          </a:xfrm>
          <a:prstGeom prst="rect">
            <a:avLst/>
          </a:prstGeom>
        </p:spPr>
        <p:txBody>
          <a:bodyPr vert="horz" wrap="square" lIns="0" tIns="0" rIns="0" bIns="0" rtlCol="0">
            <a:spAutoFit/>
          </a:bodyPr>
          <a:lstStyle/>
          <a:p>
            <a:pPr marL="12700">
              <a:lnSpc>
                <a:spcPct val="100000"/>
              </a:lnSpc>
            </a:pPr>
            <a:r>
              <a:rPr sz="1600" spc="-15" dirty="0">
                <a:latin typeface="Comic Sans MS" panose="030F0702030302020204" pitchFamily="66" charset="0"/>
                <a:ea typeface="微软雅黑" panose="020B0503020204020204" pitchFamily="34" charset="-122"/>
                <a:cs typeface="Calibri" panose="020F0502020204030204" pitchFamily="34" charset="0"/>
              </a:rPr>
              <a:t>po</a:t>
            </a:r>
            <a:r>
              <a:rPr sz="1600" dirty="0">
                <a:latin typeface="Comic Sans MS" panose="030F0702030302020204" pitchFamily="66" charset="0"/>
                <a:ea typeface="微软雅黑" panose="020B0503020204020204" pitchFamily="34" charset="-122"/>
                <a:cs typeface="Calibri" panose="020F0502020204030204" pitchFamily="34" charset="0"/>
              </a:rPr>
              <a:t>i</a:t>
            </a:r>
            <a:r>
              <a:rPr sz="1600" spc="-5" dirty="0">
                <a:latin typeface="Comic Sans MS" panose="030F0702030302020204" pitchFamily="66" charset="0"/>
                <a:ea typeface="微软雅黑" panose="020B0503020204020204" pitchFamily="34" charset="-122"/>
                <a:cs typeface="Calibri" panose="020F0502020204030204" pitchFamily="34" charset="0"/>
              </a:rPr>
              <a:t>n</a:t>
            </a:r>
            <a:r>
              <a:rPr sz="1600" spc="-10" dirty="0">
                <a:latin typeface="Comic Sans MS" panose="030F0702030302020204" pitchFamily="66" charset="0"/>
                <a:ea typeface="微软雅黑" panose="020B0503020204020204" pitchFamily="34" charset="-122"/>
                <a:cs typeface="Calibri" panose="020F0502020204030204" pitchFamily="34" charset="0"/>
              </a:rPr>
              <a:t>t</a:t>
            </a:r>
            <a:r>
              <a:rPr sz="1600" spc="-5" dirty="0">
                <a:latin typeface="Comic Sans MS" panose="030F0702030302020204" pitchFamily="66" charset="0"/>
                <a:ea typeface="微软雅黑" panose="020B0503020204020204" pitchFamily="34" charset="-122"/>
                <a:cs typeface="Calibri" panose="020F0502020204030204" pitchFamily="34" charset="0"/>
              </a:rPr>
              <a:t>e</a:t>
            </a:r>
            <a:r>
              <a:rPr sz="1600" spc="-10" dirty="0">
                <a:latin typeface="Comic Sans MS" panose="030F0702030302020204" pitchFamily="66" charset="0"/>
                <a:ea typeface="微软雅黑" panose="020B0503020204020204" pitchFamily="34" charset="-122"/>
                <a:cs typeface="Calibri" panose="020F0502020204030204" pitchFamily="34" charset="0"/>
              </a:rPr>
              <a:t>r</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19" name="object 19"/>
          <p:cNvSpPr/>
          <p:nvPr/>
        </p:nvSpPr>
        <p:spPr>
          <a:xfrm>
            <a:off x="3781425" y="14859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20" name="object 20"/>
          <p:cNvSpPr/>
          <p:nvPr/>
        </p:nvSpPr>
        <p:spPr>
          <a:xfrm>
            <a:off x="3781425" y="18288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21" name="object 21"/>
          <p:cNvSpPr/>
          <p:nvPr/>
        </p:nvSpPr>
        <p:spPr>
          <a:xfrm>
            <a:off x="4784540" y="1652587"/>
            <a:ext cx="578485" cy="354330"/>
          </a:xfrm>
          <a:custGeom>
            <a:avLst/>
            <a:gdLst/>
            <a:ahLst/>
            <a:cxnLst/>
            <a:rect l="l" t="t" r="r" b="b"/>
            <a:pathLst>
              <a:path w="578485" h="354330">
                <a:moveTo>
                  <a:pt x="506158" y="28314"/>
                </a:moveTo>
                <a:lnTo>
                  <a:pt x="0" y="332009"/>
                </a:lnTo>
                <a:lnTo>
                  <a:pt x="13068" y="353790"/>
                </a:lnTo>
                <a:lnTo>
                  <a:pt x="519226" y="50094"/>
                </a:lnTo>
                <a:lnTo>
                  <a:pt x="506158" y="28314"/>
                </a:lnTo>
                <a:close/>
              </a:path>
              <a:path w="578485" h="354330">
                <a:moveTo>
                  <a:pt x="564173" y="21780"/>
                </a:moveTo>
                <a:lnTo>
                  <a:pt x="517048" y="21780"/>
                </a:lnTo>
                <a:lnTo>
                  <a:pt x="530117" y="43559"/>
                </a:lnTo>
                <a:lnTo>
                  <a:pt x="519226" y="50094"/>
                </a:lnTo>
                <a:lnTo>
                  <a:pt x="532295" y="71874"/>
                </a:lnTo>
                <a:lnTo>
                  <a:pt x="564173" y="21780"/>
                </a:lnTo>
                <a:close/>
              </a:path>
              <a:path w="578485" h="354330">
                <a:moveTo>
                  <a:pt x="517048" y="21780"/>
                </a:moveTo>
                <a:lnTo>
                  <a:pt x="506158" y="28314"/>
                </a:lnTo>
                <a:lnTo>
                  <a:pt x="519226" y="50094"/>
                </a:lnTo>
                <a:lnTo>
                  <a:pt x="530117" y="43559"/>
                </a:lnTo>
                <a:lnTo>
                  <a:pt x="517048" y="21780"/>
                </a:lnTo>
                <a:close/>
              </a:path>
              <a:path w="578485" h="354330">
                <a:moveTo>
                  <a:pt x="578034" y="0"/>
                </a:moveTo>
                <a:lnTo>
                  <a:pt x="493090" y="6534"/>
                </a:lnTo>
                <a:lnTo>
                  <a:pt x="506158" y="28314"/>
                </a:lnTo>
                <a:lnTo>
                  <a:pt x="517048" y="21780"/>
                </a:lnTo>
                <a:lnTo>
                  <a:pt x="564173" y="21780"/>
                </a:lnTo>
                <a:lnTo>
                  <a:pt x="578034" y="0"/>
                </a:lnTo>
                <a:close/>
              </a:path>
            </a:pathLst>
          </a:custGeom>
          <a:solidFill>
            <a:srgbClr val="5E5E5E"/>
          </a:solidFill>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22" name="object 22"/>
          <p:cNvSpPr txBox="1"/>
          <p:nvPr/>
        </p:nvSpPr>
        <p:spPr>
          <a:xfrm>
            <a:off x="4080643" y="1541568"/>
            <a:ext cx="500657" cy="246221"/>
          </a:xfrm>
          <a:prstGeom prst="rect">
            <a:avLst/>
          </a:prstGeom>
        </p:spPr>
        <p:txBody>
          <a:bodyPr vert="horz" wrap="square" lIns="0" tIns="0" rIns="0" bIns="0" rtlCol="0">
            <a:spAutoFit/>
          </a:bodyPr>
          <a:lstStyle/>
          <a:p>
            <a:pPr marL="12700">
              <a:lnSpc>
                <a:spcPct val="100000"/>
              </a:lnSpc>
            </a:pPr>
            <a:r>
              <a:rPr sz="1600" spc="-5" dirty="0">
                <a:latin typeface="Comic Sans MS" panose="030F0702030302020204" pitchFamily="66" charset="0"/>
                <a:ea typeface="微软雅黑" panose="020B0503020204020204" pitchFamily="34" charset="-122"/>
                <a:cs typeface="Calibri" panose="020F0502020204030204" pitchFamily="34" charset="0"/>
              </a:rPr>
              <a:t>d</a:t>
            </a:r>
            <a:r>
              <a:rPr sz="1600" dirty="0">
                <a:latin typeface="Comic Sans MS" panose="030F0702030302020204" pitchFamily="66" charset="0"/>
                <a:ea typeface="微软雅黑" panose="020B0503020204020204" pitchFamily="34" charset="-122"/>
                <a:cs typeface="Calibri" panose="020F0502020204030204" pitchFamily="34" charset="0"/>
              </a:rPr>
              <a:t>a</a:t>
            </a:r>
            <a:r>
              <a:rPr sz="1600" spc="-10" dirty="0">
                <a:latin typeface="Comic Sans MS" panose="030F0702030302020204" pitchFamily="66" charset="0"/>
                <a:ea typeface="微软雅黑" panose="020B0503020204020204" pitchFamily="34" charset="-122"/>
                <a:cs typeface="Calibri" panose="020F0502020204030204" pitchFamily="34" charset="0"/>
              </a:rPr>
              <a:t>ta</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23" name="object 23"/>
          <p:cNvSpPr txBox="1"/>
          <p:nvPr/>
        </p:nvSpPr>
        <p:spPr>
          <a:xfrm>
            <a:off x="3975100" y="1870439"/>
            <a:ext cx="749300" cy="246221"/>
          </a:xfrm>
          <a:prstGeom prst="rect">
            <a:avLst/>
          </a:prstGeom>
        </p:spPr>
        <p:txBody>
          <a:bodyPr vert="horz" wrap="square" lIns="0" tIns="0" rIns="0" bIns="0" rtlCol="0">
            <a:spAutoFit/>
          </a:bodyPr>
          <a:lstStyle/>
          <a:p>
            <a:pPr marL="12700">
              <a:lnSpc>
                <a:spcPct val="100000"/>
              </a:lnSpc>
            </a:pPr>
            <a:r>
              <a:rPr sz="1600" spc="-15" dirty="0">
                <a:latin typeface="Comic Sans MS" panose="030F0702030302020204" pitchFamily="66" charset="0"/>
                <a:ea typeface="微软雅黑" panose="020B0503020204020204" pitchFamily="34" charset="-122"/>
                <a:cs typeface="Calibri" panose="020F0502020204030204" pitchFamily="34" charset="0"/>
              </a:rPr>
              <a:t>po</a:t>
            </a:r>
            <a:r>
              <a:rPr sz="1600" dirty="0">
                <a:latin typeface="Comic Sans MS" panose="030F0702030302020204" pitchFamily="66" charset="0"/>
                <a:ea typeface="微软雅黑" panose="020B0503020204020204" pitchFamily="34" charset="-122"/>
                <a:cs typeface="Calibri" panose="020F0502020204030204" pitchFamily="34" charset="0"/>
              </a:rPr>
              <a:t>i</a:t>
            </a:r>
            <a:r>
              <a:rPr sz="1600" spc="-5" dirty="0">
                <a:latin typeface="Comic Sans MS" panose="030F0702030302020204" pitchFamily="66" charset="0"/>
                <a:ea typeface="微软雅黑" panose="020B0503020204020204" pitchFamily="34" charset="-122"/>
                <a:cs typeface="Calibri" panose="020F0502020204030204" pitchFamily="34" charset="0"/>
              </a:rPr>
              <a:t>n</a:t>
            </a:r>
            <a:r>
              <a:rPr sz="1600" spc="-10" dirty="0">
                <a:latin typeface="Comic Sans MS" panose="030F0702030302020204" pitchFamily="66" charset="0"/>
                <a:ea typeface="微软雅黑" panose="020B0503020204020204" pitchFamily="34" charset="-122"/>
                <a:cs typeface="Calibri" panose="020F0502020204030204" pitchFamily="34" charset="0"/>
              </a:rPr>
              <a:t>t</a:t>
            </a:r>
            <a:r>
              <a:rPr sz="1600" spc="-5" dirty="0">
                <a:latin typeface="Comic Sans MS" panose="030F0702030302020204" pitchFamily="66" charset="0"/>
                <a:ea typeface="微软雅黑" panose="020B0503020204020204" pitchFamily="34" charset="-122"/>
                <a:cs typeface="Calibri" panose="020F0502020204030204" pitchFamily="34" charset="0"/>
              </a:rPr>
              <a:t>e</a:t>
            </a:r>
            <a:r>
              <a:rPr sz="1600" spc="-10" dirty="0">
                <a:latin typeface="Comic Sans MS" panose="030F0702030302020204" pitchFamily="66" charset="0"/>
                <a:ea typeface="微软雅黑" panose="020B0503020204020204" pitchFamily="34" charset="-122"/>
                <a:cs typeface="Calibri" panose="020F0502020204030204" pitchFamily="34" charset="0"/>
              </a:rPr>
              <a:t>r</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24" name="object 24"/>
          <p:cNvSpPr/>
          <p:nvPr/>
        </p:nvSpPr>
        <p:spPr>
          <a:xfrm>
            <a:off x="5381625" y="14859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25" name="object 25"/>
          <p:cNvSpPr/>
          <p:nvPr/>
        </p:nvSpPr>
        <p:spPr>
          <a:xfrm>
            <a:off x="5381625" y="18288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26" name="object 26"/>
          <p:cNvSpPr/>
          <p:nvPr/>
        </p:nvSpPr>
        <p:spPr>
          <a:xfrm>
            <a:off x="6384740" y="1652587"/>
            <a:ext cx="578485" cy="354330"/>
          </a:xfrm>
          <a:custGeom>
            <a:avLst/>
            <a:gdLst/>
            <a:ahLst/>
            <a:cxnLst/>
            <a:rect l="l" t="t" r="r" b="b"/>
            <a:pathLst>
              <a:path w="578484" h="354330">
                <a:moveTo>
                  <a:pt x="506158" y="28314"/>
                </a:moveTo>
                <a:lnTo>
                  <a:pt x="0" y="332009"/>
                </a:lnTo>
                <a:lnTo>
                  <a:pt x="13068" y="353790"/>
                </a:lnTo>
                <a:lnTo>
                  <a:pt x="519226" y="50094"/>
                </a:lnTo>
                <a:lnTo>
                  <a:pt x="506158" y="28314"/>
                </a:lnTo>
                <a:close/>
              </a:path>
              <a:path w="578484" h="354330">
                <a:moveTo>
                  <a:pt x="564173" y="21780"/>
                </a:moveTo>
                <a:lnTo>
                  <a:pt x="517048" y="21780"/>
                </a:lnTo>
                <a:lnTo>
                  <a:pt x="530117" y="43559"/>
                </a:lnTo>
                <a:lnTo>
                  <a:pt x="519226" y="50094"/>
                </a:lnTo>
                <a:lnTo>
                  <a:pt x="532295" y="71874"/>
                </a:lnTo>
                <a:lnTo>
                  <a:pt x="564173" y="21780"/>
                </a:lnTo>
                <a:close/>
              </a:path>
              <a:path w="578484" h="354330">
                <a:moveTo>
                  <a:pt x="517048" y="21780"/>
                </a:moveTo>
                <a:lnTo>
                  <a:pt x="506158" y="28314"/>
                </a:lnTo>
                <a:lnTo>
                  <a:pt x="519226" y="50094"/>
                </a:lnTo>
                <a:lnTo>
                  <a:pt x="530117" y="43559"/>
                </a:lnTo>
                <a:lnTo>
                  <a:pt x="517048" y="21780"/>
                </a:lnTo>
                <a:close/>
              </a:path>
              <a:path w="578484" h="354330">
                <a:moveTo>
                  <a:pt x="578034" y="0"/>
                </a:moveTo>
                <a:lnTo>
                  <a:pt x="493090" y="6534"/>
                </a:lnTo>
                <a:lnTo>
                  <a:pt x="506158" y="28314"/>
                </a:lnTo>
                <a:lnTo>
                  <a:pt x="517048" y="21780"/>
                </a:lnTo>
                <a:lnTo>
                  <a:pt x="564173" y="21780"/>
                </a:lnTo>
                <a:lnTo>
                  <a:pt x="578034" y="0"/>
                </a:lnTo>
                <a:close/>
              </a:path>
            </a:pathLst>
          </a:custGeom>
          <a:solidFill>
            <a:srgbClr val="5E5E5E"/>
          </a:solidFill>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27" name="object 27"/>
          <p:cNvSpPr txBox="1"/>
          <p:nvPr/>
        </p:nvSpPr>
        <p:spPr>
          <a:xfrm>
            <a:off x="5696267" y="1547926"/>
            <a:ext cx="529048" cy="246221"/>
          </a:xfrm>
          <a:prstGeom prst="rect">
            <a:avLst/>
          </a:prstGeom>
        </p:spPr>
        <p:txBody>
          <a:bodyPr vert="horz" wrap="square" lIns="0" tIns="0" rIns="0" bIns="0" rtlCol="0">
            <a:spAutoFit/>
          </a:bodyPr>
          <a:lstStyle/>
          <a:p>
            <a:pPr marL="12700">
              <a:lnSpc>
                <a:spcPct val="100000"/>
              </a:lnSpc>
            </a:pPr>
            <a:r>
              <a:rPr sz="1600" spc="-5" dirty="0">
                <a:latin typeface="Comic Sans MS" panose="030F0702030302020204" pitchFamily="66" charset="0"/>
                <a:ea typeface="微软雅黑" panose="020B0503020204020204" pitchFamily="34" charset="-122"/>
                <a:cs typeface="Calibri" panose="020F0502020204030204" pitchFamily="34" charset="0"/>
              </a:rPr>
              <a:t>d</a:t>
            </a:r>
            <a:r>
              <a:rPr sz="1600" dirty="0">
                <a:latin typeface="Comic Sans MS" panose="030F0702030302020204" pitchFamily="66" charset="0"/>
                <a:ea typeface="微软雅黑" panose="020B0503020204020204" pitchFamily="34" charset="-122"/>
                <a:cs typeface="Calibri" panose="020F0502020204030204" pitchFamily="34" charset="0"/>
              </a:rPr>
              <a:t>a</a:t>
            </a:r>
            <a:r>
              <a:rPr sz="1600" spc="-10" dirty="0">
                <a:latin typeface="Comic Sans MS" panose="030F0702030302020204" pitchFamily="66" charset="0"/>
                <a:ea typeface="微软雅黑" panose="020B0503020204020204" pitchFamily="34" charset="-122"/>
                <a:cs typeface="Calibri" panose="020F0502020204030204" pitchFamily="34" charset="0"/>
              </a:rPr>
              <a:t>ta</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28" name="object 28"/>
          <p:cNvSpPr txBox="1"/>
          <p:nvPr/>
        </p:nvSpPr>
        <p:spPr>
          <a:xfrm>
            <a:off x="5590500" y="1870439"/>
            <a:ext cx="765665" cy="246221"/>
          </a:xfrm>
          <a:prstGeom prst="rect">
            <a:avLst/>
          </a:prstGeom>
        </p:spPr>
        <p:txBody>
          <a:bodyPr vert="horz" wrap="square" lIns="0" tIns="0" rIns="0" bIns="0" rtlCol="0">
            <a:spAutoFit/>
          </a:bodyPr>
          <a:lstStyle/>
          <a:p>
            <a:pPr marL="12700">
              <a:lnSpc>
                <a:spcPct val="100000"/>
              </a:lnSpc>
            </a:pPr>
            <a:r>
              <a:rPr sz="1600" spc="-15" dirty="0">
                <a:latin typeface="Comic Sans MS" panose="030F0702030302020204" pitchFamily="66" charset="0"/>
                <a:ea typeface="微软雅黑" panose="020B0503020204020204" pitchFamily="34" charset="-122"/>
                <a:cs typeface="Calibri" panose="020F0502020204030204" pitchFamily="34" charset="0"/>
              </a:rPr>
              <a:t>po</a:t>
            </a:r>
            <a:r>
              <a:rPr sz="1600" dirty="0">
                <a:latin typeface="Comic Sans MS" panose="030F0702030302020204" pitchFamily="66" charset="0"/>
                <a:ea typeface="微软雅黑" panose="020B0503020204020204" pitchFamily="34" charset="-122"/>
                <a:cs typeface="Calibri" panose="020F0502020204030204" pitchFamily="34" charset="0"/>
              </a:rPr>
              <a:t>i</a:t>
            </a:r>
            <a:r>
              <a:rPr sz="1600" spc="-5" dirty="0">
                <a:latin typeface="Comic Sans MS" panose="030F0702030302020204" pitchFamily="66" charset="0"/>
                <a:ea typeface="微软雅黑" panose="020B0503020204020204" pitchFamily="34" charset="-122"/>
                <a:cs typeface="Calibri" panose="020F0502020204030204" pitchFamily="34" charset="0"/>
              </a:rPr>
              <a:t>n</a:t>
            </a:r>
            <a:r>
              <a:rPr sz="1600" spc="-10" dirty="0">
                <a:latin typeface="Comic Sans MS" panose="030F0702030302020204" pitchFamily="66" charset="0"/>
                <a:ea typeface="微软雅黑" panose="020B0503020204020204" pitchFamily="34" charset="-122"/>
                <a:cs typeface="Calibri" panose="020F0502020204030204" pitchFamily="34" charset="0"/>
              </a:rPr>
              <a:t>t</a:t>
            </a:r>
            <a:r>
              <a:rPr sz="1600" spc="-5" dirty="0">
                <a:latin typeface="Comic Sans MS" panose="030F0702030302020204" pitchFamily="66" charset="0"/>
                <a:ea typeface="微软雅黑" panose="020B0503020204020204" pitchFamily="34" charset="-122"/>
                <a:cs typeface="Calibri" panose="020F0502020204030204" pitchFamily="34" charset="0"/>
              </a:rPr>
              <a:t>e</a:t>
            </a:r>
            <a:r>
              <a:rPr sz="1600" spc="-10" dirty="0">
                <a:latin typeface="Comic Sans MS" panose="030F0702030302020204" pitchFamily="66" charset="0"/>
                <a:ea typeface="微软雅黑" panose="020B0503020204020204" pitchFamily="34" charset="-122"/>
                <a:cs typeface="Calibri" panose="020F0502020204030204" pitchFamily="34" charset="0"/>
              </a:rPr>
              <a:t>r</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29" name="object 29"/>
          <p:cNvSpPr/>
          <p:nvPr/>
        </p:nvSpPr>
        <p:spPr>
          <a:xfrm>
            <a:off x="6962775" y="14859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30" name="object 30"/>
          <p:cNvSpPr/>
          <p:nvPr/>
        </p:nvSpPr>
        <p:spPr>
          <a:xfrm>
            <a:off x="6962775" y="18288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31" name="object 31"/>
          <p:cNvSpPr/>
          <p:nvPr/>
        </p:nvSpPr>
        <p:spPr>
          <a:xfrm>
            <a:off x="7965890" y="1652587"/>
            <a:ext cx="578485" cy="354330"/>
          </a:xfrm>
          <a:custGeom>
            <a:avLst/>
            <a:gdLst/>
            <a:ahLst/>
            <a:cxnLst/>
            <a:rect l="l" t="t" r="r" b="b"/>
            <a:pathLst>
              <a:path w="578484" h="354330">
                <a:moveTo>
                  <a:pt x="506158" y="28314"/>
                </a:moveTo>
                <a:lnTo>
                  <a:pt x="0" y="332009"/>
                </a:lnTo>
                <a:lnTo>
                  <a:pt x="13068" y="353790"/>
                </a:lnTo>
                <a:lnTo>
                  <a:pt x="519226" y="50094"/>
                </a:lnTo>
                <a:lnTo>
                  <a:pt x="506158" y="28314"/>
                </a:lnTo>
                <a:close/>
              </a:path>
              <a:path w="578484" h="354330">
                <a:moveTo>
                  <a:pt x="564173" y="21780"/>
                </a:moveTo>
                <a:lnTo>
                  <a:pt x="517048" y="21780"/>
                </a:lnTo>
                <a:lnTo>
                  <a:pt x="530117" y="43559"/>
                </a:lnTo>
                <a:lnTo>
                  <a:pt x="519226" y="50094"/>
                </a:lnTo>
                <a:lnTo>
                  <a:pt x="532295" y="71874"/>
                </a:lnTo>
                <a:lnTo>
                  <a:pt x="564173" y="21780"/>
                </a:lnTo>
                <a:close/>
              </a:path>
              <a:path w="578484" h="354330">
                <a:moveTo>
                  <a:pt x="517048" y="21780"/>
                </a:moveTo>
                <a:lnTo>
                  <a:pt x="506158" y="28314"/>
                </a:lnTo>
                <a:lnTo>
                  <a:pt x="519226" y="50094"/>
                </a:lnTo>
                <a:lnTo>
                  <a:pt x="530117" y="43559"/>
                </a:lnTo>
                <a:lnTo>
                  <a:pt x="517048" y="21780"/>
                </a:lnTo>
                <a:close/>
              </a:path>
              <a:path w="578484" h="354330">
                <a:moveTo>
                  <a:pt x="578034" y="0"/>
                </a:moveTo>
                <a:lnTo>
                  <a:pt x="493090" y="6534"/>
                </a:lnTo>
                <a:lnTo>
                  <a:pt x="506158" y="28314"/>
                </a:lnTo>
                <a:lnTo>
                  <a:pt x="517048" y="21780"/>
                </a:lnTo>
                <a:lnTo>
                  <a:pt x="564173" y="21780"/>
                </a:lnTo>
                <a:lnTo>
                  <a:pt x="578034" y="0"/>
                </a:lnTo>
                <a:close/>
              </a:path>
            </a:pathLst>
          </a:custGeom>
          <a:solidFill>
            <a:srgbClr val="5E5E5E"/>
          </a:solidFill>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32" name="object 32"/>
          <p:cNvSpPr txBox="1"/>
          <p:nvPr/>
        </p:nvSpPr>
        <p:spPr>
          <a:xfrm>
            <a:off x="7271333" y="1541567"/>
            <a:ext cx="577267" cy="246221"/>
          </a:xfrm>
          <a:prstGeom prst="rect">
            <a:avLst/>
          </a:prstGeom>
        </p:spPr>
        <p:txBody>
          <a:bodyPr vert="horz" wrap="square" lIns="0" tIns="0" rIns="0" bIns="0" rtlCol="0">
            <a:spAutoFit/>
          </a:bodyPr>
          <a:lstStyle/>
          <a:p>
            <a:pPr marL="12700">
              <a:lnSpc>
                <a:spcPct val="100000"/>
              </a:lnSpc>
            </a:pPr>
            <a:r>
              <a:rPr sz="1600" spc="-5" dirty="0">
                <a:latin typeface="Comic Sans MS" panose="030F0702030302020204" pitchFamily="66" charset="0"/>
                <a:ea typeface="微软雅黑" panose="020B0503020204020204" pitchFamily="34" charset="-122"/>
                <a:cs typeface="Calibri" panose="020F0502020204030204" pitchFamily="34" charset="0"/>
              </a:rPr>
              <a:t>d</a:t>
            </a:r>
            <a:r>
              <a:rPr sz="1600" dirty="0">
                <a:latin typeface="Comic Sans MS" panose="030F0702030302020204" pitchFamily="66" charset="0"/>
                <a:ea typeface="微软雅黑" panose="020B0503020204020204" pitchFamily="34" charset="-122"/>
                <a:cs typeface="Calibri" panose="020F0502020204030204" pitchFamily="34" charset="0"/>
              </a:rPr>
              <a:t>a</a:t>
            </a:r>
            <a:r>
              <a:rPr sz="1600" spc="-10" dirty="0">
                <a:latin typeface="Comic Sans MS" panose="030F0702030302020204" pitchFamily="66" charset="0"/>
                <a:ea typeface="微软雅黑" panose="020B0503020204020204" pitchFamily="34" charset="-122"/>
                <a:cs typeface="Calibri" panose="020F0502020204030204" pitchFamily="34" charset="0"/>
              </a:rPr>
              <a:t>ta</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33" name="object 33"/>
          <p:cNvSpPr txBox="1"/>
          <p:nvPr/>
        </p:nvSpPr>
        <p:spPr>
          <a:xfrm>
            <a:off x="7156450" y="1870439"/>
            <a:ext cx="692150" cy="246221"/>
          </a:xfrm>
          <a:prstGeom prst="rect">
            <a:avLst/>
          </a:prstGeom>
        </p:spPr>
        <p:txBody>
          <a:bodyPr vert="horz" wrap="square" lIns="0" tIns="0" rIns="0" bIns="0" rtlCol="0">
            <a:spAutoFit/>
          </a:bodyPr>
          <a:lstStyle/>
          <a:p>
            <a:pPr marL="12700">
              <a:lnSpc>
                <a:spcPct val="100000"/>
              </a:lnSpc>
            </a:pPr>
            <a:r>
              <a:rPr sz="1600" spc="-15" dirty="0">
                <a:latin typeface="Comic Sans MS" panose="030F0702030302020204" pitchFamily="66" charset="0"/>
                <a:ea typeface="微软雅黑" panose="020B0503020204020204" pitchFamily="34" charset="-122"/>
                <a:cs typeface="Calibri" panose="020F0502020204030204" pitchFamily="34" charset="0"/>
              </a:rPr>
              <a:t>po</a:t>
            </a:r>
            <a:r>
              <a:rPr sz="1600" dirty="0">
                <a:latin typeface="Comic Sans MS" panose="030F0702030302020204" pitchFamily="66" charset="0"/>
                <a:ea typeface="微软雅黑" panose="020B0503020204020204" pitchFamily="34" charset="-122"/>
                <a:cs typeface="Calibri" panose="020F0502020204030204" pitchFamily="34" charset="0"/>
              </a:rPr>
              <a:t>i</a:t>
            </a:r>
            <a:r>
              <a:rPr sz="1600" spc="-5" dirty="0">
                <a:latin typeface="Comic Sans MS" panose="030F0702030302020204" pitchFamily="66" charset="0"/>
                <a:ea typeface="微软雅黑" panose="020B0503020204020204" pitchFamily="34" charset="-122"/>
                <a:cs typeface="Calibri" panose="020F0502020204030204" pitchFamily="34" charset="0"/>
              </a:rPr>
              <a:t>n</a:t>
            </a:r>
            <a:r>
              <a:rPr sz="1600" spc="-10" dirty="0">
                <a:latin typeface="Comic Sans MS" panose="030F0702030302020204" pitchFamily="66" charset="0"/>
                <a:ea typeface="微软雅黑" panose="020B0503020204020204" pitchFamily="34" charset="-122"/>
                <a:cs typeface="Calibri" panose="020F0502020204030204" pitchFamily="34" charset="0"/>
              </a:rPr>
              <a:t>t</a:t>
            </a:r>
            <a:r>
              <a:rPr sz="1600" spc="-5" dirty="0">
                <a:latin typeface="Comic Sans MS" panose="030F0702030302020204" pitchFamily="66" charset="0"/>
                <a:ea typeface="微软雅黑" panose="020B0503020204020204" pitchFamily="34" charset="-122"/>
                <a:cs typeface="Calibri" panose="020F0502020204030204" pitchFamily="34" charset="0"/>
              </a:rPr>
              <a:t>e</a:t>
            </a:r>
            <a:r>
              <a:rPr sz="1600" spc="-10" dirty="0">
                <a:latin typeface="Comic Sans MS" panose="030F0702030302020204" pitchFamily="66" charset="0"/>
                <a:ea typeface="微软雅黑" panose="020B0503020204020204" pitchFamily="34" charset="-122"/>
                <a:cs typeface="Calibri" panose="020F0502020204030204" pitchFamily="34" charset="0"/>
              </a:rPr>
              <a:t>r</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34" name="object 34"/>
          <p:cNvSpPr/>
          <p:nvPr/>
        </p:nvSpPr>
        <p:spPr>
          <a:xfrm>
            <a:off x="8543925" y="14859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35" name="object 35"/>
          <p:cNvSpPr/>
          <p:nvPr/>
        </p:nvSpPr>
        <p:spPr>
          <a:xfrm>
            <a:off x="8543925" y="1828800"/>
            <a:ext cx="1009650" cy="333375"/>
          </a:xfrm>
          <a:custGeom>
            <a:avLst/>
            <a:gdLst/>
            <a:ahLst/>
            <a:cxnLst/>
            <a:rect l="l" t="t" r="r" b="b"/>
            <a:pathLst>
              <a:path w="1009650" h="333375">
                <a:moveTo>
                  <a:pt x="0" y="0"/>
                </a:moveTo>
                <a:lnTo>
                  <a:pt x="1009650" y="0"/>
                </a:lnTo>
                <a:lnTo>
                  <a:pt x="1009650" y="333375"/>
                </a:lnTo>
                <a:lnTo>
                  <a:pt x="0" y="333375"/>
                </a:lnTo>
                <a:lnTo>
                  <a:pt x="0" y="0"/>
                </a:lnTo>
                <a:close/>
              </a:path>
            </a:pathLst>
          </a:custGeom>
          <a:ln w="25400">
            <a:solidFill>
              <a:srgbClr val="76B900"/>
            </a:solidFill>
          </a:ln>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36" name="object 36"/>
          <p:cNvSpPr/>
          <p:nvPr/>
        </p:nvSpPr>
        <p:spPr>
          <a:xfrm>
            <a:off x="9547040" y="1652587"/>
            <a:ext cx="578485" cy="354330"/>
          </a:xfrm>
          <a:custGeom>
            <a:avLst/>
            <a:gdLst/>
            <a:ahLst/>
            <a:cxnLst/>
            <a:rect l="l" t="t" r="r" b="b"/>
            <a:pathLst>
              <a:path w="578484" h="354330">
                <a:moveTo>
                  <a:pt x="506158" y="28314"/>
                </a:moveTo>
                <a:lnTo>
                  <a:pt x="0" y="332009"/>
                </a:lnTo>
                <a:lnTo>
                  <a:pt x="13068" y="353790"/>
                </a:lnTo>
                <a:lnTo>
                  <a:pt x="519226" y="50094"/>
                </a:lnTo>
                <a:lnTo>
                  <a:pt x="506158" y="28314"/>
                </a:lnTo>
                <a:close/>
              </a:path>
              <a:path w="578484" h="354330">
                <a:moveTo>
                  <a:pt x="564173" y="21780"/>
                </a:moveTo>
                <a:lnTo>
                  <a:pt x="517048" y="21780"/>
                </a:lnTo>
                <a:lnTo>
                  <a:pt x="530117" y="43559"/>
                </a:lnTo>
                <a:lnTo>
                  <a:pt x="519226" y="50094"/>
                </a:lnTo>
                <a:lnTo>
                  <a:pt x="532295" y="71874"/>
                </a:lnTo>
                <a:lnTo>
                  <a:pt x="564173" y="21780"/>
                </a:lnTo>
                <a:close/>
              </a:path>
              <a:path w="578484" h="354330">
                <a:moveTo>
                  <a:pt x="517048" y="21780"/>
                </a:moveTo>
                <a:lnTo>
                  <a:pt x="506158" y="28314"/>
                </a:lnTo>
                <a:lnTo>
                  <a:pt x="519226" y="50094"/>
                </a:lnTo>
                <a:lnTo>
                  <a:pt x="530117" y="43559"/>
                </a:lnTo>
                <a:lnTo>
                  <a:pt x="517048" y="21780"/>
                </a:lnTo>
                <a:close/>
              </a:path>
              <a:path w="578484" h="354330">
                <a:moveTo>
                  <a:pt x="578034" y="0"/>
                </a:moveTo>
                <a:lnTo>
                  <a:pt x="493090" y="6534"/>
                </a:lnTo>
                <a:lnTo>
                  <a:pt x="506158" y="28314"/>
                </a:lnTo>
                <a:lnTo>
                  <a:pt x="517048" y="21780"/>
                </a:lnTo>
                <a:lnTo>
                  <a:pt x="564173" y="21780"/>
                </a:lnTo>
                <a:lnTo>
                  <a:pt x="578034" y="0"/>
                </a:lnTo>
                <a:close/>
              </a:path>
            </a:pathLst>
          </a:custGeom>
          <a:solidFill>
            <a:srgbClr val="5E5E5E"/>
          </a:solidFill>
        </p:spPr>
        <p:txBody>
          <a:bodyPr wrap="square" lIns="0" tIns="0" rIns="0" bIns="0" rtlCol="0"/>
          <a:lstStyle/>
          <a:p>
            <a:endParaRPr>
              <a:latin typeface="Comic Sans MS" panose="030F0702030302020204" pitchFamily="66" charset="0"/>
              <a:ea typeface="微软雅黑" panose="020B0503020204020204" pitchFamily="34" charset="-122"/>
            </a:endParaRPr>
          </a:p>
        </p:txBody>
      </p:sp>
      <p:sp>
        <p:nvSpPr>
          <p:cNvPr id="37" name="object 37"/>
          <p:cNvSpPr txBox="1"/>
          <p:nvPr/>
        </p:nvSpPr>
        <p:spPr>
          <a:xfrm>
            <a:off x="8858567" y="1541566"/>
            <a:ext cx="491993" cy="246221"/>
          </a:xfrm>
          <a:prstGeom prst="rect">
            <a:avLst/>
          </a:prstGeom>
        </p:spPr>
        <p:txBody>
          <a:bodyPr vert="horz" wrap="square" lIns="0" tIns="0" rIns="0" bIns="0" rtlCol="0">
            <a:spAutoFit/>
          </a:bodyPr>
          <a:lstStyle/>
          <a:p>
            <a:pPr marL="12700">
              <a:lnSpc>
                <a:spcPct val="100000"/>
              </a:lnSpc>
            </a:pPr>
            <a:r>
              <a:rPr sz="1600" spc="-5" dirty="0">
                <a:latin typeface="Comic Sans MS" panose="030F0702030302020204" pitchFamily="66" charset="0"/>
                <a:ea typeface="微软雅黑" panose="020B0503020204020204" pitchFamily="34" charset="-122"/>
                <a:cs typeface="Calibri" panose="020F0502020204030204" pitchFamily="34" charset="0"/>
              </a:rPr>
              <a:t>d</a:t>
            </a:r>
            <a:r>
              <a:rPr sz="1600" dirty="0">
                <a:latin typeface="Comic Sans MS" panose="030F0702030302020204" pitchFamily="66" charset="0"/>
                <a:ea typeface="微软雅黑" panose="020B0503020204020204" pitchFamily="34" charset="-122"/>
                <a:cs typeface="Calibri" panose="020F0502020204030204" pitchFamily="34" charset="0"/>
              </a:rPr>
              <a:t>a</a:t>
            </a:r>
            <a:r>
              <a:rPr sz="1600" spc="-10" dirty="0">
                <a:latin typeface="Comic Sans MS" panose="030F0702030302020204" pitchFamily="66" charset="0"/>
                <a:ea typeface="微软雅黑" panose="020B0503020204020204" pitchFamily="34" charset="-122"/>
                <a:cs typeface="Calibri" panose="020F0502020204030204" pitchFamily="34" charset="0"/>
              </a:rPr>
              <a:t>ta</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
        <p:nvSpPr>
          <p:cNvPr id="38" name="object 38"/>
          <p:cNvSpPr txBox="1"/>
          <p:nvPr/>
        </p:nvSpPr>
        <p:spPr>
          <a:xfrm>
            <a:off x="8737600" y="1870439"/>
            <a:ext cx="787400" cy="246221"/>
          </a:xfrm>
          <a:prstGeom prst="rect">
            <a:avLst/>
          </a:prstGeom>
        </p:spPr>
        <p:txBody>
          <a:bodyPr vert="horz" wrap="square" lIns="0" tIns="0" rIns="0" bIns="0" rtlCol="0">
            <a:spAutoFit/>
          </a:bodyPr>
          <a:lstStyle/>
          <a:p>
            <a:pPr marL="12700">
              <a:lnSpc>
                <a:spcPct val="100000"/>
              </a:lnSpc>
            </a:pPr>
            <a:r>
              <a:rPr sz="1600" spc="-15" dirty="0">
                <a:latin typeface="Comic Sans MS" panose="030F0702030302020204" pitchFamily="66" charset="0"/>
                <a:ea typeface="微软雅黑" panose="020B0503020204020204" pitchFamily="34" charset="-122"/>
                <a:cs typeface="Calibri" panose="020F0502020204030204" pitchFamily="34" charset="0"/>
              </a:rPr>
              <a:t>po</a:t>
            </a:r>
            <a:r>
              <a:rPr sz="1600" dirty="0">
                <a:latin typeface="Comic Sans MS" panose="030F0702030302020204" pitchFamily="66" charset="0"/>
                <a:ea typeface="微软雅黑" panose="020B0503020204020204" pitchFamily="34" charset="-122"/>
                <a:cs typeface="Calibri" panose="020F0502020204030204" pitchFamily="34" charset="0"/>
              </a:rPr>
              <a:t>i</a:t>
            </a:r>
            <a:r>
              <a:rPr sz="1600" spc="-5" dirty="0">
                <a:latin typeface="Comic Sans MS" panose="030F0702030302020204" pitchFamily="66" charset="0"/>
                <a:ea typeface="微软雅黑" panose="020B0503020204020204" pitchFamily="34" charset="-122"/>
                <a:cs typeface="Calibri" panose="020F0502020204030204" pitchFamily="34" charset="0"/>
              </a:rPr>
              <a:t>n</a:t>
            </a:r>
            <a:r>
              <a:rPr sz="1600" spc="-10" dirty="0">
                <a:latin typeface="Comic Sans MS" panose="030F0702030302020204" pitchFamily="66" charset="0"/>
                <a:ea typeface="微软雅黑" panose="020B0503020204020204" pitchFamily="34" charset="-122"/>
                <a:cs typeface="Calibri" panose="020F0502020204030204" pitchFamily="34" charset="0"/>
              </a:rPr>
              <a:t>t</a:t>
            </a:r>
            <a:r>
              <a:rPr sz="1600" spc="-5" dirty="0">
                <a:latin typeface="Comic Sans MS" panose="030F0702030302020204" pitchFamily="66" charset="0"/>
                <a:ea typeface="微软雅黑" panose="020B0503020204020204" pitchFamily="34" charset="-122"/>
                <a:cs typeface="Calibri" panose="020F0502020204030204" pitchFamily="34" charset="0"/>
              </a:rPr>
              <a:t>e</a:t>
            </a:r>
            <a:r>
              <a:rPr sz="1600" spc="-10" dirty="0">
                <a:latin typeface="Comic Sans MS" panose="030F0702030302020204" pitchFamily="66" charset="0"/>
                <a:ea typeface="微软雅黑" panose="020B0503020204020204" pitchFamily="34" charset="-122"/>
                <a:cs typeface="Calibri" panose="020F0502020204030204" pitchFamily="34" charset="0"/>
              </a:rPr>
              <a:t>r</a:t>
            </a:r>
            <a:endParaRPr sz="1600" dirty="0">
              <a:latin typeface="Comic Sans MS" panose="030F0702030302020204" pitchFamily="66" charset="0"/>
              <a:ea typeface="微软雅黑" panose="020B0503020204020204" pitchFamily="34" charset="-122"/>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976626" y="5454590"/>
            <a:ext cx="120650" cy="107722"/>
          </a:xfrm>
          <a:prstGeom prst="rect">
            <a:avLst/>
          </a:prstGeom>
        </p:spPr>
        <p:txBody>
          <a:bodyPr vert="horz" wrap="square" lIns="0" tIns="0" rIns="0" bIns="0" rtlCol="0">
            <a:spAutoFit/>
          </a:bodyPr>
          <a:lstStyle/>
          <a:p>
            <a:pPr marL="12700">
              <a:lnSpc>
                <a:spcPct val="100000"/>
              </a:lnSpc>
            </a:pPr>
            <a:r>
              <a:rPr sz="700" spc="5" dirty="0">
                <a:solidFill>
                  <a:srgbClr val="8C8C8C"/>
                </a:solidFill>
                <a:latin typeface="Comic Sans MS" panose="030F0702030302020204" pitchFamily="66" charset="0"/>
                <a:cs typeface="Calibri" panose="020F0502020204030204" pitchFamily="34" charset="0"/>
              </a:rPr>
              <a:t>17</a:t>
            </a:r>
            <a:endParaRPr sz="700" dirty="0">
              <a:latin typeface="Comic Sans MS" panose="030F0702030302020204" pitchFamily="66" charset="0"/>
              <a:cs typeface="Calibri" panose="020F0502020204030204" pitchFamily="34" charset="0"/>
            </a:endParaRPr>
          </a:p>
        </p:txBody>
      </p:sp>
      <p:sp>
        <p:nvSpPr>
          <p:cNvPr id="4" name="object 4"/>
          <p:cNvSpPr txBox="1">
            <a:spLocks noGrp="1"/>
          </p:cNvSpPr>
          <p:nvPr>
            <p:ph type="title"/>
          </p:nvPr>
        </p:nvSpPr>
        <p:spPr>
          <a:xfrm>
            <a:off x="838200" y="206051"/>
            <a:ext cx="9464040" cy="838691"/>
          </a:xfrm>
          <a:prstGeom prst="rect">
            <a:avLst/>
          </a:prstGeom>
        </p:spPr>
        <p:txBody>
          <a:bodyPr vert="horz" wrap="square" lIns="0" tIns="0" rIns="0" bIns="0" rtlCol="0">
            <a:spAutoFit/>
          </a:bodyPr>
          <a:lstStyle/>
          <a:p>
            <a:pPr algn="ctr">
              <a:lnSpc>
                <a:spcPct val="100000"/>
              </a:lnSpc>
            </a:pPr>
            <a:r>
              <a:rPr sz="3200" dirty="0">
                <a:latin typeface="Comic Sans MS" panose="030F0702030302020204" pitchFamily="66" charset="0"/>
              </a:rPr>
              <a:t>U</a:t>
            </a:r>
            <a:r>
              <a:rPr sz="3200" spc="-15" dirty="0">
                <a:latin typeface="Comic Sans MS" panose="030F0702030302020204" pitchFamily="66" charset="0"/>
              </a:rPr>
              <a:t>S</a:t>
            </a:r>
            <a:r>
              <a:rPr sz="3200" spc="-20" dirty="0">
                <a:latin typeface="Comic Sans MS" panose="030F0702030302020204" pitchFamily="66" charset="0"/>
              </a:rPr>
              <a:t>E</a:t>
            </a:r>
            <a:r>
              <a:rPr sz="3200" dirty="0">
                <a:latin typeface="Comic Sans MS" panose="030F0702030302020204" pitchFamily="66" charset="0"/>
              </a:rPr>
              <a:t> </a:t>
            </a:r>
            <a:r>
              <a:rPr sz="3200" spc="-5" dirty="0">
                <a:latin typeface="Comic Sans MS" panose="030F0702030302020204" pitchFamily="66" charset="0"/>
              </a:rPr>
              <a:t>C</a:t>
            </a:r>
            <a:r>
              <a:rPr sz="3200" spc="-25" dirty="0">
                <a:latin typeface="Comic Sans MS" panose="030F0702030302020204" pitchFamily="66" charset="0"/>
              </a:rPr>
              <a:t>A</a:t>
            </a:r>
            <a:r>
              <a:rPr sz="3200" spc="-15" dirty="0">
                <a:latin typeface="Comic Sans MS" panose="030F0702030302020204" pitchFamily="66" charset="0"/>
              </a:rPr>
              <a:t>S</a:t>
            </a:r>
            <a:r>
              <a:rPr sz="3200" spc="-25" dirty="0">
                <a:latin typeface="Comic Sans MS" panose="030F0702030302020204" pitchFamily="66" charset="0"/>
              </a:rPr>
              <a:t>E</a:t>
            </a:r>
            <a:r>
              <a:rPr sz="3200" dirty="0">
                <a:latin typeface="Comic Sans MS" panose="030F0702030302020204" pitchFamily="66" charset="0"/>
              </a:rPr>
              <a:t>:</a:t>
            </a:r>
            <a:r>
              <a:rPr sz="3200" spc="5" dirty="0">
                <a:latin typeface="Comic Sans MS" panose="030F0702030302020204" pitchFamily="66" charset="0"/>
              </a:rPr>
              <a:t> </a:t>
            </a:r>
            <a:r>
              <a:rPr sz="3200" spc="-5" dirty="0">
                <a:latin typeface="Comic Sans MS" panose="030F0702030302020204" pitchFamily="66" charset="0"/>
              </a:rPr>
              <a:t>C+</a:t>
            </a:r>
            <a:r>
              <a:rPr sz="3200" dirty="0">
                <a:latin typeface="Comic Sans MS" panose="030F0702030302020204" pitchFamily="66" charset="0"/>
              </a:rPr>
              <a:t>+ </a:t>
            </a:r>
            <a:r>
              <a:rPr sz="3200" spc="-30" dirty="0">
                <a:latin typeface="Comic Sans MS" panose="030F0702030302020204" pitchFamily="66" charset="0"/>
              </a:rPr>
              <a:t>O</a:t>
            </a:r>
            <a:r>
              <a:rPr sz="3200" spc="-25" dirty="0">
                <a:latin typeface="Comic Sans MS" panose="030F0702030302020204" pitchFamily="66" charset="0"/>
              </a:rPr>
              <a:t>BJE</a:t>
            </a:r>
            <a:r>
              <a:rPr sz="3200" spc="-5" dirty="0">
                <a:latin typeface="Comic Sans MS" panose="030F0702030302020204" pitchFamily="66" charset="0"/>
              </a:rPr>
              <a:t>C</a:t>
            </a:r>
            <a:r>
              <a:rPr sz="3200" spc="-30" dirty="0">
                <a:latin typeface="Comic Sans MS" panose="030F0702030302020204" pitchFamily="66" charset="0"/>
              </a:rPr>
              <a:t>T</a:t>
            </a:r>
            <a:r>
              <a:rPr sz="3200" spc="-20" dirty="0">
                <a:latin typeface="Comic Sans MS" panose="030F0702030302020204" pitchFamily="66" charset="0"/>
              </a:rPr>
              <a:t>S</a:t>
            </a:r>
          </a:p>
          <a:p>
            <a:pPr algn="ctr">
              <a:lnSpc>
                <a:spcPct val="100000"/>
              </a:lnSpc>
              <a:spcBef>
                <a:spcPts val="310"/>
              </a:spcBef>
            </a:pPr>
            <a:r>
              <a:rPr sz="2000" spc="-20" dirty="0">
                <a:solidFill>
                  <a:srgbClr val="76B900"/>
                </a:solidFill>
                <a:latin typeface="Comic Sans MS" panose="030F0702030302020204" pitchFamily="66" charset="0"/>
              </a:rPr>
              <a:t>O</a:t>
            </a:r>
            <a:r>
              <a:rPr sz="2000" spc="-5" dirty="0">
                <a:solidFill>
                  <a:srgbClr val="76B900"/>
                </a:solidFill>
                <a:latin typeface="Comic Sans MS" panose="030F0702030302020204" pitchFamily="66" charset="0"/>
              </a:rPr>
              <a:t>v</a:t>
            </a:r>
            <a:r>
              <a:rPr sz="2000" spc="5" dirty="0">
                <a:solidFill>
                  <a:srgbClr val="76B900"/>
                </a:solidFill>
                <a:latin typeface="Comic Sans MS" panose="030F0702030302020204" pitchFamily="66" charset="0"/>
              </a:rPr>
              <a:t>e</a:t>
            </a:r>
            <a:r>
              <a:rPr sz="2000" spc="-15" dirty="0">
                <a:solidFill>
                  <a:srgbClr val="76B900"/>
                </a:solidFill>
                <a:latin typeface="Comic Sans MS" panose="030F0702030302020204" pitchFamily="66" charset="0"/>
              </a:rPr>
              <a:t>r</a:t>
            </a:r>
            <a:r>
              <a:rPr sz="2000" spc="-20" dirty="0">
                <a:solidFill>
                  <a:srgbClr val="76B900"/>
                </a:solidFill>
                <a:latin typeface="Comic Sans MS" panose="030F0702030302020204" pitchFamily="66" charset="0"/>
              </a:rPr>
              <a:t>l</a:t>
            </a:r>
            <a:r>
              <a:rPr sz="2000" spc="-15" dirty="0">
                <a:solidFill>
                  <a:srgbClr val="76B900"/>
                </a:solidFill>
                <a:latin typeface="Comic Sans MS" panose="030F0702030302020204" pitchFamily="66" charset="0"/>
              </a:rPr>
              <a:t>o</a:t>
            </a:r>
            <a:r>
              <a:rPr sz="2000" dirty="0">
                <a:solidFill>
                  <a:srgbClr val="76B900"/>
                </a:solidFill>
                <a:latin typeface="Comic Sans MS" panose="030F0702030302020204" pitchFamily="66" charset="0"/>
              </a:rPr>
              <a:t>a</a:t>
            </a:r>
            <a:r>
              <a:rPr sz="2000" spc="-5" dirty="0">
                <a:solidFill>
                  <a:srgbClr val="76B900"/>
                </a:solidFill>
                <a:latin typeface="Comic Sans MS" panose="030F0702030302020204" pitchFamily="66" charset="0"/>
              </a:rPr>
              <a:t>di</a:t>
            </a:r>
            <a:r>
              <a:rPr sz="2000" dirty="0">
                <a:solidFill>
                  <a:srgbClr val="76B900"/>
                </a:solidFill>
                <a:latin typeface="Comic Sans MS" panose="030F0702030302020204" pitchFamily="66" charset="0"/>
              </a:rPr>
              <a:t>n</a:t>
            </a:r>
            <a:r>
              <a:rPr sz="2000" spc="-10" dirty="0">
                <a:solidFill>
                  <a:srgbClr val="76B900"/>
                </a:solidFill>
                <a:latin typeface="Comic Sans MS" panose="030F0702030302020204" pitchFamily="66" charset="0"/>
              </a:rPr>
              <a:t>g </a:t>
            </a:r>
            <a:r>
              <a:rPr sz="2000" b="1" dirty="0">
                <a:solidFill>
                  <a:srgbClr val="76B900"/>
                </a:solidFill>
                <a:latin typeface="Comic Sans MS" panose="030F0702030302020204" pitchFamily="66" charset="0"/>
              </a:rPr>
              <a:t>ne</a:t>
            </a:r>
            <a:r>
              <a:rPr sz="2000" b="1" spc="-15" dirty="0">
                <a:solidFill>
                  <a:srgbClr val="76B900"/>
                </a:solidFill>
                <a:latin typeface="Comic Sans MS" panose="030F0702030302020204" pitchFamily="66" charset="0"/>
              </a:rPr>
              <a:t>w</a:t>
            </a:r>
            <a:r>
              <a:rPr sz="2000" b="1" spc="-5" dirty="0">
                <a:solidFill>
                  <a:srgbClr val="76B900"/>
                </a:solidFill>
                <a:latin typeface="Comic Sans MS" panose="030F0702030302020204" pitchFamily="66" charset="0"/>
              </a:rPr>
              <a:t> </a:t>
            </a:r>
            <a:r>
              <a:rPr sz="2000" dirty="0">
                <a:solidFill>
                  <a:srgbClr val="76B900"/>
                </a:solidFill>
                <a:latin typeface="Comic Sans MS" panose="030F0702030302020204" pitchFamily="66" charset="0"/>
              </a:rPr>
              <a:t>and</a:t>
            </a:r>
            <a:r>
              <a:rPr sz="2000" spc="-10" dirty="0">
                <a:solidFill>
                  <a:srgbClr val="76B900"/>
                </a:solidFill>
                <a:latin typeface="Comic Sans MS" panose="030F0702030302020204" pitchFamily="66" charset="0"/>
              </a:rPr>
              <a:t> </a:t>
            </a:r>
            <a:r>
              <a:rPr sz="2000" b="1" spc="-10" dirty="0">
                <a:solidFill>
                  <a:srgbClr val="76B900"/>
                </a:solidFill>
                <a:latin typeface="Comic Sans MS" panose="030F0702030302020204" pitchFamily="66" charset="0"/>
              </a:rPr>
              <a:t>d</a:t>
            </a:r>
            <a:r>
              <a:rPr sz="2000" b="1" spc="-15" dirty="0">
                <a:solidFill>
                  <a:srgbClr val="76B900"/>
                </a:solidFill>
                <a:latin typeface="Comic Sans MS" panose="030F0702030302020204" pitchFamily="66" charset="0"/>
              </a:rPr>
              <a:t>e</a:t>
            </a:r>
            <a:r>
              <a:rPr sz="2000" b="1" spc="-20" dirty="0">
                <a:solidFill>
                  <a:srgbClr val="76B900"/>
                </a:solidFill>
                <a:latin typeface="Comic Sans MS" panose="030F0702030302020204" pitchFamily="66" charset="0"/>
              </a:rPr>
              <a:t>l</a:t>
            </a:r>
            <a:r>
              <a:rPr sz="2000" b="1" spc="-15" dirty="0">
                <a:solidFill>
                  <a:srgbClr val="76B900"/>
                </a:solidFill>
                <a:latin typeface="Comic Sans MS" panose="030F0702030302020204" pitchFamily="66" charset="0"/>
              </a:rPr>
              <a:t>e</a:t>
            </a:r>
            <a:r>
              <a:rPr sz="2000" b="1" spc="-5" dirty="0">
                <a:solidFill>
                  <a:srgbClr val="76B900"/>
                </a:solidFill>
                <a:latin typeface="Comic Sans MS" panose="030F0702030302020204" pitchFamily="66" charset="0"/>
              </a:rPr>
              <a:t>t</a:t>
            </a:r>
            <a:r>
              <a:rPr sz="2000" b="1" spc="-15" dirty="0">
                <a:solidFill>
                  <a:srgbClr val="76B900"/>
                </a:solidFill>
                <a:latin typeface="Comic Sans MS" panose="030F0702030302020204" pitchFamily="66" charset="0"/>
              </a:rPr>
              <a:t>e</a:t>
            </a:r>
            <a:endParaRPr sz="2000" dirty="0">
              <a:latin typeface="Comic Sans MS" panose="030F0702030302020204" pitchFamily="66" charset="0"/>
            </a:endParaRPr>
          </a:p>
        </p:txBody>
      </p:sp>
      <p:sp>
        <p:nvSpPr>
          <p:cNvPr id="5" name="object 5"/>
          <p:cNvSpPr/>
          <p:nvPr/>
        </p:nvSpPr>
        <p:spPr>
          <a:xfrm>
            <a:off x="462790" y="4752796"/>
            <a:ext cx="5419344" cy="896112"/>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6" name="object 6"/>
          <p:cNvSpPr/>
          <p:nvPr/>
        </p:nvSpPr>
        <p:spPr>
          <a:xfrm>
            <a:off x="513083" y="2358650"/>
            <a:ext cx="4147820" cy="3206115"/>
          </a:xfrm>
          <a:custGeom>
            <a:avLst/>
            <a:gdLst/>
            <a:ahLst/>
            <a:cxnLst/>
            <a:rect l="l" t="t" r="r" b="b"/>
            <a:pathLst>
              <a:path w="4147820" h="3206115">
                <a:moveTo>
                  <a:pt x="4056649" y="0"/>
                </a:moveTo>
                <a:lnTo>
                  <a:pt x="0" y="0"/>
                </a:lnTo>
                <a:lnTo>
                  <a:pt x="0" y="3114590"/>
                </a:lnTo>
                <a:lnTo>
                  <a:pt x="91008" y="3205599"/>
                </a:lnTo>
                <a:lnTo>
                  <a:pt x="4147658" y="3205599"/>
                </a:lnTo>
                <a:lnTo>
                  <a:pt x="4147658" y="91008"/>
                </a:lnTo>
                <a:lnTo>
                  <a:pt x="4056649"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7" name="object 7"/>
          <p:cNvSpPr/>
          <p:nvPr/>
        </p:nvSpPr>
        <p:spPr>
          <a:xfrm>
            <a:off x="513083" y="2358650"/>
            <a:ext cx="4147820" cy="3206115"/>
          </a:xfrm>
          <a:custGeom>
            <a:avLst/>
            <a:gdLst/>
            <a:ahLst/>
            <a:cxnLst/>
            <a:rect l="l" t="t" r="r" b="b"/>
            <a:pathLst>
              <a:path w="4147820" h="3206115">
                <a:moveTo>
                  <a:pt x="0" y="0"/>
                </a:moveTo>
                <a:lnTo>
                  <a:pt x="4056650" y="0"/>
                </a:lnTo>
                <a:lnTo>
                  <a:pt x="4147659" y="91009"/>
                </a:lnTo>
                <a:lnTo>
                  <a:pt x="4147659" y="3205600"/>
                </a:lnTo>
                <a:lnTo>
                  <a:pt x="91009" y="3205600"/>
                </a:lnTo>
                <a:lnTo>
                  <a:pt x="0" y="3114591"/>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8" name="object 8"/>
          <p:cNvSpPr txBox="1"/>
          <p:nvPr/>
        </p:nvSpPr>
        <p:spPr>
          <a:xfrm>
            <a:off x="637315" y="2481441"/>
            <a:ext cx="1728470" cy="849630"/>
          </a:xfrm>
          <a:prstGeom prst="rect">
            <a:avLst/>
          </a:prstGeom>
        </p:spPr>
        <p:txBody>
          <a:bodyPr vert="horz" wrap="square" lIns="0" tIns="0" rIns="0" bIns="0" rtlCol="0">
            <a:spAutoFit/>
          </a:bodyPr>
          <a:lstStyle/>
          <a:p>
            <a:pPr marL="12700" marR="111125">
              <a:lnSpc>
                <a:spcPct val="100000"/>
              </a:lnSpc>
            </a:pPr>
            <a:r>
              <a:rPr sz="1400" spc="-20" dirty="0">
                <a:solidFill>
                  <a:srgbClr val="505050"/>
                </a:solidFill>
                <a:latin typeface="Comic Sans MS" panose="030F0702030302020204" pitchFamily="66" charset="0"/>
                <a:cs typeface="Lucida Console" panose="020B0609040504020204"/>
              </a:rPr>
              <a:t>clas</a:t>
            </a:r>
            <a:r>
              <a:rPr sz="1400" spc="-10" dirty="0">
                <a:solidFill>
                  <a:srgbClr val="505050"/>
                </a:solidFill>
                <a:latin typeface="Comic Sans MS" panose="030F0702030302020204" pitchFamily="66" charset="0"/>
                <a:cs typeface="Lucida Console" panose="020B0609040504020204"/>
              </a:rPr>
              <a:t>s</a:t>
            </a:r>
            <a:r>
              <a:rPr sz="1400" spc="-20" dirty="0">
                <a:solidFill>
                  <a:srgbClr val="505050"/>
                </a:solidFill>
                <a:latin typeface="Comic Sans MS" panose="030F0702030302020204" pitchFamily="66" charset="0"/>
                <a:cs typeface="Lucida Console" panose="020B0609040504020204"/>
              </a:rPr>
              <a:t> Manage</a:t>
            </a:r>
            <a:r>
              <a:rPr sz="1400" spc="-10" dirty="0">
                <a:solidFill>
                  <a:srgbClr val="505050"/>
                </a:solidFill>
                <a:latin typeface="Comic Sans MS" panose="030F0702030302020204" pitchFamily="66" charset="0"/>
                <a:cs typeface="Lucida Console" panose="020B0609040504020204"/>
              </a:rPr>
              <a:t>d</a:t>
            </a:r>
            <a:r>
              <a:rPr sz="1400" spc="-20"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public:</a:t>
            </a:r>
            <a:endParaRPr sz="1400">
              <a:latin typeface="Comic Sans MS" panose="030F0702030302020204" pitchFamily="66" charset="0"/>
              <a:cs typeface="Lucida Console" panose="020B0609040504020204"/>
            </a:endParaRPr>
          </a:p>
          <a:p>
            <a:pPr marL="437515" marR="5080" indent="-212725">
              <a:lnSpc>
                <a:spcPct val="101000"/>
              </a:lnSpc>
            </a:pPr>
            <a:r>
              <a:rPr sz="1400" spc="-20" dirty="0">
                <a:solidFill>
                  <a:srgbClr val="505050"/>
                </a:solidFill>
                <a:latin typeface="Comic Sans MS" panose="030F0702030302020204" pitchFamily="66" charset="0"/>
                <a:cs typeface="Lucida Console" panose="020B0609040504020204"/>
              </a:rPr>
              <a:t>voi</a:t>
            </a:r>
            <a:r>
              <a:rPr sz="1400" spc="-10" dirty="0">
                <a:solidFill>
                  <a:srgbClr val="505050"/>
                </a:solidFill>
                <a:latin typeface="Comic Sans MS" panose="030F0702030302020204" pitchFamily="66" charset="0"/>
                <a:cs typeface="Lucida Console" panose="020B0609040504020204"/>
              </a:rPr>
              <a:t>d</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*operator voi</a:t>
            </a:r>
            <a:r>
              <a:rPr sz="1400" spc="-10" dirty="0">
                <a:solidFill>
                  <a:srgbClr val="505050"/>
                </a:solidFill>
                <a:latin typeface="Comic Sans MS" panose="030F0702030302020204" pitchFamily="66" charset="0"/>
                <a:cs typeface="Lucida Console" panose="020B0609040504020204"/>
              </a:rPr>
              <a:t>d</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*ptr</a:t>
            </a:r>
            <a:r>
              <a:rPr sz="1400" spc="-10" dirty="0">
                <a:solidFill>
                  <a:srgbClr val="505050"/>
                </a:solidFill>
                <a:latin typeface="Comic Sans MS" panose="030F0702030302020204" pitchFamily="66" charset="0"/>
                <a:cs typeface="Lucida Console" panose="020B0609040504020204"/>
              </a:rPr>
              <a:t>;</a:t>
            </a:r>
            <a:endParaRPr sz="1400">
              <a:latin typeface="Comic Sans MS" panose="030F0702030302020204" pitchFamily="66" charset="0"/>
              <a:cs typeface="Lucida Console" panose="020B0609040504020204"/>
            </a:endParaRPr>
          </a:p>
        </p:txBody>
      </p:sp>
      <p:sp>
        <p:nvSpPr>
          <p:cNvPr id="9" name="object 9"/>
          <p:cNvSpPr txBox="1"/>
          <p:nvPr/>
        </p:nvSpPr>
        <p:spPr>
          <a:xfrm>
            <a:off x="2185728" y="2906256"/>
            <a:ext cx="1834514" cy="215444"/>
          </a:xfrm>
          <a:prstGeom prst="rect">
            <a:avLst/>
          </a:prstGeom>
        </p:spPr>
        <p:txBody>
          <a:bodyPr vert="horz" wrap="square" lIns="0" tIns="0" rIns="0" bIns="0" rtlCol="0">
            <a:spAutoFit/>
          </a:bodyPr>
          <a:lstStyle/>
          <a:p>
            <a:pPr marL="12700">
              <a:lnSpc>
                <a:spcPct val="100000"/>
              </a:lnSpc>
            </a:pPr>
            <a:r>
              <a:rPr sz="1400" spc="-20" dirty="0">
                <a:solidFill>
                  <a:srgbClr val="505050"/>
                </a:solidFill>
                <a:latin typeface="Comic Sans MS" panose="030F0702030302020204" pitchFamily="66" charset="0"/>
                <a:cs typeface="Lucida Console" panose="020B0609040504020204"/>
              </a:rPr>
              <a:t>new(size_</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len</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10" name="object 10"/>
          <p:cNvSpPr txBox="1"/>
          <p:nvPr/>
        </p:nvSpPr>
        <p:spPr>
          <a:xfrm>
            <a:off x="637315" y="3331833"/>
            <a:ext cx="3382927" cy="2167516"/>
          </a:xfrm>
          <a:prstGeom prst="rect">
            <a:avLst/>
          </a:prstGeom>
        </p:spPr>
        <p:txBody>
          <a:bodyPr vert="horz" wrap="square" lIns="0" tIns="0" rIns="0" bIns="0" rtlCol="0">
            <a:spAutoFit/>
          </a:bodyPr>
          <a:lstStyle/>
          <a:p>
            <a:pPr marL="437515" marR="218440">
              <a:lnSpc>
                <a:spcPct val="101000"/>
              </a:lnSpc>
            </a:pPr>
            <a:r>
              <a:rPr sz="1400" spc="-20" dirty="0">
                <a:solidFill>
                  <a:srgbClr val="505050"/>
                </a:solidFill>
                <a:latin typeface="Comic Sans MS" panose="030F0702030302020204" pitchFamily="66" charset="0"/>
                <a:cs typeface="Lucida Console" panose="020B0609040504020204"/>
              </a:rPr>
              <a:t>cudaMallocManaged(&amp;ptr</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len); cudaDeviceSynchronize(); </a:t>
            </a:r>
            <a:endParaRPr lang="en-US" altLang="zh-CN" sz="1400" spc="-20" dirty="0">
              <a:solidFill>
                <a:srgbClr val="505050"/>
              </a:solidFill>
              <a:latin typeface="Comic Sans MS" panose="030F0702030302020204" pitchFamily="66" charset="0"/>
              <a:cs typeface="Lucida Console" panose="020B0609040504020204"/>
            </a:endParaRPr>
          </a:p>
          <a:p>
            <a:pPr marL="437515" marR="218440">
              <a:lnSpc>
                <a:spcPct val="101000"/>
              </a:lnSpc>
            </a:pPr>
            <a:r>
              <a:rPr sz="1400" spc="-20" dirty="0">
                <a:solidFill>
                  <a:srgbClr val="505050"/>
                </a:solidFill>
                <a:latin typeface="Comic Sans MS" panose="030F0702030302020204" pitchFamily="66" charset="0"/>
                <a:cs typeface="Lucida Console" panose="020B0609040504020204"/>
              </a:rPr>
              <a:t>retur</a:t>
            </a:r>
            <a:r>
              <a:rPr sz="1400" spc="-10" dirty="0">
                <a:solidFill>
                  <a:srgbClr val="505050"/>
                </a:solidFill>
                <a:latin typeface="Comic Sans MS" panose="030F0702030302020204" pitchFamily="66" charset="0"/>
                <a:cs typeface="Lucida Console" panose="020B0609040504020204"/>
              </a:rPr>
              <a:t>n</a:t>
            </a:r>
            <a:r>
              <a:rPr sz="1400" spc="-20" dirty="0">
                <a:solidFill>
                  <a:srgbClr val="505050"/>
                </a:solidFill>
                <a:latin typeface="Comic Sans MS" panose="030F0702030302020204" pitchFamily="66" charset="0"/>
                <a:cs typeface="Lucida Console" panose="020B0609040504020204"/>
              </a:rPr>
              <a:t> ptr</a:t>
            </a: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224790">
              <a:lnSpc>
                <a:spcPct val="100000"/>
              </a:lnSpc>
              <a:spcBef>
                <a:spcPts val="25"/>
              </a:spcBef>
            </a:pP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a:lnSpc>
                <a:spcPct val="100000"/>
              </a:lnSpc>
              <a:spcBef>
                <a:spcPts val="10"/>
              </a:spcBef>
            </a:pPr>
            <a:endParaRPr sz="1400" dirty="0">
              <a:latin typeface="Comic Sans MS" panose="030F0702030302020204" pitchFamily="66" charset="0"/>
              <a:cs typeface="Times New Roman" panose="02020603050405020304"/>
            </a:endParaRPr>
          </a:p>
          <a:p>
            <a:pPr marL="437515" marR="5080" indent="-212725">
              <a:lnSpc>
                <a:spcPct val="101000"/>
              </a:lnSpc>
            </a:pPr>
            <a:r>
              <a:rPr sz="1400" spc="-20" dirty="0">
                <a:solidFill>
                  <a:srgbClr val="505050"/>
                </a:solidFill>
                <a:latin typeface="Comic Sans MS" panose="030F0702030302020204" pitchFamily="66" charset="0"/>
                <a:cs typeface="Lucida Console" panose="020B0609040504020204"/>
              </a:rPr>
              <a:t>voi</a:t>
            </a:r>
            <a:r>
              <a:rPr sz="1400" spc="-10" dirty="0">
                <a:solidFill>
                  <a:srgbClr val="505050"/>
                </a:solidFill>
                <a:latin typeface="Comic Sans MS" panose="030F0702030302020204" pitchFamily="66" charset="0"/>
                <a:cs typeface="Lucida Console" panose="020B0609040504020204"/>
              </a:rPr>
              <a:t>d</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operato</a:t>
            </a:r>
            <a:r>
              <a:rPr sz="1400" spc="-10" dirty="0">
                <a:solidFill>
                  <a:srgbClr val="505050"/>
                </a:solidFill>
                <a:latin typeface="Comic Sans MS" panose="030F0702030302020204" pitchFamily="66" charset="0"/>
                <a:cs typeface="Lucida Console" panose="020B0609040504020204"/>
              </a:rPr>
              <a:t>r</a:t>
            </a:r>
            <a:r>
              <a:rPr sz="1400" spc="-20" dirty="0">
                <a:solidFill>
                  <a:srgbClr val="505050"/>
                </a:solidFill>
                <a:latin typeface="Comic Sans MS" panose="030F0702030302020204" pitchFamily="66" charset="0"/>
                <a:cs typeface="Lucida Console" panose="020B0609040504020204"/>
              </a:rPr>
              <a:t> delete(voi</a:t>
            </a:r>
            <a:r>
              <a:rPr sz="1400" spc="-10" dirty="0">
                <a:solidFill>
                  <a:srgbClr val="505050"/>
                </a:solidFill>
                <a:latin typeface="Comic Sans MS" panose="030F0702030302020204" pitchFamily="66" charset="0"/>
                <a:cs typeface="Lucida Console" panose="020B0609040504020204"/>
              </a:rPr>
              <a:t>d</a:t>
            </a:r>
            <a:r>
              <a:rPr sz="1400" spc="-20" dirty="0">
                <a:solidFill>
                  <a:srgbClr val="505050"/>
                </a:solidFill>
                <a:latin typeface="Comic Sans MS" panose="030F0702030302020204" pitchFamily="66" charset="0"/>
                <a:cs typeface="Lucida Console" panose="020B0609040504020204"/>
              </a:rPr>
              <a:t> *ptr</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cudaDeviceSynchronize(); cudaFree(ptr);</a:t>
            </a:r>
            <a:endParaRPr sz="1400" dirty="0">
              <a:latin typeface="Comic Sans MS" panose="030F0702030302020204" pitchFamily="66" charset="0"/>
              <a:cs typeface="Lucida Console" panose="020B0609040504020204"/>
            </a:endParaRPr>
          </a:p>
          <a:p>
            <a:pPr marL="224790">
              <a:lnSpc>
                <a:spcPct val="100000"/>
              </a:lnSpc>
              <a:spcBef>
                <a:spcPts val="25"/>
              </a:spcBef>
            </a:pP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12700">
              <a:lnSpc>
                <a:spcPct val="100000"/>
              </a:lnSpc>
              <a:spcBef>
                <a:spcPts val="25"/>
              </a:spcBef>
            </a:pPr>
            <a:r>
              <a:rPr sz="1400" spc="-2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11" name="object 11"/>
          <p:cNvSpPr/>
          <p:nvPr/>
        </p:nvSpPr>
        <p:spPr>
          <a:xfrm>
            <a:off x="5452367" y="4752796"/>
            <a:ext cx="5416296" cy="896112"/>
          </a:xfrm>
          <a:prstGeom prst="rect">
            <a:avLst/>
          </a:prstGeom>
          <a:blipFill>
            <a:blip r:embed="rId4" cstate="print"/>
            <a:stretch>
              <a:fillRect/>
            </a:stretch>
          </a:blipFill>
        </p:spPr>
        <p:txBody>
          <a:bodyPr wrap="square" lIns="0" tIns="0" rIns="0" bIns="0" rtlCol="0"/>
          <a:lstStyle/>
          <a:p>
            <a:endParaRPr>
              <a:latin typeface="Comic Sans MS" panose="030F0702030302020204" pitchFamily="66" charset="0"/>
            </a:endParaRPr>
          </a:p>
        </p:txBody>
      </p:sp>
      <p:sp>
        <p:nvSpPr>
          <p:cNvPr id="12" name="object 12"/>
          <p:cNvSpPr/>
          <p:nvPr/>
        </p:nvSpPr>
        <p:spPr>
          <a:xfrm>
            <a:off x="5501135" y="2358650"/>
            <a:ext cx="4572000" cy="3206115"/>
          </a:xfrm>
          <a:custGeom>
            <a:avLst/>
            <a:gdLst/>
            <a:ahLst/>
            <a:cxnLst/>
            <a:rect l="l" t="t" r="r" b="b"/>
            <a:pathLst>
              <a:path w="4147820" h="3206115">
                <a:moveTo>
                  <a:pt x="4056649" y="0"/>
                </a:moveTo>
                <a:lnTo>
                  <a:pt x="0" y="0"/>
                </a:lnTo>
                <a:lnTo>
                  <a:pt x="0" y="3114590"/>
                </a:lnTo>
                <a:lnTo>
                  <a:pt x="91009" y="3205599"/>
                </a:lnTo>
                <a:lnTo>
                  <a:pt x="4147658" y="3205599"/>
                </a:lnTo>
                <a:lnTo>
                  <a:pt x="4147658" y="91008"/>
                </a:lnTo>
                <a:lnTo>
                  <a:pt x="4056649"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13" name="object 13"/>
          <p:cNvSpPr/>
          <p:nvPr/>
        </p:nvSpPr>
        <p:spPr>
          <a:xfrm>
            <a:off x="5501134" y="2358650"/>
            <a:ext cx="4596141" cy="3206115"/>
          </a:xfrm>
          <a:custGeom>
            <a:avLst/>
            <a:gdLst/>
            <a:ahLst/>
            <a:cxnLst/>
            <a:rect l="l" t="t" r="r" b="b"/>
            <a:pathLst>
              <a:path w="4147820" h="3206115">
                <a:moveTo>
                  <a:pt x="0" y="0"/>
                </a:moveTo>
                <a:lnTo>
                  <a:pt x="4056650" y="0"/>
                </a:lnTo>
                <a:lnTo>
                  <a:pt x="4147659" y="91009"/>
                </a:lnTo>
                <a:lnTo>
                  <a:pt x="4147659" y="3205600"/>
                </a:lnTo>
                <a:lnTo>
                  <a:pt x="91009" y="3205600"/>
                </a:lnTo>
                <a:lnTo>
                  <a:pt x="0" y="3114591"/>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14" name="object 14"/>
          <p:cNvSpPr txBox="1"/>
          <p:nvPr/>
        </p:nvSpPr>
        <p:spPr>
          <a:xfrm>
            <a:off x="5486400" y="1714500"/>
            <a:ext cx="3993515" cy="1572803"/>
          </a:xfrm>
          <a:prstGeom prst="rect">
            <a:avLst/>
          </a:prstGeom>
        </p:spPr>
        <p:txBody>
          <a:bodyPr vert="horz" wrap="square" lIns="0" tIns="0" rIns="0" bIns="0" rtlCol="0">
            <a:spAutoFit/>
          </a:bodyPr>
          <a:lstStyle/>
          <a:p>
            <a:pPr marL="12700">
              <a:lnSpc>
                <a:spcPct val="100000"/>
              </a:lnSpc>
            </a:pP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nh</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rit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b</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s</a:t>
            </a:r>
            <a:r>
              <a:rPr sz="2000" spc="-5" dirty="0">
                <a:solidFill>
                  <a:srgbClr val="5E5E5E"/>
                </a:solidFill>
                <a:latin typeface="Comic Sans MS" panose="030F0702030302020204" pitchFamily="66" charset="0"/>
                <a:cs typeface="Calibri" panose="020F0502020204030204" pitchFamily="34" charset="0"/>
              </a:rPr>
              <a:t>tri</a:t>
            </a:r>
            <a:r>
              <a:rPr sz="2000" spc="5" dirty="0">
                <a:solidFill>
                  <a:srgbClr val="5E5E5E"/>
                </a:solidFill>
                <a:latin typeface="Comic Sans MS" panose="030F0702030302020204" pitchFamily="66" charset="0"/>
                <a:cs typeface="Calibri" panose="020F0502020204030204" pitchFamily="34" charset="0"/>
              </a:rPr>
              <a:t>n</a:t>
            </a:r>
            <a:r>
              <a:rPr sz="2000" spc="-10" dirty="0">
                <a:solidFill>
                  <a:srgbClr val="5E5E5E"/>
                </a:solidFill>
                <a:latin typeface="Comic Sans MS" panose="030F0702030302020204" pitchFamily="66" charset="0"/>
                <a:cs typeface="Calibri" panose="020F0502020204030204" pitchFamily="34" charset="0"/>
              </a:rPr>
              <a:t>g </a:t>
            </a:r>
            <a:r>
              <a:rPr sz="2000" spc="-5" dirty="0">
                <a:solidFill>
                  <a:srgbClr val="5E5E5E"/>
                </a:solidFill>
                <a:latin typeface="Comic Sans MS" panose="030F0702030302020204" pitchFamily="66" charset="0"/>
                <a:cs typeface="Calibri" panose="020F0502020204030204" pitchFamily="34" charset="0"/>
              </a:rPr>
              <a:t>c</a:t>
            </a:r>
            <a:r>
              <a:rPr sz="2000" spc="-2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s</a:t>
            </a:r>
            <a:r>
              <a:rPr sz="2000" spc="-10" dirty="0">
                <a:solidFill>
                  <a:srgbClr val="5E5E5E"/>
                </a:solidFill>
                <a:latin typeface="Comic Sans MS" panose="030F0702030302020204" pitchFamily="66" charset="0"/>
                <a:cs typeface="Calibri" panose="020F0502020204030204" pitchFamily="34" charset="0"/>
              </a:rPr>
              <a:t>s</a:t>
            </a:r>
            <a:endParaRPr sz="2000" dirty="0">
              <a:latin typeface="Comic Sans MS" panose="030F0702030302020204" pitchFamily="66" charset="0"/>
              <a:cs typeface="Calibri" panose="020F0502020204030204" pitchFamily="34" charset="0"/>
            </a:endParaRPr>
          </a:p>
          <a:p>
            <a:pPr>
              <a:lnSpc>
                <a:spcPct val="100000"/>
              </a:lnSpc>
              <a:spcBef>
                <a:spcPts val="40"/>
              </a:spcBef>
            </a:pPr>
            <a:endParaRPr sz="2650" dirty="0">
              <a:latin typeface="Comic Sans MS" panose="030F0702030302020204" pitchFamily="66" charset="0"/>
              <a:cs typeface="Times New Roman" panose="02020603050405020304"/>
            </a:endParaRPr>
          </a:p>
          <a:p>
            <a:pPr marL="151130" marR="5080">
              <a:lnSpc>
                <a:spcPct val="100000"/>
              </a:lnSpc>
            </a:pP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Derivin</a:t>
            </a:r>
            <a:r>
              <a:rPr sz="1400" spc="-10" dirty="0">
                <a:solidFill>
                  <a:srgbClr val="505050"/>
                </a:solidFill>
                <a:latin typeface="Comic Sans MS" panose="030F0702030302020204" pitchFamily="66" charset="0"/>
                <a:cs typeface="Lucida Console" panose="020B0609040504020204"/>
              </a:rPr>
              <a:t>g</a:t>
            </a:r>
            <a:r>
              <a:rPr sz="1400" spc="-20" dirty="0">
                <a:solidFill>
                  <a:srgbClr val="505050"/>
                </a:solidFill>
                <a:latin typeface="Comic Sans MS" panose="030F0702030302020204" pitchFamily="66" charset="0"/>
                <a:cs typeface="Lucida Console" panose="020B0609040504020204"/>
              </a:rPr>
              <a:t> allow</a:t>
            </a:r>
            <a:r>
              <a:rPr sz="1400" spc="-10" dirty="0">
                <a:solidFill>
                  <a:srgbClr val="505050"/>
                </a:solidFill>
                <a:latin typeface="Comic Sans MS" panose="030F0702030302020204" pitchFamily="66" charset="0"/>
                <a:cs typeface="Lucida Console" panose="020B0609040504020204"/>
              </a:rPr>
              <a:t>s</a:t>
            </a:r>
            <a:r>
              <a:rPr sz="1400" spc="-20" dirty="0">
                <a:solidFill>
                  <a:srgbClr val="505050"/>
                </a:solidFill>
                <a:latin typeface="Comic Sans MS" panose="030F0702030302020204" pitchFamily="66" charset="0"/>
                <a:cs typeface="Lucida Console" panose="020B0609040504020204"/>
              </a:rPr>
              <a:t> pass-by-reference clas</a:t>
            </a:r>
            <a:r>
              <a:rPr sz="1400" spc="-10" dirty="0">
                <a:solidFill>
                  <a:srgbClr val="505050"/>
                </a:solidFill>
                <a:latin typeface="Comic Sans MS" panose="030F0702030302020204" pitchFamily="66" charset="0"/>
                <a:cs typeface="Lucida Console" panose="020B0609040504020204"/>
              </a:rPr>
              <a:t>s</a:t>
            </a:r>
            <a:r>
              <a:rPr sz="1400" spc="-20" dirty="0">
                <a:solidFill>
                  <a:srgbClr val="505050"/>
                </a:solidFill>
                <a:latin typeface="Comic Sans MS" panose="030F0702030302020204" pitchFamily="66" charset="0"/>
                <a:cs typeface="Lucida Console" panose="020B0609040504020204"/>
              </a:rPr>
              <a:t> umStrin</a:t>
            </a:r>
            <a:r>
              <a:rPr sz="1400" spc="-10" dirty="0">
                <a:solidFill>
                  <a:srgbClr val="505050"/>
                </a:solidFill>
                <a:latin typeface="Comic Sans MS" panose="030F0702030302020204" pitchFamily="66" charset="0"/>
                <a:cs typeface="Lucida Console" panose="020B0609040504020204"/>
              </a:rPr>
              <a:t>g</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publi</a:t>
            </a:r>
            <a:r>
              <a:rPr sz="1400" spc="-10" dirty="0">
                <a:solidFill>
                  <a:srgbClr val="505050"/>
                </a:solidFill>
                <a:latin typeface="Comic Sans MS" panose="030F0702030302020204" pitchFamily="66" charset="0"/>
                <a:cs typeface="Lucida Console" panose="020B0609040504020204"/>
              </a:rPr>
              <a:t>c</a:t>
            </a:r>
            <a:r>
              <a:rPr sz="1400" spc="-20" dirty="0">
                <a:solidFill>
                  <a:srgbClr val="505050"/>
                </a:solidFill>
                <a:latin typeface="Comic Sans MS" panose="030F0702030302020204" pitchFamily="66" charset="0"/>
                <a:cs typeface="Lucida Console" panose="020B0609040504020204"/>
              </a:rPr>
              <a:t> Manage</a:t>
            </a:r>
            <a:r>
              <a:rPr sz="1400" spc="-10" dirty="0">
                <a:solidFill>
                  <a:srgbClr val="505050"/>
                </a:solidFill>
                <a:latin typeface="Comic Sans MS" panose="030F0702030302020204" pitchFamily="66" charset="0"/>
                <a:cs typeface="Lucida Console" panose="020B0609040504020204"/>
              </a:rPr>
              <a:t>d</a:t>
            </a:r>
            <a:r>
              <a:rPr sz="1400" spc="-20"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363855" marR="2451100">
              <a:lnSpc>
                <a:spcPct val="101000"/>
              </a:lnSpc>
            </a:pP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length; cha</a:t>
            </a:r>
            <a:r>
              <a:rPr sz="1400" spc="-10" dirty="0">
                <a:solidFill>
                  <a:srgbClr val="505050"/>
                </a:solidFill>
                <a:latin typeface="Comic Sans MS" panose="030F0702030302020204" pitchFamily="66" charset="0"/>
                <a:cs typeface="Lucida Console" panose="020B0609040504020204"/>
              </a:rPr>
              <a:t>r</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*data;</a:t>
            </a:r>
            <a:endParaRPr sz="1400" dirty="0">
              <a:latin typeface="Comic Sans MS" panose="030F0702030302020204" pitchFamily="66" charset="0"/>
              <a:cs typeface="Lucida Console" panose="020B0609040504020204"/>
            </a:endParaRPr>
          </a:p>
        </p:txBody>
      </p:sp>
      <p:sp>
        <p:nvSpPr>
          <p:cNvPr id="15" name="object 15"/>
          <p:cNvSpPr txBox="1"/>
          <p:nvPr/>
        </p:nvSpPr>
        <p:spPr>
          <a:xfrm>
            <a:off x="5625366" y="3441561"/>
            <a:ext cx="3854549" cy="1921039"/>
          </a:xfrm>
          <a:prstGeom prst="rect">
            <a:avLst/>
          </a:prstGeom>
        </p:spPr>
        <p:txBody>
          <a:bodyPr vert="horz" wrap="square" lIns="0" tIns="0" rIns="0" bIns="0" rtlCol="0">
            <a:spAutoFit/>
          </a:bodyPr>
          <a:lstStyle/>
          <a:p>
            <a:pPr marL="12700">
              <a:lnSpc>
                <a:spcPct val="100000"/>
              </a:lnSpc>
            </a:pPr>
            <a:r>
              <a:rPr sz="1400" spc="-20" dirty="0">
                <a:solidFill>
                  <a:srgbClr val="505050"/>
                </a:solidFill>
                <a:latin typeface="Comic Sans MS" panose="030F0702030302020204" pitchFamily="66" charset="0"/>
                <a:cs typeface="Lucida Console" panose="020B0609040504020204"/>
              </a:rPr>
              <a:t>public:</a:t>
            </a:r>
            <a:endParaRPr sz="1400" dirty="0">
              <a:latin typeface="Comic Sans MS" panose="030F0702030302020204" pitchFamily="66" charset="0"/>
              <a:cs typeface="Lucida Console" panose="020B0609040504020204"/>
            </a:endParaRPr>
          </a:p>
          <a:p>
            <a:pPr marL="12700" marR="217170" indent="212725">
              <a:lnSpc>
                <a:spcPts val="1700"/>
              </a:lnSpc>
              <a:spcBef>
                <a:spcPts val="40"/>
              </a:spcBef>
            </a:pP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U</a:t>
            </a:r>
            <a:r>
              <a:rPr sz="1400" spc="-10" dirty="0">
                <a:solidFill>
                  <a:srgbClr val="505050"/>
                </a:solidFill>
                <a:latin typeface="Comic Sans MS" panose="030F0702030302020204" pitchFamily="66" charset="0"/>
                <a:cs typeface="Lucida Console" panose="020B0609040504020204"/>
              </a:rPr>
              <a:t>M</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cop</a:t>
            </a:r>
            <a:r>
              <a:rPr sz="1400" spc="-10" dirty="0">
                <a:solidFill>
                  <a:srgbClr val="505050"/>
                </a:solidFill>
                <a:latin typeface="Comic Sans MS" panose="030F0702030302020204" pitchFamily="66" charset="0"/>
                <a:cs typeface="Lucida Console" panose="020B0609040504020204"/>
              </a:rPr>
              <a:t>y</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constructo</a:t>
            </a:r>
            <a:r>
              <a:rPr sz="1400" spc="-10" dirty="0">
                <a:solidFill>
                  <a:srgbClr val="505050"/>
                </a:solidFill>
                <a:latin typeface="Comic Sans MS" panose="030F0702030302020204" pitchFamily="66" charset="0"/>
                <a:cs typeface="Lucida Console" panose="020B0609040504020204"/>
              </a:rPr>
              <a:t>r</a:t>
            </a:r>
            <a:r>
              <a:rPr sz="1400" spc="-20" dirty="0">
                <a:solidFill>
                  <a:srgbClr val="505050"/>
                </a:solidFill>
                <a:latin typeface="Comic Sans MS" panose="030F0702030302020204" pitchFamily="66" charset="0"/>
                <a:cs typeface="Lucida Console" panose="020B0609040504020204"/>
              </a:rPr>
              <a:t> allows </a:t>
            </a:r>
            <a:endParaRPr lang="en-US" sz="1400" spc="-20" dirty="0">
              <a:solidFill>
                <a:srgbClr val="505050"/>
              </a:solidFill>
              <a:latin typeface="Comic Sans MS" panose="030F0702030302020204" pitchFamily="66" charset="0"/>
              <a:cs typeface="Lucida Console" panose="020B0609040504020204"/>
            </a:endParaRPr>
          </a:p>
          <a:p>
            <a:pPr marL="12700" marR="217170" indent="212725">
              <a:lnSpc>
                <a:spcPts val="1700"/>
              </a:lnSpc>
              <a:spcBef>
                <a:spcPts val="40"/>
              </a:spcBef>
            </a:pPr>
            <a:r>
              <a:rPr lang="en-US" sz="1400" spc="-20"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pass-by-value</a:t>
            </a:r>
            <a:endParaRPr sz="1400" dirty="0">
              <a:latin typeface="Comic Sans MS" panose="030F0702030302020204" pitchFamily="66" charset="0"/>
              <a:cs typeface="Lucida Console" panose="020B0609040504020204"/>
            </a:endParaRPr>
          </a:p>
          <a:p>
            <a:pPr marL="438150" marR="110490" indent="-212725">
              <a:lnSpc>
                <a:spcPts val="1610"/>
              </a:lnSpc>
              <a:spcBef>
                <a:spcPts val="75"/>
              </a:spcBef>
            </a:pPr>
            <a:r>
              <a:rPr sz="1400" spc="-20" dirty="0">
                <a:solidFill>
                  <a:srgbClr val="505050"/>
                </a:solidFill>
                <a:latin typeface="Comic Sans MS" panose="030F0702030302020204" pitchFamily="66" charset="0"/>
                <a:cs typeface="Lucida Console" panose="020B0609040504020204"/>
              </a:rPr>
              <a:t>umStrin</a:t>
            </a:r>
            <a:r>
              <a:rPr sz="1400" spc="-10" dirty="0">
                <a:solidFill>
                  <a:srgbClr val="505050"/>
                </a:solidFill>
                <a:latin typeface="Comic Sans MS" panose="030F0702030302020204" pitchFamily="66" charset="0"/>
                <a:cs typeface="Lucida Console" panose="020B0609040504020204"/>
              </a:rPr>
              <a:t>g</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(cons</a:t>
            </a:r>
            <a:r>
              <a:rPr sz="1400" spc="-10" dirty="0">
                <a:solidFill>
                  <a:srgbClr val="505050"/>
                </a:solidFill>
                <a:latin typeface="Comic Sans MS" panose="030F0702030302020204" pitchFamily="66" charset="0"/>
                <a:cs typeface="Lucida Console" panose="020B0609040504020204"/>
              </a:rPr>
              <a:t>t</a:t>
            </a:r>
            <a:r>
              <a:rPr sz="1400" spc="-20" dirty="0">
                <a:solidFill>
                  <a:srgbClr val="505050"/>
                </a:solidFill>
                <a:latin typeface="Comic Sans MS" panose="030F0702030302020204" pitchFamily="66" charset="0"/>
                <a:cs typeface="Lucida Console" panose="020B0609040504020204"/>
              </a:rPr>
              <a:t> umStrin</a:t>
            </a:r>
            <a:r>
              <a:rPr sz="1400" spc="-10" dirty="0">
                <a:solidFill>
                  <a:srgbClr val="505050"/>
                </a:solidFill>
                <a:latin typeface="Comic Sans MS" panose="030F0702030302020204" pitchFamily="66" charset="0"/>
                <a:cs typeface="Lucida Console" panose="020B0609040504020204"/>
              </a:rPr>
              <a:t>g</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&amp;s</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 </a:t>
            </a:r>
            <a:endParaRPr lang="en-US" altLang="zh-CN" sz="1400" spc="-10" dirty="0">
              <a:solidFill>
                <a:srgbClr val="505050"/>
              </a:solidFill>
              <a:latin typeface="Comic Sans MS" panose="030F0702030302020204" pitchFamily="66" charset="0"/>
              <a:cs typeface="Lucida Console" panose="020B0609040504020204"/>
            </a:endParaRPr>
          </a:p>
          <a:p>
            <a:pPr marL="438150" marR="110490" indent="-212725">
              <a:lnSpc>
                <a:spcPts val="1610"/>
              </a:lnSpc>
              <a:spcBef>
                <a:spcPts val="75"/>
              </a:spcBef>
            </a:pPr>
            <a:r>
              <a:rPr lang="en-US" altLang="zh-CN" sz="1400" spc="-10"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lengt</a:t>
            </a:r>
            <a:r>
              <a:rPr sz="1400" spc="-10" dirty="0">
                <a:solidFill>
                  <a:srgbClr val="505050"/>
                </a:solidFill>
                <a:latin typeface="Comic Sans MS" panose="030F0702030302020204" pitchFamily="66" charset="0"/>
                <a:cs typeface="Lucida Console" panose="020B0609040504020204"/>
              </a:rPr>
              <a:t>h</a:t>
            </a:r>
            <a:r>
              <a:rPr sz="1400" spc="-20"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s.length</a:t>
            </a: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12700" marR="535940" indent="425450">
              <a:lnSpc>
                <a:spcPts val="1680"/>
              </a:lnSpc>
              <a:spcBef>
                <a:spcPts val="35"/>
              </a:spcBef>
            </a:pPr>
            <a:r>
              <a:rPr sz="1400" spc="-20" dirty="0">
                <a:solidFill>
                  <a:srgbClr val="505050"/>
                </a:solidFill>
                <a:latin typeface="Comic Sans MS" panose="030F0702030302020204" pitchFamily="66" charset="0"/>
                <a:cs typeface="Lucida Console" panose="020B0609040504020204"/>
              </a:rPr>
              <a:t>cudaMallocManaged(&amp;data, length);</a:t>
            </a:r>
            <a:endParaRPr sz="1400" dirty="0">
              <a:latin typeface="Comic Sans MS" panose="030F0702030302020204" pitchFamily="66" charset="0"/>
              <a:cs typeface="Lucida Console" panose="020B0609040504020204"/>
            </a:endParaRPr>
          </a:p>
          <a:p>
            <a:pPr marL="438150">
              <a:lnSpc>
                <a:spcPts val="1650"/>
              </a:lnSpc>
            </a:pPr>
            <a:r>
              <a:rPr sz="1400" spc="-20" dirty="0">
                <a:solidFill>
                  <a:srgbClr val="505050"/>
                </a:solidFill>
                <a:latin typeface="Comic Sans MS" panose="030F0702030302020204" pitchFamily="66" charset="0"/>
                <a:cs typeface="Lucida Console" panose="020B0609040504020204"/>
              </a:rPr>
              <a:t>memcpy(data</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s.data</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length);</a:t>
            </a:r>
            <a:endParaRPr sz="1400" dirty="0">
              <a:latin typeface="Comic Sans MS" panose="030F0702030302020204" pitchFamily="66" charset="0"/>
              <a:cs typeface="Lucida Console" panose="020B0609040504020204"/>
            </a:endParaRPr>
          </a:p>
          <a:p>
            <a:pPr marL="225425">
              <a:lnSpc>
                <a:spcPts val="1645"/>
              </a:lnSpc>
              <a:spcBef>
                <a:spcPts val="20"/>
              </a:spcBef>
            </a:pP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12700">
              <a:lnSpc>
                <a:spcPts val="1645"/>
              </a:lnSpc>
            </a:pPr>
            <a:r>
              <a:rPr sz="1400" spc="-2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16" name="object 16"/>
          <p:cNvSpPr txBox="1"/>
          <p:nvPr/>
        </p:nvSpPr>
        <p:spPr>
          <a:xfrm>
            <a:off x="610224" y="1714500"/>
            <a:ext cx="3946525" cy="615553"/>
          </a:xfrm>
          <a:prstGeom prst="rect">
            <a:avLst/>
          </a:prstGeom>
        </p:spPr>
        <p:txBody>
          <a:bodyPr vert="horz" wrap="square" lIns="0" tIns="0" rIns="0" bIns="0" rtlCol="0">
            <a:spAutoFit/>
          </a:bodyPr>
          <a:lstStyle/>
          <a:p>
            <a:pPr marL="12700">
              <a:lnSpc>
                <a:spcPct val="100000"/>
              </a:lnSpc>
            </a:pPr>
            <a:r>
              <a:rPr sz="2000" spc="-20"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v</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r</a:t>
            </a:r>
            <a:r>
              <a:rPr sz="2000" spc="-20" dirty="0">
                <a:solidFill>
                  <a:srgbClr val="5E5E5E"/>
                </a:solidFill>
                <a:latin typeface="Comic Sans MS" panose="030F0702030302020204" pitchFamily="66" charset="0"/>
                <a:cs typeface="Calibri" panose="020F0502020204030204" pitchFamily="34" charset="0"/>
              </a:rPr>
              <a:t>l</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ad</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w</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and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d</a:t>
            </a:r>
            <a:r>
              <a:rPr sz="2000" spc="5" dirty="0">
                <a:solidFill>
                  <a:srgbClr val="5E5E5E"/>
                </a:solidFill>
                <a:latin typeface="Comic Sans MS" panose="030F0702030302020204" pitchFamily="66" charset="0"/>
                <a:cs typeface="Calibri" panose="020F0502020204030204" pitchFamily="34" charset="0"/>
              </a:rPr>
              <a:t>e</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 b</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c</a:t>
            </a:r>
            <a:r>
              <a:rPr sz="2000" spc="-2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s</a:t>
            </a:r>
            <a:r>
              <a:rPr sz="2000" spc="-10" dirty="0">
                <a:solidFill>
                  <a:srgbClr val="5E5E5E"/>
                </a:solidFill>
                <a:latin typeface="Comic Sans MS" panose="030F0702030302020204" pitchFamily="66" charset="0"/>
                <a:cs typeface="Calibri" panose="020F0502020204030204" pitchFamily="34" charset="0"/>
              </a:rPr>
              <a:t>s</a:t>
            </a:r>
            <a:endParaRPr sz="2000" dirty="0">
              <a:latin typeface="Comic Sans MS" panose="030F0702030302020204" pitchFamily="66"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90662"/>
            <a:ext cx="9464040" cy="869469"/>
          </a:xfrm>
          <a:prstGeom prst="rect">
            <a:avLst/>
          </a:prstGeom>
        </p:spPr>
        <p:txBody>
          <a:bodyPr vert="horz" wrap="square" lIns="0" tIns="0" rIns="0" bIns="0" rtlCol="0">
            <a:spAutoFit/>
          </a:bodyPr>
          <a:lstStyle/>
          <a:p>
            <a:pPr algn="ctr">
              <a:lnSpc>
                <a:spcPct val="100000"/>
              </a:lnSpc>
            </a:pPr>
            <a:r>
              <a:rPr sz="3200" dirty="0">
                <a:latin typeface="Comic Sans MS" panose="030F0702030302020204" pitchFamily="66" charset="0"/>
              </a:rPr>
              <a:t>U</a:t>
            </a:r>
            <a:r>
              <a:rPr sz="3200" spc="-15" dirty="0">
                <a:latin typeface="Comic Sans MS" panose="030F0702030302020204" pitchFamily="66" charset="0"/>
              </a:rPr>
              <a:t>S</a:t>
            </a:r>
            <a:r>
              <a:rPr sz="3200" spc="-20" dirty="0">
                <a:latin typeface="Comic Sans MS" panose="030F0702030302020204" pitchFamily="66" charset="0"/>
              </a:rPr>
              <a:t>E</a:t>
            </a:r>
            <a:r>
              <a:rPr sz="3200" dirty="0">
                <a:latin typeface="Comic Sans MS" panose="030F0702030302020204" pitchFamily="66" charset="0"/>
              </a:rPr>
              <a:t> </a:t>
            </a:r>
            <a:r>
              <a:rPr sz="3200" spc="-5" dirty="0">
                <a:latin typeface="Comic Sans MS" panose="030F0702030302020204" pitchFamily="66" charset="0"/>
              </a:rPr>
              <a:t>C</a:t>
            </a:r>
            <a:r>
              <a:rPr sz="3200" spc="-25" dirty="0">
                <a:latin typeface="Comic Sans MS" panose="030F0702030302020204" pitchFamily="66" charset="0"/>
              </a:rPr>
              <a:t>A</a:t>
            </a:r>
            <a:r>
              <a:rPr sz="3200" spc="-15" dirty="0">
                <a:latin typeface="Comic Sans MS" panose="030F0702030302020204" pitchFamily="66" charset="0"/>
              </a:rPr>
              <a:t>S</a:t>
            </a:r>
            <a:r>
              <a:rPr sz="3200" spc="-25" dirty="0">
                <a:latin typeface="Comic Sans MS" panose="030F0702030302020204" pitchFamily="66" charset="0"/>
              </a:rPr>
              <a:t>E</a:t>
            </a:r>
            <a:r>
              <a:rPr sz="3200" dirty="0">
                <a:latin typeface="Comic Sans MS" panose="030F0702030302020204" pitchFamily="66" charset="0"/>
              </a:rPr>
              <a:t>:</a:t>
            </a:r>
            <a:r>
              <a:rPr sz="3200" spc="5" dirty="0">
                <a:latin typeface="Comic Sans MS" panose="030F0702030302020204" pitchFamily="66" charset="0"/>
              </a:rPr>
              <a:t> </a:t>
            </a:r>
            <a:r>
              <a:rPr sz="3200" spc="-5" dirty="0">
                <a:latin typeface="Comic Sans MS" panose="030F0702030302020204" pitchFamily="66" charset="0"/>
              </a:rPr>
              <a:t>C+</a:t>
            </a:r>
            <a:r>
              <a:rPr sz="3200" dirty="0">
                <a:latin typeface="Comic Sans MS" panose="030F0702030302020204" pitchFamily="66" charset="0"/>
              </a:rPr>
              <a:t>+ </a:t>
            </a:r>
            <a:r>
              <a:rPr sz="3200" spc="-30" dirty="0">
                <a:latin typeface="Comic Sans MS" panose="030F0702030302020204" pitchFamily="66" charset="0"/>
              </a:rPr>
              <a:t>O</a:t>
            </a:r>
            <a:r>
              <a:rPr sz="3200" spc="-25" dirty="0">
                <a:latin typeface="Comic Sans MS" panose="030F0702030302020204" pitchFamily="66" charset="0"/>
              </a:rPr>
              <a:t>BJE</a:t>
            </a:r>
            <a:r>
              <a:rPr sz="3200" spc="-5" dirty="0">
                <a:latin typeface="Comic Sans MS" panose="030F0702030302020204" pitchFamily="66" charset="0"/>
              </a:rPr>
              <a:t>C</a:t>
            </a:r>
            <a:r>
              <a:rPr sz="3200" spc="-30" dirty="0">
                <a:latin typeface="Comic Sans MS" panose="030F0702030302020204" pitchFamily="66" charset="0"/>
              </a:rPr>
              <a:t>T</a:t>
            </a:r>
            <a:r>
              <a:rPr sz="3200" spc="-20" dirty="0">
                <a:latin typeface="Comic Sans MS" panose="030F0702030302020204" pitchFamily="66" charset="0"/>
              </a:rPr>
              <a:t>S</a:t>
            </a:r>
          </a:p>
          <a:p>
            <a:pPr algn="ctr">
              <a:lnSpc>
                <a:spcPct val="100000"/>
              </a:lnSpc>
              <a:spcBef>
                <a:spcPts val="310"/>
              </a:spcBef>
            </a:pPr>
            <a:r>
              <a:rPr sz="2000" spc="-20" dirty="0">
                <a:solidFill>
                  <a:srgbClr val="76B900"/>
                </a:solidFill>
                <a:latin typeface="Comic Sans MS" panose="030F0702030302020204" pitchFamily="66" charset="0"/>
              </a:rPr>
              <a:t>O</a:t>
            </a:r>
            <a:r>
              <a:rPr sz="2000" spc="-5" dirty="0">
                <a:solidFill>
                  <a:srgbClr val="76B900"/>
                </a:solidFill>
                <a:latin typeface="Comic Sans MS" panose="030F0702030302020204" pitchFamily="66" charset="0"/>
              </a:rPr>
              <a:t>v</a:t>
            </a:r>
            <a:r>
              <a:rPr sz="2000" spc="5" dirty="0">
                <a:solidFill>
                  <a:srgbClr val="76B900"/>
                </a:solidFill>
                <a:latin typeface="Comic Sans MS" panose="030F0702030302020204" pitchFamily="66" charset="0"/>
              </a:rPr>
              <a:t>e</a:t>
            </a:r>
            <a:r>
              <a:rPr sz="2000" spc="-15" dirty="0">
                <a:solidFill>
                  <a:srgbClr val="76B900"/>
                </a:solidFill>
                <a:latin typeface="Comic Sans MS" panose="030F0702030302020204" pitchFamily="66" charset="0"/>
              </a:rPr>
              <a:t>r</a:t>
            </a:r>
            <a:r>
              <a:rPr sz="2000" spc="-20" dirty="0">
                <a:solidFill>
                  <a:srgbClr val="76B900"/>
                </a:solidFill>
                <a:latin typeface="Comic Sans MS" panose="030F0702030302020204" pitchFamily="66" charset="0"/>
              </a:rPr>
              <a:t>l</a:t>
            </a:r>
            <a:r>
              <a:rPr sz="2000" spc="-15" dirty="0">
                <a:solidFill>
                  <a:srgbClr val="76B900"/>
                </a:solidFill>
                <a:latin typeface="Comic Sans MS" panose="030F0702030302020204" pitchFamily="66" charset="0"/>
              </a:rPr>
              <a:t>o</a:t>
            </a:r>
            <a:r>
              <a:rPr sz="2000" dirty="0">
                <a:solidFill>
                  <a:srgbClr val="76B900"/>
                </a:solidFill>
                <a:latin typeface="Comic Sans MS" panose="030F0702030302020204" pitchFamily="66" charset="0"/>
              </a:rPr>
              <a:t>a</a:t>
            </a:r>
            <a:r>
              <a:rPr sz="2000" spc="-5" dirty="0">
                <a:solidFill>
                  <a:srgbClr val="76B900"/>
                </a:solidFill>
                <a:latin typeface="Comic Sans MS" panose="030F0702030302020204" pitchFamily="66" charset="0"/>
              </a:rPr>
              <a:t>di</a:t>
            </a:r>
            <a:r>
              <a:rPr sz="2000" dirty="0">
                <a:solidFill>
                  <a:srgbClr val="76B900"/>
                </a:solidFill>
                <a:latin typeface="Comic Sans MS" panose="030F0702030302020204" pitchFamily="66" charset="0"/>
              </a:rPr>
              <a:t>n</a:t>
            </a:r>
            <a:r>
              <a:rPr sz="2000" spc="-10" dirty="0">
                <a:solidFill>
                  <a:srgbClr val="76B900"/>
                </a:solidFill>
                <a:latin typeface="Comic Sans MS" panose="030F0702030302020204" pitchFamily="66" charset="0"/>
              </a:rPr>
              <a:t>g </a:t>
            </a:r>
            <a:r>
              <a:rPr sz="2000" b="1" dirty="0">
                <a:solidFill>
                  <a:srgbClr val="76B900"/>
                </a:solidFill>
                <a:latin typeface="Comic Sans MS" panose="030F0702030302020204" pitchFamily="66" charset="0"/>
              </a:rPr>
              <a:t>ne</a:t>
            </a:r>
            <a:r>
              <a:rPr sz="2000" b="1" spc="-15" dirty="0">
                <a:solidFill>
                  <a:srgbClr val="76B900"/>
                </a:solidFill>
                <a:latin typeface="Comic Sans MS" panose="030F0702030302020204" pitchFamily="66" charset="0"/>
              </a:rPr>
              <a:t>w</a:t>
            </a:r>
            <a:r>
              <a:rPr sz="2000" b="1" spc="-5" dirty="0">
                <a:solidFill>
                  <a:srgbClr val="76B900"/>
                </a:solidFill>
                <a:latin typeface="Comic Sans MS" panose="030F0702030302020204" pitchFamily="66" charset="0"/>
              </a:rPr>
              <a:t> </a:t>
            </a:r>
            <a:r>
              <a:rPr sz="2000" dirty="0">
                <a:solidFill>
                  <a:srgbClr val="76B900"/>
                </a:solidFill>
                <a:latin typeface="Comic Sans MS" panose="030F0702030302020204" pitchFamily="66" charset="0"/>
              </a:rPr>
              <a:t>and</a:t>
            </a:r>
            <a:r>
              <a:rPr sz="2000" spc="-10" dirty="0">
                <a:solidFill>
                  <a:srgbClr val="76B900"/>
                </a:solidFill>
                <a:latin typeface="Comic Sans MS" panose="030F0702030302020204" pitchFamily="66" charset="0"/>
              </a:rPr>
              <a:t> </a:t>
            </a:r>
            <a:r>
              <a:rPr sz="2000" b="1" spc="-10" dirty="0">
                <a:solidFill>
                  <a:srgbClr val="76B900"/>
                </a:solidFill>
                <a:latin typeface="Comic Sans MS" panose="030F0702030302020204" pitchFamily="66" charset="0"/>
              </a:rPr>
              <a:t>d</a:t>
            </a:r>
            <a:r>
              <a:rPr sz="2000" b="1" spc="-15" dirty="0">
                <a:solidFill>
                  <a:srgbClr val="76B900"/>
                </a:solidFill>
                <a:latin typeface="Comic Sans MS" panose="030F0702030302020204" pitchFamily="66" charset="0"/>
              </a:rPr>
              <a:t>e</a:t>
            </a:r>
            <a:r>
              <a:rPr sz="2000" b="1" spc="-20" dirty="0">
                <a:solidFill>
                  <a:srgbClr val="76B900"/>
                </a:solidFill>
                <a:latin typeface="Comic Sans MS" panose="030F0702030302020204" pitchFamily="66" charset="0"/>
              </a:rPr>
              <a:t>l</a:t>
            </a:r>
            <a:r>
              <a:rPr sz="2000" b="1" spc="-15" dirty="0">
                <a:solidFill>
                  <a:srgbClr val="76B900"/>
                </a:solidFill>
                <a:latin typeface="Comic Sans MS" panose="030F0702030302020204" pitchFamily="66" charset="0"/>
              </a:rPr>
              <a:t>e</a:t>
            </a:r>
            <a:r>
              <a:rPr sz="2000" b="1" spc="-5" dirty="0">
                <a:solidFill>
                  <a:srgbClr val="76B900"/>
                </a:solidFill>
                <a:latin typeface="Comic Sans MS" panose="030F0702030302020204" pitchFamily="66" charset="0"/>
              </a:rPr>
              <a:t>t</a:t>
            </a:r>
            <a:r>
              <a:rPr sz="2000" b="1" spc="-15" dirty="0">
                <a:solidFill>
                  <a:srgbClr val="76B900"/>
                </a:solidFill>
                <a:latin typeface="Comic Sans MS" panose="030F0702030302020204" pitchFamily="66" charset="0"/>
              </a:rPr>
              <a:t>e</a:t>
            </a:r>
            <a:endParaRPr sz="2000" dirty="0">
              <a:latin typeface="Comic Sans MS" panose="030F0702030302020204" pitchFamily="66" charset="0"/>
            </a:endParaRPr>
          </a:p>
        </p:txBody>
      </p:sp>
      <p:sp>
        <p:nvSpPr>
          <p:cNvPr id="16" name="object 16"/>
          <p:cNvSpPr txBox="1">
            <a:spLocks noGrp="1"/>
          </p:cNvSpPr>
          <p:nvPr>
            <p:ph type="sldNum" sz="quarter" idx="7"/>
          </p:nvPr>
        </p:nvSpPr>
        <p:spPr>
          <a:xfrm>
            <a:off x="0" y="0"/>
            <a:ext cx="0" cy="553998"/>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22</a:t>
            </a:fld>
            <a:endParaRPr dirty="0">
              <a:latin typeface="Comic Sans MS" panose="030F0702030302020204" pitchFamily="66" charset="0"/>
            </a:endParaRPr>
          </a:p>
        </p:txBody>
      </p:sp>
      <p:sp>
        <p:nvSpPr>
          <p:cNvPr id="3" name="object 3"/>
          <p:cNvSpPr/>
          <p:nvPr/>
        </p:nvSpPr>
        <p:spPr>
          <a:xfrm>
            <a:off x="448055" y="4718246"/>
            <a:ext cx="5419344" cy="896112"/>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4" name="object 4"/>
          <p:cNvSpPr/>
          <p:nvPr/>
        </p:nvSpPr>
        <p:spPr>
          <a:xfrm>
            <a:off x="498348" y="2324100"/>
            <a:ext cx="4147820" cy="3206115"/>
          </a:xfrm>
          <a:custGeom>
            <a:avLst/>
            <a:gdLst/>
            <a:ahLst/>
            <a:cxnLst/>
            <a:rect l="l" t="t" r="r" b="b"/>
            <a:pathLst>
              <a:path w="4147820" h="3206115">
                <a:moveTo>
                  <a:pt x="4056649" y="0"/>
                </a:moveTo>
                <a:lnTo>
                  <a:pt x="0" y="0"/>
                </a:lnTo>
                <a:lnTo>
                  <a:pt x="0" y="3114590"/>
                </a:lnTo>
                <a:lnTo>
                  <a:pt x="91008" y="3205599"/>
                </a:lnTo>
                <a:lnTo>
                  <a:pt x="4147658" y="3205599"/>
                </a:lnTo>
                <a:lnTo>
                  <a:pt x="4147658" y="91008"/>
                </a:lnTo>
                <a:lnTo>
                  <a:pt x="4056649"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5" name="object 5"/>
          <p:cNvSpPr/>
          <p:nvPr/>
        </p:nvSpPr>
        <p:spPr>
          <a:xfrm>
            <a:off x="498348" y="2324100"/>
            <a:ext cx="4147820" cy="3206115"/>
          </a:xfrm>
          <a:custGeom>
            <a:avLst/>
            <a:gdLst/>
            <a:ahLst/>
            <a:cxnLst/>
            <a:rect l="l" t="t" r="r" b="b"/>
            <a:pathLst>
              <a:path w="4147820" h="3206115">
                <a:moveTo>
                  <a:pt x="0" y="0"/>
                </a:moveTo>
                <a:lnTo>
                  <a:pt x="4056650" y="0"/>
                </a:lnTo>
                <a:lnTo>
                  <a:pt x="4147659" y="91009"/>
                </a:lnTo>
                <a:lnTo>
                  <a:pt x="4147659" y="3205600"/>
                </a:lnTo>
                <a:lnTo>
                  <a:pt x="91009" y="3205600"/>
                </a:lnTo>
                <a:lnTo>
                  <a:pt x="0" y="3114591"/>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6" name="object 6"/>
          <p:cNvSpPr txBox="1"/>
          <p:nvPr/>
        </p:nvSpPr>
        <p:spPr>
          <a:xfrm>
            <a:off x="622580" y="3193651"/>
            <a:ext cx="2897505" cy="215444"/>
          </a:xfrm>
          <a:prstGeom prst="rect">
            <a:avLst/>
          </a:prstGeom>
        </p:spPr>
        <p:txBody>
          <a:bodyPr vert="horz" wrap="square" lIns="0" tIns="0" rIns="0" bIns="0" rtlCol="0">
            <a:spAutoFit/>
          </a:bodyPr>
          <a:lstStyle/>
          <a:p>
            <a:pPr marL="12700">
              <a:lnSpc>
                <a:spcPct val="100000"/>
              </a:lnSpc>
            </a:pP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Not</a:t>
            </a:r>
            <a:r>
              <a:rPr sz="1400" spc="-10" dirty="0">
                <a:solidFill>
                  <a:srgbClr val="505050"/>
                </a:solidFill>
                <a:latin typeface="Comic Sans MS" panose="030F0702030302020204" pitchFamily="66" charset="0"/>
                <a:cs typeface="Lucida Console" panose="020B0609040504020204"/>
              </a:rPr>
              <a:t>e</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“managed</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her</a:t>
            </a:r>
            <a:r>
              <a:rPr sz="1400" spc="-10" dirty="0">
                <a:solidFill>
                  <a:srgbClr val="505050"/>
                </a:solidFill>
                <a:latin typeface="Comic Sans MS" panose="030F0702030302020204" pitchFamily="66" charset="0"/>
                <a:cs typeface="Lucida Console" panose="020B0609040504020204"/>
              </a:rPr>
              <a:t>e</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also</a:t>
            </a:r>
            <a:endParaRPr sz="1400">
              <a:latin typeface="Comic Sans MS" panose="030F0702030302020204" pitchFamily="66" charset="0"/>
              <a:cs typeface="Lucida Console" panose="020B0609040504020204"/>
            </a:endParaRPr>
          </a:p>
        </p:txBody>
      </p:sp>
      <p:sp>
        <p:nvSpPr>
          <p:cNvPr id="7" name="object 7"/>
          <p:cNvSpPr txBox="1"/>
          <p:nvPr/>
        </p:nvSpPr>
        <p:spPr>
          <a:xfrm>
            <a:off x="622580" y="3623419"/>
            <a:ext cx="1514475" cy="640432"/>
          </a:xfrm>
          <a:prstGeom prst="rect">
            <a:avLst/>
          </a:prstGeom>
        </p:spPr>
        <p:txBody>
          <a:bodyPr vert="horz" wrap="square" lIns="0" tIns="0" rIns="0" bIns="0" rtlCol="0">
            <a:spAutoFit/>
          </a:bodyPr>
          <a:lstStyle/>
          <a:p>
            <a:pPr marL="12700" marR="5080">
              <a:lnSpc>
                <a:spcPct val="101000"/>
              </a:lnSpc>
            </a:pPr>
            <a:r>
              <a:rPr sz="1400" spc="-20" dirty="0">
                <a:solidFill>
                  <a:srgbClr val="505050"/>
                </a:solidFill>
                <a:latin typeface="Comic Sans MS" panose="030F0702030302020204" pitchFamily="66" charset="0"/>
                <a:cs typeface="Lucida Console" panose="020B0609040504020204"/>
              </a:rPr>
              <a:t>clas</a:t>
            </a:r>
            <a:r>
              <a:rPr sz="1400" spc="-10" dirty="0">
                <a:solidFill>
                  <a:srgbClr val="505050"/>
                </a:solidFill>
                <a:latin typeface="Comic Sans MS" panose="030F0702030302020204" pitchFamily="66" charset="0"/>
                <a:cs typeface="Lucida Console" panose="020B0609040504020204"/>
              </a:rPr>
              <a:t>s</a:t>
            </a:r>
            <a:r>
              <a:rPr sz="1400" spc="-20" dirty="0">
                <a:solidFill>
                  <a:srgbClr val="505050"/>
                </a:solidFill>
                <a:latin typeface="Comic Sans MS" panose="030F0702030302020204" pitchFamily="66" charset="0"/>
                <a:cs typeface="Lucida Console" panose="020B0609040504020204"/>
              </a:rPr>
              <a:t> dataElem public:</a:t>
            </a:r>
            <a:endParaRPr sz="1400">
              <a:latin typeface="Comic Sans MS" panose="030F0702030302020204" pitchFamily="66" charset="0"/>
              <a:cs typeface="Lucida Console" panose="020B0609040504020204"/>
            </a:endParaRPr>
          </a:p>
          <a:p>
            <a:pPr marL="224790">
              <a:lnSpc>
                <a:spcPts val="1610"/>
              </a:lnSpc>
            </a:pP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key;</a:t>
            </a:r>
            <a:endParaRPr sz="1400">
              <a:latin typeface="Comic Sans MS" panose="030F0702030302020204" pitchFamily="66" charset="0"/>
              <a:cs typeface="Lucida Console" panose="020B0609040504020204"/>
            </a:endParaRPr>
          </a:p>
        </p:txBody>
      </p:sp>
      <p:sp>
        <p:nvSpPr>
          <p:cNvPr id="8" name="object 8"/>
          <p:cNvSpPr txBox="1"/>
          <p:nvPr/>
        </p:nvSpPr>
        <p:spPr>
          <a:xfrm>
            <a:off x="1905000" y="3623419"/>
            <a:ext cx="1941195" cy="215444"/>
          </a:xfrm>
          <a:prstGeom prst="rect">
            <a:avLst/>
          </a:prstGeom>
        </p:spPr>
        <p:txBody>
          <a:bodyPr vert="horz" wrap="square" lIns="0" tIns="0" rIns="0" bIns="0" rtlCol="0">
            <a:spAutoFit/>
          </a:bodyPr>
          <a:lstStyle/>
          <a:p>
            <a:pPr marL="12700">
              <a:lnSpc>
                <a:spcPct val="100000"/>
              </a:lnSpc>
            </a:pP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publi</a:t>
            </a:r>
            <a:r>
              <a:rPr sz="1400" spc="-10" dirty="0">
                <a:solidFill>
                  <a:srgbClr val="505050"/>
                </a:solidFill>
                <a:latin typeface="Comic Sans MS" panose="030F0702030302020204" pitchFamily="66" charset="0"/>
                <a:cs typeface="Lucida Console" panose="020B0609040504020204"/>
              </a:rPr>
              <a:t>c</a:t>
            </a:r>
            <a:r>
              <a:rPr sz="1400" spc="-20" dirty="0">
                <a:solidFill>
                  <a:srgbClr val="505050"/>
                </a:solidFill>
                <a:latin typeface="Comic Sans MS" panose="030F0702030302020204" pitchFamily="66" charset="0"/>
                <a:cs typeface="Lucida Console" panose="020B0609040504020204"/>
              </a:rPr>
              <a:t> Manage</a:t>
            </a:r>
            <a:r>
              <a:rPr sz="1400" spc="-10" dirty="0">
                <a:solidFill>
                  <a:srgbClr val="505050"/>
                </a:solidFill>
                <a:latin typeface="Comic Sans MS" panose="030F0702030302020204" pitchFamily="66" charset="0"/>
                <a:cs typeface="Lucida Console" panose="020B0609040504020204"/>
              </a:rPr>
              <a:t>d</a:t>
            </a:r>
            <a:r>
              <a:rPr sz="1400" spc="-20"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9" name="object 9"/>
          <p:cNvSpPr txBox="1"/>
          <p:nvPr/>
        </p:nvSpPr>
        <p:spPr>
          <a:xfrm>
            <a:off x="622580" y="4260451"/>
            <a:ext cx="1727200" cy="430887"/>
          </a:xfrm>
          <a:prstGeom prst="rect">
            <a:avLst/>
          </a:prstGeom>
        </p:spPr>
        <p:txBody>
          <a:bodyPr vert="horz" wrap="square" lIns="0" tIns="0" rIns="0" bIns="0" rtlCol="0">
            <a:spAutoFit/>
          </a:bodyPr>
          <a:lstStyle/>
          <a:p>
            <a:pPr marL="224790">
              <a:lnSpc>
                <a:spcPct val="100000"/>
              </a:lnSpc>
            </a:pPr>
            <a:r>
              <a:rPr sz="1400" spc="-20" dirty="0">
                <a:solidFill>
                  <a:srgbClr val="505050"/>
                </a:solidFill>
                <a:latin typeface="Comic Sans MS" panose="030F0702030302020204" pitchFamily="66" charset="0"/>
                <a:cs typeface="Lucida Console" panose="020B0609040504020204"/>
              </a:rPr>
              <a:t>umStrin</a:t>
            </a:r>
            <a:r>
              <a:rPr sz="1400" spc="-10" dirty="0">
                <a:solidFill>
                  <a:srgbClr val="505050"/>
                </a:solidFill>
                <a:latin typeface="Comic Sans MS" panose="030F0702030302020204" pitchFamily="66" charset="0"/>
                <a:cs typeface="Lucida Console" panose="020B0609040504020204"/>
              </a:rPr>
              <a:t>g</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name;</a:t>
            </a:r>
            <a:endParaRPr sz="1400">
              <a:latin typeface="Comic Sans MS" panose="030F0702030302020204" pitchFamily="66" charset="0"/>
              <a:cs typeface="Lucida Console" panose="020B0609040504020204"/>
            </a:endParaRPr>
          </a:p>
          <a:p>
            <a:pPr marL="12700">
              <a:lnSpc>
                <a:spcPct val="100000"/>
              </a:lnSpc>
            </a:pPr>
            <a:r>
              <a:rPr sz="1400" spc="-20" dirty="0">
                <a:solidFill>
                  <a:srgbClr val="505050"/>
                </a:solidFill>
                <a:latin typeface="Comic Sans MS" panose="030F0702030302020204" pitchFamily="66" charset="0"/>
                <a:cs typeface="Lucida Console" panose="020B0609040504020204"/>
              </a:rPr>
              <a:t>};</a:t>
            </a:r>
            <a:endParaRPr sz="1400">
              <a:latin typeface="Comic Sans MS" panose="030F0702030302020204" pitchFamily="66" charset="0"/>
              <a:cs typeface="Lucida Console" panose="020B0609040504020204"/>
            </a:endParaRPr>
          </a:p>
        </p:txBody>
      </p:sp>
      <p:sp>
        <p:nvSpPr>
          <p:cNvPr id="10" name="object 10"/>
          <p:cNvSpPr/>
          <p:nvPr/>
        </p:nvSpPr>
        <p:spPr>
          <a:xfrm>
            <a:off x="5437632" y="4718246"/>
            <a:ext cx="5416296" cy="896112"/>
          </a:xfrm>
          <a:prstGeom prst="rect">
            <a:avLst/>
          </a:prstGeom>
          <a:blipFill>
            <a:blip r:embed="rId4" cstate="print"/>
            <a:stretch>
              <a:fillRect/>
            </a:stretch>
          </a:blipFill>
        </p:spPr>
        <p:txBody>
          <a:bodyPr wrap="square" lIns="0" tIns="0" rIns="0" bIns="0" rtlCol="0"/>
          <a:lstStyle/>
          <a:p>
            <a:endParaRPr>
              <a:latin typeface="Comic Sans MS" panose="030F0702030302020204" pitchFamily="66" charset="0"/>
            </a:endParaRPr>
          </a:p>
        </p:txBody>
      </p:sp>
      <p:sp>
        <p:nvSpPr>
          <p:cNvPr id="11" name="object 11"/>
          <p:cNvSpPr/>
          <p:nvPr/>
        </p:nvSpPr>
        <p:spPr>
          <a:xfrm>
            <a:off x="5486400" y="2324100"/>
            <a:ext cx="4147820" cy="3206115"/>
          </a:xfrm>
          <a:custGeom>
            <a:avLst/>
            <a:gdLst/>
            <a:ahLst/>
            <a:cxnLst/>
            <a:rect l="l" t="t" r="r" b="b"/>
            <a:pathLst>
              <a:path w="4147820" h="3206115">
                <a:moveTo>
                  <a:pt x="4056649" y="0"/>
                </a:moveTo>
                <a:lnTo>
                  <a:pt x="0" y="0"/>
                </a:lnTo>
                <a:lnTo>
                  <a:pt x="0" y="3114590"/>
                </a:lnTo>
                <a:lnTo>
                  <a:pt x="91009" y="3205599"/>
                </a:lnTo>
                <a:lnTo>
                  <a:pt x="4147658" y="3205599"/>
                </a:lnTo>
                <a:lnTo>
                  <a:pt x="4147658" y="91008"/>
                </a:lnTo>
                <a:lnTo>
                  <a:pt x="4056649"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12" name="object 12"/>
          <p:cNvSpPr/>
          <p:nvPr/>
        </p:nvSpPr>
        <p:spPr>
          <a:xfrm>
            <a:off x="5486400" y="2324100"/>
            <a:ext cx="4147820" cy="3206115"/>
          </a:xfrm>
          <a:custGeom>
            <a:avLst/>
            <a:gdLst/>
            <a:ahLst/>
            <a:cxnLst/>
            <a:rect l="l" t="t" r="r" b="b"/>
            <a:pathLst>
              <a:path w="4147820" h="3206115">
                <a:moveTo>
                  <a:pt x="0" y="0"/>
                </a:moveTo>
                <a:lnTo>
                  <a:pt x="4056650" y="0"/>
                </a:lnTo>
                <a:lnTo>
                  <a:pt x="4147659" y="91009"/>
                </a:lnTo>
                <a:lnTo>
                  <a:pt x="4147659" y="3205600"/>
                </a:lnTo>
                <a:lnTo>
                  <a:pt x="91009" y="3205600"/>
                </a:lnTo>
                <a:lnTo>
                  <a:pt x="0" y="3114591"/>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13" name="object 13"/>
          <p:cNvSpPr txBox="1"/>
          <p:nvPr/>
        </p:nvSpPr>
        <p:spPr>
          <a:xfrm>
            <a:off x="5610631" y="3513691"/>
            <a:ext cx="3228569" cy="849630"/>
          </a:xfrm>
          <a:prstGeom prst="rect">
            <a:avLst/>
          </a:prstGeom>
        </p:spPr>
        <p:txBody>
          <a:bodyPr vert="horz" wrap="square" lIns="0" tIns="0" rIns="0" bIns="0" rtlCol="0">
            <a:spAutoFit/>
          </a:bodyPr>
          <a:lstStyle/>
          <a:p>
            <a:pPr marL="12700">
              <a:lnSpc>
                <a:spcPct val="100000"/>
              </a:lnSpc>
            </a:pPr>
            <a:r>
              <a:rPr sz="1400" spc="-20" dirty="0">
                <a:solidFill>
                  <a:srgbClr val="505050"/>
                </a:solidFill>
                <a:latin typeface="Comic Sans MS" panose="030F0702030302020204" pitchFamily="66" charset="0"/>
                <a:cs typeface="Lucida Console" panose="020B0609040504020204"/>
              </a:rPr>
              <a:t>dataEle</a:t>
            </a:r>
            <a:r>
              <a:rPr sz="1400" spc="-10" dirty="0">
                <a:solidFill>
                  <a:srgbClr val="505050"/>
                </a:solidFill>
                <a:latin typeface="Comic Sans MS" panose="030F0702030302020204" pitchFamily="66" charset="0"/>
                <a:cs typeface="Lucida Console" panose="020B0609040504020204"/>
              </a:rPr>
              <a:t>m</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*dat</a:t>
            </a:r>
            <a:r>
              <a:rPr sz="1400" spc="-10" dirty="0">
                <a:solidFill>
                  <a:srgbClr val="505050"/>
                </a:solidFill>
                <a:latin typeface="Comic Sans MS" panose="030F0702030302020204" pitchFamily="66" charset="0"/>
                <a:cs typeface="Lucida Console" panose="020B0609040504020204"/>
              </a:rPr>
              <a:t>a</a:t>
            </a:r>
            <a:r>
              <a:rPr sz="1400" spc="-20"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ne</a:t>
            </a:r>
            <a:r>
              <a:rPr sz="1400" spc="-10" dirty="0">
                <a:solidFill>
                  <a:srgbClr val="505050"/>
                </a:solidFill>
                <a:latin typeface="Comic Sans MS" panose="030F0702030302020204" pitchFamily="66" charset="0"/>
                <a:cs typeface="Lucida Console" panose="020B0609040504020204"/>
              </a:rPr>
              <a:t>w</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dataElem[N];</a:t>
            </a:r>
            <a:endParaRPr sz="1400" dirty="0">
              <a:latin typeface="Comic Sans MS" panose="030F0702030302020204" pitchFamily="66" charset="0"/>
              <a:cs typeface="Lucida Console" panose="020B0609040504020204"/>
            </a:endParaRPr>
          </a:p>
          <a:p>
            <a:pPr marL="12700">
              <a:lnSpc>
                <a:spcPct val="100000"/>
              </a:lnSpc>
            </a:pP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12700" marR="5080">
              <a:lnSpc>
                <a:spcPct val="101000"/>
              </a:lnSpc>
            </a:pP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no</a:t>
            </a:r>
            <a:r>
              <a:rPr sz="1400" spc="-10" dirty="0">
                <a:solidFill>
                  <a:srgbClr val="505050"/>
                </a:solidFill>
                <a:latin typeface="Comic Sans MS" panose="030F0702030302020204" pitchFamily="66" charset="0"/>
                <a:cs typeface="Lucida Console" panose="020B0609040504020204"/>
              </a:rPr>
              <a:t>w</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handle</a:t>
            </a:r>
            <a:r>
              <a:rPr sz="1400" spc="-10" dirty="0">
                <a:solidFill>
                  <a:srgbClr val="505050"/>
                </a:solidFill>
                <a:latin typeface="Comic Sans MS" panose="030F0702030302020204" pitchFamily="66" charset="0"/>
                <a:cs typeface="Lucida Console" panose="020B0609040504020204"/>
              </a:rPr>
              <a:t>s</a:t>
            </a:r>
            <a:r>
              <a:rPr sz="1400" spc="-20" dirty="0">
                <a:solidFill>
                  <a:srgbClr val="505050"/>
                </a:solidFill>
                <a:latin typeface="Comic Sans MS" panose="030F0702030302020204" pitchFamily="66" charset="0"/>
                <a:cs typeface="Lucida Console" panose="020B0609040504020204"/>
              </a:rPr>
              <a:t> ou</a:t>
            </a:r>
            <a:r>
              <a:rPr sz="1400" spc="-10" dirty="0">
                <a:solidFill>
                  <a:srgbClr val="505050"/>
                </a:solidFill>
                <a:latin typeface="Comic Sans MS" panose="030F0702030302020204" pitchFamily="66" charset="0"/>
                <a:cs typeface="Lucida Console" panose="020B0609040504020204"/>
              </a:rPr>
              <a:t>r</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dee</a:t>
            </a:r>
            <a:r>
              <a:rPr sz="1400" spc="-10" dirty="0">
                <a:solidFill>
                  <a:srgbClr val="505050"/>
                </a:solidFill>
                <a:latin typeface="Comic Sans MS" panose="030F0702030302020204" pitchFamily="66" charset="0"/>
                <a:cs typeface="Lucida Console" panose="020B0609040504020204"/>
              </a:rPr>
              <a:t>p</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copies Kernel&lt;&lt;</a:t>
            </a:r>
            <a:r>
              <a:rPr sz="1400" spc="-10" dirty="0">
                <a:solidFill>
                  <a:srgbClr val="505050"/>
                </a:solidFill>
                <a:latin typeface="Comic Sans MS" panose="030F0702030302020204" pitchFamily="66" charset="0"/>
                <a:cs typeface="Lucida Console" panose="020B0609040504020204"/>
              </a:rPr>
              <a:t>&lt;</a:t>
            </a:r>
            <a:r>
              <a:rPr sz="1400" spc="-20"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&gt;&gt;&gt;(data);}</a:t>
            </a:r>
            <a:endParaRPr sz="1400" dirty="0">
              <a:latin typeface="Comic Sans MS" panose="030F0702030302020204" pitchFamily="66" charset="0"/>
              <a:cs typeface="Lucida Console" panose="020B0609040504020204"/>
            </a:endParaRPr>
          </a:p>
        </p:txBody>
      </p:sp>
      <p:sp>
        <p:nvSpPr>
          <p:cNvPr id="14" name="object 14"/>
          <p:cNvSpPr txBox="1"/>
          <p:nvPr/>
        </p:nvSpPr>
        <p:spPr>
          <a:xfrm>
            <a:off x="595489" y="1679950"/>
            <a:ext cx="4367530" cy="307777"/>
          </a:xfrm>
          <a:prstGeom prst="rect">
            <a:avLst/>
          </a:prstGeom>
        </p:spPr>
        <p:txBody>
          <a:bodyPr vert="horz" wrap="square" lIns="0" tIns="0" rIns="0" bIns="0" rtlCol="0">
            <a:spAutoFit/>
          </a:bodyPr>
          <a:lstStyle/>
          <a:p>
            <a:pPr marL="12700">
              <a:lnSpc>
                <a:spcPct val="100000"/>
              </a:lnSpc>
            </a:pP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nh</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rit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b</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y</a:t>
            </a:r>
            <a:r>
              <a:rPr sz="2000" spc="-5" dirty="0">
                <a:solidFill>
                  <a:srgbClr val="5E5E5E"/>
                </a:solidFill>
                <a:latin typeface="Comic Sans MS" panose="030F0702030302020204" pitchFamily="66" charset="0"/>
                <a:cs typeface="Calibri" panose="020F0502020204030204" pitchFamily="34" charset="0"/>
              </a:rPr>
              <a:t> c</a:t>
            </a:r>
            <a:r>
              <a:rPr sz="2000" spc="-2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ss</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endParaRPr sz="2000" dirty="0">
              <a:latin typeface="Comic Sans MS" panose="030F0702030302020204" pitchFamily="66" charset="0"/>
              <a:cs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06051"/>
            <a:ext cx="9464040" cy="838691"/>
          </a:xfrm>
          <a:prstGeom prst="rect">
            <a:avLst/>
          </a:prstGeom>
        </p:spPr>
        <p:txBody>
          <a:bodyPr vert="horz" wrap="square" lIns="0" tIns="0" rIns="0" bIns="0" rtlCol="0">
            <a:spAutoFit/>
          </a:bodyPr>
          <a:lstStyle/>
          <a:p>
            <a:pPr marL="0" algn="ctr">
              <a:lnSpc>
                <a:spcPct val="100000"/>
              </a:lnSpc>
            </a:pPr>
            <a:r>
              <a:rPr sz="3200" b="1" spc="-15" dirty="0">
                <a:latin typeface="Comic Sans MS" panose="030F0702030302020204" pitchFamily="66" charset="0"/>
              </a:rPr>
              <a:t>P</a:t>
            </a:r>
            <a:r>
              <a:rPr sz="3200" b="1" spc="-25" dirty="0">
                <a:latin typeface="Comic Sans MS" panose="030F0702030302020204" pitchFamily="66" charset="0"/>
              </a:rPr>
              <a:t>ERFO</a:t>
            </a:r>
            <a:r>
              <a:rPr sz="3200" b="1" dirty="0">
                <a:latin typeface="Comic Sans MS" panose="030F0702030302020204" pitchFamily="66" charset="0"/>
              </a:rPr>
              <a:t>R</a:t>
            </a:r>
            <a:r>
              <a:rPr sz="3200" b="1" spc="-10" dirty="0">
                <a:latin typeface="Comic Sans MS" panose="030F0702030302020204" pitchFamily="66" charset="0"/>
              </a:rPr>
              <a:t>M</a:t>
            </a:r>
            <a:r>
              <a:rPr sz="3200" b="1" spc="-25" dirty="0">
                <a:latin typeface="Comic Sans MS" panose="030F0702030302020204" pitchFamily="66" charset="0"/>
              </a:rPr>
              <a:t>A</a:t>
            </a:r>
            <a:r>
              <a:rPr sz="3200" b="1" dirty="0">
                <a:latin typeface="Comic Sans MS" panose="030F0702030302020204" pitchFamily="66" charset="0"/>
              </a:rPr>
              <a:t>N</a:t>
            </a:r>
            <a:r>
              <a:rPr sz="3200" b="1" spc="-5" dirty="0">
                <a:latin typeface="Comic Sans MS" panose="030F0702030302020204" pitchFamily="66" charset="0"/>
              </a:rPr>
              <a:t>C</a:t>
            </a:r>
            <a:r>
              <a:rPr sz="3200" b="1" spc="-20" dirty="0">
                <a:latin typeface="Comic Sans MS" panose="030F0702030302020204" pitchFamily="66" charset="0"/>
              </a:rPr>
              <a:t>E</a:t>
            </a:r>
            <a:r>
              <a:rPr sz="3200" b="1" dirty="0">
                <a:latin typeface="Comic Sans MS" panose="030F0702030302020204" pitchFamily="66" charset="0"/>
              </a:rPr>
              <a:t> </a:t>
            </a:r>
            <a:r>
              <a:rPr sz="3200" b="1" spc="-30" dirty="0">
                <a:latin typeface="Comic Sans MS" panose="030F0702030302020204" pitchFamily="66" charset="0"/>
              </a:rPr>
              <a:t>T</a:t>
            </a:r>
            <a:r>
              <a:rPr sz="3200" b="1" dirty="0">
                <a:latin typeface="Comic Sans MS" panose="030F0702030302020204" pitchFamily="66" charset="0"/>
              </a:rPr>
              <a:t>UN</a:t>
            </a:r>
            <a:r>
              <a:rPr sz="3200" b="1" spc="-5" dirty="0">
                <a:latin typeface="Comic Sans MS" panose="030F0702030302020204" pitchFamily="66" charset="0"/>
              </a:rPr>
              <a:t>I</a:t>
            </a:r>
            <a:r>
              <a:rPr sz="3200" b="1" dirty="0">
                <a:latin typeface="Comic Sans MS" panose="030F0702030302020204" pitchFamily="66" charset="0"/>
              </a:rPr>
              <a:t>NG</a:t>
            </a:r>
            <a:r>
              <a:rPr sz="3200" b="1" spc="5" dirty="0">
                <a:latin typeface="Comic Sans MS" panose="030F0702030302020204" pitchFamily="66" charset="0"/>
              </a:rPr>
              <a:t> </a:t>
            </a:r>
            <a:r>
              <a:rPr sz="3200" b="1" spc="-25" dirty="0">
                <a:latin typeface="Comic Sans MS" panose="030F0702030302020204" pitchFamily="66" charset="0"/>
              </a:rPr>
              <a:t>O</a:t>
            </a:r>
            <a:r>
              <a:rPr sz="3200" b="1" dirty="0">
                <a:latin typeface="Comic Sans MS" panose="030F0702030302020204" pitchFamily="66" charset="0"/>
              </a:rPr>
              <a:t>N</a:t>
            </a:r>
            <a:r>
              <a:rPr sz="3200" b="1" spc="5" dirty="0">
                <a:latin typeface="Comic Sans MS" panose="030F0702030302020204" pitchFamily="66" charset="0"/>
              </a:rPr>
              <a:t> </a:t>
            </a:r>
            <a:r>
              <a:rPr sz="3200" b="1" spc="-15" dirty="0">
                <a:latin typeface="Comic Sans MS" panose="030F0702030302020204" pitchFamily="66" charset="0"/>
              </a:rPr>
              <a:t>P</a:t>
            </a:r>
            <a:r>
              <a:rPr sz="3200" b="1" spc="-25" dirty="0">
                <a:latin typeface="Comic Sans MS" panose="030F0702030302020204" pitchFamily="66" charset="0"/>
              </a:rPr>
              <a:t>A</a:t>
            </a:r>
            <a:r>
              <a:rPr sz="3200" b="1" spc="-15" dirty="0">
                <a:latin typeface="Comic Sans MS" panose="030F0702030302020204" pitchFamily="66" charset="0"/>
              </a:rPr>
              <a:t>S</a:t>
            </a:r>
            <a:r>
              <a:rPr sz="3200" b="1" spc="-5" dirty="0">
                <a:latin typeface="Comic Sans MS" panose="030F0702030302020204" pitchFamily="66" charset="0"/>
              </a:rPr>
              <a:t>C</a:t>
            </a:r>
            <a:r>
              <a:rPr sz="3200" b="1" spc="-25" dirty="0">
                <a:latin typeface="Comic Sans MS" panose="030F0702030302020204" pitchFamily="66" charset="0"/>
              </a:rPr>
              <a:t>A</a:t>
            </a:r>
            <a:r>
              <a:rPr sz="3200" b="1" dirty="0">
                <a:latin typeface="Comic Sans MS" panose="030F0702030302020204" pitchFamily="66" charset="0"/>
              </a:rPr>
              <a:t>L+</a:t>
            </a:r>
          </a:p>
          <a:p>
            <a:pPr marL="0" algn="ctr">
              <a:lnSpc>
                <a:spcPct val="100000"/>
              </a:lnSpc>
              <a:spcBef>
                <a:spcPts val="310"/>
              </a:spcBef>
            </a:pPr>
            <a:r>
              <a:rPr sz="2000" spc="-5" dirty="0">
                <a:solidFill>
                  <a:srgbClr val="76B900"/>
                </a:solidFill>
                <a:latin typeface="Comic Sans MS" panose="030F0702030302020204" pitchFamily="66" charset="0"/>
                <a:cs typeface="Calibri" panose="020F0502020204030204" pitchFamily="34" charset="0"/>
              </a:rPr>
              <a:t>D</a:t>
            </a:r>
            <a:r>
              <a:rPr sz="2000" spc="5" dirty="0">
                <a:solidFill>
                  <a:srgbClr val="76B900"/>
                </a:solidFill>
                <a:latin typeface="Comic Sans MS" panose="030F0702030302020204" pitchFamily="66" charset="0"/>
                <a:cs typeface="Calibri" panose="020F0502020204030204" pitchFamily="34" charset="0"/>
              </a:rPr>
              <a:t>em</a:t>
            </a:r>
            <a:r>
              <a:rPr sz="2000" dirty="0">
                <a:solidFill>
                  <a:srgbClr val="76B900"/>
                </a:solidFill>
                <a:latin typeface="Comic Sans MS" panose="030F0702030302020204" pitchFamily="66" charset="0"/>
                <a:cs typeface="Calibri" panose="020F0502020204030204" pitchFamily="34" charset="0"/>
              </a:rPr>
              <a:t>and</a:t>
            </a:r>
            <a:r>
              <a:rPr sz="2000" spc="-10" dirty="0">
                <a:solidFill>
                  <a:srgbClr val="76B900"/>
                </a:solidFill>
                <a:latin typeface="Comic Sans MS" panose="030F0702030302020204" pitchFamily="66" charset="0"/>
                <a:cs typeface="Calibri" panose="020F0502020204030204" pitchFamily="34" charset="0"/>
              </a:rPr>
              <a:t> </a:t>
            </a:r>
            <a:r>
              <a:rPr sz="2000" spc="-15" dirty="0">
                <a:solidFill>
                  <a:srgbClr val="76B900"/>
                </a:solidFill>
                <a:latin typeface="Comic Sans MS" panose="030F0702030302020204" pitchFamily="66" charset="0"/>
                <a:cs typeface="Calibri" panose="020F0502020204030204" pitchFamily="34" charset="0"/>
              </a:rPr>
              <a:t>P</a:t>
            </a:r>
            <a:r>
              <a:rPr sz="2000" dirty="0">
                <a:solidFill>
                  <a:srgbClr val="76B900"/>
                </a:solidFill>
                <a:latin typeface="Comic Sans MS" panose="030F0702030302020204" pitchFamily="66" charset="0"/>
                <a:cs typeface="Calibri" panose="020F0502020204030204" pitchFamily="34" charset="0"/>
              </a:rPr>
              <a:t>a</a:t>
            </a:r>
            <a:r>
              <a:rPr sz="2000" spc="-5" dirty="0">
                <a:solidFill>
                  <a:srgbClr val="76B900"/>
                </a:solidFill>
                <a:latin typeface="Comic Sans MS" panose="030F0702030302020204" pitchFamily="66" charset="0"/>
                <a:cs typeface="Calibri" panose="020F0502020204030204" pitchFamily="34" charset="0"/>
              </a:rPr>
              <a:t>gi</a:t>
            </a:r>
            <a:r>
              <a:rPr sz="2000" dirty="0">
                <a:solidFill>
                  <a:srgbClr val="76B900"/>
                </a:solidFill>
                <a:latin typeface="Comic Sans MS" panose="030F0702030302020204" pitchFamily="66" charset="0"/>
                <a:cs typeface="Calibri" panose="020F0502020204030204" pitchFamily="34" charset="0"/>
              </a:rPr>
              <a:t>n</a:t>
            </a:r>
            <a:r>
              <a:rPr sz="2000" spc="-10" dirty="0">
                <a:solidFill>
                  <a:srgbClr val="76B900"/>
                </a:solidFill>
                <a:latin typeface="Comic Sans MS" panose="030F0702030302020204" pitchFamily="66" charset="0"/>
                <a:cs typeface="Calibri" panose="020F0502020204030204" pitchFamily="34" charset="0"/>
              </a:rPr>
              <a:t>g </a:t>
            </a:r>
            <a:r>
              <a:rPr sz="2000" spc="-5" dirty="0">
                <a:solidFill>
                  <a:srgbClr val="76B900"/>
                </a:solidFill>
                <a:latin typeface="Comic Sans MS" panose="030F0702030302020204" pitchFamily="66" charset="0"/>
                <a:cs typeface="Calibri" panose="020F0502020204030204" pitchFamily="34" charset="0"/>
              </a:rPr>
              <a:t>I</a:t>
            </a:r>
            <a:r>
              <a:rPr sz="2000" spc="5" dirty="0">
                <a:solidFill>
                  <a:srgbClr val="76B900"/>
                </a:solidFill>
                <a:latin typeface="Comic Sans MS" panose="030F0702030302020204" pitchFamily="66" charset="0"/>
                <a:cs typeface="Calibri" panose="020F0502020204030204" pitchFamily="34" charset="0"/>
              </a:rPr>
              <a:t>m</a:t>
            </a:r>
            <a:r>
              <a:rPr sz="2000" spc="-5" dirty="0">
                <a:solidFill>
                  <a:srgbClr val="76B900"/>
                </a:solidFill>
                <a:latin typeface="Comic Sans MS" panose="030F0702030302020204" pitchFamily="66" charset="0"/>
                <a:cs typeface="Calibri" panose="020F0502020204030204" pitchFamily="34" charset="0"/>
              </a:rPr>
              <a:t>p</a:t>
            </a:r>
            <a:r>
              <a:rPr sz="2000" dirty="0">
                <a:solidFill>
                  <a:srgbClr val="76B900"/>
                </a:solidFill>
                <a:latin typeface="Comic Sans MS" panose="030F0702030302020204" pitchFamily="66" charset="0"/>
                <a:cs typeface="Calibri" panose="020F0502020204030204" pitchFamily="34" charset="0"/>
              </a:rPr>
              <a:t>a</a:t>
            </a:r>
            <a:r>
              <a:rPr sz="2000" spc="-5" dirty="0">
                <a:solidFill>
                  <a:srgbClr val="76B900"/>
                </a:solidFill>
                <a:latin typeface="Comic Sans MS" panose="030F0702030302020204" pitchFamily="66" charset="0"/>
                <a:cs typeface="Calibri" panose="020F0502020204030204" pitchFamily="34" charset="0"/>
              </a:rPr>
              <a:t>ct</a:t>
            </a:r>
            <a:endParaRPr sz="2000" dirty="0">
              <a:latin typeface="Comic Sans MS" panose="030F0702030302020204" pitchFamily="66" charset="0"/>
              <a:cs typeface="Calibri" panose="020F0502020204030204" pitchFamily="34" charset="0"/>
            </a:endParaRPr>
          </a:p>
        </p:txBody>
      </p:sp>
      <p:sp>
        <p:nvSpPr>
          <p:cNvPr id="3" name="object 3"/>
          <p:cNvSpPr txBox="1"/>
          <p:nvPr/>
        </p:nvSpPr>
        <p:spPr>
          <a:xfrm>
            <a:off x="678561" y="1323721"/>
            <a:ext cx="4937760" cy="1107996"/>
          </a:xfrm>
          <a:prstGeom prst="rect">
            <a:avLst/>
          </a:prstGeom>
        </p:spPr>
        <p:txBody>
          <a:bodyPr vert="horz" wrap="square" lIns="0" tIns="0" rIns="0" bIns="0" rtlCol="0">
            <a:spAutoFit/>
          </a:bodyPr>
          <a:lstStyle/>
          <a:p>
            <a:pPr marL="355600" marR="5080" indent="-342900">
              <a:buFont typeface="Arial" panose="020B0604020202020204" pitchFamily="34" charset="0"/>
              <a:buChar char="•"/>
            </a:pPr>
            <a:r>
              <a:rPr sz="2400" spc="5" dirty="0">
                <a:solidFill>
                  <a:srgbClr val="5E5E5E"/>
                </a:solidFill>
                <a:latin typeface="Comic Sans MS" panose="030F0702030302020204" pitchFamily="66" charset="0"/>
                <a:cs typeface="Calibri" panose="020F0502020204030204" pitchFamily="34" charset="0"/>
              </a:rPr>
              <a:t>Th</a:t>
            </a:r>
            <a:r>
              <a:rPr sz="2400" spc="-5" dirty="0">
                <a:solidFill>
                  <a:srgbClr val="5E5E5E"/>
                </a:solidFill>
                <a:latin typeface="Comic Sans MS" panose="030F0702030302020204" pitchFamily="66" charset="0"/>
                <a:cs typeface="Calibri" panose="020F0502020204030204" pitchFamily="34" charset="0"/>
              </a:rPr>
              <a:t>i</a:t>
            </a:r>
            <a:r>
              <a:rPr sz="2400" spc="-10" dirty="0">
                <a:solidFill>
                  <a:srgbClr val="5E5E5E"/>
                </a:solidFill>
                <a:latin typeface="Comic Sans MS" panose="030F0702030302020204" pitchFamily="66" charset="0"/>
                <a:cs typeface="Calibri" panose="020F0502020204030204" pitchFamily="34" charset="0"/>
              </a:rPr>
              <a:t>s </a:t>
            </a:r>
            <a:r>
              <a:rPr sz="2400" spc="5" dirty="0">
                <a:solidFill>
                  <a:srgbClr val="5E5E5E"/>
                </a:solidFill>
                <a:latin typeface="Comic Sans MS" panose="030F0702030302020204" pitchFamily="66" charset="0"/>
                <a:cs typeface="Calibri" panose="020F0502020204030204" pitchFamily="34" charset="0"/>
              </a:rPr>
              <a:t>ke</a:t>
            </a:r>
            <a:r>
              <a:rPr sz="2400" spc="-10" dirty="0">
                <a:solidFill>
                  <a:srgbClr val="5E5E5E"/>
                </a:solidFill>
                <a:latin typeface="Comic Sans MS" panose="030F0702030302020204" pitchFamily="66" charset="0"/>
                <a:cs typeface="Calibri" panose="020F0502020204030204" pitchFamily="34" charset="0"/>
              </a:rPr>
              <a:t>r</a:t>
            </a:r>
            <a:r>
              <a:rPr sz="2400" dirty="0">
                <a:solidFill>
                  <a:srgbClr val="5E5E5E"/>
                </a:solidFill>
                <a:latin typeface="Comic Sans MS" panose="030F0702030302020204" pitchFamily="66" charset="0"/>
                <a:cs typeface="Calibri" panose="020F0502020204030204" pitchFamily="34" charset="0"/>
              </a:rPr>
              <a:t>n</a:t>
            </a:r>
            <a:r>
              <a:rPr sz="2400" spc="5" dirty="0">
                <a:solidFill>
                  <a:srgbClr val="5E5E5E"/>
                </a:solidFill>
                <a:latin typeface="Comic Sans MS" panose="030F0702030302020204" pitchFamily="66" charset="0"/>
                <a:cs typeface="Calibri" panose="020F0502020204030204" pitchFamily="34" charset="0"/>
              </a:rPr>
              <a:t>e</a:t>
            </a:r>
            <a:r>
              <a:rPr sz="2400" spc="-10" dirty="0">
                <a:solidFill>
                  <a:srgbClr val="5E5E5E"/>
                </a:solidFill>
                <a:latin typeface="Comic Sans MS" panose="030F0702030302020204" pitchFamily="66" charset="0"/>
                <a:cs typeface="Calibri" panose="020F0502020204030204" pitchFamily="34" charset="0"/>
              </a:rPr>
              <a:t>l</a:t>
            </a:r>
            <a:r>
              <a:rPr sz="2400" spc="-15"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c</a:t>
            </a:r>
            <a:r>
              <a:rPr sz="2400" spc="5" dirty="0">
                <a:solidFill>
                  <a:srgbClr val="5E5E5E"/>
                </a:solidFill>
                <a:latin typeface="Comic Sans MS" panose="030F0702030302020204" pitchFamily="66" charset="0"/>
                <a:cs typeface="Calibri" panose="020F0502020204030204" pitchFamily="34" charset="0"/>
              </a:rPr>
              <a:t>a</a:t>
            </a:r>
            <a:r>
              <a:rPr sz="2400" spc="-20" dirty="0">
                <a:solidFill>
                  <a:srgbClr val="5E5E5E"/>
                </a:solidFill>
                <a:latin typeface="Comic Sans MS" panose="030F0702030302020204" pitchFamily="66" charset="0"/>
                <a:cs typeface="Calibri" panose="020F0502020204030204" pitchFamily="34" charset="0"/>
              </a:rPr>
              <a:t>l</a:t>
            </a:r>
            <a:r>
              <a:rPr sz="2400" spc="-10" dirty="0">
                <a:solidFill>
                  <a:srgbClr val="5E5E5E"/>
                </a:solidFill>
                <a:latin typeface="Comic Sans MS" panose="030F0702030302020204" pitchFamily="66" charset="0"/>
                <a:cs typeface="Calibri" panose="020F0502020204030204" pitchFamily="34" charset="0"/>
              </a:rPr>
              <a:t>l</a:t>
            </a:r>
            <a:r>
              <a:rPr sz="2400" spc="-15" dirty="0">
                <a:solidFill>
                  <a:srgbClr val="5E5E5E"/>
                </a:solidFill>
                <a:latin typeface="Comic Sans MS" panose="030F0702030302020204" pitchFamily="66" charset="0"/>
                <a:cs typeface="Calibri" panose="020F0502020204030204" pitchFamily="34" charset="0"/>
              </a:rPr>
              <a:t> </a:t>
            </a:r>
            <a:r>
              <a:rPr sz="2400" spc="-10" dirty="0">
                <a:solidFill>
                  <a:srgbClr val="5E5E5E"/>
                </a:solidFill>
                <a:latin typeface="Comic Sans MS" panose="030F0702030302020204" pitchFamily="66" charset="0"/>
                <a:cs typeface="Calibri" panose="020F0502020204030204" pitchFamily="34" charset="0"/>
              </a:rPr>
              <a:t>r</a:t>
            </a:r>
            <a:r>
              <a:rPr sz="2400" dirty="0">
                <a:solidFill>
                  <a:srgbClr val="5E5E5E"/>
                </a:solidFill>
                <a:latin typeface="Comic Sans MS" panose="030F0702030302020204" pitchFamily="66" charset="0"/>
                <a:cs typeface="Calibri" panose="020F0502020204030204" pitchFamily="34" charset="0"/>
              </a:rPr>
              <a:t>uns</a:t>
            </a:r>
            <a:r>
              <a:rPr sz="2400" spc="-10"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m</a:t>
            </a:r>
            <a:r>
              <a:rPr sz="2400" dirty="0">
                <a:solidFill>
                  <a:srgbClr val="5E5E5E"/>
                </a:solidFill>
                <a:latin typeface="Comic Sans MS" panose="030F0702030302020204" pitchFamily="66" charset="0"/>
                <a:cs typeface="Calibri" panose="020F0502020204030204" pitchFamily="34" charset="0"/>
              </a:rPr>
              <a:t>u</a:t>
            </a:r>
            <a:r>
              <a:rPr sz="2400" spc="-5" dirty="0">
                <a:solidFill>
                  <a:srgbClr val="5E5E5E"/>
                </a:solidFill>
                <a:latin typeface="Comic Sans MS" panose="030F0702030302020204" pitchFamily="66" charset="0"/>
                <a:cs typeface="Calibri" panose="020F0502020204030204" pitchFamily="34" charset="0"/>
              </a:rPr>
              <a:t>c</a:t>
            </a:r>
            <a:r>
              <a:rPr sz="2400" dirty="0">
                <a:solidFill>
                  <a:srgbClr val="5E5E5E"/>
                </a:solidFill>
                <a:latin typeface="Comic Sans MS" panose="030F0702030302020204" pitchFamily="66" charset="0"/>
                <a:cs typeface="Calibri" panose="020F0502020204030204" pitchFamily="34" charset="0"/>
              </a:rPr>
              <a:t>h</a:t>
            </a:r>
            <a:r>
              <a:rPr sz="2400" spc="-5" dirty="0">
                <a:solidFill>
                  <a:srgbClr val="5E5E5E"/>
                </a:solidFill>
                <a:latin typeface="Comic Sans MS" panose="030F0702030302020204" pitchFamily="66" charset="0"/>
                <a:cs typeface="Calibri" panose="020F0502020204030204" pitchFamily="34" charset="0"/>
              </a:rPr>
              <a:t> </a:t>
            </a:r>
            <a:r>
              <a:rPr sz="2400" spc="-15" dirty="0">
                <a:solidFill>
                  <a:srgbClr val="5E5E5E"/>
                </a:solidFill>
                <a:latin typeface="Comic Sans MS" panose="030F0702030302020204" pitchFamily="66" charset="0"/>
                <a:cs typeface="Calibri" panose="020F0502020204030204" pitchFamily="34" charset="0"/>
              </a:rPr>
              <a:t>s</a:t>
            </a:r>
            <a:r>
              <a:rPr sz="2400" spc="-20" dirty="0">
                <a:solidFill>
                  <a:srgbClr val="5E5E5E"/>
                </a:solidFill>
                <a:latin typeface="Comic Sans MS" panose="030F0702030302020204" pitchFamily="66" charset="0"/>
                <a:cs typeface="Calibri" panose="020F0502020204030204" pitchFamily="34" charset="0"/>
              </a:rPr>
              <a:t>l</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w</a:t>
            </a:r>
            <a:r>
              <a:rPr sz="2400" spc="5" dirty="0">
                <a:solidFill>
                  <a:srgbClr val="5E5E5E"/>
                </a:solidFill>
                <a:latin typeface="Comic Sans MS" panose="030F0702030302020204" pitchFamily="66" charset="0"/>
                <a:cs typeface="Calibri" panose="020F0502020204030204" pitchFamily="34" charset="0"/>
              </a:rPr>
              <a:t>e</a:t>
            </a:r>
            <a:r>
              <a:rPr sz="2400" spc="-10" dirty="0">
                <a:solidFill>
                  <a:srgbClr val="5E5E5E"/>
                </a:solidFill>
                <a:latin typeface="Comic Sans MS" panose="030F0702030302020204" pitchFamily="66" charset="0"/>
                <a:cs typeface="Calibri" panose="020F0502020204030204" pitchFamily="34" charset="0"/>
              </a:rPr>
              <a:t>r</a:t>
            </a:r>
            <a:r>
              <a:rPr sz="2400" spc="-5" dirty="0">
                <a:solidFill>
                  <a:srgbClr val="5E5E5E"/>
                </a:solidFill>
                <a:latin typeface="Comic Sans MS" panose="030F0702030302020204" pitchFamily="66" charset="0"/>
                <a:cs typeface="Calibri" panose="020F0502020204030204" pitchFamily="34" charset="0"/>
              </a:rPr>
              <a:t> t</a:t>
            </a:r>
            <a:r>
              <a:rPr sz="2400" dirty="0">
                <a:solidFill>
                  <a:srgbClr val="5E5E5E"/>
                </a:solidFill>
                <a:latin typeface="Comic Sans MS" panose="030F0702030302020204" pitchFamily="66" charset="0"/>
                <a:cs typeface="Calibri" panose="020F0502020204030204" pitchFamily="34" charset="0"/>
              </a:rPr>
              <a:t>h</a:t>
            </a:r>
            <a:r>
              <a:rPr sz="2400" spc="5" dirty="0">
                <a:solidFill>
                  <a:srgbClr val="5E5E5E"/>
                </a:solidFill>
                <a:latin typeface="Comic Sans MS" panose="030F0702030302020204" pitchFamily="66" charset="0"/>
                <a:cs typeface="Calibri" panose="020F0502020204030204" pitchFamily="34" charset="0"/>
              </a:rPr>
              <a:t>a</a:t>
            </a:r>
            <a:r>
              <a:rPr sz="2400" dirty="0">
                <a:solidFill>
                  <a:srgbClr val="5E5E5E"/>
                </a:solidFill>
                <a:latin typeface="Comic Sans MS" panose="030F0702030302020204" pitchFamily="66" charset="0"/>
                <a:cs typeface="Calibri" panose="020F0502020204030204" pitchFamily="34" charset="0"/>
              </a:rPr>
              <a:t>n </a:t>
            </a:r>
            <a:r>
              <a:rPr sz="2400" spc="-5" dirty="0">
                <a:solidFill>
                  <a:srgbClr val="5E5E5E"/>
                </a:solidFill>
                <a:latin typeface="Comic Sans MS" panose="030F0702030302020204" pitchFamily="66" charset="0"/>
                <a:cs typeface="Calibri" panose="020F0502020204030204" pitchFamily="34" charset="0"/>
              </a:rPr>
              <a:t>t</a:t>
            </a:r>
            <a:r>
              <a:rPr sz="2400" dirty="0">
                <a:solidFill>
                  <a:srgbClr val="5E5E5E"/>
                </a:solidFill>
                <a:latin typeface="Comic Sans MS" panose="030F0702030302020204" pitchFamily="66" charset="0"/>
                <a:cs typeface="Calibri" panose="020F0502020204030204" pitchFamily="34" charset="0"/>
              </a:rPr>
              <a:t>he </a:t>
            </a:r>
            <a:r>
              <a:rPr sz="2400" spc="-15" dirty="0">
                <a:solidFill>
                  <a:srgbClr val="5E5E5E"/>
                </a:solidFill>
                <a:latin typeface="Comic Sans MS" panose="030F0702030302020204" pitchFamily="66" charset="0"/>
                <a:cs typeface="Calibri" panose="020F0502020204030204" pitchFamily="34" charset="0"/>
              </a:rPr>
              <a:t>P</a:t>
            </a:r>
            <a:r>
              <a:rPr sz="2400" dirty="0">
                <a:solidFill>
                  <a:srgbClr val="5E5E5E"/>
                </a:solidFill>
                <a:latin typeface="Comic Sans MS" panose="030F0702030302020204" pitchFamily="66" charset="0"/>
                <a:cs typeface="Calibri" panose="020F0502020204030204" pitchFamily="34" charset="0"/>
              </a:rPr>
              <a:t>re-</a:t>
            </a:r>
            <a:r>
              <a:rPr sz="2400" spc="-5" dirty="0">
                <a:solidFill>
                  <a:srgbClr val="5E5E5E"/>
                </a:solidFill>
                <a:latin typeface="Comic Sans MS" panose="030F0702030302020204" pitchFamily="66" charset="0"/>
                <a:cs typeface="Calibri" panose="020F0502020204030204" pitchFamily="34" charset="0"/>
              </a:rPr>
              <a:t>p</a:t>
            </a:r>
            <a:r>
              <a:rPr sz="2400" dirty="0">
                <a:solidFill>
                  <a:srgbClr val="5E5E5E"/>
                </a:solidFill>
                <a:latin typeface="Comic Sans MS" panose="030F0702030302020204" pitchFamily="66" charset="0"/>
                <a:cs typeface="Calibri" panose="020F0502020204030204" pitchFamily="34" charset="0"/>
              </a:rPr>
              <a:t>a</a:t>
            </a:r>
            <a:r>
              <a:rPr sz="2400" spc="-15" dirty="0">
                <a:solidFill>
                  <a:srgbClr val="5E5E5E"/>
                </a:solidFill>
                <a:latin typeface="Comic Sans MS" panose="030F0702030302020204" pitchFamily="66" charset="0"/>
                <a:cs typeface="Calibri" panose="020F0502020204030204" pitchFamily="34" charset="0"/>
              </a:rPr>
              <a:t>s</a:t>
            </a:r>
            <a:r>
              <a:rPr sz="2400" spc="-5" dirty="0">
                <a:solidFill>
                  <a:srgbClr val="5E5E5E"/>
                </a:solidFill>
                <a:latin typeface="Comic Sans MS" panose="030F0702030302020204" pitchFamily="66" charset="0"/>
                <a:cs typeface="Calibri" panose="020F0502020204030204" pitchFamily="34" charset="0"/>
              </a:rPr>
              <a:t>c</a:t>
            </a:r>
            <a:r>
              <a:rPr sz="2400" dirty="0">
                <a:solidFill>
                  <a:srgbClr val="5E5E5E"/>
                </a:solidFill>
                <a:latin typeface="Comic Sans MS" panose="030F0702030302020204" pitchFamily="66" charset="0"/>
                <a:cs typeface="Calibri" panose="020F0502020204030204" pitchFamily="34" charset="0"/>
              </a:rPr>
              <a:t>a</a:t>
            </a:r>
            <a:r>
              <a:rPr sz="2400" spc="-10" dirty="0">
                <a:solidFill>
                  <a:srgbClr val="5E5E5E"/>
                </a:solidFill>
                <a:latin typeface="Comic Sans MS" panose="030F0702030302020204" pitchFamily="66" charset="0"/>
                <a:cs typeface="Calibri" panose="020F0502020204030204" pitchFamily="34" charset="0"/>
              </a:rPr>
              <a:t>l</a:t>
            </a:r>
            <a:r>
              <a:rPr sz="2400" spc="-15" dirty="0">
                <a:solidFill>
                  <a:srgbClr val="5E5E5E"/>
                </a:solidFill>
                <a:latin typeface="Comic Sans MS" panose="030F0702030302020204" pitchFamily="66" charset="0"/>
                <a:cs typeface="Calibri" panose="020F0502020204030204" pitchFamily="34" charset="0"/>
              </a:rPr>
              <a:t> </a:t>
            </a:r>
            <a:r>
              <a:rPr sz="2400" spc="-10" dirty="0">
                <a:solidFill>
                  <a:srgbClr val="5E5E5E"/>
                </a:solidFill>
                <a:latin typeface="Comic Sans MS" panose="030F0702030302020204" pitchFamily="66" charset="0"/>
                <a:cs typeface="Calibri" panose="020F0502020204030204" pitchFamily="34" charset="0"/>
              </a:rPr>
              <a:t>U</a:t>
            </a:r>
            <a:r>
              <a:rPr sz="2400" dirty="0">
                <a:solidFill>
                  <a:srgbClr val="5E5E5E"/>
                </a:solidFill>
                <a:latin typeface="Comic Sans MS" panose="030F0702030302020204" pitchFamily="66" charset="0"/>
                <a:cs typeface="Calibri" panose="020F0502020204030204" pitchFamily="34" charset="0"/>
              </a:rPr>
              <a:t>M</a:t>
            </a:r>
            <a:r>
              <a:rPr sz="2400" spc="-10" dirty="0">
                <a:solidFill>
                  <a:srgbClr val="5E5E5E"/>
                </a:solidFill>
                <a:latin typeface="Comic Sans MS" panose="030F0702030302020204" pitchFamily="66" charset="0"/>
                <a:cs typeface="Calibri" panose="020F0502020204030204" pitchFamily="34" charset="0"/>
              </a:rPr>
              <a:t> </a:t>
            </a:r>
            <a:r>
              <a:rPr sz="2400" dirty="0">
                <a:solidFill>
                  <a:srgbClr val="5E5E5E"/>
                </a:solidFill>
                <a:latin typeface="Comic Sans MS" panose="030F0702030302020204" pitchFamily="66" charset="0"/>
                <a:cs typeface="Calibri" panose="020F0502020204030204" pitchFamily="34" charset="0"/>
              </a:rPr>
              <a:t>6 </a:t>
            </a:r>
            <a:r>
              <a:rPr sz="2400" spc="-5" dirty="0">
                <a:solidFill>
                  <a:srgbClr val="5E5E5E"/>
                </a:solidFill>
                <a:latin typeface="Comic Sans MS" panose="030F0702030302020204" pitchFamily="66" charset="0"/>
                <a:cs typeface="Calibri" panose="020F0502020204030204" pitchFamily="34" charset="0"/>
              </a:rPr>
              <a:t>c</a:t>
            </a:r>
            <a:r>
              <a:rPr sz="2400" dirty="0">
                <a:solidFill>
                  <a:srgbClr val="5E5E5E"/>
                </a:solidFill>
                <a:latin typeface="Comic Sans MS" panose="030F0702030302020204" pitchFamily="66" charset="0"/>
                <a:cs typeface="Calibri" panose="020F0502020204030204" pitchFamily="34" charset="0"/>
              </a:rPr>
              <a:t>a</a:t>
            </a:r>
            <a:r>
              <a:rPr sz="2400" spc="-15" dirty="0">
                <a:solidFill>
                  <a:srgbClr val="5E5E5E"/>
                </a:solidFill>
                <a:latin typeface="Comic Sans MS" panose="030F0702030302020204" pitchFamily="66" charset="0"/>
                <a:cs typeface="Calibri" panose="020F0502020204030204" pitchFamily="34" charset="0"/>
              </a:rPr>
              <a:t>s</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a:t>
            </a:r>
            <a:r>
              <a:rPr sz="2400" spc="-5" dirty="0">
                <a:solidFill>
                  <a:srgbClr val="5E5E5E"/>
                </a:solidFill>
                <a:latin typeface="Comic Sans MS" panose="030F0702030302020204" pitchFamily="66" charset="0"/>
                <a:cs typeface="Calibri" panose="020F0502020204030204" pitchFamily="34" charset="0"/>
              </a:rPr>
              <a:t> </a:t>
            </a:r>
            <a:r>
              <a:rPr sz="2400" spc="-15" dirty="0">
                <a:solidFill>
                  <a:srgbClr val="5E5E5E"/>
                </a:solidFill>
                <a:latin typeface="Comic Sans MS" panose="030F0702030302020204" pitchFamily="66" charset="0"/>
                <a:cs typeface="Calibri" panose="020F0502020204030204" pitchFamily="34" charset="0"/>
              </a:rPr>
              <a:t>o</a:t>
            </a:r>
            <a:r>
              <a:rPr sz="2400" spc="-10" dirty="0">
                <a:solidFill>
                  <a:srgbClr val="5E5E5E"/>
                </a:solidFill>
                <a:latin typeface="Comic Sans MS" panose="030F0702030302020204" pitchFamily="66" charset="0"/>
                <a:cs typeface="Calibri" panose="020F0502020204030204" pitchFamily="34" charset="0"/>
              </a:rPr>
              <a:t>r</a:t>
            </a:r>
            <a:r>
              <a:rPr sz="2400" spc="-5" dirty="0">
                <a:solidFill>
                  <a:srgbClr val="5E5E5E"/>
                </a:solidFill>
                <a:latin typeface="Comic Sans MS" panose="030F0702030302020204" pitchFamily="66" charset="0"/>
                <a:cs typeface="Calibri" panose="020F0502020204030204" pitchFamily="34" charset="0"/>
              </a:rPr>
              <a:t> t</a:t>
            </a:r>
            <a:r>
              <a:rPr sz="2400" dirty="0">
                <a:solidFill>
                  <a:srgbClr val="5E5E5E"/>
                </a:solidFill>
                <a:latin typeface="Comic Sans MS" panose="030F0702030302020204" pitchFamily="66" charset="0"/>
                <a:cs typeface="Calibri" panose="020F0502020204030204" pitchFamily="34" charset="0"/>
              </a:rPr>
              <a:t>he n</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n</a:t>
            </a:r>
            <a:r>
              <a:rPr sz="2400"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U</a:t>
            </a:r>
            <a:r>
              <a:rPr sz="2400" dirty="0">
                <a:solidFill>
                  <a:srgbClr val="5E5E5E"/>
                </a:solidFill>
                <a:latin typeface="Comic Sans MS" panose="030F0702030302020204" pitchFamily="66" charset="0"/>
                <a:cs typeface="Calibri" panose="020F0502020204030204" pitchFamily="34" charset="0"/>
              </a:rPr>
              <a:t>M</a:t>
            </a:r>
            <a:r>
              <a:rPr sz="2400" spc="-10"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c</a:t>
            </a:r>
            <a:r>
              <a:rPr sz="2400"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s</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a:t>
            </a:r>
            <a:endParaRPr sz="2400" dirty="0">
              <a:latin typeface="Comic Sans MS" panose="030F0702030302020204" pitchFamily="66" charset="0"/>
              <a:cs typeface="Calibri" panose="020F0502020204030204" pitchFamily="34" charset="0"/>
            </a:endParaRPr>
          </a:p>
        </p:txBody>
      </p:sp>
      <p:sp>
        <p:nvSpPr>
          <p:cNvPr id="4" name="object 4"/>
          <p:cNvSpPr txBox="1"/>
          <p:nvPr/>
        </p:nvSpPr>
        <p:spPr>
          <a:xfrm>
            <a:off x="703327" y="2512318"/>
            <a:ext cx="4937760" cy="738664"/>
          </a:xfrm>
          <a:prstGeom prst="rect">
            <a:avLst/>
          </a:prstGeom>
        </p:spPr>
        <p:txBody>
          <a:bodyPr vert="horz" wrap="square" lIns="0" tIns="0" rIns="0" bIns="0" rtlCol="0">
            <a:spAutoFit/>
          </a:bodyPr>
          <a:lstStyle/>
          <a:p>
            <a:pPr marL="355600" marR="5080" indent="-342900">
              <a:buFont typeface="Arial" panose="020B0604020202020204" pitchFamily="34" charset="0"/>
              <a:buChar char="•"/>
            </a:pPr>
            <a:r>
              <a:rPr sz="2400" spc="-10" dirty="0">
                <a:solidFill>
                  <a:srgbClr val="5E5E5E"/>
                </a:solidFill>
                <a:latin typeface="Comic Sans MS" panose="030F0702030302020204" pitchFamily="66" charset="0"/>
                <a:cs typeface="Calibri" panose="020F0502020204030204" pitchFamily="34" charset="0"/>
              </a:rPr>
              <a:t>*</a:t>
            </a:r>
            <a:r>
              <a:rPr sz="2400" spc="-1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c</a:t>
            </a:r>
            <a:r>
              <a:rPr sz="2400" dirty="0">
                <a:solidFill>
                  <a:srgbClr val="5E5E5E"/>
                </a:solidFill>
                <a:latin typeface="Comic Sans MS" panose="030F0702030302020204" pitchFamily="66" charset="0"/>
                <a:cs typeface="Calibri" panose="020F0502020204030204" pitchFamily="34" charset="0"/>
              </a:rPr>
              <a:t>h*</a:t>
            </a:r>
            <a:r>
              <a:rPr sz="2400" spc="-5" dirty="0">
                <a:solidFill>
                  <a:srgbClr val="5E5E5E"/>
                </a:solidFill>
                <a:latin typeface="Comic Sans MS" panose="030F0702030302020204" pitchFamily="66" charset="0"/>
                <a:cs typeface="Calibri" panose="020F0502020204030204" pitchFamily="34" charset="0"/>
              </a:rPr>
              <a:t> p</a:t>
            </a:r>
            <a:r>
              <a:rPr sz="2400" dirty="0">
                <a:solidFill>
                  <a:srgbClr val="5E5E5E"/>
                </a:solidFill>
                <a:latin typeface="Comic Sans MS" panose="030F0702030302020204" pitchFamily="66" charset="0"/>
                <a:cs typeface="Calibri" panose="020F0502020204030204" pitchFamily="34" charset="0"/>
              </a:rPr>
              <a:t>a</a:t>
            </a:r>
            <a:r>
              <a:rPr sz="2400" spc="-15" dirty="0">
                <a:solidFill>
                  <a:srgbClr val="5E5E5E"/>
                </a:solidFill>
                <a:latin typeface="Comic Sans MS" panose="030F0702030302020204" pitchFamily="66" charset="0"/>
                <a:cs typeface="Calibri" panose="020F0502020204030204" pitchFamily="34" charset="0"/>
              </a:rPr>
              <a:t>g</a:t>
            </a:r>
            <a:r>
              <a:rPr sz="2400" dirty="0">
                <a:solidFill>
                  <a:srgbClr val="5E5E5E"/>
                </a:solidFill>
                <a:latin typeface="Comic Sans MS" panose="030F0702030302020204" pitchFamily="66" charset="0"/>
                <a:cs typeface="Calibri" panose="020F0502020204030204" pitchFamily="34" charset="0"/>
              </a:rPr>
              <a:t>e </a:t>
            </a:r>
            <a:r>
              <a:rPr sz="2400" spc="-15" dirty="0">
                <a:solidFill>
                  <a:srgbClr val="5E5E5E"/>
                </a:solidFill>
                <a:latin typeface="Comic Sans MS" panose="030F0702030302020204" pitchFamily="66" charset="0"/>
                <a:cs typeface="Calibri" panose="020F0502020204030204" pitchFamily="34" charset="0"/>
              </a:rPr>
              <a:t>f</a:t>
            </a:r>
            <a:r>
              <a:rPr sz="2400" dirty="0">
                <a:solidFill>
                  <a:srgbClr val="5E5E5E"/>
                </a:solidFill>
                <a:latin typeface="Comic Sans MS" panose="030F0702030302020204" pitchFamily="66" charset="0"/>
                <a:cs typeface="Calibri" panose="020F0502020204030204" pitchFamily="34" charset="0"/>
              </a:rPr>
              <a:t>au</a:t>
            </a:r>
            <a:r>
              <a:rPr sz="2400" spc="-15" dirty="0">
                <a:solidFill>
                  <a:srgbClr val="5E5E5E"/>
                </a:solidFill>
                <a:latin typeface="Comic Sans MS" panose="030F0702030302020204" pitchFamily="66" charset="0"/>
                <a:cs typeface="Calibri" panose="020F0502020204030204" pitchFamily="34" charset="0"/>
              </a:rPr>
              <a:t>l</a:t>
            </a:r>
            <a:r>
              <a:rPr sz="2400" dirty="0">
                <a:solidFill>
                  <a:srgbClr val="5E5E5E"/>
                </a:solidFill>
                <a:latin typeface="Comic Sans MS" panose="030F0702030302020204" pitchFamily="66" charset="0"/>
                <a:cs typeface="Calibri" panose="020F0502020204030204" pitchFamily="34" charset="0"/>
              </a:rPr>
              <a:t>t</a:t>
            </a:r>
            <a:r>
              <a:rPr sz="2400" spc="-10"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t</a:t>
            </a:r>
            <a:r>
              <a:rPr sz="2400" spc="-10" dirty="0">
                <a:solidFill>
                  <a:srgbClr val="5E5E5E"/>
                </a:solidFill>
                <a:latin typeface="Comic Sans MS" panose="030F0702030302020204" pitchFamily="66" charset="0"/>
                <a:cs typeface="Calibri" panose="020F0502020204030204" pitchFamily="34" charset="0"/>
              </a:rPr>
              <a:t>r</a:t>
            </a:r>
            <a:r>
              <a:rPr sz="2400" spc="-5" dirty="0">
                <a:solidFill>
                  <a:srgbClr val="5E5E5E"/>
                </a:solidFill>
                <a:latin typeface="Comic Sans MS" panose="030F0702030302020204" pitchFamily="66" charset="0"/>
                <a:cs typeface="Calibri" panose="020F0502020204030204" pitchFamily="34" charset="0"/>
              </a:rPr>
              <a:t>i</a:t>
            </a:r>
            <a:r>
              <a:rPr sz="2400" spc="-15" dirty="0">
                <a:solidFill>
                  <a:srgbClr val="5E5E5E"/>
                </a:solidFill>
                <a:latin typeface="Comic Sans MS" panose="030F0702030302020204" pitchFamily="66" charset="0"/>
                <a:cs typeface="Calibri" panose="020F0502020204030204" pitchFamily="34" charset="0"/>
              </a:rPr>
              <a:t>gg</a:t>
            </a:r>
            <a:r>
              <a:rPr sz="2400" spc="5" dirty="0">
                <a:solidFill>
                  <a:srgbClr val="5E5E5E"/>
                </a:solidFill>
                <a:latin typeface="Comic Sans MS" panose="030F0702030302020204" pitchFamily="66" charset="0"/>
                <a:cs typeface="Calibri" panose="020F0502020204030204" pitchFamily="34" charset="0"/>
              </a:rPr>
              <a:t>e</a:t>
            </a:r>
            <a:r>
              <a:rPr sz="2400" spc="-10" dirty="0">
                <a:solidFill>
                  <a:srgbClr val="5E5E5E"/>
                </a:solidFill>
                <a:latin typeface="Comic Sans MS" panose="030F0702030302020204" pitchFamily="66" charset="0"/>
                <a:cs typeface="Calibri" panose="020F0502020204030204" pitchFamily="34" charset="0"/>
              </a:rPr>
              <a:t>rs </a:t>
            </a:r>
            <a:r>
              <a:rPr sz="2400" spc="-15" dirty="0">
                <a:solidFill>
                  <a:srgbClr val="5E5E5E"/>
                </a:solidFill>
                <a:latin typeface="Comic Sans MS" panose="030F0702030302020204" pitchFamily="66" charset="0"/>
                <a:cs typeface="Calibri" panose="020F0502020204030204" pitchFamily="34" charset="0"/>
              </a:rPr>
              <a:t>s</a:t>
            </a:r>
            <a:r>
              <a:rPr sz="2400" spc="5" dirty="0">
                <a:solidFill>
                  <a:srgbClr val="5E5E5E"/>
                </a:solidFill>
                <a:latin typeface="Comic Sans MS" panose="030F0702030302020204" pitchFamily="66" charset="0"/>
                <a:cs typeface="Calibri" panose="020F0502020204030204" pitchFamily="34" charset="0"/>
              </a:rPr>
              <a:t>e</a:t>
            </a:r>
            <a:r>
              <a:rPr sz="2400" spc="-10" dirty="0">
                <a:solidFill>
                  <a:srgbClr val="5E5E5E"/>
                </a:solidFill>
                <a:latin typeface="Comic Sans MS" panose="030F0702030302020204" pitchFamily="66" charset="0"/>
                <a:cs typeface="Calibri" panose="020F0502020204030204" pitchFamily="34" charset="0"/>
              </a:rPr>
              <a:t>r</a:t>
            </a:r>
            <a:r>
              <a:rPr sz="2400" spc="-5" dirty="0">
                <a:solidFill>
                  <a:srgbClr val="5E5E5E"/>
                </a:solidFill>
                <a:latin typeface="Comic Sans MS" panose="030F0702030302020204" pitchFamily="66" charset="0"/>
                <a:cs typeface="Calibri" panose="020F0502020204030204" pitchFamily="34" charset="0"/>
              </a:rPr>
              <a:t>vic</a:t>
            </a:r>
            <a:r>
              <a:rPr sz="2400" dirty="0">
                <a:solidFill>
                  <a:srgbClr val="5E5E5E"/>
                </a:solidFill>
                <a:latin typeface="Comic Sans MS" panose="030F0702030302020204" pitchFamily="66" charset="0"/>
                <a:cs typeface="Calibri" panose="020F0502020204030204" pitchFamily="34" charset="0"/>
              </a:rPr>
              <a:t>e </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v</a:t>
            </a:r>
            <a:r>
              <a:rPr sz="2400" spc="5" dirty="0">
                <a:solidFill>
                  <a:srgbClr val="5E5E5E"/>
                </a:solidFill>
                <a:latin typeface="Comic Sans MS" panose="030F0702030302020204" pitchFamily="66" charset="0"/>
                <a:cs typeface="Calibri" panose="020F0502020204030204" pitchFamily="34" charset="0"/>
              </a:rPr>
              <a:t>e</a:t>
            </a:r>
            <a:r>
              <a:rPr sz="2400" spc="-10" dirty="0">
                <a:solidFill>
                  <a:srgbClr val="5E5E5E"/>
                </a:solidFill>
                <a:latin typeface="Comic Sans MS" panose="030F0702030302020204" pitchFamily="66" charset="0"/>
                <a:cs typeface="Calibri" panose="020F0502020204030204" pitchFamily="34" charset="0"/>
              </a:rPr>
              <a:t>r</a:t>
            </a:r>
            <a:r>
              <a:rPr sz="2400" dirty="0">
                <a:solidFill>
                  <a:srgbClr val="5E5E5E"/>
                </a:solidFill>
                <a:latin typeface="Comic Sans MS" panose="030F0702030302020204" pitchFamily="66" charset="0"/>
                <a:cs typeface="Calibri" panose="020F0502020204030204" pitchFamily="34" charset="0"/>
              </a:rPr>
              <a:t>h</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d</a:t>
            </a:r>
            <a:r>
              <a:rPr sz="2400" dirty="0">
                <a:solidFill>
                  <a:srgbClr val="5E5E5E"/>
                </a:solidFill>
                <a:latin typeface="Comic Sans MS" panose="030F0702030302020204" pitchFamily="66" charset="0"/>
                <a:cs typeface="Calibri" panose="020F0502020204030204" pitchFamily="34" charset="0"/>
              </a:rPr>
              <a:t>.</a:t>
            </a:r>
            <a:endParaRPr sz="2400" dirty="0">
              <a:latin typeface="Comic Sans MS" panose="030F0702030302020204" pitchFamily="66" charset="0"/>
              <a:cs typeface="Calibri" panose="020F0502020204030204" pitchFamily="34" charset="0"/>
            </a:endParaRPr>
          </a:p>
        </p:txBody>
      </p:sp>
      <p:sp>
        <p:nvSpPr>
          <p:cNvPr id="5" name="object 5"/>
          <p:cNvSpPr txBox="1"/>
          <p:nvPr/>
        </p:nvSpPr>
        <p:spPr>
          <a:xfrm>
            <a:off x="659902" y="3331583"/>
            <a:ext cx="4937760" cy="1477328"/>
          </a:xfrm>
          <a:prstGeom prst="rect">
            <a:avLst/>
          </a:prstGeom>
        </p:spPr>
        <p:txBody>
          <a:bodyPr vert="horz" wrap="square" lIns="0" tIns="0" rIns="0" bIns="0" rtlCol="0">
            <a:spAutoFit/>
          </a:bodyPr>
          <a:lstStyle/>
          <a:p>
            <a:pPr marL="355600" marR="5080" indent="-342900" algn="just">
              <a:buFont typeface="Arial" panose="020B0604020202020204" pitchFamily="34" charset="0"/>
              <a:buChar char="•"/>
            </a:pPr>
            <a:r>
              <a:rPr sz="2400" dirty="0">
                <a:solidFill>
                  <a:srgbClr val="5E5E5E"/>
                </a:solidFill>
                <a:latin typeface="Comic Sans MS" panose="030F0702030302020204" pitchFamily="66" charset="0"/>
                <a:cs typeface="Calibri" panose="020F0502020204030204" pitchFamily="34" charset="0"/>
              </a:rPr>
              <a:t>R</a:t>
            </a:r>
            <a:r>
              <a:rPr sz="2400" spc="5" dirty="0">
                <a:solidFill>
                  <a:srgbClr val="5E5E5E"/>
                </a:solidFill>
                <a:latin typeface="Comic Sans MS" panose="030F0702030302020204" pitchFamily="66" charset="0"/>
                <a:cs typeface="Calibri" panose="020F0502020204030204" pitchFamily="34" charset="0"/>
              </a:rPr>
              <a:t>e</a:t>
            </a:r>
            <a:r>
              <a:rPr sz="2400" spc="-20" dirty="0">
                <a:solidFill>
                  <a:srgbClr val="5E5E5E"/>
                </a:solidFill>
                <a:latin typeface="Comic Sans MS" panose="030F0702030302020204" pitchFamily="66" charset="0"/>
                <a:cs typeface="Calibri" panose="020F0502020204030204" pitchFamily="34" charset="0"/>
              </a:rPr>
              <a:t>l</a:t>
            </a:r>
            <a:r>
              <a:rPr sz="2400" dirty="0">
                <a:solidFill>
                  <a:srgbClr val="5E5E5E"/>
                </a:solidFill>
                <a:latin typeface="Comic Sans MS" panose="030F0702030302020204" pitchFamily="66" charset="0"/>
                <a:cs typeface="Calibri" panose="020F0502020204030204" pitchFamily="34" charset="0"/>
              </a:rPr>
              <a:t>y</a:t>
            </a:r>
            <a:r>
              <a:rPr sz="2400" spc="-5" dirty="0">
                <a:solidFill>
                  <a:srgbClr val="5E5E5E"/>
                </a:solidFill>
                <a:latin typeface="Comic Sans MS" panose="030F0702030302020204" pitchFamily="66" charset="0"/>
                <a:cs typeface="Calibri" panose="020F0502020204030204" pitchFamily="34" charset="0"/>
              </a:rPr>
              <a:t>i</a:t>
            </a:r>
            <a:r>
              <a:rPr sz="2400" dirty="0">
                <a:solidFill>
                  <a:srgbClr val="5E5E5E"/>
                </a:solidFill>
                <a:latin typeface="Comic Sans MS" panose="030F0702030302020204" pitchFamily="66" charset="0"/>
                <a:cs typeface="Calibri" panose="020F0502020204030204" pitchFamily="34" charset="0"/>
              </a:rPr>
              <a:t>n</a:t>
            </a:r>
            <a:r>
              <a:rPr sz="2400" spc="-10" dirty="0">
                <a:solidFill>
                  <a:srgbClr val="5E5E5E"/>
                </a:solidFill>
                <a:latin typeface="Comic Sans MS" panose="030F0702030302020204" pitchFamily="66" charset="0"/>
                <a:cs typeface="Calibri" panose="020F0502020204030204" pitchFamily="34" charset="0"/>
              </a:rPr>
              <a:t>g </a:t>
            </a:r>
            <a:r>
              <a:rPr sz="2400" spc="-15" dirty="0">
                <a:solidFill>
                  <a:srgbClr val="5E5E5E"/>
                </a:solidFill>
                <a:latin typeface="Comic Sans MS" panose="030F0702030302020204" pitchFamily="66" charset="0"/>
                <a:cs typeface="Calibri" panose="020F0502020204030204" pitchFamily="34" charset="0"/>
              </a:rPr>
              <a:t>o</a:t>
            </a:r>
            <a:r>
              <a:rPr sz="2400" dirty="0">
                <a:solidFill>
                  <a:srgbClr val="5E5E5E"/>
                </a:solidFill>
                <a:latin typeface="Comic Sans MS" panose="030F0702030302020204" pitchFamily="66" charset="0"/>
                <a:cs typeface="Calibri" panose="020F0502020204030204" pitchFamily="34" charset="0"/>
              </a:rPr>
              <a:t>n</a:t>
            </a:r>
            <a:r>
              <a:rPr sz="2400" spc="-5" dirty="0">
                <a:solidFill>
                  <a:srgbClr val="5E5E5E"/>
                </a:solidFill>
                <a:latin typeface="Comic Sans MS" panose="030F0702030302020204" pitchFamily="66" charset="0"/>
                <a:cs typeface="Calibri" panose="020F0502020204030204" pitchFamily="34" charset="0"/>
              </a:rPr>
              <a:t> p</a:t>
            </a:r>
            <a:r>
              <a:rPr sz="2400" dirty="0">
                <a:solidFill>
                  <a:srgbClr val="5E5E5E"/>
                </a:solidFill>
                <a:latin typeface="Comic Sans MS" panose="030F0702030302020204" pitchFamily="66" charset="0"/>
                <a:cs typeface="Calibri" panose="020F0502020204030204" pitchFamily="34" charset="0"/>
              </a:rPr>
              <a:t>a</a:t>
            </a:r>
            <a:r>
              <a:rPr sz="2400" spc="-15" dirty="0">
                <a:solidFill>
                  <a:srgbClr val="5E5E5E"/>
                </a:solidFill>
                <a:latin typeface="Comic Sans MS" panose="030F0702030302020204" pitchFamily="66" charset="0"/>
                <a:cs typeface="Calibri" panose="020F0502020204030204" pitchFamily="34" charset="0"/>
              </a:rPr>
              <a:t>g</a:t>
            </a:r>
            <a:r>
              <a:rPr sz="2400" dirty="0">
                <a:solidFill>
                  <a:srgbClr val="5E5E5E"/>
                </a:solidFill>
                <a:latin typeface="Comic Sans MS" panose="030F0702030302020204" pitchFamily="66" charset="0"/>
                <a:cs typeface="Calibri" panose="020F0502020204030204" pitchFamily="34" charset="0"/>
              </a:rPr>
              <a:t>e </a:t>
            </a:r>
            <a:r>
              <a:rPr sz="2400" spc="-15" dirty="0">
                <a:solidFill>
                  <a:srgbClr val="5E5E5E"/>
                </a:solidFill>
                <a:latin typeface="Comic Sans MS" panose="030F0702030302020204" pitchFamily="66" charset="0"/>
                <a:cs typeface="Calibri" panose="020F0502020204030204" pitchFamily="34" charset="0"/>
              </a:rPr>
              <a:t>f</a:t>
            </a:r>
            <a:r>
              <a:rPr sz="2400" dirty="0">
                <a:solidFill>
                  <a:srgbClr val="5E5E5E"/>
                </a:solidFill>
                <a:latin typeface="Comic Sans MS" panose="030F0702030302020204" pitchFamily="66" charset="0"/>
                <a:cs typeface="Calibri" panose="020F0502020204030204" pitchFamily="34" charset="0"/>
              </a:rPr>
              <a:t>au</a:t>
            </a:r>
            <a:r>
              <a:rPr sz="2400" spc="-20" dirty="0">
                <a:solidFill>
                  <a:srgbClr val="5E5E5E"/>
                </a:solidFill>
                <a:latin typeface="Comic Sans MS" panose="030F0702030302020204" pitchFamily="66" charset="0"/>
                <a:cs typeface="Calibri" panose="020F0502020204030204" pitchFamily="34" charset="0"/>
              </a:rPr>
              <a:t>l</a:t>
            </a:r>
            <a:r>
              <a:rPr sz="2400" spc="-5" dirty="0">
                <a:solidFill>
                  <a:srgbClr val="5E5E5E"/>
                </a:solidFill>
                <a:latin typeface="Comic Sans MS" panose="030F0702030302020204" pitchFamily="66" charset="0"/>
                <a:cs typeface="Calibri" panose="020F0502020204030204" pitchFamily="34" charset="0"/>
              </a:rPr>
              <a:t>t</a:t>
            </a:r>
            <a:r>
              <a:rPr sz="2400" spc="-10" dirty="0">
                <a:solidFill>
                  <a:srgbClr val="5E5E5E"/>
                </a:solidFill>
                <a:latin typeface="Comic Sans MS" panose="030F0702030302020204" pitchFamily="66" charset="0"/>
                <a:cs typeface="Calibri" panose="020F0502020204030204" pitchFamily="34" charset="0"/>
              </a:rPr>
              <a:t>s </a:t>
            </a:r>
            <a:r>
              <a:rPr sz="2400" spc="-5" dirty="0">
                <a:solidFill>
                  <a:srgbClr val="5E5E5E"/>
                </a:solidFill>
                <a:latin typeface="Comic Sans MS" panose="030F0702030302020204" pitchFamily="66" charset="0"/>
                <a:cs typeface="Calibri" panose="020F0502020204030204" pitchFamily="34" charset="0"/>
              </a:rPr>
              <a:t>t</a:t>
            </a:r>
            <a:r>
              <a:rPr sz="2400" spc="-10" dirty="0">
                <a:solidFill>
                  <a:srgbClr val="5E5E5E"/>
                </a:solidFill>
                <a:latin typeface="Comic Sans MS" panose="030F0702030302020204" pitchFamily="66" charset="0"/>
                <a:cs typeface="Calibri" panose="020F0502020204030204" pitchFamily="34" charset="0"/>
              </a:rPr>
              <a:t>o </a:t>
            </a:r>
            <a:r>
              <a:rPr sz="2400" spc="5" dirty="0">
                <a:solidFill>
                  <a:srgbClr val="5E5E5E"/>
                </a:solidFill>
                <a:latin typeface="Comic Sans MS" panose="030F0702030302020204" pitchFamily="66" charset="0"/>
                <a:cs typeface="Calibri" panose="020F0502020204030204" pitchFamily="34" charset="0"/>
              </a:rPr>
              <a:t>m</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v</a:t>
            </a:r>
            <a:r>
              <a:rPr sz="2400" dirty="0">
                <a:solidFill>
                  <a:srgbClr val="5E5E5E"/>
                </a:solidFill>
                <a:latin typeface="Comic Sans MS" panose="030F0702030302020204" pitchFamily="66" charset="0"/>
                <a:cs typeface="Calibri" panose="020F0502020204030204" pitchFamily="34" charset="0"/>
              </a:rPr>
              <a:t>e </a:t>
            </a:r>
            <a:r>
              <a:rPr sz="2400" spc="-20" dirty="0">
                <a:solidFill>
                  <a:srgbClr val="5E5E5E"/>
                </a:solidFill>
                <a:latin typeface="Comic Sans MS" panose="030F0702030302020204" pitchFamily="66" charset="0"/>
                <a:cs typeface="Calibri" panose="020F0502020204030204" pitchFamily="34" charset="0"/>
              </a:rPr>
              <a:t>l</a:t>
            </a:r>
            <a:r>
              <a:rPr sz="2400" dirty="0">
                <a:solidFill>
                  <a:srgbClr val="5E5E5E"/>
                </a:solidFill>
                <a:latin typeface="Comic Sans MS" panose="030F0702030302020204" pitchFamily="66" charset="0"/>
                <a:cs typeface="Calibri" panose="020F0502020204030204" pitchFamily="34" charset="0"/>
              </a:rPr>
              <a:t>a</a:t>
            </a:r>
            <a:r>
              <a:rPr sz="2400" spc="-10" dirty="0">
                <a:solidFill>
                  <a:srgbClr val="5E5E5E"/>
                </a:solidFill>
                <a:latin typeface="Comic Sans MS" panose="030F0702030302020204" pitchFamily="66" charset="0"/>
                <a:cs typeface="Calibri" panose="020F0502020204030204" pitchFamily="34" charset="0"/>
              </a:rPr>
              <a:t>r</a:t>
            </a:r>
            <a:r>
              <a:rPr sz="2400" spc="-15" dirty="0">
                <a:solidFill>
                  <a:srgbClr val="5E5E5E"/>
                </a:solidFill>
                <a:latin typeface="Comic Sans MS" panose="030F0702030302020204" pitchFamily="66" charset="0"/>
                <a:cs typeface="Calibri" panose="020F0502020204030204" pitchFamily="34" charset="0"/>
              </a:rPr>
              <a:t>g</a:t>
            </a:r>
            <a:r>
              <a:rPr sz="2400" dirty="0">
                <a:solidFill>
                  <a:srgbClr val="5E5E5E"/>
                </a:solidFill>
                <a:latin typeface="Comic Sans MS" panose="030F0702030302020204" pitchFamily="66" charset="0"/>
                <a:cs typeface="Calibri" panose="020F0502020204030204" pitchFamily="34" charset="0"/>
              </a:rPr>
              <a:t>e a</a:t>
            </a:r>
            <a:r>
              <a:rPr sz="2400" spc="5" dirty="0">
                <a:solidFill>
                  <a:srgbClr val="5E5E5E"/>
                </a:solidFill>
                <a:latin typeface="Comic Sans MS" panose="030F0702030302020204" pitchFamily="66" charset="0"/>
                <a:cs typeface="Calibri" panose="020F0502020204030204" pitchFamily="34" charset="0"/>
              </a:rPr>
              <a:t>m</a:t>
            </a:r>
            <a:r>
              <a:rPr sz="2400" spc="-15" dirty="0">
                <a:solidFill>
                  <a:srgbClr val="5E5E5E"/>
                </a:solidFill>
                <a:latin typeface="Comic Sans MS" panose="030F0702030302020204" pitchFamily="66" charset="0"/>
                <a:cs typeface="Calibri" panose="020F0502020204030204" pitchFamily="34" charset="0"/>
              </a:rPr>
              <a:t>o</a:t>
            </a:r>
            <a:r>
              <a:rPr sz="2400" dirty="0">
                <a:solidFill>
                  <a:srgbClr val="5E5E5E"/>
                </a:solidFill>
                <a:latin typeface="Comic Sans MS" panose="030F0702030302020204" pitchFamily="66" charset="0"/>
                <a:cs typeface="Calibri" panose="020F0502020204030204" pitchFamily="34" charset="0"/>
              </a:rPr>
              <a:t>un</a:t>
            </a:r>
            <a:r>
              <a:rPr sz="2400" spc="-5" dirty="0">
                <a:solidFill>
                  <a:srgbClr val="5E5E5E"/>
                </a:solidFill>
                <a:latin typeface="Comic Sans MS" panose="030F0702030302020204" pitchFamily="66" charset="0"/>
                <a:cs typeface="Calibri" panose="020F0502020204030204" pitchFamily="34" charset="0"/>
              </a:rPr>
              <a:t>t</a:t>
            </a:r>
            <a:r>
              <a:rPr sz="2400" spc="-10" dirty="0">
                <a:solidFill>
                  <a:srgbClr val="5E5E5E"/>
                </a:solidFill>
                <a:latin typeface="Comic Sans MS" panose="030F0702030302020204" pitchFamily="66" charset="0"/>
                <a:cs typeface="Calibri" panose="020F0502020204030204" pitchFamily="34" charset="0"/>
              </a:rPr>
              <a:t>s </a:t>
            </a:r>
            <a:r>
              <a:rPr sz="2400" spc="-15" dirty="0">
                <a:solidFill>
                  <a:srgbClr val="5E5E5E"/>
                </a:solidFill>
                <a:latin typeface="Comic Sans MS" panose="030F0702030302020204" pitchFamily="66" charset="0"/>
                <a:cs typeface="Calibri" panose="020F0502020204030204" pitchFamily="34" charset="0"/>
              </a:rPr>
              <a:t>o</a:t>
            </a:r>
            <a:r>
              <a:rPr sz="2400" spc="-10" dirty="0">
                <a:solidFill>
                  <a:srgbClr val="5E5E5E"/>
                </a:solidFill>
                <a:latin typeface="Comic Sans MS" panose="030F0702030302020204" pitchFamily="66" charset="0"/>
                <a:cs typeface="Calibri" panose="020F0502020204030204" pitchFamily="34" charset="0"/>
              </a:rPr>
              <a:t>f </a:t>
            </a:r>
            <a:r>
              <a:rPr sz="2400" spc="-5" dirty="0">
                <a:solidFill>
                  <a:srgbClr val="5E5E5E"/>
                </a:solidFill>
                <a:latin typeface="Comic Sans MS" panose="030F0702030302020204" pitchFamily="66" charset="0"/>
                <a:cs typeface="Calibri" panose="020F0502020204030204" pitchFamily="34" charset="0"/>
              </a:rPr>
              <a:t>d</a:t>
            </a:r>
            <a:r>
              <a:rPr sz="2400"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t</a:t>
            </a:r>
            <a:r>
              <a:rPr sz="2400"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 p</a:t>
            </a:r>
            <a:r>
              <a:rPr sz="2400"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g</a:t>
            </a:r>
            <a:r>
              <a:rPr sz="2400" dirty="0">
                <a:solidFill>
                  <a:srgbClr val="5E5E5E"/>
                </a:solidFill>
                <a:latin typeface="Comic Sans MS" panose="030F0702030302020204" pitchFamily="66" charset="0"/>
                <a:cs typeface="Calibri" panose="020F0502020204030204" pitchFamily="34" charset="0"/>
              </a:rPr>
              <a:t>e-</a:t>
            </a:r>
            <a:r>
              <a:rPr sz="2400" spc="-5" dirty="0">
                <a:solidFill>
                  <a:srgbClr val="5E5E5E"/>
                </a:solidFill>
                <a:latin typeface="Comic Sans MS" panose="030F0702030302020204" pitchFamily="66" charset="0"/>
                <a:cs typeface="Calibri" panose="020F0502020204030204" pitchFamily="34" charset="0"/>
              </a:rPr>
              <a:t>by</a:t>
            </a:r>
            <a:r>
              <a:rPr sz="2400" dirty="0">
                <a:solidFill>
                  <a:srgbClr val="5E5E5E"/>
                </a:solidFill>
                <a:latin typeface="Comic Sans MS" panose="030F0702030302020204" pitchFamily="66" charset="0"/>
                <a:cs typeface="Calibri" panose="020F0502020204030204" pitchFamily="34" charset="0"/>
              </a:rPr>
              <a:t>-</a:t>
            </a:r>
            <a:r>
              <a:rPr sz="2400" spc="-5" dirty="0">
                <a:solidFill>
                  <a:srgbClr val="5E5E5E"/>
                </a:solidFill>
                <a:latin typeface="Comic Sans MS" panose="030F0702030302020204" pitchFamily="66" charset="0"/>
                <a:cs typeface="Calibri" panose="020F0502020204030204" pitchFamily="34" charset="0"/>
              </a:rPr>
              <a:t>p</a:t>
            </a:r>
            <a:r>
              <a:rPr sz="2400" dirty="0">
                <a:solidFill>
                  <a:srgbClr val="5E5E5E"/>
                </a:solidFill>
                <a:latin typeface="Comic Sans MS" panose="030F0702030302020204" pitchFamily="66" charset="0"/>
                <a:cs typeface="Calibri" panose="020F0502020204030204" pitchFamily="34" charset="0"/>
              </a:rPr>
              <a:t>a</a:t>
            </a:r>
            <a:r>
              <a:rPr sz="2400" spc="-15" dirty="0">
                <a:solidFill>
                  <a:srgbClr val="5E5E5E"/>
                </a:solidFill>
                <a:latin typeface="Comic Sans MS" panose="030F0702030302020204" pitchFamily="66" charset="0"/>
                <a:cs typeface="Calibri" panose="020F0502020204030204" pitchFamily="34" charset="0"/>
              </a:rPr>
              <a:t>g</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a:t>
            </a:r>
            <a:r>
              <a:rPr sz="2400" spc="-5" dirty="0">
                <a:solidFill>
                  <a:srgbClr val="5E5E5E"/>
                </a:solidFill>
                <a:latin typeface="Comic Sans MS" panose="030F0702030302020204" pitchFamily="66" charset="0"/>
                <a:cs typeface="Calibri" panose="020F0502020204030204" pitchFamily="34" charset="0"/>
              </a:rPr>
              <a:t> wit</a:t>
            </a:r>
            <a:r>
              <a:rPr sz="2400" dirty="0">
                <a:solidFill>
                  <a:srgbClr val="5E5E5E"/>
                </a:solidFill>
                <a:latin typeface="Comic Sans MS" panose="030F0702030302020204" pitchFamily="66" charset="0"/>
                <a:cs typeface="Calibri" panose="020F0502020204030204" pitchFamily="34" charset="0"/>
              </a:rPr>
              <a:t>h </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v</a:t>
            </a:r>
            <a:r>
              <a:rPr sz="2400" spc="5" dirty="0">
                <a:solidFill>
                  <a:srgbClr val="5E5E5E"/>
                </a:solidFill>
                <a:latin typeface="Comic Sans MS" panose="030F0702030302020204" pitchFamily="66" charset="0"/>
                <a:cs typeface="Calibri" panose="020F0502020204030204" pitchFamily="34" charset="0"/>
              </a:rPr>
              <a:t>e</a:t>
            </a:r>
            <a:r>
              <a:rPr sz="2400" spc="-10" dirty="0">
                <a:solidFill>
                  <a:srgbClr val="5E5E5E"/>
                </a:solidFill>
                <a:latin typeface="Comic Sans MS" panose="030F0702030302020204" pitchFamily="66" charset="0"/>
                <a:cs typeface="Calibri" panose="020F0502020204030204" pitchFamily="34" charset="0"/>
              </a:rPr>
              <a:t>r</a:t>
            </a:r>
            <a:r>
              <a:rPr sz="2400" dirty="0">
                <a:solidFill>
                  <a:srgbClr val="5E5E5E"/>
                </a:solidFill>
                <a:latin typeface="Comic Sans MS" panose="030F0702030302020204" pitchFamily="66" charset="0"/>
                <a:cs typeface="Calibri" panose="020F0502020204030204" pitchFamily="34" charset="0"/>
              </a:rPr>
              <a:t>h</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ad</a:t>
            </a:r>
            <a:r>
              <a:rPr sz="2400" spc="-10"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o</a:t>
            </a:r>
            <a:r>
              <a:rPr sz="2400" dirty="0">
                <a:solidFill>
                  <a:srgbClr val="5E5E5E"/>
                </a:solidFill>
                <a:latin typeface="Comic Sans MS" panose="030F0702030302020204" pitchFamily="66" charset="0"/>
                <a:cs typeface="Calibri" panose="020F0502020204030204" pitchFamily="34" charset="0"/>
              </a:rPr>
              <a:t>n </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c</a:t>
            </a:r>
            <a:r>
              <a:rPr sz="2400" dirty="0">
                <a:solidFill>
                  <a:srgbClr val="5E5E5E"/>
                </a:solidFill>
                <a:latin typeface="Comic Sans MS" panose="030F0702030302020204" pitchFamily="66" charset="0"/>
                <a:cs typeface="Calibri" panose="020F0502020204030204" pitchFamily="34" charset="0"/>
              </a:rPr>
              <a:t>h </a:t>
            </a:r>
            <a:r>
              <a:rPr sz="2400" spc="-5" dirty="0">
                <a:solidFill>
                  <a:srgbClr val="5E5E5E"/>
                </a:solidFill>
                <a:latin typeface="Comic Sans MS" panose="030F0702030302020204" pitchFamily="66" charset="0"/>
                <a:cs typeface="Calibri" panose="020F0502020204030204" pitchFamily="34" charset="0"/>
              </a:rPr>
              <a:t>p</a:t>
            </a:r>
            <a:r>
              <a:rPr sz="2400"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g</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a:t>
            </a:r>
            <a:r>
              <a:rPr sz="2400" spc="-5" dirty="0">
                <a:solidFill>
                  <a:srgbClr val="5E5E5E"/>
                </a:solidFill>
                <a:latin typeface="Comic Sans MS" panose="030F0702030302020204" pitchFamily="66" charset="0"/>
                <a:cs typeface="Calibri" panose="020F0502020204030204" pitchFamily="34" charset="0"/>
              </a:rPr>
              <a:t> i</a:t>
            </a:r>
            <a:r>
              <a:rPr sz="2400" spc="-10" dirty="0">
                <a:solidFill>
                  <a:srgbClr val="5E5E5E"/>
                </a:solidFill>
                <a:latin typeface="Comic Sans MS" panose="030F0702030302020204" pitchFamily="66" charset="0"/>
                <a:cs typeface="Calibri" panose="020F0502020204030204" pitchFamily="34" charset="0"/>
              </a:rPr>
              <a:t>s </a:t>
            </a:r>
            <a:r>
              <a:rPr sz="2400" spc="-5" dirty="0">
                <a:solidFill>
                  <a:srgbClr val="5E5E5E"/>
                </a:solidFill>
                <a:latin typeface="Comic Sans MS" panose="030F0702030302020204" pitchFamily="66" charset="0"/>
                <a:cs typeface="Calibri" panose="020F0502020204030204" pitchFamily="34" charset="0"/>
              </a:rPr>
              <a:t>i</a:t>
            </a:r>
            <a:r>
              <a:rPr sz="2400" dirty="0">
                <a:solidFill>
                  <a:srgbClr val="5E5E5E"/>
                </a:solidFill>
                <a:latin typeface="Comic Sans MS" panose="030F0702030302020204" pitchFamily="66" charset="0"/>
                <a:cs typeface="Calibri" panose="020F0502020204030204" pitchFamily="34" charset="0"/>
              </a:rPr>
              <a:t>n</a:t>
            </a:r>
            <a:r>
              <a:rPr sz="2400" spc="5" dirty="0">
                <a:solidFill>
                  <a:srgbClr val="5E5E5E"/>
                </a:solidFill>
                <a:latin typeface="Comic Sans MS" panose="030F0702030302020204" pitchFamily="66" charset="0"/>
                <a:cs typeface="Calibri" panose="020F0502020204030204" pitchFamily="34" charset="0"/>
              </a:rPr>
              <a:t>e</a:t>
            </a:r>
            <a:r>
              <a:rPr sz="2400" spc="-15" dirty="0">
                <a:solidFill>
                  <a:srgbClr val="5E5E5E"/>
                </a:solidFill>
                <a:latin typeface="Comic Sans MS" panose="030F0702030302020204" pitchFamily="66" charset="0"/>
                <a:cs typeface="Calibri" panose="020F0502020204030204" pitchFamily="34" charset="0"/>
              </a:rPr>
              <a:t>ffi</a:t>
            </a:r>
            <a:r>
              <a:rPr sz="2400" spc="-5" dirty="0">
                <a:solidFill>
                  <a:srgbClr val="5E5E5E"/>
                </a:solidFill>
                <a:latin typeface="Comic Sans MS" panose="030F0702030302020204" pitchFamily="66" charset="0"/>
                <a:cs typeface="Calibri" panose="020F0502020204030204" pitchFamily="34" charset="0"/>
              </a:rPr>
              <a:t>ci</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n</a:t>
            </a:r>
            <a:r>
              <a:rPr sz="2400" spc="-5" dirty="0">
                <a:solidFill>
                  <a:srgbClr val="5E5E5E"/>
                </a:solidFill>
                <a:latin typeface="Comic Sans MS" panose="030F0702030302020204" pitchFamily="66" charset="0"/>
                <a:cs typeface="Calibri" panose="020F0502020204030204" pitchFamily="34" charset="0"/>
              </a:rPr>
              <a:t>t</a:t>
            </a:r>
            <a:r>
              <a:rPr sz="2400" dirty="0">
                <a:solidFill>
                  <a:srgbClr val="5E5E5E"/>
                </a:solidFill>
                <a:latin typeface="Comic Sans MS" panose="030F0702030302020204" pitchFamily="66" charset="0"/>
                <a:cs typeface="Calibri" panose="020F0502020204030204" pitchFamily="34" charset="0"/>
              </a:rPr>
              <a:t>.</a:t>
            </a:r>
            <a:endParaRPr sz="2400" dirty="0">
              <a:latin typeface="Comic Sans MS" panose="030F0702030302020204" pitchFamily="66" charset="0"/>
              <a:cs typeface="Calibri" panose="020F0502020204030204" pitchFamily="34" charset="0"/>
            </a:endParaRPr>
          </a:p>
        </p:txBody>
      </p:sp>
      <p:sp>
        <p:nvSpPr>
          <p:cNvPr id="6" name="object 6"/>
          <p:cNvSpPr txBox="1"/>
          <p:nvPr/>
        </p:nvSpPr>
        <p:spPr>
          <a:xfrm>
            <a:off x="721800" y="4889512"/>
            <a:ext cx="4937760" cy="1107996"/>
          </a:xfrm>
          <a:prstGeom prst="rect">
            <a:avLst/>
          </a:prstGeom>
        </p:spPr>
        <p:txBody>
          <a:bodyPr vert="horz" wrap="square" lIns="0" tIns="0" rIns="0" bIns="0" rtlCol="0">
            <a:spAutoFit/>
          </a:bodyPr>
          <a:lstStyle/>
          <a:p>
            <a:pPr marL="355600" marR="5080" indent="-342900">
              <a:buFont typeface="Arial" panose="020B0604020202020204" pitchFamily="34" charset="0"/>
              <a:buChar char="•"/>
            </a:pPr>
            <a:r>
              <a:rPr sz="2400" spc="-5" dirty="0">
                <a:solidFill>
                  <a:srgbClr val="5E5E5E"/>
                </a:solidFill>
                <a:latin typeface="Comic Sans MS" panose="030F0702030302020204" pitchFamily="66" charset="0"/>
                <a:cs typeface="Calibri" panose="020F0502020204030204" pitchFamily="34" charset="0"/>
              </a:rPr>
              <a:t>F</a:t>
            </a:r>
            <a:r>
              <a:rPr sz="2400" spc="-15" dirty="0">
                <a:solidFill>
                  <a:srgbClr val="5E5E5E"/>
                </a:solidFill>
                <a:latin typeface="Comic Sans MS" panose="030F0702030302020204" pitchFamily="66" charset="0"/>
                <a:cs typeface="Calibri" panose="020F0502020204030204" pitchFamily="34" charset="0"/>
              </a:rPr>
              <a:t>o</a:t>
            </a:r>
            <a:r>
              <a:rPr sz="2400" spc="-10" dirty="0">
                <a:solidFill>
                  <a:srgbClr val="5E5E5E"/>
                </a:solidFill>
                <a:latin typeface="Comic Sans MS" panose="030F0702030302020204" pitchFamily="66" charset="0"/>
                <a:cs typeface="Calibri" panose="020F0502020204030204" pitchFamily="34" charset="0"/>
              </a:rPr>
              <a:t>r</a:t>
            </a:r>
            <a:r>
              <a:rPr sz="2400" spc="-5" dirty="0">
                <a:solidFill>
                  <a:srgbClr val="5E5E5E"/>
                </a:solidFill>
                <a:latin typeface="Comic Sans MS" panose="030F0702030302020204" pitchFamily="66" charset="0"/>
                <a:cs typeface="Calibri" panose="020F0502020204030204" pitchFamily="34" charset="0"/>
              </a:rPr>
              <a:t> b</a:t>
            </a:r>
            <a:r>
              <a:rPr sz="2400" dirty="0">
                <a:solidFill>
                  <a:srgbClr val="5E5E5E"/>
                </a:solidFill>
                <a:latin typeface="Comic Sans MS" panose="030F0702030302020204" pitchFamily="66" charset="0"/>
                <a:cs typeface="Calibri" panose="020F0502020204030204" pitchFamily="34" charset="0"/>
              </a:rPr>
              <a:t>u</a:t>
            </a:r>
            <a:r>
              <a:rPr sz="2400" spc="-10" dirty="0">
                <a:solidFill>
                  <a:srgbClr val="5E5E5E"/>
                </a:solidFill>
                <a:latin typeface="Comic Sans MS" panose="030F0702030302020204" pitchFamily="66" charset="0"/>
                <a:cs typeface="Calibri" panose="020F0502020204030204" pitchFamily="34" charset="0"/>
              </a:rPr>
              <a:t>l</a:t>
            </a:r>
            <a:r>
              <a:rPr sz="2400" dirty="0">
                <a:solidFill>
                  <a:srgbClr val="5E5E5E"/>
                </a:solidFill>
                <a:latin typeface="Comic Sans MS" panose="030F0702030302020204" pitchFamily="66" charset="0"/>
                <a:cs typeface="Calibri" panose="020F0502020204030204" pitchFamily="34" charset="0"/>
              </a:rPr>
              <a:t>k </a:t>
            </a:r>
            <a:r>
              <a:rPr sz="2400" spc="5" dirty="0">
                <a:solidFill>
                  <a:srgbClr val="5E5E5E"/>
                </a:solidFill>
                <a:latin typeface="Comic Sans MS" panose="030F0702030302020204" pitchFamily="66" charset="0"/>
                <a:cs typeface="Calibri" panose="020F0502020204030204" pitchFamily="34" charset="0"/>
              </a:rPr>
              <a:t>m</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veme</a:t>
            </a:r>
            <a:r>
              <a:rPr sz="2400" dirty="0">
                <a:solidFill>
                  <a:srgbClr val="5E5E5E"/>
                </a:solidFill>
                <a:latin typeface="Comic Sans MS" panose="030F0702030302020204" pitchFamily="66" charset="0"/>
                <a:cs typeface="Calibri" panose="020F0502020204030204" pitchFamily="34" charset="0"/>
              </a:rPr>
              <a:t>n</a:t>
            </a:r>
            <a:r>
              <a:rPr sz="2400" spc="-5" dirty="0">
                <a:solidFill>
                  <a:srgbClr val="5E5E5E"/>
                </a:solidFill>
                <a:latin typeface="Comic Sans MS" panose="030F0702030302020204" pitchFamily="66" charset="0"/>
                <a:cs typeface="Calibri" panose="020F0502020204030204" pitchFamily="34" charset="0"/>
              </a:rPr>
              <a:t>t</a:t>
            </a:r>
            <a:r>
              <a:rPr sz="2400" dirty="0">
                <a:solidFill>
                  <a:srgbClr val="5E5E5E"/>
                </a:solidFill>
                <a:latin typeface="Comic Sans MS" panose="030F0702030302020204" pitchFamily="66" charset="0"/>
                <a:cs typeface="Calibri" panose="020F0502020204030204" pitchFamily="34" charset="0"/>
              </a:rPr>
              <a:t>,</a:t>
            </a:r>
            <a:r>
              <a:rPr sz="2400" spc="-5" dirty="0">
                <a:solidFill>
                  <a:srgbClr val="5E5E5E"/>
                </a:solidFill>
                <a:latin typeface="Comic Sans MS" panose="030F0702030302020204" pitchFamily="66" charset="0"/>
                <a:cs typeface="Calibri" panose="020F0502020204030204" pitchFamily="34" charset="0"/>
              </a:rPr>
              <a:t> </a:t>
            </a:r>
            <a:r>
              <a:rPr sz="2400" dirty="0">
                <a:solidFill>
                  <a:srgbClr val="5E5E5E"/>
                </a:solidFill>
                <a:latin typeface="Comic Sans MS" panose="030F0702030302020204" pitchFamily="66" charset="0"/>
                <a:cs typeface="Calibri" panose="020F0502020204030204" pitchFamily="34" charset="0"/>
              </a:rPr>
              <a:t>a </a:t>
            </a:r>
            <a:r>
              <a:rPr sz="2400" spc="-15" dirty="0">
                <a:solidFill>
                  <a:srgbClr val="5E5E5E"/>
                </a:solidFill>
                <a:latin typeface="Comic Sans MS" panose="030F0702030302020204" pitchFamily="66" charset="0"/>
                <a:cs typeface="Calibri" panose="020F0502020204030204" pitchFamily="34" charset="0"/>
              </a:rPr>
              <a:t>s</a:t>
            </a:r>
            <a:r>
              <a:rPr sz="2400" spc="-5" dirty="0">
                <a:solidFill>
                  <a:srgbClr val="5E5E5E"/>
                </a:solidFill>
                <a:latin typeface="Comic Sans MS" panose="030F0702030302020204" pitchFamily="66" charset="0"/>
                <a:cs typeface="Calibri" panose="020F0502020204030204" pitchFamily="34" charset="0"/>
              </a:rPr>
              <a:t>i</a:t>
            </a:r>
            <a:r>
              <a:rPr sz="2400" dirty="0">
                <a:solidFill>
                  <a:srgbClr val="5E5E5E"/>
                </a:solidFill>
                <a:latin typeface="Comic Sans MS" panose="030F0702030302020204" pitchFamily="66" charset="0"/>
                <a:cs typeface="Calibri" panose="020F0502020204030204" pitchFamily="34" charset="0"/>
              </a:rPr>
              <a:t>n</a:t>
            </a:r>
            <a:r>
              <a:rPr sz="2400" spc="-5" dirty="0">
                <a:solidFill>
                  <a:srgbClr val="5E5E5E"/>
                </a:solidFill>
                <a:latin typeface="Comic Sans MS" panose="030F0702030302020204" pitchFamily="66" charset="0"/>
                <a:cs typeface="Calibri" panose="020F0502020204030204" pitchFamily="34" charset="0"/>
              </a:rPr>
              <a:t>g</a:t>
            </a:r>
            <a:r>
              <a:rPr sz="2400" spc="-20" dirty="0">
                <a:solidFill>
                  <a:srgbClr val="5E5E5E"/>
                </a:solidFill>
                <a:latin typeface="Comic Sans MS" panose="030F0702030302020204" pitchFamily="66" charset="0"/>
                <a:cs typeface="Calibri" panose="020F0502020204030204" pitchFamily="34" charset="0"/>
              </a:rPr>
              <a:t>l</a:t>
            </a:r>
            <a:r>
              <a:rPr sz="2400" dirty="0">
                <a:solidFill>
                  <a:srgbClr val="5E5E5E"/>
                </a:solidFill>
                <a:latin typeface="Comic Sans MS" panose="030F0702030302020204" pitchFamily="66" charset="0"/>
                <a:cs typeface="Calibri" panose="020F0502020204030204" pitchFamily="34" charset="0"/>
              </a:rPr>
              <a:t>e </a:t>
            </a:r>
            <a:r>
              <a:rPr sz="2400" spc="5" dirty="0">
                <a:solidFill>
                  <a:srgbClr val="5E5E5E"/>
                </a:solidFill>
                <a:latin typeface="Comic Sans MS" panose="030F0702030302020204" pitchFamily="66" charset="0"/>
                <a:cs typeface="Calibri" panose="020F0502020204030204" pitchFamily="34" charset="0"/>
              </a:rPr>
              <a:t>“</a:t>
            </a:r>
            <a:r>
              <a:rPr sz="2400" dirty="0">
                <a:solidFill>
                  <a:srgbClr val="5E5E5E"/>
                </a:solidFill>
                <a:latin typeface="Comic Sans MS" panose="030F0702030302020204" pitchFamily="66" charset="0"/>
                <a:cs typeface="Calibri" panose="020F0502020204030204" pitchFamily="34" charset="0"/>
              </a:rPr>
              <a:t>m</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m</a:t>
            </a:r>
            <a:r>
              <a:rPr sz="2400" spc="-5" dirty="0">
                <a:solidFill>
                  <a:srgbClr val="5E5E5E"/>
                </a:solidFill>
                <a:latin typeface="Comic Sans MS" panose="030F0702030302020204" pitchFamily="66" charset="0"/>
                <a:cs typeface="Calibri" panose="020F0502020204030204" pitchFamily="34" charset="0"/>
              </a:rPr>
              <a:t>cp</a:t>
            </a:r>
            <a:r>
              <a:rPr sz="2400" dirty="0">
                <a:solidFill>
                  <a:srgbClr val="5E5E5E"/>
                </a:solidFill>
                <a:latin typeface="Comic Sans MS" panose="030F0702030302020204" pitchFamily="66" charset="0"/>
                <a:cs typeface="Calibri" panose="020F0502020204030204" pitchFamily="34" charset="0"/>
              </a:rPr>
              <a:t>y-</a:t>
            </a:r>
            <a:r>
              <a:rPr sz="2400" spc="-10" dirty="0">
                <a:solidFill>
                  <a:srgbClr val="5E5E5E"/>
                </a:solidFill>
                <a:latin typeface="Comic Sans MS" panose="030F0702030302020204" pitchFamily="66" charset="0"/>
                <a:cs typeface="Calibri" panose="020F0502020204030204" pitchFamily="34" charset="0"/>
              </a:rPr>
              <a:t>l</a:t>
            </a:r>
            <a:r>
              <a:rPr sz="2400" spc="-5" dirty="0">
                <a:solidFill>
                  <a:srgbClr val="5E5E5E"/>
                </a:solidFill>
                <a:latin typeface="Comic Sans MS" panose="030F0702030302020204" pitchFamily="66" charset="0"/>
                <a:cs typeface="Calibri" panose="020F0502020204030204" pitchFamily="34" charset="0"/>
              </a:rPr>
              <a:t>i</a:t>
            </a:r>
            <a:r>
              <a:rPr sz="2400" dirty="0">
                <a:solidFill>
                  <a:srgbClr val="5E5E5E"/>
                </a:solidFill>
                <a:latin typeface="Comic Sans MS" panose="030F0702030302020204" pitchFamily="66" charset="0"/>
                <a:cs typeface="Calibri" panose="020F0502020204030204" pitchFamily="34" charset="0"/>
              </a:rPr>
              <a:t>k</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 </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p</a:t>
            </a:r>
            <a:r>
              <a:rPr sz="2400" spc="5" dirty="0">
                <a:solidFill>
                  <a:srgbClr val="5E5E5E"/>
                </a:solidFill>
                <a:latin typeface="Comic Sans MS" panose="030F0702030302020204" pitchFamily="66" charset="0"/>
                <a:cs typeface="Calibri" panose="020F0502020204030204" pitchFamily="34" charset="0"/>
              </a:rPr>
              <a:t>e</a:t>
            </a:r>
            <a:r>
              <a:rPr sz="2400" spc="-10" dirty="0">
                <a:solidFill>
                  <a:srgbClr val="5E5E5E"/>
                </a:solidFill>
                <a:latin typeface="Comic Sans MS" panose="030F0702030302020204" pitchFamily="66" charset="0"/>
                <a:cs typeface="Calibri" panose="020F0502020204030204" pitchFamily="34" charset="0"/>
              </a:rPr>
              <a:t>r</a:t>
            </a:r>
            <a:r>
              <a:rPr sz="2400"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ti</a:t>
            </a:r>
            <a:r>
              <a:rPr sz="2400" spc="-15" dirty="0">
                <a:solidFill>
                  <a:srgbClr val="5E5E5E"/>
                </a:solidFill>
                <a:latin typeface="Comic Sans MS" panose="030F0702030302020204" pitchFamily="66" charset="0"/>
                <a:cs typeface="Calibri" panose="020F0502020204030204" pitchFamily="34" charset="0"/>
              </a:rPr>
              <a:t>o</a:t>
            </a:r>
            <a:r>
              <a:rPr sz="2400" dirty="0">
                <a:solidFill>
                  <a:srgbClr val="5E5E5E"/>
                </a:solidFill>
                <a:latin typeface="Comic Sans MS" panose="030F0702030302020204" pitchFamily="66" charset="0"/>
                <a:cs typeface="Calibri" panose="020F0502020204030204" pitchFamily="34" charset="0"/>
              </a:rPr>
              <a:t>n </a:t>
            </a:r>
            <a:r>
              <a:rPr sz="2400" spc="-5" dirty="0">
                <a:solidFill>
                  <a:srgbClr val="5E5E5E"/>
                </a:solidFill>
                <a:latin typeface="Comic Sans MS" panose="030F0702030302020204" pitchFamily="66" charset="0"/>
                <a:cs typeface="Calibri" panose="020F0502020204030204" pitchFamily="34" charset="0"/>
              </a:rPr>
              <a:t>i</a:t>
            </a:r>
            <a:r>
              <a:rPr sz="2400" spc="-10" dirty="0">
                <a:solidFill>
                  <a:srgbClr val="5E5E5E"/>
                </a:solidFill>
                <a:latin typeface="Comic Sans MS" panose="030F0702030302020204" pitchFamily="66" charset="0"/>
                <a:cs typeface="Calibri" panose="020F0502020204030204" pitchFamily="34" charset="0"/>
              </a:rPr>
              <a:t>s </a:t>
            </a:r>
            <a:r>
              <a:rPr sz="2400" spc="5" dirty="0">
                <a:solidFill>
                  <a:srgbClr val="5E5E5E"/>
                </a:solidFill>
                <a:latin typeface="Comic Sans MS" panose="030F0702030302020204" pitchFamily="66" charset="0"/>
                <a:cs typeface="Calibri" panose="020F0502020204030204" pitchFamily="34" charset="0"/>
              </a:rPr>
              <a:t>m</a:t>
            </a:r>
            <a:r>
              <a:rPr sz="2400" dirty="0">
                <a:solidFill>
                  <a:srgbClr val="5E5E5E"/>
                </a:solidFill>
                <a:latin typeface="Comic Sans MS" panose="030F0702030302020204" pitchFamily="66" charset="0"/>
                <a:cs typeface="Calibri" panose="020F0502020204030204" pitchFamily="34" charset="0"/>
              </a:rPr>
              <a:t>u</a:t>
            </a:r>
            <a:r>
              <a:rPr sz="2400" spc="-5" dirty="0">
                <a:solidFill>
                  <a:srgbClr val="5E5E5E"/>
                </a:solidFill>
                <a:latin typeface="Comic Sans MS" panose="030F0702030302020204" pitchFamily="66" charset="0"/>
                <a:cs typeface="Calibri" panose="020F0502020204030204" pitchFamily="34" charset="0"/>
              </a:rPr>
              <a:t>c</a:t>
            </a:r>
            <a:r>
              <a:rPr sz="2400" dirty="0">
                <a:solidFill>
                  <a:srgbClr val="5E5E5E"/>
                </a:solidFill>
                <a:latin typeface="Comic Sans MS" panose="030F0702030302020204" pitchFamily="66" charset="0"/>
                <a:cs typeface="Calibri" panose="020F0502020204030204" pitchFamily="34" charset="0"/>
              </a:rPr>
              <a:t>h </a:t>
            </a:r>
            <a:r>
              <a:rPr sz="2400" spc="-10" dirty="0">
                <a:solidFill>
                  <a:srgbClr val="5E5E5E"/>
                </a:solidFill>
                <a:latin typeface="Comic Sans MS" panose="030F0702030302020204" pitchFamily="66" charset="0"/>
                <a:cs typeface="Calibri" panose="020F0502020204030204" pitchFamily="34" charset="0"/>
              </a:rPr>
              <a:t>m</a:t>
            </a:r>
            <a:r>
              <a:rPr sz="2400" spc="-15" dirty="0">
                <a:solidFill>
                  <a:srgbClr val="5E5E5E"/>
                </a:solidFill>
                <a:latin typeface="Comic Sans MS" panose="030F0702030302020204" pitchFamily="66" charset="0"/>
                <a:cs typeface="Calibri" panose="020F0502020204030204" pitchFamily="34" charset="0"/>
              </a:rPr>
              <a:t>o</a:t>
            </a:r>
            <a:r>
              <a:rPr sz="2400" spc="-10" dirty="0">
                <a:solidFill>
                  <a:srgbClr val="5E5E5E"/>
                </a:solidFill>
                <a:latin typeface="Comic Sans MS" panose="030F0702030302020204" pitchFamily="66" charset="0"/>
                <a:cs typeface="Calibri" panose="020F0502020204030204" pitchFamily="34" charset="0"/>
              </a:rPr>
              <a:t>r</a:t>
            </a:r>
            <a:r>
              <a:rPr sz="2400" dirty="0">
                <a:solidFill>
                  <a:srgbClr val="5E5E5E"/>
                </a:solidFill>
                <a:latin typeface="Comic Sans MS" panose="030F0702030302020204" pitchFamily="66" charset="0"/>
                <a:cs typeface="Calibri" panose="020F0502020204030204" pitchFamily="34" charset="0"/>
              </a:rPr>
              <a:t>e </a:t>
            </a:r>
            <a:r>
              <a:rPr sz="2400" spc="5" dirty="0">
                <a:solidFill>
                  <a:srgbClr val="5E5E5E"/>
                </a:solidFill>
                <a:latin typeface="Comic Sans MS" panose="030F0702030302020204" pitchFamily="66" charset="0"/>
                <a:cs typeface="Calibri" panose="020F0502020204030204" pitchFamily="34" charset="0"/>
              </a:rPr>
              <a:t>e</a:t>
            </a:r>
            <a:r>
              <a:rPr sz="2400" spc="-5" dirty="0">
                <a:solidFill>
                  <a:srgbClr val="5E5E5E"/>
                </a:solidFill>
                <a:latin typeface="Comic Sans MS" panose="030F0702030302020204" pitchFamily="66" charset="0"/>
                <a:cs typeface="Calibri" panose="020F0502020204030204" pitchFamily="34" charset="0"/>
              </a:rPr>
              <a:t>f</a:t>
            </a:r>
            <a:r>
              <a:rPr sz="2400" spc="-15" dirty="0">
                <a:solidFill>
                  <a:srgbClr val="5E5E5E"/>
                </a:solidFill>
                <a:latin typeface="Comic Sans MS" panose="030F0702030302020204" pitchFamily="66" charset="0"/>
                <a:cs typeface="Calibri" panose="020F0502020204030204" pitchFamily="34" charset="0"/>
              </a:rPr>
              <a:t>f</a:t>
            </a:r>
            <a:r>
              <a:rPr sz="2400" spc="-5" dirty="0">
                <a:solidFill>
                  <a:srgbClr val="5E5E5E"/>
                </a:solidFill>
                <a:latin typeface="Comic Sans MS" panose="030F0702030302020204" pitchFamily="66" charset="0"/>
                <a:cs typeface="Calibri" panose="020F0502020204030204" pitchFamily="34" charset="0"/>
              </a:rPr>
              <a:t>ici</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nt</a:t>
            </a:r>
            <a:endParaRPr sz="2400" dirty="0">
              <a:latin typeface="Comic Sans MS" panose="030F0702030302020204" pitchFamily="66" charset="0"/>
              <a:cs typeface="Calibri" panose="020F0502020204030204" pitchFamily="34" charset="0"/>
            </a:endParaRPr>
          </a:p>
        </p:txBody>
      </p:sp>
      <p:sp>
        <p:nvSpPr>
          <p:cNvPr id="7" name="object 7"/>
          <p:cNvSpPr/>
          <p:nvPr/>
        </p:nvSpPr>
        <p:spPr>
          <a:xfrm>
            <a:off x="5647944" y="4754879"/>
            <a:ext cx="5321808" cy="893063"/>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8" name="object 8"/>
          <p:cNvSpPr/>
          <p:nvPr/>
        </p:nvSpPr>
        <p:spPr>
          <a:xfrm>
            <a:off x="5647944" y="2431717"/>
            <a:ext cx="4646295" cy="3206115"/>
          </a:xfrm>
          <a:custGeom>
            <a:avLst/>
            <a:gdLst/>
            <a:ahLst/>
            <a:cxnLst/>
            <a:rect l="l" t="t" r="r" b="b"/>
            <a:pathLst>
              <a:path w="4646295" h="3206115">
                <a:moveTo>
                  <a:pt x="4555002" y="0"/>
                </a:moveTo>
                <a:lnTo>
                  <a:pt x="0" y="0"/>
                </a:lnTo>
                <a:lnTo>
                  <a:pt x="0" y="3114595"/>
                </a:lnTo>
                <a:lnTo>
                  <a:pt x="91004" y="3205600"/>
                </a:lnTo>
                <a:lnTo>
                  <a:pt x="4646006" y="3205600"/>
                </a:lnTo>
                <a:lnTo>
                  <a:pt x="4646006" y="91004"/>
                </a:lnTo>
                <a:lnTo>
                  <a:pt x="4555002" y="0"/>
                </a:lnTo>
                <a:close/>
              </a:path>
            </a:pathLst>
          </a:custGeom>
          <a:solidFill>
            <a:srgbClr val="76B900"/>
          </a:solidFill>
        </p:spPr>
        <p:txBody>
          <a:bodyPr wrap="square" lIns="0" tIns="0" rIns="0" bIns="0" rtlCol="0"/>
          <a:lstStyle/>
          <a:p>
            <a:endParaRPr dirty="0">
              <a:latin typeface="Comic Sans MS" panose="030F0702030302020204" pitchFamily="66" charset="0"/>
            </a:endParaRPr>
          </a:p>
        </p:txBody>
      </p:sp>
      <p:sp>
        <p:nvSpPr>
          <p:cNvPr id="9" name="object 9"/>
          <p:cNvSpPr/>
          <p:nvPr/>
        </p:nvSpPr>
        <p:spPr>
          <a:xfrm>
            <a:off x="5696125" y="2359696"/>
            <a:ext cx="4646295" cy="3206115"/>
          </a:xfrm>
          <a:custGeom>
            <a:avLst/>
            <a:gdLst/>
            <a:ahLst/>
            <a:cxnLst/>
            <a:rect l="l" t="t" r="r" b="b"/>
            <a:pathLst>
              <a:path w="4646295" h="3206115">
                <a:moveTo>
                  <a:pt x="0" y="0"/>
                </a:moveTo>
                <a:lnTo>
                  <a:pt x="4555002" y="0"/>
                </a:lnTo>
                <a:lnTo>
                  <a:pt x="4646007" y="91004"/>
                </a:lnTo>
                <a:lnTo>
                  <a:pt x="4646007" y="3205600"/>
                </a:lnTo>
                <a:lnTo>
                  <a:pt x="91004" y="3205600"/>
                </a:lnTo>
                <a:lnTo>
                  <a:pt x="0" y="3114595"/>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10" name="object 10"/>
          <p:cNvSpPr txBox="1"/>
          <p:nvPr/>
        </p:nvSpPr>
        <p:spPr>
          <a:xfrm>
            <a:off x="5820356" y="3120556"/>
            <a:ext cx="1090930" cy="215444"/>
          </a:xfrm>
          <a:prstGeom prst="rect">
            <a:avLst/>
          </a:prstGeom>
        </p:spPr>
        <p:txBody>
          <a:bodyPr vert="horz" wrap="square" lIns="0" tIns="0" rIns="0" bIns="0" rtlCol="0">
            <a:spAutoFit/>
          </a:bodyPr>
          <a:lstStyle/>
          <a:p>
            <a:pPr marL="12700">
              <a:lnSpc>
                <a:spcPct val="100000"/>
              </a:lnSpc>
              <a:tabLst>
                <a:tab pos="1077595" algn="l"/>
              </a:tabLst>
            </a:pPr>
            <a:r>
              <a:rPr lang="en-US" altLang="zh-CN" sz="1400" u="heavy" spc="-10" dirty="0">
                <a:solidFill>
                  <a:srgbClr val="505050"/>
                </a:solidFill>
                <a:latin typeface="Comic Sans MS" panose="030F0702030302020204" pitchFamily="66" charset="0"/>
                <a:cs typeface="Lucida Console" panose="020B0609040504020204"/>
              </a:rPr>
              <a:t>__</a:t>
            </a:r>
            <a:r>
              <a:rPr sz="1400" spc="-20" dirty="0">
                <a:solidFill>
                  <a:srgbClr val="505050"/>
                </a:solidFill>
                <a:latin typeface="Comic Sans MS" panose="030F0702030302020204" pitchFamily="66" charset="0"/>
                <a:cs typeface="Lucida Console" panose="020B0609040504020204"/>
              </a:rPr>
              <a:t>globa</a:t>
            </a:r>
            <a:r>
              <a:rPr sz="1400" spc="-15" dirty="0">
                <a:solidFill>
                  <a:srgbClr val="505050"/>
                </a:solidFill>
                <a:latin typeface="Comic Sans MS" panose="030F0702030302020204" pitchFamily="66" charset="0"/>
                <a:cs typeface="Lucida Console" panose="020B0609040504020204"/>
              </a:rPr>
              <a:t>l</a:t>
            </a:r>
            <a:r>
              <a:rPr lang="en-US" altLang="zh-CN" sz="1400" spc="-15" dirty="0">
                <a:solidFill>
                  <a:srgbClr val="505050"/>
                </a:solidFill>
                <a:latin typeface="Comic Sans MS" panose="030F0702030302020204" pitchFamily="66" charset="0"/>
                <a:cs typeface="Lucida Console" panose="020B0609040504020204"/>
              </a:rPr>
              <a:t>__</a:t>
            </a:r>
            <a:r>
              <a:rPr lang="zh-CN" altLang="en-US" sz="1400" u="heavy" spc="-10" dirty="0">
                <a:solidFill>
                  <a:srgbClr val="505050"/>
                </a:solidFill>
                <a:latin typeface="Comic Sans MS" panose="030F0702030302020204" pitchFamily="66" charset="0"/>
              </a:rPr>
              <a:t>  </a:t>
            </a:r>
            <a:endParaRPr sz="1400" u="heavy" spc="-10" dirty="0">
              <a:solidFill>
                <a:srgbClr val="505050"/>
              </a:solidFill>
              <a:latin typeface="Comic Sans MS" panose="030F0702030302020204" pitchFamily="66" charset="0"/>
            </a:endParaRPr>
          </a:p>
        </p:txBody>
      </p:sp>
      <p:sp>
        <p:nvSpPr>
          <p:cNvPr id="11" name="object 11"/>
          <p:cNvSpPr txBox="1"/>
          <p:nvPr/>
        </p:nvSpPr>
        <p:spPr>
          <a:xfrm>
            <a:off x="6990315" y="3120556"/>
            <a:ext cx="2684780" cy="215444"/>
          </a:xfrm>
          <a:prstGeom prst="rect">
            <a:avLst/>
          </a:prstGeom>
        </p:spPr>
        <p:txBody>
          <a:bodyPr vert="horz" wrap="square" lIns="0" tIns="0" rIns="0" bIns="0" rtlCol="0">
            <a:spAutoFit/>
          </a:bodyPr>
          <a:lstStyle/>
          <a:p>
            <a:pPr marL="12700">
              <a:lnSpc>
                <a:spcPct val="100000"/>
              </a:lnSpc>
            </a:pPr>
            <a:r>
              <a:rPr sz="1400" spc="-20" dirty="0">
                <a:solidFill>
                  <a:srgbClr val="505050"/>
                </a:solidFill>
                <a:latin typeface="Comic Sans MS" panose="030F0702030302020204" pitchFamily="66" charset="0"/>
                <a:cs typeface="Lucida Console" panose="020B0609040504020204"/>
              </a:rPr>
              <a:t>voi</a:t>
            </a:r>
            <a:r>
              <a:rPr sz="1400" spc="-10" dirty="0">
                <a:solidFill>
                  <a:srgbClr val="505050"/>
                </a:solidFill>
                <a:latin typeface="Comic Sans MS" panose="030F0702030302020204" pitchFamily="66" charset="0"/>
                <a:cs typeface="Lucida Console" panose="020B0609040504020204"/>
              </a:rPr>
              <a:t>d</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kernel(floa</a:t>
            </a:r>
            <a:r>
              <a:rPr sz="1400" spc="-10" dirty="0">
                <a:solidFill>
                  <a:srgbClr val="505050"/>
                </a:solidFill>
                <a:latin typeface="Comic Sans MS" panose="030F0702030302020204" pitchFamily="66" charset="0"/>
                <a:cs typeface="Lucida Console" panose="020B0609040504020204"/>
              </a:rPr>
              <a:t>t</a:t>
            </a:r>
            <a:r>
              <a:rPr sz="1400" spc="-20" dirty="0">
                <a:solidFill>
                  <a:srgbClr val="505050"/>
                </a:solidFill>
                <a:latin typeface="Comic Sans MS" panose="030F0702030302020204" pitchFamily="66" charset="0"/>
                <a:cs typeface="Lucida Console" panose="020B0609040504020204"/>
              </a:rPr>
              <a:t> *data){</a:t>
            </a:r>
            <a:endParaRPr sz="1400">
              <a:latin typeface="Comic Sans MS" panose="030F0702030302020204" pitchFamily="66" charset="0"/>
              <a:cs typeface="Lucida Console" panose="020B0609040504020204"/>
            </a:endParaRPr>
          </a:p>
        </p:txBody>
      </p:sp>
      <p:sp>
        <p:nvSpPr>
          <p:cNvPr id="12" name="object 12"/>
          <p:cNvSpPr txBox="1"/>
          <p:nvPr/>
        </p:nvSpPr>
        <p:spPr>
          <a:xfrm>
            <a:off x="6033080" y="3336964"/>
            <a:ext cx="2501319" cy="425950"/>
          </a:xfrm>
          <a:prstGeom prst="rect">
            <a:avLst/>
          </a:prstGeom>
        </p:spPr>
        <p:txBody>
          <a:bodyPr vert="horz" wrap="square" lIns="0" tIns="0" rIns="0" bIns="0" rtlCol="0">
            <a:spAutoFit/>
          </a:bodyPr>
          <a:lstStyle/>
          <a:p>
            <a:pPr marL="12700" marR="5080">
              <a:lnSpc>
                <a:spcPct val="101000"/>
              </a:lnSpc>
            </a:pP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id</a:t>
            </a:r>
            <a:r>
              <a:rPr sz="1400" spc="-10" dirty="0">
                <a:solidFill>
                  <a:srgbClr val="505050"/>
                </a:solidFill>
                <a:latin typeface="Comic Sans MS" panose="030F0702030302020204" pitchFamily="66" charset="0"/>
                <a:cs typeface="Lucida Console" panose="020B0609040504020204"/>
              </a:rPr>
              <a:t>x</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 data[idx</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err="1">
                <a:solidFill>
                  <a:srgbClr val="505050"/>
                </a:solidFill>
                <a:latin typeface="Comic Sans MS" panose="030F0702030302020204" pitchFamily="66" charset="0"/>
                <a:cs typeface="Lucida Console" panose="020B0609040504020204"/>
              </a:rPr>
              <a:t>val</a:t>
            </a:r>
            <a:r>
              <a:rPr sz="1400" spc="-20" dirty="0">
                <a:solidFill>
                  <a:srgbClr val="505050"/>
                </a:solidFill>
                <a:latin typeface="Comic Sans MS" panose="030F0702030302020204" pitchFamily="66" charset="0"/>
                <a:cs typeface="Lucida Console" panose="020B0609040504020204"/>
              </a:rPr>
              <a:t>;</a:t>
            </a:r>
            <a:endParaRPr lang="en-US" altLang="zh-CN" sz="1400" spc="-20" dirty="0">
              <a:solidFill>
                <a:srgbClr val="505050"/>
              </a:solidFill>
              <a:latin typeface="Comic Sans MS" panose="030F0702030302020204" pitchFamily="66" charset="0"/>
              <a:cs typeface="Lucida Console" panose="020B0609040504020204"/>
            </a:endParaRPr>
          </a:p>
          <a:p>
            <a:pPr marL="12700" marR="5080">
              <a:lnSpc>
                <a:spcPct val="101000"/>
              </a:lnSpc>
            </a:pPr>
            <a:r>
              <a:rPr sz="1400" spc="-2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p:txBody>
      </p:sp>
      <p:sp>
        <p:nvSpPr>
          <p:cNvPr id="13" name="object 13"/>
          <p:cNvSpPr txBox="1"/>
          <p:nvPr/>
        </p:nvSpPr>
        <p:spPr>
          <a:xfrm>
            <a:off x="5820356" y="3769780"/>
            <a:ext cx="4386580" cy="1054100"/>
          </a:xfrm>
          <a:prstGeom prst="rect">
            <a:avLst/>
          </a:prstGeom>
        </p:spPr>
        <p:txBody>
          <a:bodyPr vert="horz" wrap="square" lIns="0" tIns="0" rIns="0" bIns="0" rtlCol="0">
            <a:spAutoFit/>
          </a:bodyPr>
          <a:lstStyle/>
          <a:p>
            <a:pPr marL="12700">
              <a:lnSpc>
                <a:spcPts val="1630"/>
              </a:lnSpc>
            </a:pP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12700">
              <a:lnSpc>
                <a:spcPts val="1630"/>
              </a:lnSpc>
            </a:pP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n</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256*256;</a:t>
            </a:r>
            <a:endParaRPr sz="1400" dirty="0">
              <a:latin typeface="Comic Sans MS" panose="030F0702030302020204" pitchFamily="66" charset="0"/>
              <a:cs typeface="Lucida Console" panose="020B0609040504020204"/>
            </a:endParaRPr>
          </a:p>
          <a:p>
            <a:pPr marL="12700">
              <a:lnSpc>
                <a:spcPct val="100000"/>
              </a:lnSpc>
              <a:spcBef>
                <a:spcPts val="20"/>
              </a:spcBef>
            </a:pPr>
            <a:r>
              <a:rPr sz="1400" spc="-20" dirty="0">
                <a:solidFill>
                  <a:srgbClr val="505050"/>
                </a:solidFill>
                <a:latin typeface="Comic Sans MS" panose="030F0702030302020204" pitchFamily="66" charset="0"/>
                <a:cs typeface="Lucida Console" panose="020B0609040504020204"/>
              </a:rPr>
              <a:t>floa</a:t>
            </a:r>
            <a:r>
              <a:rPr sz="1400" spc="-10" dirty="0">
                <a:solidFill>
                  <a:srgbClr val="505050"/>
                </a:solidFill>
                <a:latin typeface="Comic Sans MS" panose="030F0702030302020204" pitchFamily="66" charset="0"/>
                <a:cs typeface="Lucida Console" panose="020B0609040504020204"/>
              </a:rPr>
              <a:t>t</a:t>
            </a:r>
            <a:r>
              <a:rPr sz="1400" spc="-20" dirty="0">
                <a:solidFill>
                  <a:srgbClr val="505050"/>
                </a:solidFill>
                <a:latin typeface="Comic Sans MS" panose="030F0702030302020204" pitchFamily="66" charset="0"/>
                <a:cs typeface="Lucida Console" panose="020B0609040504020204"/>
              </a:rPr>
              <a:t> *data;</a:t>
            </a:r>
            <a:endParaRPr sz="1400" dirty="0">
              <a:latin typeface="Comic Sans MS" panose="030F0702030302020204" pitchFamily="66" charset="0"/>
              <a:cs typeface="Lucida Console" panose="020B0609040504020204"/>
            </a:endParaRPr>
          </a:p>
          <a:p>
            <a:pPr marL="12700" marR="5080">
              <a:lnSpc>
                <a:spcPct val="101000"/>
              </a:lnSpc>
            </a:pPr>
            <a:r>
              <a:rPr sz="1400" spc="-20" dirty="0">
                <a:solidFill>
                  <a:srgbClr val="505050"/>
                </a:solidFill>
                <a:latin typeface="Comic Sans MS" panose="030F0702030302020204" pitchFamily="66" charset="0"/>
                <a:cs typeface="Lucida Console" panose="020B0609040504020204"/>
              </a:rPr>
              <a:t>cudaMallocManaged(&amp;data</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n*sizeof(float); Kernel&lt;&lt;&lt;256,256&gt;&gt;&gt;(data);</a:t>
            </a:r>
            <a:endParaRPr sz="1400" dirty="0">
              <a:latin typeface="Comic Sans MS" panose="030F0702030302020204" pitchFamily="66" charset="0"/>
              <a:cs typeface="Lucida Console" panose="020B0609040504020204"/>
            </a:endParaRPr>
          </a:p>
        </p:txBody>
      </p:sp>
      <p:sp>
        <p:nvSpPr>
          <p:cNvPr id="15" name="object 10"/>
          <p:cNvSpPr/>
          <p:nvPr/>
        </p:nvSpPr>
        <p:spPr>
          <a:xfrm>
            <a:off x="5437632" y="5178551"/>
            <a:ext cx="5416296" cy="896112"/>
          </a:xfrm>
          <a:prstGeom prst="rect">
            <a:avLst/>
          </a:prstGeom>
          <a:blipFill>
            <a:blip r:embed="rId4" cstate="print"/>
            <a:stretch>
              <a:fillRect/>
            </a:stretch>
          </a:blipFill>
        </p:spPr>
        <p:txBody>
          <a:bodyPr wrap="square" lIns="0" tIns="0" rIns="0" bIns="0" rtlCol="0"/>
          <a:lstStyle/>
          <a:p>
            <a:endParaRPr>
              <a:latin typeface="Comic Sans MS" panose="030F0702030302020204" pitchFamily="66"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206051"/>
            <a:ext cx="9464040" cy="838691"/>
          </a:xfrm>
          <a:prstGeom prst="rect">
            <a:avLst/>
          </a:prstGeom>
        </p:spPr>
        <p:txBody>
          <a:bodyPr vert="horz" wrap="square" lIns="0" tIns="0" rIns="0" bIns="0" rtlCol="0">
            <a:spAutoFit/>
          </a:bodyPr>
          <a:lstStyle/>
          <a:p>
            <a:pPr marL="0" algn="ctr">
              <a:lnSpc>
                <a:spcPct val="100000"/>
              </a:lnSpc>
            </a:pPr>
            <a:r>
              <a:rPr sz="3200" b="1" spc="-15" dirty="0">
                <a:latin typeface="Comic Sans MS" panose="030F0702030302020204" pitchFamily="66" charset="0"/>
              </a:rPr>
              <a:t>P</a:t>
            </a:r>
            <a:r>
              <a:rPr sz="3200" b="1" spc="-25" dirty="0">
                <a:latin typeface="Comic Sans MS" panose="030F0702030302020204" pitchFamily="66" charset="0"/>
              </a:rPr>
              <a:t>ERFO</a:t>
            </a:r>
            <a:r>
              <a:rPr sz="3200" b="1" dirty="0">
                <a:latin typeface="Comic Sans MS" panose="030F0702030302020204" pitchFamily="66" charset="0"/>
              </a:rPr>
              <a:t>R</a:t>
            </a:r>
            <a:r>
              <a:rPr sz="3200" b="1" spc="-10" dirty="0">
                <a:latin typeface="Comic Sans MS" panose="030F0702030302020204" pitchFamily="66" charset="0"/>
              </a:rPr>
              <a:t>M</a:t>
            </a:r>
            <a:r>
              <a:rPr sz="3200" b="1" spc="-25" dirty="0">
                <a:latin typeface="Comic Sans MS" panose="030F0702030302020204" pitchFamily="66" charset="0"/>
              </a:rPr>
              <a:t>A</a:t>
            </a:r>
            <a:r>
              <a:rPr sz="3200" b="1" dirty="0">
                <a:latin typeface="Comic Sans MS" panose="030F0702030302020204" pitchFamily="66" charset="0"/>
              </a:rPr>
              <a:t>N</a:t>
            </a:r>
            <a:r>
              <a:rPr sz="3200" b="1" spc="-5" dirty="0">
                <a:latin typeface="Comic Sans MS" panose="030F0702030302020204" pitchFamily="66" charset="0"/>
              </a:rPr>
              <a:t>C</a:t>
            </a:r>
            <a:r>
              <a:rPr sz="3200" b="1" spc="-20" dirty="0">
                <a:latin typeface="Comic Sans MS" panose="030F0702030302020204" pitchFamily="66" charset="0"/>
              </a:rPr>
              <a:t>E</a:t>
            </a:r>
            <a:r>
              <a:rPr sz="3200" b="1" dirty="0">
                <a:latin typeface="Comic Sans MS" panose="030F0702030302020204" pitchFamily="66" charset="0"/>
              </a:rPr>
              <a:t> </a:t>
            </a:r>
            <a:r>
              <a:rPr sz="3200" b="1" spc="-30" dirty="0">
                <a:latin typeface="Comic Sans MS" panose="030F0702030302020204" pitchFamily="66" charset="0"/>
              </a:rPr>
              <a:t>T</a:t>
            </a:r>
            <a:r>
              <a:rPr sz="3200" b="1" dirty="0">
                <a:latin typeface="Comic Sans MS" panose="030F0702030302020204" pitchFamily="66" charset="0"/>
              </a:rPr>
              <a:t>UN</a:t>
            </a:r>
            <a:r>
              <a:rPr sz="3200" b="1" spc="-5" dirty="0">
                <a:latin typeface="Comic Sans MS" panose="030F0702030302020204" pitchFamily="66" charset="0"/>
              </a:rPr>
              <a:t>I</a:t>
            </a:r>
            <a:r>
              <a:rPr sz="3200" b="1" dirty="0">
                <a:latin typeface="Comic Sans MS" panose="030F0702030302020204" pitchFamily="66" charset="0"/>
              </a:rPr>
              <a:t>NG</a:t>
            </a:r>
            <a:r>
              <a:rPr sz="3200" b="1" spc="5" dirty="0">
                <a:latin typeface="Comic Sans MS" panose="030F0702030302020204" pitchFamily="66" charset="0"/>
              </a:rPr>
              <a:t> </a:t>
            </a:r>
            <a:r>
              <a:rPr sz="3200" b="1" spc="-25" dirty="0">
                <a:latin typeface="Comic Sans MS" panose="030F0702030302020204" pitchFamily="66" charset="0"/>
              </a:rPr>
              <a:t>O</a:t>
            </a:r>
            <a:r>
              <a:rPr sz="3200" b="1" dirty="0">
                <a:latin typeface="Comic Sans MS" panose="030F0702030302020204" pitchFamily="66" charset="0"/>
              </a:rPr>
              <a:t>N</a:t>
            </a:r>
            <a:r>
              <a:rPr sz="3200" b="1" spc="5" dirty="0">
                <a:latin typeface="Comic Sans MS" panose="030F0702030302020204" pitchFamily="66" charset="0"/>
              </a:rPr>
              <a:t> </a:t>
            </a:r>
            <a:r>
              <a:rPr sz="3200" b="1" spc="-15" dirty="0">
                <a:latin typeface="Comic Sans MS" panose="030F0702030302020204" pitchFamily="66" charset="0"/>
              </a:rPr>
              <a:t>P</a:t>
            </a:r>
            <a:r>
              <a:rPr sz="3200" b="1" spc="-25" dirty="0">
                <a:latin typeface="Comic Sans MS" panose="030F0702030302020204" pitchFamily="66" charset="0"/>
              </a:rPr>
              <a:t>A</a:t>
            </a:r>
            <a:r>
              <a:rPr sz="3200" b="1" spc="-15" dirty="0">
                <a:latin typeface="Comic Sans MS" panose="030F0702030302020204" pitchFamily="66" charset="0"/>
              </a:rPr>
              <a:t>S</a:t>
            </a:r>
            <a:r>
              <a:rPr sz="3200" b="1" spc="-5" dirty="0">
                <a:latin typeface="Comic Sans MS" panose="030F0702030302020204" pitchFamily="66" charset="0"/>
              </a:rPr>
              <a:t>C</a:t>
            </a:r>
            <a:r>
              <a:rPr sz="3200" b="1" spc="-25" dirty="0">
                <a:latin typeface="Comic Sans MS" panose="030F0702030302020204" pitchFamily="66" charset="0"/>
              </a:rPr>
              <a:t>A</a:t>
            </a:r>
            <a:r>
              <a:rPr sz="3200" b="1" dirty="0">
                <a:latin typeface="Comic Sans MS" panose="030F0702030302020204" pitchFamily="66" charset="0"/>
              </a:rPr>
              <a:t>L+</a:t>
            </a:r>
          </a:p>
          <a:p>
            <a:pPr marL="0" algn="ctr">
              <a:lnSpc>
                <a:spcPct val="100000"/>
              </a:lnSpc>
              <a:spcBef>
                <a:spcPts val="310"/>
              </a:spcBef>
            </a:pPr>
            <a:r>
              <a:rPr sz="2000" spc="-15" dirty="0">
                <a:solidFill>
                  <a:srgbClr val="76B900"/>
                </a:solidFill>
                <a:latin typeface="Comic Sans MS" panose="030F0702030302020204" pitchFamily="66" charset="0"/>
                <a:cs typeface="Calibri" panose="020F0502020204030204" pitchFamily="34" charset="0"/>
              </a:rPr>
              <a:t>Pr</a:t>
            </a:r>
            <a:r>
              <a:rPr sz="2000" spc="5" dirty="0">
                <a:solidFill>
                  <a:srgbClr val="76B900"/>
                </a:solidFill>
                <a:latin typeface="Comic Sans MS" panose="030F0702030302020204" pitchFamily="66" charset="0"/>
                <a:cs typeface="Calibri" panose="020F0502020204030204" pitchFamily="34" charset="0"/>
              </a:rPr>
              <a:t>e</a:t>
            </a:r>
            <a:r>
              <a:rPr sz="2000" spc="-15" dirty="0">
                <a:solidFill>
                  <a:srgbClr val="76B900"/>
                </a:solidFill>
                <a:latin typeface="Comic Sans MS" panose="030F0702030302020204" pitchFamily="66" charset="0"/>
                <a:cs typeface="Calibri" panose="020F0502020204030204" pitchFamily="34" charset="0"/>
              </a:rPr>
              <a:t>f</a:t>
            </a:r>
            <a:r>
              <a:rPr sz="2000" spc="5" dirty="0">
                <a:solidFill>
                  <a:srgbClr val="76B900"/>
                </a:solidFill>
                <a:latin typeface="Comic Sans MS" panose="030F0702030302020204" pitchFamily="66" charset="0"/>
                <a:cs typeface="Calibri" panose="020F0502020204030204" pitchFamily="34" charset="0"/>
              </a:rPr>
              <a:t>e</a:t>
            </a:r>
            <a:r>
              <a:rPr sz="2000" spc="-5" dirty="0">
                <a:solidFill>
                  <a:srgbClr val="76B900"/>
                </a:solidFill>
                <a:latin typeface="Comic Sans MS" panose="030F0702030302020204" pitchFamily="66" charset="0"/>
                <a:cs typeface="Calibri" panose="020F0502020204030204" pitchFamily="34" charset="0"/>
              </a:rPr>
              <a:t>tc</a:t>
            </a:r>
            <a:r>
              <a:rPr sz="2000" dirty="0">
                <a:solidFill>
                  <a:srgbClr val="76B900"/>
                </a:solidFill>
                <a:latin typeface="Comic Sans MS" panose="030F0702030302020204" pitchFamily="66" charset="0"/>
                <a:cs typeface="Calibri" panose="020F0502020204030204" pitchFamily="34" charset="0"/>
              </a:rPr>
              <a:t>h</a:t>
            </a:r>
            <a:r>
              <a:rPr sz="2000" spc="-5" dirty="0">
                <a:solidFill>
                  <a:srgbClr val="76B900"/>
                </a:solidFill>
                <a:latin typeface="Comic Sans MS" panose="030F0702030302020204" pitchFamily="66" charset="0"/>
                <a:cs typeface="Calibri" panose="020F0502020204030204" pitchFamily="34" charset="0"/>
              </a:rPr>
              <a:t>i</a:t>
            </a:r>
            <a:r>
              <a:rPr sz="2000" dirty="0">
                <a:solidFill>
                  <a:srgbClr val="76B900"/>
                </a:solidFill>
                <a:latin typeface="Comic Sans MS" panose="030F0702030302020204" pitchFamily="66" charset="0"/>
                <a:cs typeface="Calibri" panose="020F0502020204030204" pitchFamily="34" charset="0"/>
              </a:rPr>
              <a:t>n</a:t>
            </a:r>
            <a:r>
              <a:rPr sz="2000" spc="-10" dirty="0">
                <a:solidFill>
                  <a:srgbClr val="76B900"/>
                </a:solidFill>
                <a:latin typeface="Comic Sans MS" panose="030F0702030302020204" pitchFamily="66" charset="0"/>
                <a:cs typeface="Calibri" panose="020F0502020204030204" pitchFamily="34" charset="0"/>
              </a:rPr>
              <a:t>g</a:t>
            </a:r>
            <a:endParaRPr sz="2000" dirty="0">
              <a:latin typeface="Comic Sans MS" panose="030F0702030302020204" pitchFamily="66" charset="0"/>
              <a:cs typeface="Calibri" panose="020F0502020204030204" pitchFamily="34" charset="0"/>
            </a:endParaRPr>
          </a:p>
        </p:txBody>
      </p:sp>
      <p:sp>
        <p:nvSpPr>
          <p:cNvPr id="13" name="object 13"/>
          <p:cNvSpPr txBox="1">
            <a:spLocks noGrp="1"/>
          </p:cNvSpPr>
          <p:nvPr>
            <p:ph type="sldNum" sz="quarter" idx="12"/>
          </p:nvPr>
        </p:nvSpPr>
        <p:spPr>
          <a:xfrm>
            <a:off x="7863840" y="5786153"/>
            <a:ext cx="256032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24</a:t>
            </a:fld>
            <a:endParaRPr dirty="0">
              <a:latin typeface="Comic Sans MS" panose="030F0702030302020204" pitchFamily="66" charset="0"/>
            </a:endParaRPr>
          </a:p>
        </p:txBody>
      </p:sp>
      <p:sp>
        <p:nvSpPr>
          <p:cNvPr id="3" name="object 3"/>
          <p:cNvSpPr txBox="1"/>
          <p:nvPr/>
        </p:nvSpPr>
        <p:spPr>
          <a:xfrm>
            <a:off x="595489" y="1972388"/>
            <a:ext cx="8810466" cy="830997"/>
          </a:xfrm>
          <a:prstGeom prst="rect">
            <a:avLst/>
          </a:prstGeom>
        </p:spPr>
        <p:txBody>
          <a:bodyPr vert="horz" wrap="square" lIns="0" tIns="0" rIns="0" bIns="0" rtlCol="0">
            <a:spAutoFit/>
          </a:bodyPr>
          <a:lstStyle/>
          <a:p>
            <a:pPr marL="355600" indent="-342900">
              <a:lnSpc>
                <a:spcPct val="100000"/>
              </a:lnSpc>
              <a:buFont typeface="Arial" panose="020B0604020202020204" pitchFamily="34" charset="0"/>
              <a:buChar char="•"/>
            </a:pPr>
            <a:r>
              <a:rPr sz="2000" spc="-15" dirty="0">
                <a:solidFill>
                  <a:srgbClr val="5E5E5E"/>
                </a:solidFill>
                <a:latin typeface="Comic Sans MS" panose="030F0702030302020204" pitchFamily="66" charset="0"/>
                <a:cs typeface="Calibri" panose="020F0502020204030204" pitchFamily="34" charset="0"/>
              </a:rPr>
              <a:t>Exp</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ici</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f</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tc</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a:t>
            </a:r>
            <a:r>
              <a:rPr sz="2000" spc="-15" dirty="0">
                <a:solidFill>
                  <a:srgbClr val="5E5E5E"/>
                </a:solidFill>
                <a:latin typeface="Comic Sans MS" panose="030F0702030302020204" pitchFamily="66" charset="0"/>
                <a:cs typeface="Calibri" panose="020F0502020204030204" pitchFamily="34" charset="0"/>
              </a:rPr>
              <a:t>g</a:t>
            </a:r>
            <a:r>
              <a:rPr sz="2000" dirty="0">
                <a:solidFill>
                  <a:srgbClr val="5E5E5E"/>
                </a:solidFill>
                <a:latin typeface="Comic Sans MS" panose="030F0702030302020204" pitchFamily="66" charset="0"/>
                <a:cs typeface="Calibri" panose="020F0502020204030204" pitchFamily="34" charset="0"/>
              </a:rPr>
              <a:t>:</a:t>
            </a:r>
            <a:endParaRPr sz="2000" dirty="0">
              <a:latin typeface="Comic Sans MS" panose="030F0702030302020204" pitchFamily="66" charset="0"/>
              <a:cs typeface="Calibri" panose="020F0502020204030204" pitchFamily="34" charset="0"/>
            </a:endParaRPr>
          </a:p>
          <a:p>
            <a:pPr marL="285750" indent="-285750">
              <a:lnSpc>
                <a:spcPct val="100000"/>
              </a:lnSpc>
              <a:spcBef>
                <a:spcPts val="30"/>
              </a:spcBef>
              <a:buFont typeface="Arial" panose="020B0604020202020204" pitchFamily="34" charset="0"/>
              <a:buChar char="•"/>
            </a:pPr>
            <a:endParaRPr sz="1600" dirty="0">
              <a:latin typeface="Comic Sans MS" panose="030F0702030302020204" pitchFamily="66" charset="0"/>
              <a:cs typeface="Times New Roman" panose="02020603050405020304"/>
            </a:endParaRPr>
          </a:p>
          <a:p>
            <a:pPr marL="931545" indent="-285750">
              <a:lnSpc>
                <a:spcPct val="100000"/>
              </a:lnSpc>
              <a:buFont typeface="Arial" panose="020B0604020202020204" pitchFamily="34" charset="0"/>
              <a:buChar char="•"/>
            </a:pPr>
            <a:r>
              <a:rPr spc="-15" dirty="0">
                <a:solidFill>
                  <a:srgbClr val="76B900"/>
                </a:solidFill>
                <a:latin typeface="Comic Sans MS" panose="030F0702030302020204" pitchFamily="66" charset="0"/>
                <a:cs typeface="Consolas" panose="020B0609020204030204"/>
              </a:rPr>
              <a:t>cudaMemPrefetchAsyn</a:t>
            </a:r>
            <a:r>
              <a:rPr spc="-20" dirty="0">
                <a:solidFill>
                  <a:srgbClr val="76B900"/>
                </a:solidFill>
                <a:latin typeface="Comic Sans MS" panose="030F0702030302020204" pitchFamily="66" charset="0"/>
                <a:cs typeface="Consolas" panose="020B0609020204030204"/>
              </a:rPr>
              <a:t>c</a:t>
            </a:r>
            <a:r>
              <a:rPr spc="-15" dirty="0">
                <a:solidFill>
                  <a:srgbClr val="5E5E5E"/>
                </a:solidFill>
                <a:latin typeface="Comic Sans MS" panose="030F0702030302020204" pitchFamily="66" charset="0"/>
                <a:cs typeface="Consolas" panose="020B0609020204030204"/>
              </a:rPr>
              <a:t>(ptr</a:t>
            </a:r>
            <a:r>
              <a:rPr spc="-10" dirty="0">
                <a:solidFill>
                  <a:srgbClr val="5E5E5E"/>
                </a:solidFill>
                <a:latin typeface="Comic Sans MS" panose="030F0702030302020204" pitchFamily="66" charset="0"/>
                <a:cs typeface="Consolas" panose="020B0609020204030204"/>
              </a:rPr>
              <a:t>, </a:t>
            </a:r>
            <a:r>
              <a:rPr spc="-15" dirty="0">
                <a:solidFill>
                  <a:srgbClr val="5E5E5E"/>
                </a:solidFill>
                <a:latin typeface="Comic Sans MS" panose="030F0702030302020204" pitchFamily="66" charset="0"/>
                <a:cs typeface="Consolas" panose="020B0609020204030204"/>
              </a:rPr>
              <a:t>length</a:t>
            </a:r>
            <a:r>
              <a:rPr spc="-10" dirty="0">
                <a:solidFill>
                  <a:srgbClr val="5E5E5E"/>
                </a:solidFill>
                <a:latin typeface="Comic Sans MS" panose="030F0702030302020204" pitchFamily="66" charset="0"/>
                <a:cs typeface="Consolas" panose="020B0609020204030204"/>
              </a:rPr>
              <a:t>,</a:t>
            </a:r>
            <a:r>
              <a:rPr spc="-15" dirty="0">
                <a:solidFill>
                  <a:srgbClr val="5E5E5E"/>
                </a:solidFill>
                <a:latin typeface="Comic Sans MS" panose="030F0702030302020204" pitchFamily="66" charset="0"/>
                <a:cs typeface="Consolas" panose="020B0609020204030204"/>
              </a:rPr>
              <a:t> destDevice</a:t>
            </a:r>
            <a:r>
              <a:rPr spc="-10" dirty="0">
                <a:solidFill>
                  <a:srgbClr val="5E5E5E"/>
                </a:solidFill>
                <a:latin typeface="Comic Sans MS" panose="030F0702030302020204" pitchFamily="66" charset="0"/>
                <a:cs typeface="Consolas" panose="020B0609020204030204"/>
              </a:rPr>
              <a:t>, </a:t>
            </a:r>
            <a:r>
              <a:rPr spc="-15" dirty="0">
                <a:solidFill>
                  <a:srgbClr val="5E5E5E"/>
                </a:solidFill>
                <a:latin typeface="Comic Sans MS" panose="030F0702030302020204" pitchFamily="66" charset="0"/>
                <a:cs typeface="Consolas" panose="020B0609020204030204"/>
              </a:rPr>
              <a:t>stream)</a:t>
            </a:r>
            <a:endParaRPr dirty="0">
              <a:latin typeface="Comic Sans MS" panose="030F0702030302020204" pitchFamily="66" charset="0"/>
              <a:cs typeface="Consolas" panose="020B0609020204030204"/>
            </a:endParaRPr>
          </a:p>
        </p:txBody>
      </p:sp>
      <p:sp>
        <p:nvSpPr>
          <p:cNvPr id="4" name="object 4"/>
          <p:cNvSpPr txBox="1"/>
          <p:nvPr/>
        </p:nvSpPr>
        <p:spPr>
          <a:xfrm>
            <a:off x="595488" y="3069895"/>
            <a:ext cx="4890911" cy="307777"/>
          </a:xfrm>
          <a:prstGeom prst="rect">
            <a:avLst/>
          </a:prstGeom>
        </p:spPr>
        <p:txBody>
          <a:bodyPr vert="horz" wrap="square" lIns="0" tIns="0" rIns="0" bIns="0" rtlCol="0">
            <a:spAutoFit/>
          </a:bodyPr>
          <a:lstStyle/>
          <a:p>
            <a:pPr marL="12700">
              <a:lnSpc>
                <a:spcPct val="100000"/>
              </a:lnSpc>
            </a:pPr>
            <a:r>
              <a:rPr sz="2000" spc="-5" dirty="0">
                <a:solidFill>
                  <a:srgbClr val="5E5E5E"/>
                </a:solidFill>
                <a:latin typeface="Comic Sans MS" panose="030F0702030302020204" pitchFamily="66" charset="0"/>
                <a:cs typeface="Calibri" panose="020F0502020204030204" pitchFamily="34" charset="0"/>
              </a:rPr>
              <a:t>U</a:t>
            </a:r>
            <a:r>
              <a:rPr sz="2000" dirty="0">
                <a:solidFill>
                  <a:srgbClr val="5E5E5E"/>
                </a:solidFill>
                <a:latin typeface="Comic Sans MS" panose="030F0702030302020204" pitchFamily="66" charset="0"/>
                <a:cs typeface="Calibri" panose="020F0502020204030204" pitchFamily="34" charset="0"/>
              </a:rPr>
              <a:t>M</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t</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r</a:t>
            </a:r>
            <a:r>
              <a:rPr sz="2000" dirty="0">
                <a:solidFill>
                  <a:srgbClr val="5E5E5E"/>
                </a:solidFill>
                <a:latin typeface="Comic Sans MS" panose="030F0702030302020204" pitchFamily="66" charset="0"/>
                <a:cs typeface="Calibri" panose="020F0502020204030204" pitchFamily="34" charset="0"/>
              </a:rPr>
              <a:t>na</a:t>
            </a:r>
            <a:r>
              <a:rPr sz="2000" spc="-5" dirty="0">
                <a:solidFill>
                  <a:srgbClr val="5E5E5E"/>
                </a:solidFill>
                <a:latin typeface="Comic Sans MS" panose="030F0702030302020204" pitchFamily="66" charset="0"/>
                <a:cs typeface="Calibri" panose="020F0502020204030204" pitchFamily="34" charset="0"/>
              </a:rPr>
              <a:t>tiv</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o </a:t>
            </a:r>
            <a:r>
              <a:rPr sz="2000" spc="-5" dirty="0">
                <a:solidFill>
                  <a:srgbClr val="76B900"/>
                </a:solidFill>
                <a:latin typeface="Comic Sans MS" panose="030F0702030302020204" pitchFamily="66" charset="0"/>
                <a:cs typeface="Calibri" panose="020F0502020204030204" pitchFamily="34" charset="0"/>
              </a:rPr>
              <a:t>c</a:t>
            </a:r>
            <a:r>
              <a:rPr sz="2000" dirty="0">
                <a:solidFill>
                  <a:srgbClr val="76B900"/>
                </a:solidFill>
                <a:latin typeface="Comic Sans MS" panose="030F0702030302020204" pitchFamily="66" charset="0"/>
                <a:cs typeface="Calibri" panose="020F0502020204030204" pitchFamily="34" charset="0"/>
              </a:rPr>
              <a:t>u</a:t>
            </a:r>
            <a:r>
              <a:rPr sz="2000" spc="-5" dirty="0">
                <a:solidFill>
                  <a:srgbClr val="76B900"/>
                </a:solidFill>
                <a:latin typeface="Comic Sans MS" panose="030F0702030302020204" pitchFamily="66" charset="0"/>
                <a:cs typeface="Calibri" panose="020F0502020204030204" pitchFamily="34" charset="0"/>
              </a:rPr>
              <a:t>d</a:t>
            </a:r>
            <a:r>
              <a:rPr sz="2000" dirty="0">
                <a:solidFill>
                  <a:srgbClr val="76B900"/>
                </a:solidFill>
                <a:latin typeface="Comic Sans MS" panose="030F0702030302020204" pitchFamily="66" charset="0"/>
                <a:cs typeface="Calibri" panose="020F0502020204030204" pitchFamily="34" charset="0"/>
              </a:rPr>
              <a:t>a</a:t>
            </a:r>
            <a:r>
              <a:rPr sz="2000" spc="-5" dirty="0">
                <a:solidFill>
                  <a:srgbClr val="76B900"/>
                </a:solidFill>
                <a:latin typeface="Comic Sans MS" panose="030F0702030302020204" pitchFamily="66" charset="0"/>
                <a:cs typeface="Calibri" panose="020F0502020204030204" pitchFamily="34" charset="0"/>
              </a:rPr>
              <a:t>M</a:t>
            </a:r>
            <a:r>
              <a:rPr sz="2000" spc="5" dirty="0">
                <a:solidFill>
                  <a:srgbClr val="76B900"/>
                </a:solidFill>
                <a:latin typeface="Comic Sans MS" panose="030F0702030302020204" pitchFamily="66" charset="0"/>
                <a:cs typeface="Calibri" panose="020F0502020204030204" pitchFamily="34" charset="0"/>
              </a:rPr>
              <a:t>em</a:t>
            </a:r>
            <a:r>
              <a:rPr sz="2000" spc="-5" dirty="0">
                <a:solidFill>
                  <a:srgbClr val="76B900"/>
                </a:solidFill>
                <a:latin typeface="Comic Sans MS" panose="030F0702030302020204" pitchFamily="66" charset="0"/>
                <a:cs typeface="Calibri" panose="020F0502020204030204" pitchFamily="34" charset="0"/>
              </a:rPr>
              <a:t>cpy</a:t>
            </a:r>
            <a:r>
              <a:rPr sz="2000" dirty="0">
                <a:solidFill>
                  <a:srgbClr val="76B900"/>
                </a:solidFill>
                <a:latin typeface="Comic Sans MS" panose="030F0702030302020204" pitchFamily="66" charset="0"/>
                <a:cs typeface="Calibri" panose="020F0502020204030204" pitchFamily="34" charset="0"/>
              </a:rPr>
              <a:t>(A</a:t>
            </a:r>
            <a:r>
              <a:rPr sz="2000" spc="-15" dirty="0">
                <a:solidFill>
                  <a:srgbClr val="76B900"/>
                </a:solidFill>
                <a:latin typeface="Comic Sans MS" panose="030F0702030302020204" pitchFamily="66" charset="0"/>
                <a:cs typeface="Calibri" panose="020F0502020204030204" pitchFamily="34" charset="0"/>
              </a:rPr>
              <a:t>s</a:t>
            </a:r>
            <a:r>
              <a:rPr sz="2000" spc="-5" dirty="0">
                <a:solidFill>
                  <a:srgbClr val="76B900"/>
                </a:solidFill>
                <a:latin typeface="Comic Sans MS" panose="030F0702030302020204" pitchFamily="66" charset="0"/>
                <a:cs typeface="Calibri" panose="020F0502020204030204" pitchFamily="34" charset="0"/>
              </a:rPr>
              <a:t>y</a:t>
            </a:r>
            <a:r>
              <a:rPr sz="2000" dirty="0">
                <a:solidFill>
                  <a:srgbClr val="76B900"/>
                </a:solidFill>
                <a:latin typeface="Comic Sans MS" panose="030F0702030302020204" pitchFamily="66" charset="0"/>
                <a:cs typeface="Calibri" panose="020F0502020204030204" pitchFamily="34" charset="0"/>
              </a:rPr>
              <a:t>n</a:t>
            </a:r>
            <a:r>
              <a:rPr sz="2000" spc="-5" dirty="0">
                <a:solidFill>
                  <a:srgbClr val="76B900"/>
                </a:solidFill>
                <a:latin typeface="Comic Sans MS" panose="030F0702030302020204" pitchFamily="66" charset="0"/>
                <a:cs typeface="Calibri" panose="020F0502020204030204" pitchFamily="34" charset="0"/>
              </a:rPr>
              <a:t>c</a:t>
            </a:r>
            <a:r>
              <a:rPr sz="2000" dirty="0">
                <a:solidFill>
                  <a:srgbClr val="76B900"/>
                </a:solidFill>
                <a:latin typeface="Comic Sans MS" panose="030F0702030302020204" pitchFamily="66" charset="0"/>
                <a:cs typeface="Calibri" panose="020F0502020204030204" pitchFamily="34" charset="0"/>
              </a:rPr>
              <a:t>)</a:t>
            </a:r>
            <a:endParaRPr sz="2000" dirty="0">
              <a:latin typeface="Comic Sans MS" panose="030F0702030302020204" pitchFamily="66" charset="0"/>
              <a:cs typeface="Calibri" panose="020F0502020204030204" pitchFamily="34" charset="0"/>
            </a:endParaRPr>
          </a:p>
        </p:txBody>
      </p:sp>
      <p:sp>
        <p:nvSpPr>
          <p:cNvPr id="5" name="object 5"/>
          <p:cNvSpPr txBox="1"/>
          <p:nvPr/>
        </p:nvSpPr>
        <p:spPr>
          <a:xfrm>
            <a:off x="585225" y="3554508"/>
            <a:ext cx="4415497" cy="307777"/>
          </a:xfrm>
          <a:prstGeom prst="rect">
            <a:avLst/>
          </a:prstGeom>
        </p:spPr>
        <p:txBody>
          <a:bodyPr vert="horz" wrap="square" lIns="0" tIns="0" rIns="0" bIns="0" rtlCol="0">
            <a:spAutoFit/>
          </a:bodyPr>
          <a:lstStyle/>
          <a:p>
            <a:pPr marL="12700">
              <a:lnSpc>
                <a:spcPct val="100000"/>
              </a:lnSpc>
            </a:pPr>
            <a:r>
              <a:rPr sz="2000" spc="-5" dirty="0">
                <a:solidFill>
                  <a:srgbClr val="5E5E5E"/>
                </a:solidFill>
                <a:latin typeface="Comic Sans MS" panose="030F0702030302020204" pitchFamily="66" charset="0"/>
                <a:cs typeface="Calibri" panose="020F0502020204030204" pitchFamily="34" charset="0"/>
              </a:rPr>
              <a:t>C</a:t>
            </a:r>
            <a:r>
              <a:rPr sz="2000" spc="5" dirty="0">
                <a:solidFill>
                  <a:srgbClr val="5E5E5E"/>
                </a:solidFill>
                <a:latin typeface="Comic Sans MS" panose="030F0702030302020204" pitchFamily="66" charset="0"/>
                <a:cs typeface="Calibri" panose="020F0502020204030204" pitchFamily="34" charset="0"/>
              </a:rPr>
              <a:t>a</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 t</a:t>
            </a:r>
            <a:r>
              <a:rPr sz="2000" spc="5" dirty="0">
                <a:solidFill>
                  <a:srgbClr val="5E5E5E"/>
                </a:solidFill>
                <a:latin typeface="Comic Sans MS" panose="030F0702030302020204" pitchFamily="66" charset="0"/>
                <a:cs typeface="Calibri" panose="020F0502020204030204" pitchFamily="34" charset="0"/>
              </a:rPr>
              <a:t>a</a:t>
            </a:r>
            <a:r>
              <a:rPr sz="2000" spc="-10" dirty="0">
                <a:solidFill>
                  <a:srgbClr val="5E5E5E"/>
                </a:solidFill>
                <a:latin typeface="Comic Sans MS" panose="030F0702030302020204" pitchFamily="66" charset="0"/>
                <a:cs typeface="Calibri" panose="020F0502020204030204" pitchFamily="34" charset="0"/>
              </a:rPr>
              <a:t>r</a:t>
            </a:r>
            <a:r>
              <a:rPr sz="2000" spc="-15" dirty="0">
                <a:solidFill>
                  <a:srgbClr val="5E5E5E"/>
                </a:solidFill>
                <a:latin typeface="Comic Sans MS" panose="030F0702030302020204" pitchFamily="66" charset="0"/>
                <a:cs typeface="Calibri" panose="020F0502020204030204" pitchFamily="34" charset="0"/>
              </a:rPr>
              <a:t>g</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a</a:t>
            </a:r>
            <a:r>
              <a:rPr sz="2000" dirty="0">
                <a:solidFill>
                  <a:srgbClr val="5E5E5E"/>
                </a:solidFill>
                <a:latin typeface="Comic Sans MS" panose="030F0702030302020204" pitchFamily="66" charset="0"/>
                <a:cs typeface="Calibri" panose="020F0502020204030204" pitchFamily="34" charset="0"/>
              </a:rPr>
              <a:t>ny</a:t>
            </a:r>
            <a:r>
              <a:rPr sz="2000" spc="-5" dirty="0">
                <a:solidFill>
                  <a:srgbClr val="5E5E5E"/>
                </a:solidFill>
                <a:latin typeface="Comic Sans MS" panose="030F0702030302020204" pitchFamily="66" charset="0"/>
                <a:cs typeface="Calibri" panose="020F0502020204030204" pitchFamily="34" charset="0"/>
              </a:rPr>
              <a:t> </a:t>
            </a:r>
            <a:r>
              <a:rPr sz="2000" spc="-10" dirty="0">
                <a:solidFill>
                  <a:srgbClr val="5E5E5E"/>
                </a:solidFill>
                <a:latin typeface="Comic Sans MS" panose="030F0702030302020204" pitchFamily="66" charset="0"/>
                <a:cs typeface="Calibri" panose="020F0502020204030204" pitchFamily="34" charset="0"/>
              </a:rPr>
              <a:t>G</a:t>
            </a:r>
            <a:r>
              <a:rPr sz="2000" spc="-15" dirty="0">
                <a:solidFill>
                  <a:srgbClr val="5E5E5E"/>
                </a:solidFill>
                <a:latin typeface="Comic Sans MS" panose="030F0702030302020204" pitchFamily="66" charset="0"/>
                <a:cs typeface="Calibri" panose="020F0502020204030204" pitchFamily="34" charset="0"/>
              </a:rPr>
              <a:t>P</a:t>
            </a:r>
            <a:r>
              <a:rPr sz="2000" dirty="0">
                <a:solidFill>
                  <a:srgbClr val="5E5E5E"/>
                </a:solidFill>
                <a:latin typeface="Comic Sans MS" panose="030F0702030302020204" pitchFamily="66" charset="0"/>
                <a:cs typeface="Calibri" panose="020F0502020204030204" pitchFamily="34" charset="0"/>
              </a:rPr>
              <a:t>U</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a</a:t>
            </a:r>
            <a:r>
              <a:rPr sz="2000" dirty="0">
                <a:solidFill>
                  <a:srgbClr val="5E5E5E"/>
                </a:solidFill>
                <a:latin typeface="Comic Sans MS" panose="030F0702030302020204" pitchFamily="66" charset="0"/>
                <a:cs typeface="Calibri" panose="020F0502020204030204" pitchFamily="34" charset="0"/>
              </a:rPr>
              <a:t>nd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a</a:t>
            </a:r>
            <a:r>
              <a:rPr sz="2000" spc="-20" dirty="0">
                <a:solidFill>
                  <a:srgbClr val="5E5E5E"/>
                </a:solidFill>
                <a:latin typeface="Comic Sans MS" panose="030F0702030302020204" pitchFamily="66" charset="0"/>
                <a:cs typeface="Calibri" panose="020F0502020204030204" pitchFamily="34" charset="0"/>
              </a:rPr>
              <a:t>l</a:t>
            </a:r>
            <a:r>
              <a:rPr sz="2000" spc="-15" dirty="0">
                <a:solidFill>
                  <a:srgbClr val="5E5E5E"/>
                </a:solidFill>
                <a:latin typeface="Comic Sans MS" panose="030F0702030302020204" pitchFamily="66" charset="0"/>
                <a:cs typeface="Calibri" panose="020F0502020204030204" pitchFamily="34" charset="0"/>
              </a:rPr>
              <a:t>s</a:t>
            </a:r>
            <a:r>
              <a:rPr sz="2000" spc="-10" dirty="0">
                <a:solidFill>
                  <a:srgbClr val="5E5E5E"/>
                </a:solidFill>
                <a:latin typeface="Comic Sans MS" panose="030F0702030302020204" pitchFamily="66" charset="0"/>
                <a:cs typeface="Calibri" panose="020F0502020204030204" pitchFamily="34" charset="0"/>
              </a:rPr>
              <a:t>o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he </a:t>
            </a:r>
            <a:r>
              <a:rPr sz="2000" spc="-20" dirty="0">
                <a:solidFill>
                  <a:srgbClr val="5E5E5E"/>
                </a:solidFill>
                <a:latin typeface="Comic Sans MS" panose="030F0702030302020204" pitchFamily="66" charset="0"/>
                <a:cs typeface="Calibri" panose="020F0502020204030204" pitchFamily="34" charset="0"/>
              </a:rPr>
              <a:t>CP</a:t>
            </a:r>
            <a:r>
              <a:rPr sz="2000" dirty="0">
                <a:solidFill>
                  <a:srgbClr val="5E5E5E"/>
                </a:solidFill>
                <a:latin typeface="Comic Sans MS" panose="030F0702030302020204" pitchFamily="66" charset="0"/>
                <a:cs typeface="Calibri" panose="020F0502020204030204" pitchFamily="34" charset="0"/>
              </a:rPr>
              <a:t>U</a:t>
            </a:r>
            <a:endParaRPr sz="2000" dirty="0">
              <a:latin typeface="Comic Sans MS" panose="030F0702030302020204" pitchFamily="66" charset="0"/>
              <a:cs typeface="Calibri" panose="020F0502020204030204" pitchFamily="34" charset="0"/>
            </a:endParaRPr>
          </a:p>
        </p:txBody>
      </p:sp>
      <p:sp>
        <p:nvSpPr>
          <p:cNvPr id="6" name="object 6"/>
          <p:cNvSpPr txBox="1"/>
          <p:nvPr/>
        </p:nvSpPr>
        <p:spPr>
          <a:xfrm>
            <a:off x="595488" y="4020871"/>
            <a:ext cx="2909711" cy="307777"/>
          </a:xfrm>
          <a:prstGeom prst="rect">
            <a:avLst/>
          </a:prstGeom>
        </p:spPr>
        <p:txBody>
          <a:bodyPr vert="horz" wrap="square" lIns="0" tIns="0" rIns="0" bIns="0" rtlCol="0">
            <a:spAutoFit/>
          </a:bodyPr>
          <a:lstStyle/>
          <a:p>
            <a:pPr marL="12700">
              <a:lnSpc>
                <a:spcPct val="100000"/>
              </a:lnSpc>
            </a:pPr>
            <a:r>
              <a:rPr sz="2000" spc="5" dirty="0">
                <a:solidFill>
                  <a:srgbClr val="5E5E5E"/>
                </a:solidFill>
                <a:latin typeface="Comic Sans MS" panose="030F0702030302020204" pitchFamily="66" charset="0"/>
                <a:cs typeface="Calibri" panose="020F0502020204030204" pitchFamily="34" charset="0"/>
              </a:rPr>
              <a:t>“</a:t>
            </a:r>
            <a:r>
              <a:rPr sz="200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st</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p</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r</a:t>
            </a:r>
            <a:r>
              <a:rPr sz="2000" spc="-15" dirty="0">
                <a:solidFill>
                  <a:srgbClr val="5E5E5E"/>
                </a:solidFill>
                <a:latin typeface="Comic Sans MS" panose="030F0702030302020204" pitchFamily="66" charset="0"/>
                <a:cs typeface="Calibri" panose="020F0502020204030204" pitchFamily="34" charset="0"/>
              </a:rPr>
              <a:t>fo</a:t>
            </a:r>
            <a:r>
              <a:rPr sz="2000" spc="-10" dirty="0">
                <a:solidFill>
                  <a:srgbClr val="5E5E5E"/>
                </a:solidFill>
                <a:latin typeface="Comic Sans MS" panose="030F0702030302020204" pitchFamily="66" charset="0"/>
                <a:cs typeface="Calibri" panose="020F0502020204030204" pitchFamily="34" charset="0"/>
              </a:rPr>
              <a:t>r</a:t>
            </a:r>
            <a:r>
              <a:rPr sz="2000" dirty="0">
                <a:solidFill>
                  <a:srgbClr val="5E5E5E"/>
                </a:solidFill>
                <a:latin typeface="Comic Sans MS" panose="030F0702030302020204" pitchFamily="66" charset="0"/>
                <a:cs typeface="Calibri" panose="020F0502020204030204" pitchFamily="34" charset="0"/>
              </a:rPr>
              <a:t>man</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e</a:t>
            </a:r>
            <a:endParaRPr sz="2000" dirty="0">
              <a:latin typeface="Comic Sans MS" panose="030F0702030302020204" pitchFamily="66" charset="0"/>
              <a:cs typeface="Calibri" panose="020F0502020204030204" pitchFamily="34" charset="0"/>
            </a:endParaRPr>
          </a:p>
        </p:txBody>
      </p:sp>
      <p:sp>
        <p:nvSpPr>
          <p:cNvPr id="7" name="object 7"/>
          <p:cNvSpPr/>
          <p:nvPr/>
        </p:nvSpPr>
        <p:spPr>
          <a:xfrm>
            <a:off x="5166359" y="5187695"/>
            <a:ext cx="5803392" cy="838200"/>
          </a:xfrm>
          <a:prstGeom prst="rect">
            <a:avLst/>
          </a:prstGeom>
          <a:blipFill>
            <a:blip r:embed="rId3" cstate="print"/>
            <a:stretch>
              <a:fillRect/>
            </a:stretch>
          </a:blipFill>
        </p:spPr>
        <p:txBody>
          <a:bodyPr wrap="square" lIns="0" tIns="0" rIns="0" bIns="0" rtlCol="0"/>
          <a:lstStyle/>
          <a:p>
            <a:endParaRPr>
              <a:latin typeface="Comic Sans MS" panose="030F0702030302020204" pitchFamily="66" charset="0"/>
            </a:endParaRPr>
          </a:p>
        </p:txBody>
      </p:sp>
      <p:sp>
        <p:nvSpPr>
          <p:cNvPr id="8" name="object 8"/>
          <p:cNvSpPr/>
          <p:nvPr/>
        </p:nvSpPr>
        <p:spPr>
          <a:xfrm>
            <a:off x="5217952" y="2977041"/>
            <a:ext cx="4646295" cy="2966085"/>
          </a:xfrm>
          <a:custGeom>
            <a:avLst/>
            <a:gdLst/>
            <a:ahLst/>
            <a:cxnLst/>
            <a:rect l="l" t="t" r="r" b="b"/>
            <a:pathLst>
              <a:path w="4646295" h="2966085">
                <a:moveTo>
                  <a:pt x="4561809" y="0"/>
                </a:moveTo>
                <a:lnTo>
                  <a:pt x="0" y="0"/>
                </a:lnTo>
                <a:lnTo>
                  <a:pt x="0" y="2881563"/>
                </a:lnTo>
                <a:lnTo>
                  <a:pt x="84195" y="2965759"/>
                </a:lnTo>
                <a:lnTo>
                  <a:pt x="4646006" y="2965759"/>
                </a:lnTo>
                <a:lnTo>
                  <a:pt x="4646006" y="84197"/>
                </a:lnTo>
                <a:lnTo>
                  <a:pt x="4561809" y="0"/>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9" name="object 9"/>
          <p:cNvSpPr/>
          <p:nvPr/>
        </p:nvSpPr>
        <p:spPr>
          <a:xfrm>
            <a:off x="5217952" y="2977041"/>
            <a:ext cx="4646295" cy="2966085"/>
          </a:xfrm>
          <a:custGeom>
            <a:avLst/>
            <a:gdLst/>
            <a:ahLst/>
            <a:cxnLst/>
            <a:rect l="l" t="t" r="r" b="b"/>
            <a:pathLst>
              <a:path w="4646295" h="2966085">
                <a:moveTo>
                  <a:pt x="0" y="0"/>
                </a:moveTo>
                <a:lnTo>
                  <a:pt x="4561811" y="0"/>
                </a:lnTo>
                <a:lnTo>
                  <a:pt x="4646007" y="84196"/>
                </a:lnTo>
                <a:lnTo>
                  <a:pt x="4646007" y="2965759"/>
                </a:lnTo>
                <a:lnTo>
                  <a:pt x="84196" y="2965759"/>
                </a:lnTo>
                <a:lnTo>
                  <a:pt x="0" y="2881563"/>
                </a:lnTo>
                <a:lnTo>
                  <a:pt x="0" y="0"/>
                </a:lnTo>
                <a:close/>
              </a:path>
            </a:pathLst>
          </a:custGeom>
          <a:ln w="12700">
            <a:solidFill>
              <a:srgbClr val="FFFFFF"/>
            </a:solidFill>
          </a:ln>
        </p:spPr>
        <p:txBody>
          <a:bodyPr wrap="square" lIns="0" tIns="0" rIns="0" bIns="0" rtlCol="0"/>
          <a:lstStyle/>
          <a:p>
            <a:endParaRPr>
              <a:latin typeface="Comic Sans MS" panose="030F0702030302020204" pitchFamily="66" charset="0"/>
            </a:endParaRPr>
          </a:p>
        </p:txBody>
      </p:sp>
      <p:sp>
        <p:nvSpPr>
          <p:cNvPr id="10" name="object 10"/>
          <p:cNvSpPr txBox="1"/>
          <p:nvPr/>
        </p:nvSpPr>
        <p:spPr>
          <a:xfrm>
            <a:off x="5338780" y="3190660"/>
            <a:ext cx="3004820" cy="1486535"/>
          </a:xfrm>
          <a:prstGeom prst="rect">
            <a:avLst/>
          </a:prstGeom>
        </p:spPr>
        <p:txBody>
          <a:bodyPr vert="horz" wrap="square" lIns="0" tIns="0" rIns="0" bIns="0" rtlCol="0">
            <a:spAutoFit/>
          </a:bodyPr>
          <a:lstStyle/>
          <a:p>
            <a:pPr marL="225425" marR="5080" indent="-212725">
              <a:lnSpc>
                <a:spcPct val="101000"/>
              </a:lnSpc>
            </a:pPr>
            <a:r>
              <a:rPr sz="1400" u="heavy" spc="-10" dirty="0">
                <a:solidFill>
                  <a:srgbClr val="505050"/>
                </a:solidFill>
                <a:latin typeface="Comic Sans MS" panose="030F0702030302020204" pitchFamily="66" charset="0"/>
                <a:cs typeface="Lucida Console" panose="020B0609040504020204"/>
              </a:rPr>
              <a:t> </a:t>
            </a:r>
            <a:r>
              <a:rPr sz="1400" u="heavy"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globa</a:t>
            </a:r>
            <a:r>
              <a:rPr sz="1400" spc="-15" dirty="0">
                <a:solidFill>
                  <a:srgbClr val="505050"/>
                </a:solidFill>
                <a:latin typeface="Comic Sans MS" panose="030F0702030302020204" pitchFamily="66" charset="0"/>
                <a:cs typeface="Lucida Console" panose="020B0609040504020204"/>
              </a:rPr>
              <a:t>l</a:t>
            </a:r>
            <a:r>
              <a:rPr sz="1400" u="heavy" spc="-10" dirty="0">
                <a:solidFill>
                  <a:srgbClr val="505050"/>
                </a:solidFill>
                <a:latin typeface="Comic Sans MS" panose="030F0702030302020204" pitchFamily="66" charset="0"/>
                <a:cs typeface="Lucida Console" panose="020B0609040504020204"/>
              </a:rPr>
              <a:t> </a:t>
            </a:r>
            <a:r>
              <a:rPr sz="1400" u="heavy"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 voi</a:t>
            </a:r>
            <a:r>
              <a:rPr sz="1400" spc="-10" dirty="0">
                <a:solidFill>
                  <a:srgbClr val="505050"/>
                </a:solidFill>
                <a:latin typeface="Comic Sans MS" panose="030F0702030302020204" pitchFamily="66" charset="0"/>
                <a:cs typeface="Lucida Console" panose="020B0609040504020204"/>
              </a:rPr>
              <a:t>d</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kernel(float 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id</a:t>
            </a:r>
            <a:r>
              <a:rPr sz="1400" spc="-10" dirty="0">
                <a:solidFill>
                  <a:srgbClr val="505050"/>
                </a:solidFill>
                <a:latin typeface="Comic Sans MS" panose="030F0702030302020204" pitchFamily="66" charset="0"/>
                <a:cs typeface="Lucida Console" panose="020B0609040504020204"/>
              </a:rPr>
              <a:t>x</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225425">
              <a:lnSpc>
                <a:spcPct val="100000"/>
              </a:lnSpc>
              <a:spcBef>
                <a:spcPts val="20"/>
              </a:spcBef>
            </a:pPr>
            <a:r>
              <a:rPr sz="1400" spc="-20" dirty="0">
                <a:solidFill>
                  <a:srgbClr val="505050"/>
                </a:solidFill>
                <a:latin typeface="Comic Sans MS" panose="030F0702030302020204" pitchFamily="66" charset="0"/>
                <a:cs typeface="Lucida Console" panose="020B0609040504020204"/>
              </a:rPr>
              <a:t>data[idx</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val;}</a:t>
            </a:r>
            <a:endParaRPr sz="1400" dirty="0">
              <a:latin typeface="Comic Sans MS" panose="030F0702030302020204" pitchFamily="66" charset="0"/>
              <a:cs typeface="Lucida Console" panose="020B0609040504020204"/>
            </a:endParaRPr>
          </a:p>
          <a:p>
            <a:pPr marL="12700">
              <a:lnSpc>
                <a:spcPts val="1645"/>
              </a:lnSpc>
              <a:spcBef>
                <a:spcPts val="20"/>
              </a:spcBef>
            </a:pPr>
            <a:r>
              <a:rPr sz="1400" spc="-10" dirty="0">
                <a:solidFill>
                  <a:srgbClr val="505050"/>
                </a:solidFill>
                <a:latin typeface="Comic Sans MS" panose="030F0702030302020204" pitchFamily="66" charset="0"/>
                <a:cs typeface="Lucida Console" panose="020B0609040504020204"/>
              </a:rPr>
              <a:t>…</a:t>
            </a:r>
            <a:endParaRPr sz="1400" dirty="0">
              <a:latin typeface="Comic Sans MS" panose="030F0702030302020204" pitchFamily="66" charset="0"/>
              <a:cs typeface="Lucida Console" panose="020B0609040504020204"/>
            </a:endParaRPr>
          </a:p>
          <a:p>
            <a:pPr marL="12700">
              <a:lnSpc>
                <a:spcPts val="1645"/>
              </a:lnSpc>
            </a:pP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n</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256*256;</a:t>
            </a:r>
            <a:endParaRPr sz="1400" dirty="0">
              <a:latin typeface="Comic Sans MS" panose="030F0702030302020204" pitchFamily="66" charset="0"/>
              <a:cs typeface="Lucida Console" panose="020B0609040504020204"/>
            </a:endParaRPr>
          </a:p>
          <a:p>
            <a:pPr marL="12700" marR="324485">
              <a:lnSpc>
                <a:spcPts val="1700"/>
              </a:lnSpc>
              <a:spcBef>
                <a:spcPts val="40"/>
              </a:spcBef>
            </a:pPr>
            <a:r>
              <a:rPr sz="1400" spc="-20" dirty="0">
                <a:solidFill>
                  <a:srgbClr val="505050"/>
                </a:solidFill>
                <a:latin typeface="Comic Sans MS" panose="030F0702030302020204" pitchFamily="66" charset="0"/>
                <a:cs typeface="Lucida Console" panose="020B0609040504020204"/>
              </a:rPr>
              <a:t>in</a:t>
            </a:r>
            <a:r>
              <a:rPr sz="1400" spc="-10" dirty="0">
                <a:solidFill>
                  <a:srgbClr val="505050"/>
                </a:solidFill>
                <a:latin typeface="Comic Sans MS" panose="030F0702030302020204" pitchFamily="66" charset="0"/>
                <a:cs typeface="Lucida Console" panose="020B0609040504020204"/>
              </a:rPr>
              <a:t>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d</a:t>
            </a:r>
            <a:r>
              <a:rPr sz="1400" spc="-10" dirty="0">
                <a:solidFill>
                  <a:srgbClr val="505050"/>
                </a:solidFill>
                <a:latin typeface="Comic Sans MS" panose="030F0702030302020204" pitchFamily="66" charset="0"/>
                <a:cs typeface="Lucida Console" panose="020B0609040504020204"/>
              </a:rPr>
              <a:t>s</a:t>
            </a:r>
            <a:r>
              <a:rPr sz="1400" spc="-15" dirty="0">
                <a:solidFill>
                  <a:srgbClr val="505050"/>
                </a:solidFill>
                <a:latin typeface="Comic Sans MS" panose="030F0702030302020204" pitchFamily="66" charset="0"/>
                <a:cs typeface="Lucida Console" panose="020B0609040504020204"/>
              </a:rPr>
              <a:t> </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n*sizeof(float); </a:t>
            </a:r>
            <a:endParaRPr lang="en-US" altLang="zh-CN" sz="1400" spc="-20" dirty="0">
              <a:solidFill>
                <a:srgbClr val="505050"/>
              </a:solidFill>
              <a:latin typeface="Comic Sans MS" panose="030F0702030302020204" pitchFamily="66" charset="0"/>
              <a:cs typeface="Lucida Console" panose="020B0609040504020204"/>
            </a:endParaRPr>
          </a:p>
          <a:p>
            <a:pPr marL="12700" marR="324485">
              <a:lnSpc>
                <a:spcPts val="1700"/>
              </a:lnSpc>
              <a:spcBef>
                <a:spcPts val="40"/>
              </a:spcBef>
            </a:pPr>
            <a:r>
              <a:rPr sz="1400" spc="-20" dirty="0">
                <a:solidFill>
                  <a:srgbClr val="505050"/>
                </a:solidFill>
                <a:latin typeface="Comic Sans MS" panose="030F0702030302020204" pitchFamily="66" charset="0"/>
                <a:cs typeface="Lucida Console" panose="020B0609040504020204"/>
              </a:rPr>
              <a:t>floa</a:t>
            </a:r>
            <a:r>
              <a:rPr sz="1400" spc="-10" dirty="0">
                <a:solidFill>
                  <a:srgbClr val="505050"/>
                </a:solidFill>
                <a:latin typeface="Comic Sans MS" panose="030F0702030302020204" pitchFamily="66" charset="0"/>
                <a:cs typeface="Lucida Console" panose="020B0609040504020204"/>
              </a:rPr>
              <a:t>t</a:t>
            </a:r>
            <a:r>
              <a:rPr sz="1400" spc="-20" dirty="0">
                <a:solidFill>
                  <a:srgbClr val="505050"/>
                </a:solidFill>
                <a:latin typeface="Comic Sans MS" panose="030F0702030302020204" pitchFamily="66" charset="0"/>
                <a:cs typeface="Lucida Console" panose="020B0609040504020204"/>
              </a:rPr>
              <a:t> *data;</a:t>
            </a:r>
            <a:endParaRPr sz="1400" dirty="0">
              <a:latin typeface="Comic Sans MS" panose="030F0702030302020204" pitchFamily="66" charset="0"/>
              <a:cs typeface="Lucida Console" panose="020B0609040504020204"/>
            </a:endParaRPr>
          </a:p>
        </p:txBody>
      </p:sp>
      <p:sp>
        <p:nvSpPr>
          <p:cNvPr id="11" name="object 11"/>
          <p:cNvSpPr txBox="1"/>
          <p:nvPr/>
        </p:nvSpPr>
        <p:spPr>
          <a:xfrm>
            <a:off x="8423219" y="3190660"/>
            <a:ext cx="770255" cy="215444"/>
          </a:xfrm>
          <a:prstGeom prst="rect">
            <a:avLst/>
          </a:prstGeom>
        </p:spPr>
        <p:txBody>
          <a:bodyPr vert="horz" wrap="square" lIns="0" tIns="0" rIns="0" bIns="0" rtlCol="0">
            <a:spAutoFit/>
          </a:bodyPr>
          <a:lstStyle/>
          <a:p>
            <a:pPr marL="12700">
              <a:lnSpc>
                <a:spcPct val="100000"/>
              </a:lnSpc>
            </a:pPr>
            <a:r>
              <a:rPr sz="1400" spc="-20" dirty="0">
                <a:solidFill>
                  <a:srgbClr val="505050"/>
                </a:solidFill>
                <a:latin typeface="Comic Sans MS" panose="030F0702030302020204" pitchFamily="66" charset="0"/>
                <a:cs typeface="Lucida Console" panose="020B0609040504020204"/>
              </a:rPr>
              <a:t>*data){</a:t>
            </a:r>
            <a:endParaRPr sz="1400">
              <a:latin typeface="Comic Sans MS" panose="030F0702030302020204" pitchFamily="66" charset="0"/>
              <a:cs typeface="Lucida Console" panose="020B0609040504020204"/>
            </a:endParaRPr>
          </a:p>
        </p:txBody>
      </p:sp>
      <p:sp>
        <p:nvSpPr>
          <p:cNvPr id="12" name="object 12"/>
          <p:cNvSpPr txBox="1"/>
          <p:nvPr/>
        </p:nvSpPr>
        <p:spPr>
          <a:xfrm>
            <a:off x="5338780" y="4690276"/>
            <a:ext cx="4338620" cy="1077218"/>
          </a:xfrm>
          <a:prstGeom prst="rect">
            <a:avLst/>
          </a:prstGeom>
        </p:spPr>
        <p:txBody>
          <a:bodyPr vert="horz" wrap="square" lIns="0" tIns="0" rIns="0" bIns="0" rtlCol="0">
            <a:spAutoFit/>
          </a:bodyPr>
          <a:lstStyle/>
          <a:p>
            <a:pPr marL="12700" marR="5080">
              <a:lnSpc>
                <a:spcPct val="100000"/>
              </a:lnSpc>
            </a:pPr>
            <a:r>
              <a:rPr sz="1400" spc="-20" dirty="0">
                <a:solidFill>
                  <a:srgbClr val="505050"/>
                </a:solidFill>
                <a:latin typeface="Comic Sans MS" panose="030F0702030302020204" pitchFamily="66" charset="0"/>
                <a:cs typeface="Lucida Console" panose="020B0609040504020204"/>
              </a:rPr>
              <a:t>cudaMallocManaged(&amp;data</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ds); </a:t>
            </a:r>
            <a:r>
              <a:rPr sz="1400" spc="-20" dirty="0">
                <a:solidFill>
                  <a:srgbClr val="00B0F0"/>
                </a:solidFill>
                <a:latin typeface="Comic Sans MS" panose="030F0702030302020204" pitchFamily="66" charset="0"/>
                <a:cs typeface="Lucida Console" panose="020B0609040504020204"/>
              </a:rPr>
              <a:t>cudaMemPrefetchAsync</a:t>
            </a:r>
            <a:r>
              <a:rPr sz="1400" spc="-20" dirty="0">
                <a:solidFill>
                  <a:srgbClr val="505050"/>
                </a:solidFill>
                <a:latin typeface="Comic Sans MS" panose="030F0702030302020204" pitchFamily="66" charset="0"/>
                <a:cs typeface="Lucida Console" panose="020B0609040504020204"/>
              </a:rPr>
              <a:t>(data</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ds</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0); Kernel&lt;&lt;&lt;256,256&gt;&gt;&gt;(data); </a:t>
            </a:r>
            <a:r>
              <a:rPr sz="1400" spc="-20" dirty="0">
                <a:solidFill>
                  <a:srgbClr val="00B0F0"/>
                </a:solidFill>
                <a:latin typeface="Comic Sans MS" panose="030F0702030302020204" pitchFamily="66" charset="0"/>
                <a:cs typeface="Lucida Console" panose="020B0609040504020204"/>
              </a:rPr>
              <a:t>cudaMemPrefetchAsync</a:t>
            </a:r>
            <a:r>
              <a:rPr sz="1400" spc="-20" dirty="0">
                <a:solidFill>
                  <a:srgbClr val="505050"/>
                </a:solidFill>
                <a:latin typeface="Comic Sans MS" panose="030F0702030302020204" pitchFamily="66" charset="0"/>
                <a:cs typeface="Lucida Console" panose="020B0609040504020204"/>
              </a:rPr>
              <a:t>(data</a:t>
            </a:r>
            <a:r>
              <a:rPr sz="1400" spc="-10" dirty="0">
                <a:solidFill>
                  <a:srgbClr val="505050"/>
                </a:solidFill>
                <a:latin typeface="Comic Sans MS" panose="030F0702030302020204" pitchFamily="66" charset="0"/>
                <a:cs typeface="Lucida Console" panose="020B0609040504020204"/>
              </a:rPr>
              <a:t>,</a:t>
            </a:r>
            <a:r>
              <a:rPr sz="1400" spc="-20" dirty="0">
                <a:solidFill>
                  <a:srgbClr val="505050"/>
                </a:solidFill>
                <a:latin typeface="Comic Sans MS" panose="030F0702030302020204" pitchFamily="66" charset="0"/>
                <a:cs typeface="Lucida Console" panose="020B0609040504020204"/>
              </a:rPr>
              <a:t> ds, </a:t>
            </a:r>
            <a:r>
              <a:rPr sz="1400" spc="-20" dirty="0">
                <a:solidFill>
                  <a:srgbClr val="FFC000"/>
                </a:solidFill>
                <a:latin typeface="Comic Sans MS" panose="030F0702030302020204" pitchFamily="66" charset="0"/>
                <a:cs typeface="Lucida Console" panose="020B0609040504020204"/>
              </a:rPr>
              <a:t>cudaCpuDeviceId</a:t>
            </a: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a:t>
            </a:r>
            <a:r>
              <a:rPr sz="1400" spc="-10" dirty="0">
                <a:solidFill>
                  <a:srgbClr val="505050"/>
                </a:solidFill>
                <a:latin typeface="Comic Sans MS" panose="030F0702030302020204" pitchFamily="66" charset="0"/>
                <a:cs typeface="Lucida Console" panose="020B0609040504020204"/>
              </a:rPr>
              <a:t>/</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cop</a:t>
            </a:r>
            <a:r>
              <a:rPr sz="1400" spc="-10" dirty="0">
                <a:solidFill>
                  <a:srgbClr val="505050"/>
                </a:solidFill>
                <a:latin typeface="Comic Sans MS" panose="030F0702030302020204" pitchFamily="66" charset="0"/>
                <a:cs typeface="Lucida Console" panose="020B0609040504020204"/>
              </a:rPr>
              <a:t>y</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bac</a:t>
            </a:r>
            <a:r>
              <a:rPr sz="1400" spc="-10" dirty="0">
                <a:solidFill>
                  <a:srgbClr val="505050"/>
                </a:solidFill>
                <a:latin typeface="Comic Sans MS" panose="030F0702030302020204" pitchFamily="66" charset="0"/>
                <a:cs typeface="Lucida Console" panose="020B0609040504020204"/>
              </a:rPr>
              <a:t>k</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t</a:t>
            </a:r>
            <a:r>
              <a:rPr sz="1400" spc="-10" dirty="0">
                <a:solidFill>
                  <a:srgbClr val="505050"/>
                </a:solidFill>
                <a:latin typeface="Comic Sans MS" panose="030F0702030302020204" pitchFamily="66" charset="0"/>
                <a:cs typeface="Lucida Console" panose="020B0609040504020204"/>
              </a:rPr>
              <a:t>o</a:t>
            </a:r>
            <a:r>
              <a:rPr sz="1400" spc="-15" dirty="0">
                <a:solidFill>
                  <a:srgbClr val="505050"/>
                </a:solidFill>
                <a:latin typeface="Comic Sans MS" panose="030F0702030302020204" pitchFamily="66" charset="0"/>
                <a:cs typeface="Lucida Console" panose="020B0609040504020204"/>
              </a:rPr>
              <a:t> </a:t>
            </a:r>
            <a:r>
              <a:rPr sz="1400" spc="-20" dirty="0">
                <a:solidFill>
                  <a:srgbClr val="505050"/>
                </a:solidFill>
                <a:latin typeface="Comic Sans MS" panose="030F0702030302020204" pitchFamily="66" charset="0"/>
                <a:cs typeface="Lucida Console" panose="020B0609040504020204"/>
              </a:rPr>
              <a:t>host</a:t>
            </a:r>
            <a:endParaRPr sz="1400" dirty="0">
              <a:latin typeface="Comic Sans MS" panose="030F0702030302020204" pitchFamily="66" charset="0"/>
              <a:cs typeface="Lucida Console" panose="020B0609040504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20901"/>
            <a:ext cx="9464040" cy="808990"/>
          </a:xfrm>
          <a:prstGeom prst="rect">
            <a:avLst/>
          </a:prstGeom>
        </p:spPr>
        <p:txBody>
          <a:bodyPr vert="horz" wrap="square" lIns="0" tIns="0" rIns="0" bIns="0" rtlCol="0">
            <a:spAutoFit/>
          </a:bodyPr>
          <a:lstStyle/>
          <a:p>
            <a:pPr marL="0" algn="ctr">
              <a:lnSpc>
                <a:spcPct val="100000"/>
              </a:lnSpc>
            </a:pPr>
            <a:r>
              <a:rPr sz="3200" b="1" spc="-15" dirty="0">
                <a:latin typeface="Comic Sans MS" panose="030F0702030302020204" pitchFamily="66" charset="0"/>
              </a:rPr>
              <a:t>P</a:t>
            </a:r>
            <a:r>
              <a:rPr sz="3200" b="1" spc="-25" dirty="0">
                <a:latin typeface="Comic Sans MS" panose="030F0702030302020204" pitchFamily="66" charset="0"/>
              </a:rPr>
              <a:t>ERFO</a:t>
            </a:r>
            <a:r>
              <a:rPr sz="3200" b="1" dirty="0">
                <a:latin typeface="Comic Sans MS" panose="030F0702030302020204" pitchFamily="66" charset="0"/>
              </a:rPr>
              <a:t>R</a:t>
            </a:r>
            <a:r>
              <a:rPr sz="3200" b="1" spc="-10" dirty="0">
                <a:latin typeface="Comic Sans MS" panose="030F0702030302020204" pitchFamily="66" charset="0"/>
              </a:rPr>
              <a:t>M</a:t>
            </a:r>
            <a:r>
              <a:rPr sz="3200" b="1" spc="-25" dirty="0">
                <a:latin typeface="Comic Sans MS" panose="030F0702030302020204" pitchFamily="66" charset="0"/>
              </a:rPr>
              <a:t>A</a:t>
            </a:r>
            <a:r>
              <a:rPr sz="3200" b="1" dirty="0">
                <a:latin typeface="Comic Sans MS" panose="030F0702030302020204" pitchFamily="66" charset="0"/>
              </a:rPr>
              <a:t>N</a:t>
            </a:r>
            <a:r>
              <a:rPr sz="3200" b="1" spc="-5" dirty="0">
                <a:latin typeface="Comic Sans MS" panose="030F0702030302020204" pitchFamily="66" charset="0"/>
              </a:rPr>
              <a:t>C</a:t>
            </a:r>
            <a:r>
              <a:rPr sz="3200" b="1" spc="-20" dirty="0">
                <a:latin typeface="Comic Sans MS" panose="030F0702030302020204" pitchFamily="66" charset="0"/>
              </a:rPr>
              <a:t>E</a:t>
            </a:r>
            <a:r>
              <a:rPr sz="3200" b="1" dirty="0">
                <a:latin typeface="Comic Sans MS" panose="030F0702030302020204" pitchFamily="66" charset="0"/>
              </a:rPr>
              <a:t> </a:t>
            </a:r>
            <a:r>
              <a:rPr sz="3200" b="1" spc="-30" dirty="0">
                <a:latin typeface="Comic Sans MS" panose="030F0702030302020204" pitchFamily="66" charset="0"/>
              </a:rPr>
              <a:t>T</a:t>
            </a:r>
            <a:r>
              <a:rPr sz="3200" b="1" dirty="0">
                <a:latin typeface="Comic Sans MS" panose="030F0702030302020204" pitchFamily="66" charset="0"/>
              </a:rPr>
              <a:t>UN</a:t>
            </a:r>
            <a:r>
              <a:rPr sz="3200" b="1" spc="-5" dirty="0">
                <a:latin typeface="Comic Sans MS" panose="030F0702030302020204" pitchFamily="66" charset="0"/>
              </a:rPr>
              <a:t>I</a:t>
            </a:r>
            <a:r>
              <a:rPr sz="3200" b="1" dirty="0">
                <a:latin typeface="Comic Sans MS" panose="030F0702030302020204" pitchFamily="66" charset="0"/>
              </a:rPr>
              <a:t>NG</a:t>
            </a:r>
            <a:r>
              <a:rPr sz="3200" b="1" spc="5" dirty="0">
                <a:latin typeface="Comic Sans MS" panose="030F0702030302020204" pitchFamily="66" charset="0"/>
              </a:rPr>
              <a:t> </a:t>
            </a:r>
            <a:r>
              <a:rPr sz="3200" b="1" spc="-25" dirty="0">
                <a:latin typeface="Comic Sans MS" panose="030F0702030302020204" pitchFamily="66" charset="0"/>
              </a:rPr>
              <a:t>O</a:t>
            </a:r>
            <a:r>
              <a:rPr sz="3200" b="1" dirty="0">
                <a:latin typeface="Comic Sans MS" panose="030F0702030302020204" pitchFamily="66" charset="0"/>
              </a:rPr>
              <a:t>N</a:t>
            </a:r>
            <a:r>
              <a:rPr sz="3200" b="1" spc="5" dirty="0">
                <a:latin typeface="Comic Sans MS" panose="030F0702030302020204" pitchFamily="66" charset="0"/>
              </a:rPr>
              <a:t> </a:t>
            </a:r>
            <a:r>
              <a:rPr sz="3200" b="1" spc="-15" dirty="0">
                <a:latin typeface="Comic Sans MS" panose="030F0702030302020204" pitchFamily="66" charset="0"/>
              </a:rPr>
              <a:t>P</a:t>
            </a:r>
            <a:r>
              <a:rPr sz="3200" b="1" spc="-25" dirty="0">
                <a:latin typeface="Comic Sans MS" panose="030F0702030302020204" pitchFamily="66" charset="0"/>
              </a:rPr>
              <a:t>A</a:t>
            </a:r>
            <a:r>
              <a:rPr sz="3200" b="1" spc="-15" dirty="0">
                <a:latin typeface="Comic Sans MS" panose="030F0702030302020204" pitchFamily="66" charset="0"/>
              </a:rPr>
              <a:t>S</a:t>
            </a:r>
            <a:r>
              <a:rPr sz="3200" b="1" spc="-5" dirty="0">
                <a:latin typeface="Comic Sans MS" panose="030F0702030302020204" pitchFamily="66" charset="0"/>
              </a:rPr>
              <a:t>C</a:t>
            </a:r>
            <a:r>
              <a:rPr sz="3200" b="1" spc="-25" dirty="0">
                <a:latin typeface="Comic Sans MS" panose="030F0702030302020204" pitchFamily="66" charset="0"/>
              </a:rPr>
              <a:t>A</a:t>
            </a:r>
            <a:r>
              <a:rPr sz="3200" b="1" dirty="0">
                <a:latin typeface="Comic Sans MS" panose="030F0702030302020204" pitchFamily="66" charset="0"/>
              </a:rPr>
              <a:t>L+</a:t>
            </a:r>
          </a:p>
          <a:p>
            <a:pPr marL="0" algn="ctr">
              <a:lnSpc>
                <a:spcPct val="100000"/>
              </a:lnSpc>
              <a:spcBef>
                <a:spcPts val="310"/>
              </a:spcBef>
            </a:pPr>
            <a:r>
              <a:rPr sz="1800" spc="-15" dirty="0">
                <a:solidFill>
                  <a:srgbClr val="76B900"/>
                </a:solidFill>
                <a:latin typeface="Comic Sans MS" panose="030F0702030302020204" pitchFamily="66" charset="0"/>
                <a:cs typeface="Calibri" panose="020F0502020204030204" pitchFamily="34" charset="0"/>
              </a:rPr>
              <a:t>Exp</a:t>
            </a:r>
            <a:r>
              <a:rPr sz="1800" spc="-20" dirty="0">
                <a:solidFill>
                  <a:srgbClr val="76B900"/>
                </a:solidFill>
                <a:latin typeface="Comic Sans MS" panose="030F0702030302020204" pitchFamily="66" charset="0"/>
                <a:cs typeface="Calibri" panose="020F0502020204030204" pitchFamily="34" charset="0"/>
              </a:rPr>
              <a:t>l</a:t>
            </a:r>
            <a:r>
              <a:rPr sz="1800" spc="-5" dirty="0">
                <a:solidFill>
                  <a:srgbClr val="76B900"/>
                </a:solidFill>
                <a:latin typeface="Comic Sans MS" panose="030F0702030302020204" pitchFamily="66" charset="0"/>
                <a:cs typeface="Calibri" panose="020F0502020204030204" pitchFamily="34" charset="0"/>
              </a:rPr>
              <a:t>ici</a:t>
            </a:r>
            <a:r>
              <a:rPr sz="1800" dirty="0">
                <a:solidFill>
                  <a:srgbClr val="76B900"/>
                </a:solidFill>
                <a:latin typeface="Comic Sans MS" panose="030F0702030302020204" pitchFamily="66" charset="0"/>
                <a:cs typeface="Calibri" panose="020F0502020204030204" pitchFamily="34" charset="0"/>
              </a:rPr>
              <a:t>t</a:t>
            </a:r>
            <a:r>
              <a:rPr sz="1800" spc="-10" dirty="0">
                <a:solidFill>
                  <a:srgbClr val="76B900"/>
                </a:solidFill>
                <a:latin typeface="Comic Sans MS" panose="030F0702030302020204" pitchFamily="66" charset="0"/>
                <a:cs typeface="Calibri" panose="020F0502020204030204" pitchFamily="34" charset="0"/>
              </a:rPr>
              <a:t> </a:t>
            </a:r>
            <a:r>
              <a:rPr sz="1800" spc="-5" dirty="0">
                <a:solidFill>
                  <a:srgbClr val="76B900"/>
                </a:solidFill>
                <a:latin typeface="Comic Sans MS" panose="030F0702030302020204" pitchFamily="66" charset="0"/>
                <a:cs typeface="Calibri" panose="020F0502020204030204" pitchFamily="34" charset="0"/>
              </a:rPr>
              <a:t>M</a:t>
            </a:r>
            <a:r>
              <a:rPr sz="1800" spc="5" dirty="0">
                <a:solidFill>
                  <a:srgbClr val="76B900"/>
                </a:solidFill>
                <a:latin typeface="Comic Sans MS" panose="030F0702030302020204" pitchFamily="66" charset="0"/>
                <a:cs typeface="Calibri" panose="020F0502020204030204" pitchFamily="34" charset="0"/>
              </a:rPr>
              <a:t>em</a:t>
            </a:r>
            <a:r>
              <a:rPr sz="1800" spc="-15" dirty="0">
                <a:solidFill>
                  <a:srgbClr val="76B900"/>
                </a:solidFill>
                <a:latin typeface="Comic Sans MS" panose="030F0702030302020204" pitchFamily="66" charset="0"/>
                <a:cs typeface="Calibri" panose="020F0502020204030204" pitchFamily="34" charset="0"/>
              </a:rPr>
              <a:t>o</a:t>
            </a:r>
            <a:r>
              <a:rPr sz="1800" spc="-10" dirty="0">
                <a:solidFill>
                  <a:srgbClr val="76B900"/>
                </a:solidFill>
                <a:latin typeface="Comic Sans MS" panose="030F0702030302020204" pitchFamily="66" charset="0"/>
                <a:cs typeface="Calibri" panose="020F0502020204030204" pitchFamily="34" charset="0"/>
              </a:rPr>
              <a:t>r</a:t>
            </a:r>
            <a:r>
              <a:rPr sz="1800" dirty="0">
                <a:solidFill>
                  <a:srgbClr val="76B900"/>
                </a:solidFill>
                <a:latin typeface="Comic Sans MS" panose="030F0702030302020204" pitchFamily="66" charset="0"/>
                <a:cs typeface="Calibri" panose="020F0502020204030204" pitchFamily="34" charset="0"/>
              </a:rPr>
              <a:t>y</a:t>
            </a:r>
            <a:r>
              <a:rPr sz="1800" spc="-5" dirty="0">
                <a:solidFill>
                  <a:srgbClr val="76B900"/>
                </a:solidFill>
                <a:latin typeface="Comic Sans MS" panose="030F0702030302020204" pitchFamily="66" charset="0"/>
                <a:cs typeface="Calibri" panose="020F0502020204030204" pitchFamily="34" charset="0"/>
              </a:rPr>
              <a:t> Hi</a:t>
            </a:r>
            <a:r>
              <a:rPr sz="1800" dirty="0">
                <a:solidFill>
                  <a:srgbClr val="76B900"/>
                </a:solidFill>
                <a:latin typeface="Comic Sans MS" panose="030F0702030302020204" pitchFamily="66" charset="0"/>
                <a:cs typeface="Calibri" panose="020F0502020204030204" pitchFamily="34" charset="0"/>
              </a:rPr>
              <a:t>n</a:t>
            </a:r>
            <a:r>
              <a:rPr sz="1800" spc="-5" dirty="0">
                <a:solidFill>
                  <a:srgbClr val="76B900"/>
                </a:solidFill>
                <a:latin typeface="Comic Sans MS" panose="030F0702030302020204" pitchFamily="66" charset="0"/>
                <a:cs typeface="Calibri" panose="020F0502020204030204" pitchFamily="34" charset="0"/>
              </a:rPr>
              <a:t>t</a:t>
            </a:r>
            <a:r>
              <a:rPr sz="1800" spc="-10" dirty="0">
                <a:solidFill>
                  <a:srgbClr val="76B900"/>
                </a:solidFill>
                <a:latin typeface="Comic Sans MS" panose="030F0702030302020204" pitchFamily="66" charset="0"/>
                <a:cs typeface="Calibri" panose="020F0502020204030204" pitchFamily="34" charset="0"/>
              </a:rPr>
              <a:t>s</a:t>
            </a:r>
            <a:endParaRPr sz="1800" dirty="0">
              <a:latin typeface="Comic Sans MS" panose="030F0702030302020204" pitchFamily="66" charset="0"/>
              <a:cs typeface="Calibri" panose="020F0502020204030204" pitchFamily="34" charset="0"/>
            </a:endParaRPr>
          </a:p>
        </p:txBody>
      </p:sp>
      <p:sp>
        <p:nvSpPr>
          <p:cNvPr id="4" name="object 4"/>
          <p:cNvSpPr txBox="1">
            <a:spLocks noGrp="1"/>
          </p:cNvSpPr>
          <p:nvPr>
            <p:ph type="sldNum" sz="quarter" idx="12"/>
          </p:nvPr>
        </p:nvSpPr>
        <p:spPr>
          <a:xfrm>
            <a:off x="7863840" y="5786153"/>
            <a:ext cx="256032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25</a:t>
            </a:fld>
            <a:endParaRPr dirty="0">
              <a:latin typeface="Comic Sans MS" panose="030F0702030302020204" pitchFamily="66" charset="0"/>
            </a:endParaRPr>
          </a:p>
        </p:txBody>
      </p:sp>
      <p:sp>
        <p:nvSpPr>
          <p:cNvPr id="3" name="object 3"/>
          <p:cNvSpPr txBox="1"/>
          <p:nvPr/>
        </p:nvSpPr>
        <p:spPr>
          <a:xfrm>
            <a:off x="609600" y="2043147"/>
            <a:ext cx="8305800" cy="2957220"/>
          </a:xfrm>
          <a:prstGeom prst="rect">
            <a:avLst/>
          </a:prstGeom>
        </p:spPr>
        <p:txBody>
          <a:bodyPr vert="horz" wrap="square" lIns="0" tIns="0" rIns="0" bIns="0" rtlCol="0">
            <a:spAutoFit/>
          </a:bodyPr>
          <a:lstStyle/>
          <a:p>
            <a:pPr marL="355600" indent="-342900">
              <a:lnSpc>
                <a:spcPct val="100000"/>
              </a:lnSpc>
              <a:buFont typeface="Arial" panose="020B0604020202020204" pitchFamily="34" charset="0"/>
              <a:buChar char="•"/>
            </a:pPr>
            <a:r>
              <a:rPr sz="2000" spc="-15" dirty="0">
                <a:solidFill>
                  <a:srgbClr val="5E5E5E"/>
                </a:solidFill>
                <a:latin typeface="Comic Sans MS" panose="030F0702030302020204" pitchFamily="66" charset="0"/>
                <a:cs typeface="Calibri" panose="020F0502020204030204" pitchFamily="34" charset="0"/>
              </a:rPr>
              <a:t>Ad</a:t>
            </a:r>
            <a:r>
              <a:rPr sz="2000" spc="-5" dirty="0">
                <a:solidFill>
                  <a:srgbClr val="5E5E5E"/>
                </a:solidFill>
                <a:latin typeface="Comic Sans MS" panose="030F0702030302020204" pitchFamily="66" charset="0"/>
                <a:cs typeface="Calibri" panose="020F0502020204030204" pitchFamily="34" charset="0"/>
              </a:rPr>
              <a:t>vi</a:t>
            </a:r>
            <a:r>
              <a:rPr sz="2000" spc="-1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e run</a:t>
            </a:r>
            <a:r>
              <a:rPr sz="2000" spc="-5" dirty="0">
                <a:solidFill>
                  <a:srgbClr val="5E5E5E"/>
                </a:solidFill>
                <a:latin typeface="Comic Sans MS" panose="030F0702030302020204" pitchFamily="66" charset="0"/>
                <a:cs typeface="Calibri" panose="020F0502020204030204" pitchFamily="34" charset="0"/>
              </a:rPr>
              <a:t>ti</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e </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x</a:t>
            </a:r>
            <a:r>
              <a:rPr sz="2000" spc="-5" dirty="0">
                <a:solidFill>
                  <a:srgbClr val="5E5E5E"/>
                </a:solidFill>
                <a:latin typeface="Comic Sans MS" panose="030F0702030302020204" pitchFamily="66" charset="0"/>
                <a:cs typeface="Calibri" panose="020F0502020204030204" pitchFamily="34" charset="0"/>
              </a:rPr>
              <a:t>p</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ct</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mem</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ry </a:t>
            </a:r>
            <a:r>
              <a:rPr sz="2000" spc="5"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cc</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b</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vi</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rs </a:t>
            </a:r>
            <a:r>
              <a:rPr sz="2000" spc="-5" dirty="0">
                <a:solidFill>
                  <a:srgbClr val="5E5E5E"/>
                </a:solidFill>
                <a:latin typeface="Comic Sans MS" panose="030F0702030302020204" pitchFamily="66" charset="0"/>
                <a:cs typeface="Calibri" panose="020F0502020204030204" pitchFamily="34" charset="0"/>
              </a:rPr>
              <a:t>wit</a:t>
            </a:r>
            <a:r>
              <a:rPr sz="2000" dirty="0">
                <a:solidFill>
                  <a:srgbClr val="5E5E5E"/>
                </a:solidFill>
                <a:latin typeface="Comic Sans MS" panose="030F0702030302020204" pitchFamily="66" charset="0"/>
                <a:cs typeface="Calibri" panose="020F0502020204030204" pitchFamily="34" charset="0"/>
              </a:rPr>
              <a:t>h:</a:t>
            </a:r>
            <a:endParaRPr sz="2000" dirty="0">
              <a:latin typeface="Comic Sans MS" panose="030F0702030302020204" pitchFamily="66" charset="0"/>
              <a:cs typeface="Calibri" panose="020F0502020204030204" pitchFamily="34" charset="0"/>
            </a:endParaRPr>
          </a:p>
          <a:p>
            <a:pPr marL="285750" indent="-285750">
              <a:lnSpc>
                <a:spcPct val="100000"/>
              </a:lnSpc>
              <a:spcBef>
                <a:spcPts val="30"/>
              </a:spcBef>
              <a:buFont typeface="Arial" panose="020B0604020202020204" pitchFamily="34" charset="0"/>
              <a:buChar char="•"/>
            </a:pPr>
            <a:endParaRPr sz="1600" dirty="0">
              <a:latin typeface="Comic Sans MS" panose="030F0702030302020204" pitchFamily="66" charset="0"/>
              <a:cs typeface="Times New Roman" panose="02020603050405020304"/>
            </a:endParaRPr>
          </a:p>
          <a:p>
            <a:pPr marL="931545" indent="-285750">
              <a:lnSpc>
                <a:spcPct val="100000"/>
              </a:lnSpc>
              <a:buFont typeface="Arial" panose="020B0604020202020204" pitchFamily="34" charset="0"/>
              <a:buChar char="•"/>
            </a:pPr>
            <a:r>
              <a:rPr spc="-15" dirty="0">
                <a:solidFill>
                  <a:srgbClr val="76B900"/>
                </a:solidFill>
                <a:latin typeface="Comic Sans MS" panose="030F0702030302020204" pitchFamily="66" charset="0"/>
                <a:cs typeface="Consolas" panose="020B0609020204030204"/>
              </a:rPr>
              <a:t>cudaMemAdvis</a:t>
            </a:r>
            <a:r>
              <a:rPr spc="-20" dirty="0">
                <a:solidFill>
                  <a:srgbClr val="76B900"/>
                </a:solidFill>
                <a:latin typeface="Comic Sans MS" panose="030F0702030302020204" pitchFamily="66" charset="0"/>
                <a:cs typeface="Consolas" panose="020B0609020204030204"/>
              </a:rPr>
              <a:t>e</a:t>
            </a:r>
            <a:r>
              <a:rPr spc="-15" dirty="0">
                <a:solidFill>
                  <a:srgbClr val="5E5E5E"/>
                </a:solidFill>
                <a:latin typeface="Comic Sans MS" panose="030F0702030302020204" pitchFamily="66" charset="0"/>
                <a:cs typeface="Consolas" panose="020B0609020204030204"/>
              </a:rPr>
              <a:t>(ptr</a:t>
            </a:r>
            <a:r>
              <a:rPr spc="-10" dirty="0">
                <a:solidFill>
                  <a:srgbClr val="5E5E5E"/>
                </a:solidFill>
                <a:latin typeface="Comic Sans MS" panose="030F0702030302020204" pitchFamily="66" charset="0"/>
                <a:cs typeface="Consolas" panose="020B0609020204030204"/>
              </a:rPr>
              <a:t>, </a:t>
            </a:r>
            <a:r>
              <a:rPr spc="-15" dirty="0">
                <a:solidFill>
                  <a:srgbClr val="5E5E5E"/>
                </a:solidFill>
                <a:latin typeface="Comic Sans MS" panose="030F0702030302020204" pitchFamily="66" charset="0"/>
                <a:cs typeface="Consolas" panose="020B0609020204030204"/>
              </a:rPr>
              <a:t>count</a:t>
            </a:r>
            <a:r>
              <a:rPr spc="-10" dirty="0">
                <a:solidFill>
                  <a:srgbClr val="5E5E5E"/>
                </a:solidFill>
                <a:latin typeface="Comic Sans MS" panose="030F0702030302020204" pitchFamily="66" charset="0"/>
                <a:cs typeface="Consolas" panose="020B0609020204030204"/>
              </a:rPr>
              <a:t>,</a:t>
            </a:r>
            <a:r>
              <a:rPr spc="-15" dirty="0">
                <a:solidFill>
                  <a:srgbClr val="5E5E5E"/>
                </a:solidFill>
                <a:latin typeface="Comic Sans MS" panose="030F0702030302020204" pitchFamily="66" charset="0"/>
                <a:cs typeface="Consolas" panose="020B0609020204030204"/>
              </a:rPr>
              <a:t> hint</a:t>
            </a:r>
            <a:r>
              <a:rPr spc="-10" dirty="0">
                <a:solidFill>
                  <a:srgbClr val="5E5E5E"/>
                </a:solidFill>
                <a:latin typeface="Comic Sans MS" panose="030F0702030302020204" pitchFamily="66" charset="0"/>
                <a:cs typeface="Consolas" panose="020B0609020204030204"/>
              </a:rPr>
              <a:t>,</a:t>
            </a:r>
            <a:r>
              <a:rPr spc="-15" dirty="0">
                <a:solidFill>
                  <a:srgbClr val="5E5E5E"/>
                </a:solidFill>
                <a:latin typeface="Comic Sans MS" panose="030F0702030302020204" pitchFamily="66" charset="0"/>
                <a:cs typeface="Consolas" panose="020B0609020204030204"/>
              </a:rPr>
              <a:t> device);</a:t>
            </a:r>
            <a:endParaRPr dirty="0">
              <a:latin typeface="Comic Sans MS" panose="030F0702030302020204" pitchFamily="66" charset="0"/>
              <a:cs typeface="Consolas" panose="020B0609020204030204"/>
            </a:endParaRPr>
          </a:p>
          <a:p>
            <a:pPr marL="285750" indent="-285750">
              <a:lnSpc>
                <a:spcPct val="100000"/>
              </a:lnSpc>
              <a:spcBef>
                <a:spcPts val="45"/>
              </a:spcBef>
              <a:buFont typeface="Arial" panose="020B0604020202020204" pitchFamily="34" charset="0"/>
              <a:buChar char="•"/>
            </a:pPr>
            <a:endParaRPr sz="1400" dirty="0">
              <a:latin typeface="Comic Sans MS" panose="030F0702030302020204" pitchFamily="66" charset="0"/>
              <a:cs typeface="Times New Roman" panose="02020603050405020304"/>
            </a:endParaRPr>
          </a:p>
          <a:p>
            <a:pPr marL="355600" indent="-342900">
              <a:lnSpc>
                <a:spcPct val="100000"/>
              </a:lnSpc>
              <a:buFont typeface="Arial" panose="020B0604020202020204" pitchFamily="34" charset="0"/>
              <a:buChar char="•"/>
            </a:pPr>
            <a:r>
              <a:rPr sz="2000" spc="-15" dirty="0">
                <a:solidFill>
                  <a:srgbClr val="5E5E5E"/>
                </a:solidFill>
                <a:latin typeface="Comic Sans MS" panose="030F0702030302020204" pitchFamily="66" charset="0"/>
                <a:cs typeface="Consolas" panose="020B0609020204030204"/>
              </a:rPr>
              <a:t>Hints:</a:t>
            </a:r>
            <a:endParaRPr sz="2000" dirty="0">
              <a:latin typeface="Comic Sans MS" panose="030F0702030302020204" pitchFamily="66" charset="0"/>
              <a:cs typeface="Consolas" panose="020B0609020204030204"/>
            </a:endParaRPr>
          </a:p>
          <a:p>
            <a:pPr marL="285750" indent="-285750">
              <a:lnSpc>
                <a:spcPct val="100000"/>
              </a:lnSpc>
              <a:spcBef>
                <a:spcPts val="25"/>
              </a:spcBef>
              <a:buFont typeface="Arial" panose="020B0604020202020204" pitchFamily="34" charset="0"/>
              <a:buChar char="•"/>
            </a:pPr>
            <a:endParaRPr sz="1600" dirty="0">
              <a:latin typeface="Comic Sans MS" panose="030F0702030302020204" pitchFamily="66" charset="0"/>
              <a:cs typeface="Times New Roman" panose="02020603050405020304"/>
            </a:endParaRPr>
          </a:p>
          <a:p>
            <a:pPr marL="606425" marR="5080" indent="-342900">
              <a:lnSpc>
                <a:spcPct val="90000"/>
              </a:lnSpc>
              <a:buFont typeface="Arial" panose="020B0604020202020204" pitchFamily="34" charset="0"/>
              <a:buChar char="•"/>
            </a:pPr>
            <a:r>
              <a:rPr sz="2000" spc="-15" dirty="0">
                <a:solidFill>
                  <a:srgbClr val="76B900"/>
                </a:solidFill>
                <a:latin typeface="Comic Sans MS" panose="030F0702030302020204" pitchFamily="66" charset="0"/>
                <a:cs typeface="Consolas" panose="020B0609020204030204"/>
              </a:rPr>
              <a:t>cudaMemAdviseSetReadMostly</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S</a:t>
            </a:r>
            <a:r>
              <a:rPr sz="2000" spc="-5" dirty="0">
                <a:solidFill>
                  <a:srgbClr val="5E5E5E"/>
                </a:solidFill>
                <a:latin typeface="Comic Sans MS" panose="030F0702030302020204" pitchFamily="66" charset="0"/>
                <a:cs typeface="Calibri" panose="020F0502020204030204" pitchFamily="34" charset="0"/>
              </a:rPr>
              <a:t>p</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ci</a:t>
            </a:r>
            <a:r>
              <a:rPr sz="2000" spc="-15" dirty="0">
                <a:solidFill>
                  <a:srgbClr val="5E5E5E"/>
                </a:solidFill>
                <a:latin typeface="Comic Sans MS" panose="030F0702030302020204" pitchFamily="66" charset="0"/>
                <a:cs typeface="Calibri" panose="020F0502020204030204" pitchFamily="34" charset="0"/>
              </a:rPr>
              <a:t>f</a:t>
            </a:r>
            <a:r>
              <a:rPr sz="2000" dirty="0">
                <a:solidFill>
                  <a:srgbClr val="5E5E5E"/>
                </a:solidFill>
                <a:latin typeface="Comic Sans MS" panose="030F0702030302020204" pitchFamily="66" charset="0"/>
                <a:cs typeface="Calibri" panose="020F0502020204030204" pitchFamily="34" charset="0"/>
              </a:rPr>
              <a:t>y</a:t>
            </a:r>
            <a:r>
              <a:rPr sz="2000" spc="-10" dirty="0">
                <a:solidFill>
                  <a:srgbClr val="5E5E5E"/>
                </a:solidFill>
                <a:latin typeface="Comic Sans MS" panose="030F0702030302020204" pitchFamily="66" charset="0"/>
                <a:cs typeface="Calibri" panose="020F0502020204030204" pitchFamily="34" charset="0"/>
              </a:rPr>
              <a:t> r</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ad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p</a:t>
            </a:r>
            <a:r>
              <a:rPr sz="2000" spc="-15"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ic</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ti</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 </a:t>
            </a:r>
            <a:r>
              <a:rPr sz="2000" spc="-15" dirty="0">
                <a:solidFill>
                  <a:srgbClr val="76B900"/>
                </a:solidFill>
                <a:latin typeface="Comic Sans MS" panose="030F0702030302020204" pitchFamily="66" charset="0"/>
                <a:cs typeface="Consolas" panose="020B0609020204030204"/>
              </a:rPr>
              <a:t>cudaMemAdviseSetPreferredLocation</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u</a:t>
            </a:r>
            <a:r>
              <a:rPr sz="2000" spc="-15" dirty="0">
                <a:solidFill>
                  <a:srgbClr val="5E5E5E"/>
                </a:solidFill>
                <a:latin typeface="Comic Sans MS" panose="030F0702030302020204" pitchFamily="66" charset="0"/>
                <a:cs typeface="Calibri" panose="020F0502020204030204" pitchFamily="34" charset="0"/>
              </a:rPr>
              <a:t>gg</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b</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lo</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ti</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 </a:t>
            </a:r>
            <a:r>
              <a:rPr sz="2000" spc="-15" dirty="0">
                <a:solidFill>
                  <a:srgbClr val="76B900"/>
                </a:solidFill>
                <a:latin typeface="Comic Sans MS" panose="030F0702030302020204" pitchFamily="66" charset="0"/>
                <a:cs typeface="Consolas" panose="020B0609020204030204"/>
              </a:rPr>
              <a:t>cudaMemAdviseSetAccessedBy</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u</a:t>
            </a:r>
            <a:r>
              <a:rPr sz="2000" spc="-15" dirty="0">
                <a:solidFill>
                  <a:srgbClr val="5E5E5E"/>
                </a:solidFill>
                <a:latin typeface="Comic Sans MS" panose="030F0702030302020204" pitchFamily="66" charset="0"/>
                <a:cs typeface="Calibri" panose="020F0502020204030204" pitchFamily="34" charset="0"/>
              </a:rPr>
              <a:t>gg</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ppi</a:t>
            </a:r>
            <a:r>
              <a:rPr sz="2000" dirty="0">
                <a:solidFill>
                  <a:srgbClr val="5E5E5E"/>
                </a:solidFill>
                <a:latin typeface="Comic Sans MS" panose="030F0702030302020204" pitchFamily="66" charset="0"/>
                <a:cs typeface="Calibri" panose="020F0502020204030204" pitchFamily="34" charset="0"/>
              </a:rPr>
              <a:t>n</a:t>
            </a:r>
            <a:r>
              <a:rPr sz="2000" spc="-10" dirty="0">
                <a:solidFill>
                  <a:srgbClr val="5E5E5E"/>
                </a:solidFill>
                <a:latin typeface="Comic Sans MS" panose="030F0702030302020204" pitchFamily="66" charset="0"/>
                <a:cs typeface="Calibri" panose="020F0502020204030204" pitchFamily="34" charset="0"/>
              </a:rPr>
              <a:t>g</a:t>
            </a:r>
            <a:endParaRPr sz="2000" dirty="0">
              <a:latin typeface="Comic Sans MS" panose="030F0702030302020204" pitchFamily="66" charset="0"/>
              <a:cs typeface="Calibri" panose="020F0502020204030204" pitchFamily="34" charset="0"/>
            </a:endParaRPr>
          </a:p>
          <a:p>
            <a:pPr marL="355600" indent="-342900">
              <a:lnSpc>
                <a:spcPct val="100000"/>
              </a:lnSpc>
              <a:spcBef>
                <a:spcPts val="1655"/>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Hi</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s </a:t>
            </a:r>
            <a:r>
              <a:rPr sz="2000" spc="-15" dirty="0">
                <a:solidFill>
                  <a:srgbClr val="5E5E5E"/>
                </a:solidFill>
                <a:latin typeface="Comic Sans MS" panose="030F0702030302020204" pitchFamily="66" charset="0"/>
                <a:cs typeface="Calibri" panose="020F0502020204030204" pitchFamily="34" charset="0"/>
              </a:rPr>
              <a:t>do</a:t>
            </a:r>
            <a:r>
              <a:rPr sz="2000" dirty="0">
                <a:solidFill>
                  <a:srgbClr val="5E5E5E"/>
                </a:solidFill>
                <a:latin typeface="Comic Sans MS" panose="030F0702030302020204" pitchFamily="66" charset="0"/>
                <a:cs typeface="Calibri" panose="020F0502020204030204" pitchFamily="34" charset="0"/>
              </a:rPr>
              <a:t>n’t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i</a:t>
            </a:r>
            <a:r>
              <a:rPr sz="2000" spc="-15" dirty="0">
                <a:solidFill>
                  <a:srgbClr val="5E5E5E"/>
                </a:solidFill>
                <a:latin typeface="Comic Sans MS" panose="030F0702030302020204" pitchFamily="66" charset="0"/>
                <a:cs typeface="Calibri" panose="020F0502020204030204" pitchFamily="34" charset="0"/>
              </a:rPr>
              <a:t>gg</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 </a:t>
            </a:r>
            <a:r>
              <a:rPr sz="2000" spc="5" dirty="0">
                <a:solidFill>
                  <a:srgbClr val="5E5E5E"/>
                </a:solidFill>
                <a:latin typeface="Comic Sans MS" panose="030F0702030302020204" pitchFamily="66" charset="0"/>
                <a:cs typeface="Calibri" panose="020F0502020204030204" pitchFamily="34" charset="0"/>
              </a:rPr>
              <a:t>m</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v</a:t>
            </a:r>
            <a:r>
              <a:rPr sz="2000" spc="5" dirty="0">
                <a:solidFill>
                  <a:srgbClr val="5E5E5E"/>
                </a:solidFill>
                <a:latin typeface="Comic Sans MS" panose="030F0702030302020204" pitchFamily="66" charset="0"/>
                <a:cs typeface="Calibri" panose="020F0502020204030204" pitchFamily="34" charset="0"/>
              </a:rPr>
              <a:t>eme</a:t>
            </a:r>
            <a:r>
              <a:rPr sz="2000" dirty="0">
                <a:solidFill>
                  <a:srgbClr val="5E5E5E"/>
                </a:solidFill>
                <a:latin typeface="Comic Sans MS" panose="030F0702030302020204" pitchFamily="66" charset="0"/>
                <a:cs typeface="Calibri" panose="020F0502020204030204" pitchFamily="34" charset="0"/>
              </a:rPr>
              <a:t>nt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b</a:t>
            </a:r>
            <a:r>
              <a:rPr sz="2000" dirty="0">
                <a:solidFill>
                  <a:srgbClr val="5E5E5E"/>
                </a:solidFill>
                <a:latin typeface="Comic Sans MS" panose="030F0702030302020204" pitchFamily="66" charset="0"/>
                <a:cs typeface="Calibri" panose="020F0502020204030204" pitchFamily="34" charset="0"/>
              </a:rPr>
              <a:t>y</a:t>
            </a:r>
            <a:r>
              <a:rPr sz="2000" spc="-5" dirty="0">
                <a:solidFill>
                  <a:srgbClr val="5E5E5E"/>
                </a:solidFill>
                <a:latin typeface="Comic Sans MS" panose="030F0702030302020204" pitchFamily="66" charset="0"/>
                <a:cs typeface="Calibri" panose="020F0502020204030204" pitchFamily="34" charset="0"/>
              </a:rPr>
              <a:t> t</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em</a:t>
            </a:r>
            <a:r>
              <a:rPr sz="2000" spc="-15" dirty="0">
                <a:solidFill>
                  <a:srgbClr val="5E5E5E"/>
                </a:solidFill>
                <a:latin typeface="Comic Sans MS" panose="030F0702030302020204" pitchFamily="66" charset="0"/>
                <a:cs typeface="Calibri" panose="020F0502020204030204" pitchFamily="34" charset="0"/>
              </a:rPr>
              <a:t>s</a:t>
            </a:r>
            <a:r>
              <a:rPr sz="2000" spc="5" dirty="0">
                <a:solidFill>
                  <a:srgbClr val="5E5E5E"/>
                </a:solidFill>
                <a:latin typeface="Comic Sans MS" panose="030F0702030302020204" pitchFamily="66" charset="0"/>
                <a:cs typeface="Calibri" panose="020F0502020204030204" pitchFamily="34" charset="0"/>
              </a:rPr>
              <a:t>e</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v</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s</a:t>
            </a:r>
            <a:endParaRPr sz="2000" dirty="0">
              <a:latin typeface="Comic Sans MS" panose="030F0702030302020204" pitchFamily="66"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20901"/>
            <a:ext cx="9464040" cy="808990"/>
          </a:xfrm>
          <a:prstGeom prst="rect">
            <a:avLst/>
          </a:prstGeom>
        </p:spPr>
        <p:txBody>
          <a:bodyPr vert="horz" wrap="square" lIns="0" tIns="0" rIns="0" bIns="0" rtlCol="0">
            <a:spAutoFit/>
          </a:bodyPr>
          <a:lstStyle/>
          <a:p>
            <a:pPr marL="0" algn="ctr">
              <a:lnSpc>
                <a:spcPct val="100000"/>
              </a:lnSpc>
            </a:pPr>
            <a:r>
              <a:rPr sz="3200" b="1" spc="-15" dirty="0">
                <a:latin typeface="Comic Sans MS" panose="030F0702030302020204" pitchFamily="66" charset="0"/>
              </a:rPr>
              <a:t>P</a:t>
            </a:r>
            <a:r>
              <a:rPr sz="3200" b="1" spc="-25" dirty="0">
                <a:latin typeface="Comic Sans MS" panose="030F0702030302020204" pitchFamily="66" charset="0"/>
              </a:rPr>
              <a:t>ERFO</a:t>
            </a:r>
            <a:r>
              <a:rPr sz="3200" b="1" dirty="0">
                <a:latin typeface="Comic Sans MS" panose="030F0702030302020204" pitchFamily="66" charset="0"/>
              </a:rPr>
              <a:t>R</a:t>
            </a:r>
            <a:r>
              <a:rPr sz="3200" b="1" spc="-10" dirty="0">
                <a:latin typeface="Comic Sans MS" panose="030F0702030302020204" pitchFamily="66" charset="0"/>
              </a:rPr>
              <a:t>M</a:t>
            </a:r>
            <a:r>
              <a:rPr sz="3200" b="1" spc="-25" dirty="0">
                <a:latin typeface="Comic Sans MS" panose="030F0702030302020204" pitchFamily="66" charset="0"/>
              </a:rPr>
              <a:t>A</a:t>
            </a:r>
            <a:r>
              <a:rPr sz="3200" b="1" dirty="0">
                <a:latin typeface="Comic Sans MS" panose="030F0702030302020204" pitchFamily="66" charset="0"/>
              </a:rPr>
              <a:t>N</a:t>
            </a:r>
            <a:r>
              <a:rPr sz="3200" b="1" spc="-5" dirty="0">
                <a:latin typeface="Comic Sans MS" panose="030F0702030302020204" pitchFamily="66" charset="0"/>
              </a:rPr>
              <a:t>C</a:t>
            </a:r>
            <a:r>
              <a:rPr sz="3200" b="1" spc="-20" dirty="0">
                <a:latin typeface="Comic Sans MS" panose="030F0702030302020204" pitchFamily="66" charset="0"/>
              </a:rPr>
              <a:t>E</a:t>
            </a:r>
            <a:r>
              <a:rPr sz="3200" b="1" dirty="0">
                <a:latin typeface="Comic Sans MS" panose="030F0702030302020204" pitchFamily="66" charset="0"/>
              </a:rPr>
              <a:t> </a:t>
            </a:r>
            <a:r>
              <a:rPr sz="3200" b="1" spc="-30" dirty="0">
                <a:latin typeface="Comic Sans MS" panose="030F0702030302020204" pitchFamily="66" charset="0"/>
              </a:rPr>
              <a:t>T</a:t>
            </a:r>
            <a:r>
              <a:rPr sz="3200" b="1" dirty="0">
                <a:latin typeface="Comic Sans MS" panose="030F0702030302020204" pitchFamily="66" charset="0"/>
              </a:rPr>
              <a:t>UN</a:t>
            </a:r>
            <a:r>
              <a:rPr sz="3200" b="1" spc="-5" dirty="0">
                <a:latin typeface="Comic Sans MS" panose="030F0702030302020204" pitchFamily="66" charset="0"/>
              </a:rPr>
              <a:t>I</a:t>
            </a:r>
            <a:r>
              <a:rPr sz="3200" b="1" dirty="0">
                <a:latin typeface="Comic Sans MS" panose="030F0702030302020204" pitchFamily="66" charset="0"/>
              </a:rPr>
              <a:t>NG</a:t>
            </a:r>
            <a:r>
              <a:rPr sz="3200" b="1" spc="5" dirty="0">
                <a:latin typeface="Comic Sans MS" panose="030F0702030302020204" pitchFamily="66" charset="0"/>
              </a:rPr>
              <a:t> </a:t>
            </a:r>
            <a:r>
              <a:rPr sz="3200" b="1" spc="-25" dirty="0">
                <a:latin typeface="Comic Sans MS" panose="030F0702030302020204" pitchFamily="66" charset="0"/>
              </a:rPr>
              <a:t>O</a:t>
            </a:r>
            <a:r>
              <a:rPr sz="3200" b="1" dirty="0">
                <a:latin typeface="Comic Sans MS" panose="030F0702030302020204" pitchFamily="66" charset="0"/>
              </a:rPr>
              <a:t>N</a:t>
            </a:r>
            <a:r>
              <a:rPr sz="3200" b="1" spc="5" dirty="0">
                <a:latin typeface="Comic Sans MS" panose="030F0702030302020204" pitchFamily="66" charset="0"/>
              </a:rPr>
              <a:t> </a:t>
            </a:r>
            <a:r>
              <a:rPr sz="3200" b="1" spc="-15" dirty="0">
                <a:latin typeface="Comic Sans MS" panose="030F0702030302020204" pitchFamily="66" charset="0"/>
              </a:rPr>
              <a:t>P</a:t>
            </a:r>
            <a:r>
              <a:rPr sz="3200" b="1" spc="-25" dirty="0">
                <a:latin typeface="Comic Sans MS" panose="030F0702030302020204" pitchFamily="66" charset="0"/>
              </a:rPr>
              <a:t>A</a:t>
            </a:r>
            <a:r>
              <a:rPr sz="3200" b="1" spc="-15" dirty="0">
                <a:latin typeface="Comic Sans MS" panose="030F0702030302020204" pitchFamily="66" charset="0"/>
              </a:rPr>
              <a:t>S</a:t>
            </a:r>
            <a:r>
              <a:rPr sz="3200" b="1" spc="-5" dirty="0">
                <a:latin typeface="Comic Sans MS" panose="030F0702030302020204" pitchFamily="66" charset="0"/>
              </a:rPr>
              <a:t>C</a:t>
            </a:r>
            <a:r>
              <a:rPr sz="3200" b="1" spc="-25" dirty="0">
                <a:latin typeface="Comic Sans MS" panose="030F0702030302020204" pitchFamily="66" charset="0"/>
              </a:rPr>
              <a:t>A</a:t>
            </a:r>
            <a:r>
              <a:rPr sz="3200" b="1" dirty="0">
                <a:latin typeface="Comic Sans MS" panose="030F0702030302020204" pitchFamily="66" charset="0"/>
              </a:rPr>
              <a:t>L+</a:t>
            </a:r>
          </a:p>
          <a:p>
            <a:pPr marL="0" algn="ctr">
              <a:lnSpc>
                <a:spcPct val="100000"/>
              </a:lnSpc>
              <a:spcBef>
                <a:spcPts val="310"/>
              </a:spcBef>
            </a:pPr>
            <a:r>
              <a:rPr sz="1800" spc="-5" dirty="0">
                <a:solidFill>
                  <a:srgbClr val="76B900"/>
                </a:solidFill>
                <a:latin typeface="Comic Sans MS" panose="030F0702030302020204" pitchFamily="66" charset="0"/>
                <a:cs typeface="Calibri" panose="020F0502020204030204" pitchFamily="34" charset="0"/>
              </a:rPr>
              <a:t>Hi</a:t>
            </a:r>
            <a:r>
              <a:rPr sz="1800" dirty="0">
                <a:solidFill>
                  <a:srgbClr val="76B900"/>
                </a:solidFill>
                <a:latin typeface="Comic Sans MS" panose="030F0702030302020204" pitchFamily="66" charset="0"/>
                <a:cs typeface="Calibri" panose="020F0502020204030204" pitchFamily="34" charset="0"/>
              </a:rPr>
              <a:t>n</a:t>
            </a:r>
            <a:r>
              <a:rPr sz="1800" spc="-5" dirty="0">
                <a:solidFill>
                  <a:srgbClr val="76B900"/>
                </a:solidFill>
                <a:latin typeface="Comic Sans MS" panose="030F0702030302020204" pitchFamily="66" charset="0"/>
                <a:cs typeface="Calibri" panose="020F0502020204030204" pitchFamily="34" charset="0"/>
              </a:rPr>
              <a:t>t</a:t>
            </a:r>
            <a:r>
              <a:rPr sz="1800" spc="-15" dirty="0">
                <a:solidFill>
                  <a:srgbClr val="76B900"/>
                </a:solidFill>
                <a:latin typeface="Comic Sans MS" panose="030F0702030302020204" pitchFamily="66" charset="0"/>
                <a:cs typeface="Calibri" panose="020F0502020204030204" pitchFamily="34" charset="0"/>
              </a:rPr>
              <a:t>s</a:t>
            </a:r>
            <a:r>
              <a:rPr sz="1800" dirty="0">
                <a:solidFill>
                  <a:srgbClr val="76B900"/>
                </a:solidFill>
                <a:latin typeface="Comic Sans MS" panose="030F0702030302020204" pitchFamily="66" charset="0"/>
                <a:cs typeface="Calibri" panose="020F0502020204030204" pitchFamily="34" charset="0"/>
              </a:rPr>
              <a:t>:</a:t>
            </a:r>
            <a:r>
              <a:rPr sz="1800" spc="-5" dirty="0">
                <a:solidFill>
                  <a:srgbClr val="76B900"/>
                </a:solidFill>
                <a:latin typeface="Comic Sans MS" panose="030F0702030302020204" pitchFamily="66" charset="0"/>
                <a:cs typeface="Calibri" panose="020F0502020204030204" pitchFamily="34" charset="0"/>
              </a:rPr>
              <a:t> </a:t>
            </a:r>
            <a:r>
              <a:rPr sz="1800" spc="-15" dirty="0">
                <a:solidFill>
                  <a:srgbClr val="76B900"/>
                </a:solidFill>
                <a:latin typeface="Comic Sans MS" panose="030F0702030302020204" pitchFamily="66" charset="0"/>
                <a:cs typeface="Consolas" panose="020B0609020204030204"/>
              </a:rPr>
              <a:t>cudaMemAdviseSetReadMostly</a:t>
            </a:r>
            <a:endParaRPr sz="1800" dirty="0">
              <a:latin typeface="Comic Sans MS" panose="030F0702030302020204" pitchFamily="66" charset="0"/>
              <a:cs typeface="Consolas" panose="020B0609020204030204"/>
            </a:endParaRPr>
          </a:p>
        </p:txBody>
      </p:sp>
      <p:sp>
        <p:nvSpPr>
          <p:cNvPr id="4" name="object 4"/>
          <p:cNvSpPr txBox="1">
            <a:spLocks noGrp="1"/>
          </p:cNvSpPr>
          <p:nvPr>
            <p:ph type="sldNum" sz="quarter" idx="12"/>
          </p:nvPr>
        </p:nvSpPr>
        <p:spPr>
          <a:xfrm>
            <a:off x="7863840" y="5786153"/>
            <a:ext cx="256032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26</a:t>
            </a:fld>
            <a:endParaRPr dirty="0">
              <a:latin typeface="Comic Sans MS" panose="030F0702030302020204" pitchFamily="66" charset="0"/>
            </a:endParaRPr>
          </a:p>
        </p:txBody>
      </p:sp>
      <p:sp>
        <p:nvSpPr>
          <p:cNvPr id="3" name="object 3"/>
          <p:cNvSpPr txBox="1"/>
          <p:nvPr/>
        </p:nvSpPr>
        <p:spPr>
          <a:xfrm>
            <a:off x="595489" y="2140255"/>
            <a:ext cx="8444230" cy="2453492"/>
          </a:xfrm>
          <a:prstGeom prst="rect">
            <a:avLst/>
          </a:prstGeom>
        </p:spPr>
        <p:txBody>
          <a:bodyPr vert="horz" wrap="square" lIns="0" tIns="0" rIns="0" bIns="0" rtlCol="0">
            <a:spAutoFit/>
          </a:bodyPr>
          <a:lstStyle/>
          <a:p>
            <a:pPr marL="355600" indent="-342900">
              <a:lnSpc>
                <a:spcPct val="100000"/>
              </a:lnSpc>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 wi</a:t>
            </a:r>
            <a:r>
              <a:rPr sz="2000" spc="-15" dirty="0">
                <a:solidFill>
                  <a:srgbClr val="5E5E5E"/>
                </a:solidFill>
                <a:latin typeface="Comic Sans MS" panose="030F0702030302020204" pitchFamily="66" charset="0"/>
                <a:cs typeface="Calibri" panose="020F0502020204030204" pitchFamily="34" charset="0"/>
              </a:rPr>
              <a:t>l</a:t>
            </a:r>
            <a:r>
              <a:rPr sz="2000" spc="-10" dirty="0">
                <a:solidFill>
                  <a:srgbClr val="5E5E5E"/>
                </a:solidFill>
                <a:latin typeface="Comic Sans MS" panose="030F0702030302020204" pitchFamily="66" charset="0"/>
                <a:cs typeface="Calibri" panose="020F0502020204030204" pitchFamily="34" charset="0"/>
              </a:rPr>
              <a:t>l</a:t>
            </a:r>
            <a:r>
              <a:rPr sz="2000" spc="-1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ua</a:t>
            </a:r>
            <a:r>
              <a:rPr sz="2000" spc="-15" dirty="0">
                <a:solidFill>
                  <a:srgbClr val="5E5E5E"/>
                </a:solidFill>
                <a:latin typeface="Comic Sans MS" panose="030F0702030302020204" pitchFamily="66" charset="0"/>
                <a:cs typeface="Calibri" panose="020F0502020204030204" pitchFamily="34" charset="0"/>
              </a:rPr>
              <a:t>ll</a:t>
            </a:r>
            <a:r>
              <a:rPr sz="2000" dirty="0">
                <a:solidFill>
                  <a:srgbClr val="5E5E5E"/>
                </a:solidFill>
                <a:latin typeface="Comic Sans MS" panose="030F0702030302020204" pitchFamily="66" charset="0"/>
                <a:cs typeface="Calibri" panose="020F0502020204030204" pitchFamily="34" charset="0"/>
              </a:rPr>
              <a:t>y</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b</a:t>
            </a:r>
            <a:r>
              <a:rPr sz="2000" dirty="0">
                <a:solidFill>
                  <a:srgbClr val="5E5E5E"/>
                </a:solidFill>
                <a:latin typeface="Comic Sans MS" panose="030F0702030302020204" pitchFamily="66" charset="0"/>
                <a:cs typeface="Calibri" panose="020F0502020204030204" pitchFamily="34" charset="0"/>
              </a:rPr>
              <a:t>e </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a:t>
            </a:r>
            <a:r>
              <a:rPr sz="2000" spc="-2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y</a:t>
            </a:r>
            <a:endParaRPr sz="2000" dirty="0">
              <a:latin typeface="Comic Sans MS" panose="030F0702030302020204" pitchFamily="66" charset="0"/>
              <a:cs typeface="Calibri" panose="020F0502020204030204" pitchFamily="34" charset="0"/>
            </a:endParaRPr>
          </a:p>
          <a:p>
            <a:pPr marL="355600" marR="5080" indent="-342900">
              <a:lnSpc>
                <a:spcPct val="171000"/>
              </a:lnSpc>
              <a:spcBef>
                <a:spcPts val="12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U</a:t>
            </a:r>
            <a:r>
              <a:rPr sz="2000" dirty="0">
                <a:solidFill>
                  <a:srgbClr val="5E5E5E"/>
                </a:solidFill>
                <a:latin typeface="Comic Sans MS" panose="030F0702030302020204" pitchFamily="66" charset="0"/>
                <a:cs typeface="Calibri" panose="020F0502020204030204" pitchFamily="34" charset="0"/>
              </a:rPr>
              <a:t>M</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sy</a:t>
            </a:r>
            <a:r>
              <a:rPr sz="2000" spc="-5" dirty="0">
                <a:solidFill>
                  <a:srgbClr val="5E5E5E"/>
                </a:solidFill>
                <a:latin typeface="Comic Sans MS" panose="030F0702030302020204" pitchFamily="66" charset="0"/>
                <a:cs typeface="Calibri" panose="020F0502020204030204" pitchFamily="34" charset="0"/>
              </a:rPr>
              <a:t>st</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m </a:t>
            </a:r>
            <a:r>
              <a:rPr sz="2000" spc="-5" dirty="0">
                <a:solidFill>
                  <a:srgbClr val="5E5E5E"/>
                </a:solidFill>
                <a:latin typeface="Comic Sans MS" panose="030F0702030302020204" pitchFamily="66" charset="0"/>
                <a:cs typeface="Calibri" panose="020F0502020204030204" pitchFamily="34" charset="0"/>
              </a:rPr>
              <a:t>wi</a:t>
            </a:r>
            <a:r>
              <a:rPr sz="2000" spc="-20" dirty="0">
                <a:solidFill>
                  <a:srgbClr val="5E5E5E"/>
                </a:solidFill>
                <a:latin typeface="Comic Sans MS" panose="030F0702030302020204" pitchFamily="66" charset="0"/>
                <a:cs typeface="Calibri" panose="020F0502020204030204" pitchFamily="34" charset="0"/>
              </a:rPr>
              <a:t>l</a:t>
            </a:r>
            <a:r>
              <a:rPr sz="2000" spc="-10" dirty="0">
                <a:solidFill>
                  <a:srgbClr val="5E5E5E"/>
                </a:solidFill>
                <a:latin typeface="Comic Sans MS" panose="030F0702030302020204" pitchFamily="66" charset="0"/>
                <a:cs typeface="Calibri" panose="020F0502020204030204" pitchFamily="34" charset="0"/>
              </a:rPr>
              <a:t>l </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ake a </a:t>
            </a:r>
            <a:r>
              <a:rPr sz="2000" spc="5" dirty="0">
                <a:solidFill>
                  <a:srgbClr val="5E5E5E"/>
                </a:solidFill>
                <a:latin typeface="Comic Sans MS" panose="030F0702030302020204" pitchFamily="66" charset="0"/>
                <a:cs typeface="Calibri" panose="020F0502020204030204" pitchFamily="34" charset="0"/>
              </a:rPr>
              <a:t>“</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oc</a:t>
            </a:r>
            <a:r>
              <a:rPr sz="2000" dirty="0">
                <a:solidFill>
                  <a:srgbClr val="5E5E5E"/>
                </a:solidFill>
                <a:latin typeface="Comic Sans MS" panose="030F0702030302020204" pitchFamily="66" charset="0"/>
                <a:cs typeface="Calibri" panose="020F0502020204030204" pitchFamily="34" charset="0"/>
              </a:rPr>
              <a:t>a</a:t>
            </a:r>
            <a:r>
              <a:rPr sz="2000" spc="-2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cop</a:t>
            </a:r>
            <a:r>
              <a:rPr sz="2000" dirty="0">
                <a:solidFill>
                  <a:srgbClr val="5E5E5E"/>
                </a:solidFill>
                <a:latin typeface="Comic Sans MS" panose="030F0702030302020204" pitchFamily="66" charset="0"/>
                <a:cs typeface="Calibri" panose="020F0502020204030204" pitchFamily="34" charset="0"/>
              </a:rPr>
              <a:t>y</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f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he </a:t>
            </a: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 </a:t>
            </a:r>
            <a:r>
              <a:rPr sz="2000" spc="-15" dirty="0">
                <a:solidFill>
                  <a:srgbClr val="5E5E5E"/>
                </a:solidFill>
                <a:latin typeface="Comic Sans MS" panose="030F0702030302020204" pitchFamily="66" charset="0"/>
                <a:cs typeface="Calibri" panose="020F0502020204030204" pitchFamily="34" charset="0"/>
              </a:rPr>
              <a:t>fo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h </a:t>
            </a:r>
            <a:r>
              <a:rPr sz="2000" spc="-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oc</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sso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t</a:t>
            </a:r>
            <a:r>
              <a:rPr sz="2000" dirty="0">
                <a:solidFill>
                  <a:srgbClr val="5E5E5E"/>
                </a:solidFill>
                <a:latin typeface="Comic Sans MS" panose="030F0702030302020204" pitchFamily="66" charset="0"/>
                <a:cs typeface="Calibri" panose="020F0502020204030204" pitchFamily="34" charset="0"/>
              </a:rPr>
              <a:t>hat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to</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t </a:t>
            </a:r>
            <a:r>
              <a:rPr sz="2000" spc="-10" dirty="0">
                <a:solidFill>
                  <a:srgbClr val="5E5E5E"/>
                </a:solidFill>
                <a:latin typeface="Comic Sans MS" panose="030F0702030302020204" pitchFamily="66" charset="0"/>
                <a:cs typeface="Calibri" panose="020F0502020204030204" pitchFamily="34" charset="0"/>
              </a:rPr>
              <a:t>If </a:t>
            </a:r>
            <a:r>
              <a:rPr sz="2000" dirty="0">
                <a:solidFill>
                  <a:srgbClr val="5E5E5E"/>
                </a:solidFill>
                <a:latin typeface="Comic Sans MS" panose="030F0702030302020204" pitchFamily="66" charset="0"/>
                <a:cs typeface="Calibri" panose="020F0502020204030204" pitchFamily="34" charset="0"/>
              </a:rPr>
              <a:t>a </a:t>
            </a:r>
            <a:r>
              <a:rPr sz="2000" spc="-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r</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c</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sso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w</a:t>
            </a:r>
            <a:r>
              <a:rPr sz="2000" dirty="0">
                <a:solidFill>
                  <a:srgbClr val="5E5E5E"/>
                </a:solidFill>
                <a:latin typeface="Comic Sans MS" panose="030F0702030302020204" pitchFamily="66" charset="0"/>
                <a:cs typeface="Calibri" panose="020F0502020204030204" pitchFamily="34" charset="0"/>
              </a:rPr>
              <a:t>rite</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it</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t</a:t>
            </a:r>
            <a:r>
              <a:rPr sz="2000" dirty="0">
                <a:solidFill>
                  <a:srgbClr val="5E5E5E"/>
                </a:solidFill>
                <a:latin typeface="Comic Sans MS" panose="030F0702030302020204" pitchFamily="66" charset="0"/>
                <a:cs typeface="Calibri" panose="020F0502020204030204" pitchFamily="34" charset="0"/>
              </a:rPr>
              <a:t>h</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v</a:t>
            </a:r>
            <a:r>
              <a:rPr sz="2000" dirty="0">
                <a:solidFill>
                  <a:srgbClr val="5E5E5E"/>
                </a:solidFill>
                <a:latin typeface="Comic Sans MS" panose="030F0702030302020204" pitchFamily="66" charset="0"/>
                <a:cs typeface="Calibri" panose="020F0502020204030204" pitchFamily="34" charset="0"/>
              </a:rPr>
              <a:t>a</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id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s </a:t>
            </a:r>
            <a:r>
              <a:rPr sz="2000" dirty="0">
                <a:solidFill>
                  <a:srgbClr val="5E5E5E"/>
                </a:solidFill>
                <a:latin typeface="Comic Sans MS" panose="030F0702030302020204" pitchFamily="66" charset="0"/>
                <a:cs typeface="Calibri" panose="020F0502020204030204" pitchFamily="34" charset="0"/>
              </a:rPr>
              <a:t>a</a:t>
            </a:r>
            <a:r>
              <a:rPr sz="2000" spc="-20" dirty="0">
                <a:solidFill>
                  <a:srgbClr val="5E5E5E"/>
                </a:solidFill>
                <a:latin typeface="Comic Sans MS" panose="030F0702030302020204" pitchFamily="66" charset="0"/>
                <a:cs typeface="Calibri" panose="020F0502020204030204" pitchFamily="34" charset="0"/>
              </a:rPr>
              <a:t>l</a:t>
            </a:r>
            <a:r>
              <a:rPr sz="2000" spc="-10" dirty="0">
                <a:solidFill>
                  <a:srgbClr val="5E5E5E"/>
                </a:solidFill>
                <a:latin typeface="Comic Sans MS" panose="030F0702030302020204" pitchFamily="66" charset="0"/>
                <a:cs typeface="Calibri" panose="020F0502020204030204" pitchFamily="34" charset="0"/>
              </a:rPr>
              <a:t>l </a:t>
            </a:r>
            <a:r>
              <a:rPr sz="2000" spc="-5" dirty="0">
                <a:solidFill>
                  <a:srgbClr val="5E5E5E"/>
                </a:solidFill>
                <a:latin typeface="Comic Sans MS" panose="030F0702030302020204" pitchFamily="66" charset="0"/>
                <a:cs typeface="Calibri" panose="020F0502020204030204" pitchFamily="34" charset="0"/>
              </a:rPr>
              <a:t>c</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pi</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x</a:t>
            </a:r>
            <a:r>
              <a:rPr sz="2000" spc="-5" dirty="0">
                <a:solidFill>
                  <a:srgbClr val="5E5E5E"/>
                </a:solidFill>
                <a:latin typeface="Comic Sans MS" panose="030F0702030302020204" pitchFamily="66" charset="0"/>
                <a:cs typeface="Calibri" panose="020F0502020204030204" pitchFamily="34" charset="0"/>
              </a:rPr>
              <a:t>c</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p</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he </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ne </a:t>
            </a:r>
            <a:r>
              <a:rPr sz="2000" spc="-5" dirty="0">
                <a:solidFill>
                  <a:srgbClr val="5E5E5E"/>
                </a:solidFill>
                <a:latin typeface="Comic Sans MS" panose="030F0702030302020204" pitchFamily="66" charset="0"/>
                <a:cs typeface="Calibri" panose="020F0502020204030204" pitchFamily="34" charset="0"/>
              </a:rPr>
              <a:t>w</a:t>
            </a:r>
            <a:r>
              <a:rPr sz="2000" dirty="0">
                <a:solidFill>
                  <a:srgbClr val="5E5E5E"/>
                </a:solidFill>
                <a:latin typeface="Comic Sans MS" panose="030F0702030302020204" pitchFamily="66" charset="0"/>
                <a:cs typeface="Calibri" panose="020F0502020204030204" pitchFamily="34" charset="0"/>
              </a:rPr>
              <a:t>ritten.</a:t>
            </a:r>
            <a:endParaRPr sz="2000" dirty="0">
              <a:latin typeface="Comic Sans MS" panose="030F0702030302020204" pitchFamily="66" charset="0"/>
              <a:cs typeface="Calibri" panose="020F0502020204030204" pitchFamily="34" charset="0"/>
            </a:endParaRPr>
          </a:p>
          <a:p>
            <a:pPr marL="285750" indent="-285750">
              <a:lnSpc>
                <a:spcPct val="100000"/>
              </a:lnSpc>
              <a:spcBef>
                <a:spcPts val="20"/>
              </a:spcBef>
              <a:buFont typeface="Arial" panose="020B0604020202020204" pitchFamily="34" charset="0"/>
              <a:buChar char="•"/>
            </a:pPr>
            <a:endParaRPr sz="1600" dirty="0">
              <a:latin typeface="Comic Sans MS" panose="030F0702030302020204" pitchFamily="66" charset="0"/>
              <a:cs typeface="Times New Roman" panose="02020603050405020304"/>
            </a:endParaRPr>
          </a:p>
          <a:p>
            <a:pPr marL="355600" indent="-342900">
              <a:lnSpc>
                <a:spcPct val="100000"/>
              </a:lnSpc>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D</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vic</a:t>
            </a:r>
            <a:r>
              <a:rPr sz="2000" dirty="0">
                <a:solidFill>
                  <a:srgbClr val="5E5E5E"/>
                </a:solidFill>
                <a:latin typeface="Comic Sans MS" panose="030F0702030302020204" pitchFamily="66" charset="0"/>
                <a:cs typeface="Calibri" panose="020F0502020204030204" pitchFamily="34" charset="0"/>
              </a:rPr>
              <a:t>e a</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g</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me</a:t>
            </a:r>
            <a:r>
              <a:rPr sz="2000" dirty="0">
                <a:solidFill>
                  <a:srgbClr val="5E5E5E"/>
                </a:solidFill>
                <a:latin typeface="Comic Sans MS" panose="030F0702030302020204" pitchFamily="66" charset="0"/>
                <a:cs typeface="Calibri" panose="020F0502020204030204" pitchFamily="34" charset="0"/>
              </a:rPr>
              <a:t>nt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ig</a:t>
            </a:r>
            <a:r>
              <a:rPr sz="2000" dirty="0">
                <a:solidFill>
                  <a:srgbClr val="5E5E5E"/>
                </a:solidFill>
                <a:latin typeface="Comic Sans MS" panose="030F0702030302020204" pitchFamily="66" charset="0"/>
                <a:cs typeface="Calibri" panose="020F0502020204030204" pitchFamily="34" charset="0"/>
              </a:rPr>
              <a:t>n</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endParaRPr sz="2000" dirty="0">
              <a:latin typeface="Comic Sans MS" panose="030F0702030302020204" pitchFamily="66" charset="0"/>
              <a:cs typeface="Calibri" panose="020F0502020204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46936"/>
            <a:ext cx="9464040" cy="808990"/>
          </a:xfrm>
          <a:prstGeom prst="rect">
            <a:avLst/>
          </a:prstGeom>
        </p:spPr>
        <p:txBody>
          <a:bodyPr vert="horz" wrap="square" lIns="0" tIns="0" rIns="0" bIns="0" rtlCol="0">
            <a:spAutoFit/>
          </a:bodyPr>
          <a:lstStyle/>
          <a:p>
            <a:pPr marL="0" algn="ctr">
              <a:lnSpc>
                <a:spcPct val="100000"/>
              </a:lnSpc>
            </a:pPr>
            <a:r>
              <a:rPr sz="3200" b="1" spc="-15" dirty="0">
                <a:latin typeface="Comic Sans MS" panose="030F0702030302020204" pitchFamily="66" charset="0"/>
              </a:rPr>
              <a:t>P</a:t>
            </a:r>
            <a:r>
              <a:rPr sz="3200" b="1" spc="-25" dirty="0">
                <a:latin typeface="Comic Sans MS" panose="030F0702030302020204" pitchFamily="66" charset="0"/>
              </a:rPr>
              <a:t>ERFO</a:t>
            </a:r>
            <a:r>
              <a:rPr sz="3200" b="1" dirty="0">
                <a:latin typeface="Comic Sans MS" panose="030F0702030302020204" pitchFamily="66" charset="0"/>
              </a:rPr>
              <a:t>R</a:t>
            </a:r>
            <a:r>
              <a:rPr sz="3200" b="1" spc="-10" dirty="0">
                <a:latin typeface="Comic Sans MS" panose="030F0702030302020204" pitchFamily="66" charset="0"/>
              </a:rPr>
              <a:t>M</a:t>
            </a:r>
            <a:r>
              <a:rPr sz="3200" b="1" spc="-25" dirty="0">
                <a:latin typeface="Comic Sans MS" panose="030F0702030302020204" pitchFamily="66" charset="0"/>
              </a:rPr>
              <a:t>A</a:t>
            </a:r>
            <a:r>
              <a:rPr sz="3200" b="1" dirty="0">
                <a:latin typeface="Comic Sans MS" panose="030F0702030302020204" pitchFamily="66" charset="0"/>
              </a:rPr>
              <a:t>N</a:t>
            </a:r>
            <a:r>
              <a:rPr sz="3200" b="1" spc="-5" dirty="0">
                <a:latin typeface="Comic Sans MS" panose="030F0702030302020204" pitchFamily="66" charset="0"/>
              </a:rPr>
              <a:t>C</a:t>
            </a:r>
            <a:r>
              <a:rPr sz="3200" b="1" spc="-20" dirty="0">
                <a:latin typeface="Comic Sans MS" panose="030F0702030302020204" pitchFamily="66" charset="0"/>
              </a:rPr>
              <a:t>E</a:t>
            </a:r>
            <a:r>
              <a:rPr sz="3200" b="1" dirty="0">
                <a:latin typeface="Comic Sans MS" panose="030F0702030302020204" pitchFamily="66" charset="0"/>
              </a:rPr>
              <a:t> </a:t>
            </a:r>
            <a:r>
              <a:rPr sz="3200" b="1" spc="-30" dirty="0">
                <a:latin typeface="Comic Sans MS" panose="030F0702030302020204" pitchFamily="66" charset="0"/>
              </a:rPr>
              <a:t>T</a:t>
            </a:r>
            <a:r>
              <a:rPr sz="3200" b="1" dirty="0">
                <a:latin typeface="Comic Sans MS" panose="030F0702030302020204" pitchFamily="66" charset="0"/>
              </a:rPr>
              <a:t>UN</a:t>
            </a:r>
            <a:r>
              <a:rPr sz="3200" b="1" spc="-5" dirty="0">
                <a:latin typeface="Comic Sans MS" panose="030F0702030302020204" pitchFamily="66" charset="0"/>
              </a:rPr>
              <a:t>I</a:t>
            </a:r>
            <a:r>
              <a:rPr sz="3200" b="1" dirty="0">
                <a:latin typeface="Comic Sans MS" panose="030F0702030302020204" pitchFamily="66" charset="0"/>
              </a:rPr>
              <a:t>NG</a:t>
            </a:r>
            <a:r>
              <a:rPr sz="3200" b="1" spc="5" dirty="0">
                <a:latin typeface="Comic Sans MS" panose="030F0702030302020204" pitchFamily="66" charset="0"/>
              </a:rPr>
              <a:t> </a:t>
            </a:r>
            <a:r>
              <a:rPr sz="3200" b="1" spc="-25" dirty="0">
                <a:latin typeface="Comic Sans MS" panose="030F0702030302020204" pitchFamily="66" charset="0"/>
              </a:rPr>
              <a:t>O</a:t>
            </a:r>
            <a:r>
              <a:rPr sz="3200" b="1" dirty="0">
                <a:latin typeface="Comic Sans MS" panose="030F0702030302020204" pitchFamily="66" charset="0"/>
              </a:rPr>
              <a:t>N</a:t>
            </a:r>
            <a:r>
              <a:rPr sz="3200" b="1" spc="5" dirty="0">
                <a:latin typeface="Comic Sans MS" panose="030F0702030302020204" pitchFamily="66" charset="0"/>
              </a:rPr>
              <a:t> </a:t>
            </a:r>
            <a:r>
              <a:rPr sz="3200" b="1" spc="-15" dirty="0">
                <a:latin typeface="Comic Sans MS" panose="030F0702030302020204" pitchFamily="66" charset="0"/>
              </a:rPr>
              <a:t>P</a:t>
            </a:r>
            <a:r>
              <a:rPr sz="3200" b="1" spc="-25" dirty="0">
                <a:latin typeface="Comic Sans MS" panose="030F0702030302020204" pitchFamily="66" charset="0"/>
              </a:rPr>
              <a:t>A</a:t>
            </a:r>
            <a:r>
              <a:rPr sz="3200" b="1" spc="-15" dirty="0">
                <a:latin typeface="Comic Sans MS" panose="030F0702030302020204" pitchFamily="66" charset="0"/>
              </a:rPr>
              <a:t>S</a:t>
            </a:r>
            <a:r>
              <a:rPr sz="3200" b="1" spc="-5" dirty="0">
                <a:latin typeface="Comic Sans MS" panose="030F0702030302020204" pitchFamily="66" charset="0"/>
              </a:rPr>
              <a:t>C</a:t>
            </a:r>
            <a:r>
              <a:rPr sz="3200" b="1" spc="-25" dirty="0">
                <a:latin typeface="Comic Sans MS" panose="030F0702030302020204" pitchFamily="66" charset="0"/>
              </a:rPr>
              <a:t>A</a:t>
            </a:r>
            <a:r>
              <a:rPr sz="3200" b="1" dirty="0">
                <a:latin typeface="Comic Sans MS" panose="030F0702030302020204" pitchFamily="66" charset="0"/>
              </a:rPr>
              <a:t>L+</a:t>
            </a:r>
          </a:p>
          <a:p>
            <a:pPr marL="0" algn="ctr">
              <a:lnSpc>
                <a:spcPct val="100000"/>
              </a:lnSpc>
              <a:spcBef>
                <a:spcPts val="310"/>
              </a:spcBef>
            </a:pPr>
            <a:r>
              <a:rPr sz="1800" spc="-5" dirty="0">
                <a:solidFill>
                  <a:srgbClr val="76B900"/>
                </a:solidFill>
                <a:latin typeface="Comic Sans MS" panose="030F0702030302020204" pitchFamily="66" charset="0"/>
                <a:cs typeface="Calibri" panose="020F0502020204030204" pitchFamily="34" charset="0"/>
              </a:rPr>
              <a:t>Hi</a:t>
            </a:r>
            <a:r>
              <a:rPr sz="1800" dirty="0">
                <a:solidFill>
                  <a:srgbClr val="76B900"/>
                </a:solidFill>
                <a:latin typeface="Comic Sans MS" panose="030F0702030302020204" pitchFamily="66" charset="0"/>
                <a:cs typeface="Calibri" panose="020F0502020204030204" pitchFamily="34" charset="0"/>
              </a:rPr>
              <a:t>n</a:t>
            </a:r>
            <a:r>
              <a:rPr sz="1800" spc="-5" dirty="0">
                <a:solidFill>
                  <a:srgbClr val="76B900"/>
                </a:solidFill>
                <a:latin typeface="Comic Sans MS" panose="030F0702030302020204" pitchFamily="66" charset="0"/>
                <a:cs typeface="Calibri" panose="020F0502020204030204" pitchFamily="34" charset="0"/>
              </a:rPr>
              <a:t>t</a:t>
            </a:r>
            <a:r>
              <a:rPr sz="1800" spc="-15" dirty="0">
                <a:solidFill>
                  <a:srgbClr val="76B900"/>
                </a:solidFill>
                <a:latin typeface="Comic Sans MS" panose="030F0702030302020204" pitchFamily="66" charset="0"/>
                <a:cs typeface="Calibri" panose="020F0502020204030204" pitchFamily="34" charset="0"/>
              </a:rPr>
              <a:t>s</a:t>
            </a:r>
            <a:r>
              <a:rPr sz="1800" dirty="0">
                <a:solidFill>
                  <a:srgbClr val="76B900"/>
                </a:solidFill>
                <a:latin typeface="Comic Sans MS" panose="030F0702030302020204" pitchFamily="66" charset="0"/>
                <a:cs typeface="Calibri" panose="020F0502020204030204" pitchFamily="34" charset="0"/>
              </a:rPr>
              <a:t>:</a:t>
            </a:r>
            <a:r>
              <a:rPr sz="1800" spc="-5" dirty="0">
                <a:solidFill>
                  <a:srgbClr val="76B900"/>
                </a:solidFill>
                <a:latin typeface="Comic Sans MS" panose="030F0702030302020204" pitchFamily="66" charset="0"/>
                <a:cs typeface="Calibri" panose="020F0502020204030204" pitchFamily="34" charset="0"/>
              </a:rPr>
              <a:t> </a:t>
            </a:r>
            <a:r>
              <a:rPr sz="1800" spc="-15" dirty="0">
                <a:solidFill>
                  <a:srgbClr val="76B900"/>
                </a:solidFill>
                <a:latin typeface="Comic Sans MS" panose="030F0702030302020204" pitchFamily="66" charset="0"/>
                <a:cs typeface="Consolas" panose="020B0609020204030204"/>
              </a:rPr>
              <a:t>cudaMemAdviseSetPreferredLocation</a:t>
            </a:r>
            <a:endParaRPr sz="1800" dirty="0">
              <a:latin typeface="Comic Sans MS" panose="030F0702030302020204" pitchFamily="66" charset="0"/>
              <a:cs typeface="Consolas" panose="020B0609020204030204"/>
            </a:endParaRPr>
          </a:p>
        </p:txBody>
      </p:sp>
      <p:sp>
        <p:nvSpPr>
          <p:cNvPr id="4" name="object 4"/>
          <p:cNvSpPr txBox="1">
            <a:spLocks noGrp="1"/>
          </p:cNvSpPr>
          <p:nvPr>
            <p:ph type="sldNum" sz="quarter" idx="12"/>
          </p:nvPr>
        </p:nvSpPr>
        <p:spPr>
          <a:xfrm>
            <a:off x="7863840" y="5786153"/>
            <a:ext cx="256032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27</a:t>
            </a:fld>
            <a:endParaRPr dirty="0">
              <a:latin typeface="Comic Sans MS" panose="030F0702030302020204" pitchFamily="66" charset="0"/>
            </a:endParaRPr>
          </a:p>
        </p:txBody>
      </p:sp>
      <p:sp>
        <p:nvSpPr>
          <p:cNvPr id="3" name="object 3"/>
          <p:cNvSpPr txBox="1"/>
          <p:nvPr/>
        </p:nvSpPr>
        <p:spPr>
          <a:xfrm>
            <a:off x="609600" y="1866900"/>
            <a:ext cx="9144000" cy="3350661"/>
          </a:xfrm>
          <a:prstGeom prst="rect">
            <a:avLst/>
          </a:prstGeom>
        </p:spPr>
        <p:txBody>
          <a:bodyPr vert="horz" wrap="square" lIns="0" tIns="0" rIns="0" bIns="0" rtlCol="0">
            <a:spAutoFit/>
          </a:bodyPr>
          <a:lstStyle/>
          <a:p>
            <a:pPr marL="355600" marR="2755900" indent="-342900">
              <a:lnSpc>
                <a:spcPts val="3820"/>
              </a:lnSpc>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gg</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st</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w</a:t>
            </a:r>
            <a:r>
              <a:rPr sz="2000" dirty="0">
                <a:solidFill>
                  <a:srgbClr val="5E5E5E"/>
                </a:solidFill>
                <a:latin typeface="Comic Sans MS" panose="030F0702030302020204" pitchFamily="66" charset="0"/>
                <a:cs typeface="Calibri" panose="020F0502020204030204" pitchFamily="34" charset="0"/>
              </a:rPr>
              <a:t>hi</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oc</a:t>
            </a:r>
            <a:r>
              <a:rPr sz="2000"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sso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he </a:t>
            </a:r>
            <a:r>
              <a:rPr sz="2000" spc="-5" dirty="0">
                <a:solidFill>
                  <a:srgbClr val="5E5E5E"/>
                </a:solidFill>
                <a:latin typeface="Comic Sans MS" panose="030F0702030302020204" pitchFamily="66" charset="0"/>
                <a:cs typeface="Calibri" panose="020F0502020204030204" pitchFamily="34" charset="0"/>
              </a:rPr>
              <a:t>b</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oc</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i</a:t>
            </a:r>
            <a:r>
              <a:rPr sz="2000" spc="-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fo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d</a:t>
            </a:r>
            <a:r>
              <a:rPr sz="2000" spc="5"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 </a:t>
            </a:r>
            <a:r>
              <a:rPr sz="2000" spc="-5" dirty="0">
                <a:solidFill>
                  <a:srgbClr val="5E5E5E"/>
                </a:solidFill>
                <a:latin typeface="Comic Sans MS" panose="030F0702030302020204" pitchFamily="66" charset="0"/>
                <a:cs typeface="Calibri" panose="020F0502020204030204" pitchFamily="34" charset="0"/>
              </a:rPr>
              <a:t>Do</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s </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au</a:t>
            </a:r>
            <a:r>
              <a:rPr sz="2000" spc="-5" dirty="0">
                <a:solidFill>
                  <a:srgbClr val="5E5E5E"/>
                </a:solidFill>
                <a:latin typeface="Comic Sans MS" panose="030F0702030302020204" pitchFamily="66" charset="0"/>
                <a:cs typeface="Calibri" panose="020F0502020204030204" pitchFamily="34" charset="0"/>
              </a:rPr>
              <a:t>t</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tic</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ll</a:t>
            </a:r>
            <a:r>
              <a:rPr sz="2000" dirty="0">
                <a:solidFill>
                  <a:srgbClr val="5E5E5E"/>
                </a:solidFill>
                <a:latin typeface="Comic Sans MS" panose="030F0702030302020204" pitchFamily="66" charset="0"/>
                <a:cs typeface="Calibri" panose="020F0502020204030204" pitchFamily="34" charset="0"/>
              </a:rPr>
              <a:t>y</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au</a:t>
            </a:r>
            <a:r>
              <a:rPr sz="2000" spc="-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m</a:t>
            </a:r>
            <a:r>
              <a:rPr sz="2000" spc="-5" dirty="0">
                <a:solidFill>
                  <a:srgbClr val="5E5E5E"/>
                </a:solidFill>
                <a:latin typeface="Comic Sans MS" panose="030F0702030302020204" pitchFamily="66" charset="0"/>
                <a:cs typeface="Calibri" panose="020F0502020204030204" pitchFamily="34" charset="0"/>
              </a:rPr>
              <a:t>i</a:t>
            </a:r>
            <a:r>
              <a:rPr sz="2000" spc="-15" dirty="0">
                <a:solidFill>
                  <a:srgbClr val="5E5E5E"/>
                </a:solidFill>
                <a:latin typeface="Comic Sans MS" panose="030F0702030302020204" pitchFamily="66" charset="0"/>
                <a:cs typeface="Calibri" panose="020F0502020204030204" pitchFamily="34" charset="0"/>
              </a:rPr>
              <a:t>g</a:t>
            </a:r>
            <a:r>
              <a:rPr sz="2000" spc="-10" dirty="0">
                <a:solidFill>
                  <a:srgbClr val="5E5E5E"/>
                </a:solidFill>
                <a:latin typeface="Comic Sans MS" panose="030F0702030302020204" pitchFamily="66" charset="0"/>
                <a:cs typeface="Calibri" panose="020F0502020204030204" pitchFamily="34" charset="0"/>
              </a:rPr>
              <a:t>r</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tion</a:t>
            </a:r>
            <a:endParaRPr sz="2000" dirty="0">
              <a:latin typeface="Comic Sans MS" panose="030F0702030302020204" pitchFamily="66" charset="0"/>
              <a:cs typeface="Calibri" panose="020F0502020204030204" pitchFamily="34" charset="0"/>
            </a:endParaRPr>
          </a:p>
          <a:p>
            <a:pPr marL="355600" indent="-342900">
              <a:lnSpc>
                <a:spcPct val="100000"/>
              </a:lnSpc>
              <a:spcBef>
                <a:spcPts val="113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 wi</a:t>
            </a:r>
            <a:r>
              <a:rPr sz="2000" spc="-15" dirty="0">
                <a:solidFill>
                  <a:srgbClr val="5E5E5E"/>
                </a:solidFill>
                <a:latin typeface="Comic Sans MS" panose="030F0702030302020204" pitchFamily="66" charset="0"/>
                <a:cs typeface="Calibri" panose="020F0502020204030204" pitchFamily="34" charset="0"/>
              </a:rPr>
              <a:t>l</a:t>
            </a:r>
            <a:r>
              <a:rPr sz="2000" spc="-10" dirty="0">
                <a:solidFill>
                  <a:srgbClr val="5E5E5E"/>
                </a:solidFill>
                <a:latin typeface="Comic Sans MS" panose="030F0702030302020204" pitchFamily="66" charset="0"/>
                <a:cs typeface="Calibri" panose="020F0502020204030204" pitchFamily="34" charset="0"/>
              </a:rPr>
              <a:t>l</a:t>
            </a:r>
            <a:r>
              <a:rPr sz="2000" spc="-1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b</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m</a:t>
            </a:r>
            <a:r>
              <a:rPr sz="2000" spc="-5" dirty="0">
                <a:solidFill>
                  <a:srgbClr val="5E5E5E"/>
                </a:solidFill>
                <a:latin typeface="Comic Sans MS" panose="030F0702030302020204" pitchFamily="66" charset="0"/>
                <a:cs typeface="Calibri" panose="020F0502020204030204" pitchFamily="34" charset="0"/>
              </a:rPr>
              <a:t>i</a:t>
            </a:r>
            <a:r>
              <a:rPr sz="2000" spc="-15" dirty="0">
                <a:solidFill>
                  <a:srgbClr val="5E5E5E"/>
                </a:solidFill>
                <a:latin typeface="Comic Sans MS" panose="030F0702030302020204" pitchFamily="66" charset="0"/>
                <a:cs typeface="Calibri" panose="020F0502020204030204" pitchFamily="34" charset="0"/>
              </a:rPr>
              <a:t>g</a:t>
            </a:r>
            <a:r>
              <a:rPr sz="2000" spc="-10" dirty="0">
                <a:solidFill>
                  <a:srgbClr val="5E5E5E"/>
                </a:solidFill>
                <a:latin typeface="Comic Sans MS" panose="030F0702030302020204" pitchFamily="66" charset="0"/>
                <a:cs typeface="Calibri" panose="020F0502020204030204" pitchFamily="34" charset="0"/>
              </a:rPr>
              <a:t>r</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o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he </a:t>
            </a:r>
            <a:r>
              <a:rPr sz="2000" spc="-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f</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rr</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oc</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sso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o</a:t>
            </a:r>
            <a:r>
              <a:rPr sz="2000" spc="-15" dirty="0">
                <a:solidFill>
                  <a:srgbClr val="5E5E5E"/>
                </a:solidFill>
                <a:latin typeface="Comic Sans MS" panose="030F0702030302020204" pitchFamily="66" charset="0"/>
                <a:cs typeface="Calibri" panose="020F0502020204030204" pitchFamily="34" charset="0"/>
              </a:rPr>
              <a:t>n</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d</a:t>
            </a:r>
            <a:r>
              <a:rPr sz="2000" spc="5" dirty="0">
                <a:solidFill>
                  <a:srgbClr val="5E5E5E"/>
                </a:solidFill>
                <a:latin typeface="Comic Sans MS" panose="030F0702030302020204" pitchFamily="66" charset="0"/>
                <a:cs typeface="Calibri" panose="020F0502020204030204" pitchFamily="34" charset="0"/>
              </a:rPr>
              <a:t>em</a:t>
            </a:r>
            <a:r>
              <a:rPr sz="2000" dirty="0">
                <a:solidFill>
                  <a:srgbClr val="5E5E5E"/>
                </a:solidFill>
                <a:latin typeface="Comic Sans MS" panose="030F0702030302020204" pitchFamily="66" charset="0"/>
                <a:cs typeface="Calibri" panose="020F0502020204030204" pitchFamily="34" charset="0"/>
              </a:rPr>
              <a:t>and</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i</a:t>
            </a:r>
            <a:r>
              <a:rPr sz="2000" spc="-10" dirty="0">
                <a:solidFill>
                  <a:srgbClr val="5E5E5E"/>
                </a:solidFill>
                <a:latin typeface="Comic Sans MS" panose="030F0702030302020204" pitchFamily="66" charset="0"/>
                <a:cs typeface="Calibri" panose="020F0502020204030204" pitchFamily="34" charset="0"/>
              </a:rPr>
              <a:t>f </a:t>
            </a:r>
            <a:r>
              <a:rPr sz="2000" spc="-15" dirty="0">
                <a:solidFill>
                  <a:srgbClr val="5E5E5E"/>
                </a:solidFill>
                <a:latin typeface="Comic Sans MS" panose="030F0702030302020204" pitchFamily="66" charset="0"/>
                <a:cs typeface="Calibri" panose="020F0502020204030204" pitchFamily="34" charset="0"/>
              </a:rPr>
              <a:t>pr</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f</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tc</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d)</a:t>
            </a:r>
            <a:endParaRPr sz="2000" dirty="0">
              <a:latin typeface="Comic Sans MS" panose="030F0702030302020204" pitchFamily="66" charset="0"/>
              <a:cs typeface="Calibri" panose="020F0502020204030204" pitchFamily="34" charset="0"/>
            </a:endParaRPr>
          </a:p>
          <a:p>
            <a:pPr marL="355600" marR="5080" indent="-342900">
              <a:lnSpc>
                <a:spcPct val="171000"/>
              </a:lnSpc>
              <a:spcBef>
                <a:spcPts val="95"/>
              </a:spcBef>
              <a:buFont typeface="Arial" panose="020B0604020202020204" pitchFamily="34" charset="0"/>
              <a:buChar char="•"/>
            </a:pPr>
            <a:r>
              <a:rPr sz="2000" spc="-10" dirty="0">
                <a:solidFill>
                  <a:srgbClr val="5E5E5E"/>
                </a:solidFill>
                <a:latin typeface="Comic Sans MS" panose="030F0702030302020204" pitchFamily="66" charset="0"/>
                <a:cs typeface="Calibri" panose="020F0502020204030204" pitchFamily="34" charset="0"/>
              </a:rPr>
              <a:t>If </a:t>
            </a:r>
            <a:r>
              <a:rPr sz="2000" spc="-5" dirty="0">
                <a:solidFill>
                  <a:srgbClr val="5E5E5E"/>
                </a:solidFill>
                <a:latin typeface="Comic Sans MS" panose="030F0702030302020204" pitchFamily="66" charset="0"/>
                <a:cs typeface="Calibri" panose="020F0502020204030204" pitchFamily="34" charset="0"/>
              </a:rPr>
              <a:t>p</a:t>
            </a:r>
            <a:r>
              <a:rPr sz="2000" spc="-15" dirty="0">
                <a:solidFill>
                  <a:srgbClr val="5E5E5E"/>
                </a:solidFill>
                <a:latin typeface="Comic Sans MS" panose="030F0702030302020204" pitchFamily="66" charset="0"/>
                <a:cs typeface="Calibri" panose="020F0502020204030204" pitchFamily="34" charset="0"/>
              </a:rPr>
              <a:t>oss</a:t>
            </a:r>
            <a:r>
              <a:rPr sz="2000" spc="-5" dirty="0">
                <a:solidFill>
                  <a:srgbClr val="5E5E5E"/>
                </a:solidFill>
                <a:latin typeface="Comic Sans MS" panose="030F0702030302020204" pitchFamily="66" charset="0"/>
                <a:cs typeface="Calibri" panose="020F0502020204030204" pitchFamily="34" charset="0"/>
              </a:rPr>
              <a:t>ib</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 (</a:t>
            </a:r>
            <a:r>
              <a:rPr sz="2000" spc="-15" dirty="0">
                <a:solidFill>
                  <a:srgbClr val="5E5E5E"/>
                </a:solidFill>
                <a:latin typeface="Comic Sans MS" panose="030F0702030302020204" pitchFamily="66" charset="0"/>
                <a:cs typeface="Calibri" panose="020F0502020204030204" pitchFamily="34" charset="0"/>
              </a:rPr>
              <a:t>P</a:t>
            </a:r>
            <a:r>
              <a:rPr sz="2000" spc="5" dirty="0">
                <a:solidFill>
                  <a:srgbClr val="5E5E5E"/>
                </a:solidFill>
                <a:latin typeface="Comic Sans MS" panose="030F0702030302020204" pitchFamily="66" charset="0"/>
                <a:cs typeface="Calibri" panose="020F0502020204030204" pitchFamily="34" charset="0"/>
              </a:rPr>
              <a:t>2</a:t>
            </a:r>
            <a:r>
              <a:rPr sz="2000" spc="-15" dirty="0">
                <a:solidFill>
                  <a:srgbClr val="5E5E5E"/>
                </a:solidFill>
                <a:latin typeface="Comic Sans MS" panose="030F0702030302020204" pitchFamily="66" charset="0"/>
                <a:cs typeface="Calibri" panose="020F0502020204030204" pitchFamily="34" charset="0"/>
              </a:rPr>
              <a:t>P</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ppi</a:t>
            </a:r>
            <a:r>
              <a:rPr sz="2000" dirty="0">
                <a:solidFill>
                  <a:srgbClr val="5E5E5E"/>
                </a:solidFill>
                <a:latin typeface="Comic Sans MS" panose="030F0702030302020204" pitchFamily="66" charset="0"/>
                <a:cs typeface="Calibri" panose="020F0502020204030204" pitchFamily="34" charset="0"/>
              </a:rPr>
              <a:t>n</a:t>
            </a:r>
            <a:r>
              <a:rPr sz="2000" spc="-15" dirty="0">
                <a:solidFill>
                  <a:srgbClr val="5E5E5E"/>
                </a:solidFill>
                <a:latin typeface="Comic Sans MS" panose="030F0702030302020204" pitchFamily="66" charset="0"/>
                <a:cs typeface="Calibri" panose="020F0502020204030204" pitchFamily="34" charset="0"/>
              </a:rPr>
              <a:t>g</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wi</a:t>
            </a:r>
            <a:r>
              <a:rPr sz="2000" spc="-10" dirty="0">
                <a:solidFill>
                  <a:srgbClr val="5E5E5E"/>
                </a:solidFill>
                <a:latin typeface="Comic Sans MS" panose="030F0702030302020204" pitchFamily="66" charset="0"/>
                <a:cs typeface="Calibri" panose="020F0502020204030204" pitchFamily="34" charset="0"/>
              </a:rPr>
              <a:t>ll </a:t>
            </a:r>
            <a:r>
              <a:rPr sz="2000" spc="-5" dirty="0">
                <a:solidFill>
                  <a:srgbClr val="5E5E5E"/>
                </a:solidFill>
                <a:latin typeface="Comic Sans MS" panose="030F0702030302020204" pitchFamily="66" charset="0"/>
                <a:cs typeface="Calibri" panose="020F0502020204030204" pitchFamily="34" charset="0"/>
              </a:rPr>
              <a:t>b</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r</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vid</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w</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n </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p</a:t>
            </a:r>
            <a:r>
              <a:rPr sz="2000" spc="-10" dirty="0">
                <a:solidFill>
                  <a:srgbClr val="5E5E5E"/>
                </a:solidFill>
                <a:latin typeface="Comic Sans MS" panose="030F0702030302020204" pitchFamily="66" charset="0"/>
                <a:cs typeface="Calibri" panose="020F0502020204030204" pitchFamily="34" charset="0"/>
              </a:rPr>
              <a:t>r</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c</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sso</a:t>
            </a:r>
            <a:r>
              <a:rPr sz="2000" spc="-10" dirty="0">
                <a:solidFill>
                  <a:srgbClr val="5E5E5E"/>
                </a:solidFill>
                <a:latin typeface="Comic Sans MS" panose="030F0702030302020204" pitchFamily="66" charset="0"/>
                <a:cs typeface="Calibri" panose="020F0502020204030204" pitchFamily="34" charset="0"/>
              </a:rPr>
              <a:t>rs </a:t>
            </a:r>
            <a:r>
              <a:rPr sz="2000" spc="-5" dirty="0">
                <a:solidFill>
                  <a:srgbClr val="5E5E5E"/>
                </a:solidFill>
                <a:latin typeface="Comic Sans MS" panose="030F0702030302020204" pitchFamily="66" charset="0"/>
                <a:cs typeface="Calibri" panose="020F0502020204030204" pitchFamily="34" charset="0"/>
              </a:rPr>
              <a:t>to</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h </a:t>
            </a:r>
            <a:r>
              <a:rPr sz="2000" spc="-5" dirty="0">
                <a:solidFill>
                  <a:srgbClr val="5E5E5E"/>
                </a:solidFill>
                <a:latin typeface="Comic Sans MS" panose="030F0702030302020204" pitchFamily="66" charset="0"/>
                <a:cs typeface="Calibri" panose="020F0502020204030204" pitchFamily="34" charset="0"/>
              </a:rPr>
              <a:t>it </a:t>
            </a:r>
            <a:r>
              <a:rPr sz="2000" spc="-10" dirty="0">
                <a:solidFill>
                  <a:srgbClr val="5E5E5E"/>
                </a:solidFill>
                <a:latin typeface="Comic Sans MS" panose="030F0702030302020204" pitchFamily="66" charset="0"/>
                <a:cs typeface="Calibri" panose="020F0502020204030204" pitchFamily="34" charset="0"/>
              </a:rPr>
              <a:t>If </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ppi</a:t>
            </a:r>
            <a:r>
              <a:rPr sz="2000" dirty="0">
                <a:solidFill>
                  <a:srgbClr val="5E5E5E"/>
                </a:solidFill>
                <a:latin typeface="Comic Sans MS" panose="030F0702030302020204" pitchFamily="66" charset="0"/>
                <a:cs typeface="Calibri" panose="020F0502020204030204" pitchFamily="34" charset="0"/>
              </a:rPr>
              <a:t>n</a:t>
            </a:r>
            <a:r>
              <a:rPr sz="2000" spc="-10" dirty="0">
                <a:solidFill>
                  <a:srgbClr val="5E5E5E"/>
                </a:solidFill>
                <a:latin typeface="Comic Sans MS" panose="030F0702030302020204" pitchFamily="66" charset="0"/>
                <a:cs typeface="Calibri" panose="020F0502020204030204" pitchFamily="34" charset="0"/>
              </a:rPr>
              <a:t>g </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dirty="0">
                <a:solidFill>
                  <a:srgbClr val="5E5E5E"/>
                </a:solidFill>
                <a:latin typeface="Comic Sans MS" panose="030F0702030302020204" pitchFamily="66" charset="0"/>
                <a:cs typeface="Calibri" panose="020F0502020204030204" pitchFamily="34" charset="0"/>
              </a:rPr>
              <a:t>n</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p</a:t>
            </a:r>
            <a:r>
              <a:rPr sz="2000" spc="-15" dirty="0">
                <a:solidFill>
                  <a:srgbClr val="5E5E5E"/>
                </a:solidFill>
                <a:latin typeface="Comic Sans MS" panose="030F0702030302020204" pitchFamily="66" charset="0"/>
                <a:cs typeface="Calibri" panose="020F0502020204030204" pitchFamily="34" charset="0"/>
              </a:rPr>
              <a:t>oss</a:t>
            </a:r>
            <a:r>
              <a:rPr sz="2000" spc="-5" dirty="0">
                <a:solidFill>
                  <a:srgbClr val="5E5E5E"/>
                </a:solidFill>
                <a:latin typeface="Comic Sans MS" panose="030F0702030302020204" pitchFamily="66" charset="0"/>
                <a:cs typeface="Calibri" panose="020F0502020204030204" pitchFamily="34" charset="0"/>
              </a:rPr>
              <a:t>ib</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 </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m</a:t>
            </a:r>
            <a:r>
              <a:rPr sz="2000" spc="-5" dirty="0">
                <a:solidFill>
                  <a:srgbClr val="5E5E5E"/>
                </a:solidFill>
                <a:latin typeface="Comic Sans MS" panose="030F0702030302020204" pitchFamily="66" charset="0"/>
                <a:cs typeface="Calibri" panose="020F0502020204030204" pitchFamily="34" charset="0"/>
              </a:rPr>
              <a:t>ig</a:t>
            </a:r>
            <a:r>
              <a:rPr sz="2000" dirty="0">
                <a:solidFill>
                  <a:srgbClr val="5E5E5E"/>
                </a:solidFill>
                <a:latin typeface="Comic Sans MS" panose="030F0702030302020204" pitchFamily="66" charset="0"/>
                <a:cs typeface="Calibri" panose="020F0502020204030204" pitchFamily="34" charset="0"/>
              </a:rPr>
              <a:t>ra</a:t>
            </a:r>
            <a:r>
              <a:rPr sz="2000" spc="-5" dirty="0">
                <a:solidFill>
                  <a:srgbClr val="5E5E5E"/>
                </a:solidFill>
                <a:latin typeface="Comic Sans MS" panose="030F0702030302020204" pitchFamily="66" charset="0"/>
                <a:cs typeface="Calibri" panose="020F0502020204030204" pitchFamily="34" charset="0"/>
              </a:rPr>
              <a:t>t</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endParaRPr sz="2000" dirty="0">
              <a:latin typeface="Comic Sans MS" panose="030F0702030302020204" pitchFamily="66" charset="0"/>
              <a:cs typeface="Calibri" panose="020F0502020204030204" pitchFamily="34" charset="0"/>
            </a:endParaRPr>
          </a:p>
          <a:p>
            <a:pPr marL="285750" indent="-285750">
              <a:lnSpc>
                <a:spcPct val="100000"/>
              </a:lnSpc>
              <a:spcBef>
                <a:spcPts val="45"/>
              </a:spcBef>
              <a:buFont typeface="Arial" panose="020B0604020202020204" pitchFamily="34" charset="0"/>
              <a:buChar char="•"/>
            </a:pPr>
            <a:endParaRPr sz="1600" dirty="0">
              <a:latin typeface="Comic Sans MS" panose="030F0702030302020204" pitchFamily="66" charset="0"/>
              <a:cs typeface="Times New Roman" panose="02020603050405020304"/>
            </a:endParaRPr>
          </a:p>
          <a:p>
            <a:pPr marL="355600" indent="-342900">
              <a:lnSpc>
                <a:spcPct val="100000"/>
              </a:lnSpc>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V</a:t>
            </a:r>
            <a:r>
              <a:rPr sz="2000" spc="-5" dirty="0">
                <a:solidFill>
                  <a:srgbClr val="5E5E5E"/>
                </a:solidFill>
                <a:latin typeface="Comic Sans MS" panose="030F0702030302020204" pitchFamily="66" charset="0"/>
                <a:cs typeface="Calibri" panose="020F0502020204030204" pitchFamily="34" charset="0"/>
              </a:rPr>
              <a:t>o</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 a</a:t>
            </a:r>
            <a:r>
              <a:rPr sz="2000" spc="-5" dirty="0">
                <a:solidFill>
                  <a:srgbClr val="5E5E5E"/>
                </a:solidFill>
                <a:latin typeface="Comic Sans MS" panose="030F0702030302020204" pitchFamily="66" charset="0"/>
                <a:cs typeface="Calibri" panose="020F0502020204030204" pitchFamily="34" charset="0"/>
              </a:rPr>
              <a:t>dd</a:t>
            </a:r>
            <a:r>
              <a:rPr sz="2000" spc="-10" dirty="0">
                <a:solidFill>
                  <a:srgbClr val="5E5E5E"/>
                </a:solidFill>
                <a:latin typeface="Comic Sans MS" panose="030F0702030302020204" pitchFamily="66" charset="0"/>
                <a:cs typeface="Calibri" panose="020F0502020204030204" pitchFamily="34" charset="0"/>
              </a:rPr>
              <a:t>s</a:t>
            </a:r>
            <a:r>
              <a:rPr sz="2000" spc="-5" dirty="0">
                <a:solidFill>
                  <a:srgbClr val="5E5E5E"/>
                </a:solidFill>
                <a:latin typeface="Comic Sans MS" panose="030F0702030302020204" pitchFamily="66" charset="0"/>
                <a:cs typeface="Calibri" panose="020F0502020204030204" pitchFamily="34" charset="0"/>
              </a:rPr>
              <a:t> </a:t>
            </a:r>
            <a:r>
              <a:rPr sz="2000" i="1" dirty="0">
                <a:solidFill>
                  <a:srgbClr val="5E5E5E"/>
                </a:solidFill>
                <a:latin typeface="Comic Sans MS" panose="030F0702030302020204" pitchFamily="66" charset="0"/>
                <a:cs typeface="Calibri" panose="020F0502020204030204" pitchFamily="34" charset="0"/>
              </a:rPr>
              <a:t>a</a:t>
            </a:r>
            <a:r>
              <a:rPr sz="2000" i="1" spc="-5" dirty="0">
                <a:solidFill>
                  <a:srgbClr val="5E5E5E"/>
                </a:solidFill>
                <a:latin typeface="Comic Sans MS" panose="030F0702030302020204" pitchFamily="66" charset="0"/>
                <a:cs typeface="Calibri" panose="020F0502020204030204" pitchFamily="34" charset="0"/>
              </a:rPr>
              <a:t>c</a:t>
            </a:r>
            <a:r>
              <a:rPr sz="2000" i="1" spc="-15" dirty="0">
                <a:solidFill>
                  <a:srgbClr val="5E5E5E"/>
                </a:solidFill>
                <a:latin typeface="Comic Sans MS" panose="030F0702030302020204" pitchFamily="66" charset="0"/>
                <a:cs typeface="Calibri" panose="020F0502020204030204" pitchFamily="34" charset="0"/>
              </a:rPr>
              <a:t>c</a:t>
            </a:r>
            <a:r>
              <a:rPr sz="2000" i="1" spc="-5" dirty="0">
                <a:solidFill>
                  <a:srgbClr val="5E5E5E"/>
                </a:solidFill>
                <a:latin typeface="Comic Sans MS" panose="030F0702030302020204" pitchFamily="66" charset="0"/>
                <a:cs typeface="Calibri" panose="020F0502020204030204" pitchFamily="34" charset="0"/>
              </a:rPr>
              <a:t>e</a:t>
            </a:r>
            <a:r>
              <a:rPr sz="2000" i="1" spc="-15" dirty="0">
                <a:solidFill>
                  <a:srgbClr val="5E5E5E"/>
                </a:solidFill>
                <a:latin typeface="Comic Sans MS" panose="030F0702030302020204" pitchFamily="66" charset="0"/>
                <a:cs typeface="Calibri" panose="020F0502020204030204" pitchFamily="34" charset="0"/>
              </a:rPr>
              <a:t>s</a:t>
            </a:r>
            <a:r>
              <a:rPr sz="2000" i="1" spc="-10" dirty="0">
                <a:solidFill>
                  <a:srgbClr val="5E5E5E"/>
                </a:solidFill>
                <a:latin typeface="Comic Sans MS" panose="030F0702030302020204" pitchFamily="66" charset="0"/>
                <a:cs typeface="Calibri" panose="020F0502020204030204" pitchFamily="34" charset="0"/>
              </a:rPr>
              <a:t>s </a:t>
            </a:r>
            <a:r>
              <a:rPr sz="2000" i="1" spc="-15" dirty="0">
                <a:solidFill>
                  <a:srgbClr val="5E5E5E"/>
                </a:solidFill>
                <a:latin typeface="Comic Sans MS" panose="030F0702030302020204" pitchFamily="66" charset="0"/>
                <a:cs typeface="Calibri" panose="020F0502020204030204" pitchFamily="34" charset="0"/>
              </a:rPr>
              <a:t>cou</a:t>
            </a:r>
            <a:r>
              <a:rPr sz="2000" i="1" dirty="0">
                <a:solidFill>
                  <a:srgbClr val="5E5E5E"/>
                </a:solidFill>
                <a:latin typeface="Comic Sans MS" panose="030F0702030302020204" pitchFamily="66" charset="0"/>
                <a:cs typeface="Calibri" panose="020F0502020204030204" pitchFamily="34" charset="0"/>
              </a:rPr>
              <a:t>n</a:t>
            </a:r>
            <a:r>
              <a:rPr sz="2000" i="1" spc="-10" dirty="0">
                <a:solidFill>
                  <a:srgbClr val="5E5E5E"/>
                </a:solidFill>
                <a:latin typeface="Comic Sans MS" panose="030F0702030302020204" pitchFamily="66" charset="0"/>
                <a:cs typeface="Calibri" panose="020F0502020204030204" pitchFamily="34" charset="0"/>
              </a:rPr>
              <a:t>t</a:t>
            </a:r>
            <a:r>
              <a:rPr sz="2000" i="1" spc="-5" dirty="0">
                <a:solidFill>
                  <a:srgbClr val="5E5E5E"/>
                </a:solidFill>
                <a:latin typeface="Comic Sans MS" panose="030F0702030302020204" pitchFamily="66" charset="0"/>
                <a:cs typeface="Calibri" panose="020F0502020204030204" pitchFamily="34" charset="0"/>
              </a:rPr>
              <a:t>e</a:t>
            </a:r>
            <a:r>
              <a:rPr sz="2000" i="1" spc="-10" dirty="0">
                <a:solidFill>
                  <a:srgbClr val="5E5E5E"/>
                </a:solidFill>
                <a:latin typeface="Comic Sans MS" panose="030F0702030302020204" pitchFamily="66" charset="0"/>
                <a:cs typeface="Calibri" panose="020F0502020204030204" pitchFamily="34" charset="0"/>
              </a:rPr>
              <a:t>rs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h</a:t>
            </a:r>
            <a:r>
              <a:rPr sz="2000" spc="5" dirty="0">
                <a:solidFill>
                  <a:srgbClr val="5E5E5E"/>
                </a:solidFill>
                <a:latin typeface="Comic Sans MS" panose="030F0702030302020204" pitchFamily="66" charset="0"/>
                <a:cs typeface="Calibri" panose="020F0502020204030204" pitchFamily="34" charset="0"/>
              </a:rPr>
              <a:t>e</a:t>
            </a:r>
            <a:r>
              <a:rPr sz="2000" spc="-20" dirty="0">
                <a:solidFill>
                  <a:srgbClr val="5E5E5E"/>
                </a:solidFill>
                <a:latin typeface="Comic Sans MS" panose="030F0702030302020204" pitchFamily="66" charset="0"/>
                <a:cs typeface="Calibri" panose="020F0502020204030204" pitchFamily="34" charset="0"/>
              </a:rPr>
              <a:t>l</a:t>
            </a:r>
            <a:r>
              <a:rPr sz="2000"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G</a:t>
            </a:r>
            <a:r>
              <a:rPr sz="2000" spc="-15" dirty="0">
                <a:solidFill>
                  <a:srgbClr val="5E5E5E"/>
                </a:solidFill>
                <a:latin typeface="Comic Sans MS" panose="030F0702030302020204" pitchFamily="66" charset="0"/>
                <a:cs typeface="Calibri" panose="020F0502020204030204" pitchFamily="34" charset="0"/>
              </a:rPr>
              <a:t>P</a:t>
            </a:r>
            <a:r>
              <a:rPr sz="2000" dirty="0">
                <a:solidFill>
                  <a:srgbClr val="5E5E5E"/>
                </a:solidFill>
                <a:latin typeface="Comic Sans MS" panose="030F0702030302020204" pitchFamily="66" charset="0"/>
                <a:cs typeface="Calibri" panose="020F0502020204030204" pitchFamily="34" charset="0"/>
              </a:rPr>
              <a:t>U</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ake </a:t>
            </a:r>
            <a:r>
              <a:rPr sz="2000" spc="-15" dirty="0">
                <a:solidFill>
                  <a:srgbClr val="5E5E5E"/>
                </a:solidFill>
                <a:latin typeface="Comic Sans MS" panose="030F0702030302020204" pitchFamily="66" charset="0"/>
                <a:cs typeface="Calibri" panose="020F0502020204030204" pitchFamily="34" charset="0"/>
              </a:rPr>
              <a:t>goo</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d</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c</a:t>
            </a:r>
            <a:r>
              <a:rPr sz="2000" spc="-15" dirty="0">
                <a:solidFill>
                  <a:srgbClr val="5E5E5E"/>
                </a:solidFill>
                <a:latin typeface="Comic Sans MS" panose="030F0702030302020204" pitchFamily="66" charset="0"/>
                <a:cs typeface="Calibri" panose="020F0502020204030204" pitchFamily="34" charset="0"/>
              </a:rPr>
              <a:t>isio</a:t>
            </a:r>
            <a:r>
              <a:rPr sz="2000" dirty="0">
                <a:solidFill>
                  <a:srgbClr val="5E5E5E"/>
                </a:solidFill>
                <a:latin typeface="Comic Sans MS" panose="030F0702030302020204" pitchFamily="66" charset="0"/>
                <a:cs typeface="Calibri" panose="020F0502020204030204" pitchFamily="34" charset="0"/>
              </a:rPr>
              <a:t>n</a:t>
            </a:r>
            <a:r>
              <a:rPr sz="2000" spc="-10" dirty="0">
                <a:solidFill>
                  <a:srgbClr val="5E5E5E"/>
                </a:solidFill>
                <a:latin typeface="Comic Sans MS" panose="030F0702030302020204" pitchFamily="66" charset="0"/>
                <a:cs typeface="Calibri" panose="020F0502020204030204" pitchFamily="34" charset="0"/>
              </a:rPr>
              <a:t>s </a:t>
            </a:r>
            <a:r>
              <a:rPr sz="2000" spc="-15" dirty="0">
                <a:solidFill>
                  <a:srgbClr val="5E5E5E"/>
                </a:solidFill>
                <a:latin typeface="Comic Sans MS" panose="030F0702030302020204" pitchFamily="66" charset="0"/>
                <a:cs typeface="Calibri" panose="020F0502020204030204" pitchFamily="34" charset="0"/>
              </a:rPr>
              <a:t>fo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yo</a:t>
            </a:r>
            <a:r>
              <a:rPr sz="2000" dirty="0">
                <a:solidFill>
                  <a:srgbClr val="5E5E5E"/>
                </a:solidFill>
                <a:latin typeface="Comic Sans MS" panose="030F0702030302020204" pitchFamily="66" charset="0"/>
                <a:cs typeface="Calibri" panose="020F0502020204030204" pitchFamily="34" charset="0"/>
              </a:rPr>
              <a:t>u</a:t>
            </a:r>
            <a:endParaRPr sz="2000" dirty="0">
              <a:latin typeface="Comic Sans MS" panose="030F0702030302020204" pitchFamily="66"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66621"/>
            <a:ext cx="9464040" cy="808990"/>
          </a:xfrm>
          <a:prstGeom prst="rect">
            <a:avLst/>
          </a:prstGeom>
        </p:spPr>
        <p:txBody>
          <a:bodyPr vert="horz" wrap="square" lIns="0" tIns="0" rIns="0" bIns="0" rtlCol="0">
            <a:spAutoFit/>
          </a:bodyPr>
          <a:lstStyle/>
          <a:p>
            <a:pPr marL="0" algn="ctr">
              <a:lnSpc>
                <a:spcPct val="100000"/>
              </a:lnSpc>
            </a:pPr>
            <a:r>
              <a:rPr sz="3200" b="1" spc="-15" dirty="0">
                <a:latin typeface="Comic Sans MS" panose="030F0702030302020204" pitchFamily="66" charset="0"/>
              </a:rPr>
              <a:t>P</a:t>
            </a:r>
            <a:r>
              <a:rPr sz="3200" b="1" spc="-25" dirty="0">
                <a:latin typeface="Comic Sans MS" panose="030F0702030302020204" pitchFamily="66" charset="0"/>
              </a:rPr>
              <a:t>ERFO</a:t>
            </a:r>
            <a:r>
              <a:rPr sz="3200" b="1" dirty="0">
                <a:latin typeface="Comic Sans MS" panose="030F0702030302020204" pitchFamily="66" charset="0"/>
              </a:rPr>
              <a:t>R</a:t>
            </a:r>
            <a:r>
              <a:rPr sz="3200" b="1" spc="-10" dirty="0">
                <a:latin typeface="Comic Sans MS" panose="030F0702030302020204" pitchFamily="66" charset="0"/>
              </a:rPr>
              <a:t>M</a:t>
            </a:r>
            <a:r>
              <a:rPr sz="3200" b="1" spc="-25" dirty="0">
                <a:latin typeface="Comic Sans MS" panose="030F0702030302020204" pitchFamily="66" charset="0"/>
              </a:rPr>
              <a:t>A</a:t>
            </a:r>
            <a:r>
              <a:rPr sz="3200" b="1" dirty="0">
                <a:latin typeface="Comic Sans MS" panose="030F0702030302020204" pitchFamily="66" charset="0"/>
              </a:rPr>
              <a:t>N</a:t>
            </a:r>
            <a:r>
              <a:rPr sz="3200" b="1" spc="-5" dirty="0">
                <a:latin typeface="Comic Sans MS" panose="030F0702030302020204" pitchFamily="66" charset="0"/>
              </a:rPr>
              <a:t>C</a:t>
            </a:r>
            <a:r>
              <a:rPr sz="3200" b="1" spc="-20" dirty="0">
                <a:latin typeface="Comic Sans MS" panose="030F0702030302020204" pitchFamily="66" charset="0"/>
              </a:rPr>
              <a:t>E</a:t>
            </a:r>
            <a:r>
              <a:rPr sz="3200" b="1" dirty="0">
                <a:latin typeface="Comic Sans MS" panose="030F0702030302020204" pitchFamily="66" charset="0"/>
              </a:rPr>
              <a:t> </a:t>
            </a:r>
            <a:r>
              <a:rPr sz="3200" b="1" spc="-30" dirty="0">
                <a:latin typeface="Comic Sans MS" panose="030F0702030302020204" pitchFamily="66" charset="0"/>
              </a:rPr>
              <a:t>T</a:t>
            </a:r>
            <a:r>
              <a:rPr sz="3200" b="1" dirty="0">
                <a:latin typeface="Comic Sans MS" panose="030F0702030302020204" pitchFamily="66" charset="0"/>
              </a:rPr>
              <a:t>UN</a:t>
            </a:r>
            <a:r>
              <a:rPr sz="3200" b="1" spc="-5" dirty="0">
                <a:latin typeface="Comic Sans MS" panose="030F0702030302020204" pitchFamily="66" charset="0"/>
              </a:rPr>
              <a:t>I</a:t>
            </a:r>
            <a:r>
              <a:rPr sz="3200" b="1" dirty="0">
                <a:latin typeface="Comic Sans MS" panose="030F0702030302020204" pitchFamily="66" charset="0"/>
              </a:rPr>
              <a:t>NG</a:t>
            </a:r>
            <a:r>
              <a:rPr sz="3200" b="1" spc="5" dirty="0">
                <a:latin typeface="Comic Sans MS" panose="030F0702030302020204" pitchFamily="66" charset="0"/>
              </a:rPr>
              <a:t> </a:t>
            </a:r>
            <a:r>
              <a:rPr sz="3200" b="1" spc="-25" dirty="0">
                <a:latin typeface="Comic Sans MS" panose="030F0702030302020204" pitchFamily="66" charset="0"/>
              </a:rPr>
              <a:t>O</a:t>
            </a:r>
            <a:r>
              <a:rPr sz="3200" b="1" dirty="0">
                <a:latin typeface="Comic Sans MS" panose="030F0702030302020204" pitchFamily="66" charset="0"/>
              </a:rPr>
              <a:t>N</a:t>
            </a:r>
            <a:r>
              <a:rPr sz="3200" b="1" spc="5" dirty="0">
                <a:latin typeface="Comic Sans MS" panose="030F0702030302020204" pitchFamily="66" charset="0"/>
              </a:rPr>
              <a:t> </a:t>
            </a:r>
            <a:r>
              <a:rPr sz="3200" b="1" spc="-15" dirty="0">
                <a:latin typeface="Comic Sans MS" panose="030F0702030302020204" pitchFamily="66" charset="0"/>
              </a:rPr>
              <a:t>P</a:t>
            </a:r>
            <a:r>
              <a:rPr sz="3200" b="1" spc="-25" dirty="0">
                <a:latin typeface="Comic Sans MS" panose="030F0702030302020204" pitchFamily="66" charset="0"/>
              </a:rPr>
              <a:t>A</a:t>
            </a:r>
            <a:r>
              <a:rPr sz="3200" b="1" spc="-15" dirty="0">
                <a:latin typeface="Comic Sans MS" panose="030F0702030302020204" pitchFamily="66" charset="0"/>
              </a:rPr>
              <a:t>S</a:t>
            </a:r>
            <a:r>
              <a:rPr sz="3200" b="1" spc="-5" dirty="0">
                <a:latin typeface="Comic Sans MS" panose="030F0702030302020204" pitchFamily="66" charset="0"/>
              </a:rPr>
              <a:t>C</a:t>
            </a:r>
            <a:r>
              <a:rPr sz="3200" b="1" spc="-25" dirty="0">
                <a:latin typeface="Comic Sans MS" panose="030F0702030302020204" pitchFamily="66" charset="0"/>
              </a:rPr>
              <a:t>A</a:t>
            </a:r>
            <a:r>
              <a:rPr sz="3200" b="1" dirty="0">
                <a:latin typeface="Comic Sans MS" panose="030F0702030302020204" pitchFamily="66" charset="0"/>
              </a:rPr>
              <a:t>L+</a:t>
            </a:r>
          </a:p>
          <a:p>
            <a:pPr marL="0" algn="ctr">
              <a:lnSpc>
                <a:spcPct val="100000"/>
              </a:lnSpc>
              <a:spcBef>
                <a:spcPts val="310"/>
              </a:spcBef>
            </a:pPr>
            <a:r>
              <a:rPr sz="1800" spc="-5" dirty="0">
                <a:solidFill>
                  <a:srgbClr val="76B900"/>
                </a:solidFill>
                <a:latin typeface="Comic Sans MS" panose="030F0702030302020204" pitchFamily="66" charset="0"/>
                <a:cs typeface="Calibri" panose="020F0502020204030204" pitchFamily="34" charset="0"/>
              </a:rPr>
              <a:t>Hi</a:t>
            </a:r>
            <a:r>
              <a:rPr sz="1800" dirty="0">
                <a:solidFill>
                  <a:srgbClr val="76B900"/>
                </a:solidFill>
                <a:latin typeface="Comic Sans MS" panose="030F0702030302020204" pitchFamily="66" charset="0"/>
                <a:cs typeface="Calibri" panose="020F0502020204030204" pitchFamily="34" charset="0"/>
              </a:rPr>
              <a:t>n</a:t>
            </a:r>
            <a:r>
              <a:rPr sz="1800" spc="-5" dirty="0">
                <a:solidFill>
                  <a:srgbClr val="76B900"/>
                </a:solidFill>
                <a:latin typeface="Comic Sans MS" panose="030F0702030302020204" pitchFamily="66" charset="0"/>
                <a:cs typeface="Calibri" panose="020F0502020204030204" pitchFamily="34" charset="0"/>
              </a:rPr>
              <a:t>t</a:t>
            </a:r>
            <a:r>
              <a:rPr sz="1800" spc="-15" dirty="0">
                <a:solidFill>
                  <a:srgbClr val="76B900"/>
                </a:solidFill>
                <a:latin typeface="Comic Sans MS" panose="030F0702030302020204" pitchFamily="66" charset="0"/>
                <a:cs typeface="Calibri" panose="020F0502020204030204" pitchFamily="34" charset="0"/>
              </a:rPr>
              <a:t>s</a:t>
            </a:r>
            <a:r>
              <a:rPr sz="1800" dirty="0">
                <a:solidFill>
                  <a:srgbClr val="76B900"/>
                </a:solidFill>
                <a:latin typeface="Comic Sans MS" panose="030F0702030302020204" pitchFamily="66" charset="0"/>
                <a:cs typeface="Calibri" panose="020F0502020204030204" pitchFamily="34" charset="0"/>
              </a:rPr>
              <a:t>:</a:t>
            </a:r>
            <a:r>
              <a:rPr sz="1800" spc="-5" dirty="0">
                <a:solidFill>
                  <a:srgbClr val="76B900"/>
                </a:solidFill>
                <a:latin typeface="Comic Sans MS" panose="030F0702030302020204" pitchFamily="66" charset="0"/>
                <a:cs typeface="Calibri" panose="020F0502020204030204" pitchFamily="34" charset="0"/>
              </a:rPr>
              <a:t> </a:t>
            </a:r>
            <a:r>
              <a:rPr sz="1800" spc="-15" dirty="0">
                <a:solidFill>
                  <a:srgbClr val="76B900"/>
                </a:solidFill>
                <a:latin typeface="Comic Sans MS" panose="030F0702030302020204" pitchFamily="66" charset="0"/>
                <a:cs typeface="Consolas" panose="020B0609020204030204"/>
              </a:rPr>
              <a:t>cudaMemAdviseSetAccessedBy</a:t>
            </a:r>
            <a:endParaRPr sz="1800" dirty="0">
              <a:latin typeface="Comic Sans MS" panose="030F0702030302020204" pitchFamily="66" charset="0"/>
              <a:cs typeface="Consolas" panose="020B0609020204030204"/>
            </a:endParaRPr>
          </a:p>
        </p:txBody>
      </p:sp>
      <p:sp>
        <p:nvSpPr>
          <p:cNvPr id="4" name="object 4"/>
          <p:cNvSpPr txBox="1">
            <a:spLocks noGrp="1"/>
          </p:cNvSpPr>
          <p:nvPr>
            <p:ph type="sldNum" sz="quarter" idx="12"/>
          </p:nvPr>
        </p:nvSpPr>
        <p:spPr>
          <a:xfrm>
            <a:off x="7863840" y="5786153"/>
            <a:ext cx="256032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28</a:t>
            </a:fld>
            <a:endParaRPr dirty="0">
              <a:latin typeface="Comic Sans MS" panose="030F0702030302020204" pitchFamily="66" charset="0"/>
            </a:endParaRPr>
          </a:p>
        </p:txBody>
      </p:sp>
      <p:sp>
        <p:nvSpPr>
          <p:cNvPr id="3" name="object 3"/>
          <p:cNvSpPr txBox="1"/>
          <p:nvPr/>
        </p:nvSpPr>
        <p:spPr>
          <a:xfrm>
            <a:off x="533400" y="2019300"/>
            <a:ext cx="7696200" cy="2774093"/>
          </a:xfrm>
          <a:prstGeom prst="rect">
            <a:avLst/>
          </a:prstGeom>
        </p:spPr>
        <p:txBody>
          <a:bodyPr vert="horz" wrap="square" lIns="0" tIns="0" rIns="0" bIns="0" rtlCol="0">
            <a:spAutoFit/>
          </a:bodyPr>
          <a:lstStyle/>
          <a:p>
            <a:pPr marL="355600" indent="-342900">
              <a:lnSpc>
                <a:spcPct val="100000"/>
              </a:lnSpc>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Do</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s </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au</a:t>
            </a:r>
            <a:r>
              <a:rPr sz="2000" spc="-5" dirty="0">
                <a:solidFill>
                  <a:srgbClr val="5E5E5E"/>
                </a:solidFill>
                <a:latin typeface="Comic Sans MS" panose="030F0702030302020204" pitchFamily="66" charset="0"/>
                <a:cs typeface="Calibri" panose="020F0502020204030204" pitchFamily="34" charset="0"/>
              </a:rPr>
              <a:t>s</a:t>
            </a:r>
            <a:r>
              <a:rPr sz="2000" dirty="0">
                <a:solidFill>
                  <a:srgbClr val="5E5E5E"/>
                </a:solidFill>
                <a:latin typeface="Comic Sans MS" panose="030F0702030302020204" pitchFamily="66" charset="0"/>
                <a:cs typeface="Calibri" panose="020F0502020204030204" pitchFamily="34" charset="0"/>
              </a:rPr>
              <a:t>e </a:t>
            </a:r>
            <a:r>
              <a:rPr sz="2000" spc="5" dirty="0">
                <a:solidFill>
                  <a:srgbClr val="5E5E5E"/>
                </a:solidFill>
                <a:latin typeface="Comic Sans MS" panose="030F0702030302020204" pitchFamily="66" charset="0"/>
                <a:cs typeface="Calibri" panose="020F0502020204030204" pitchFamily="34" charset="0"/>
              </a:rPr>
              <a:t>m</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v</a:t>
            </a:r>
            <a:r>
              <a:rPr sz="2000" spc="5" dirty="0">
                <a:solidFill>
                  <a:srgbClr val="5E5E5E"/>
                </a:solidFill>
                <a:latin typeface="Comic Sans MS" panose="030F0702030302020204" pitchFamily="66" charset="0"/>
                <a:cs typeface="Calibri" panose="020F0502020204030204" pitchFamily="34" charset="0"/>
              </a:rPr>
              <a:t>eme</a:t>
            </a:r>
            <a:r>
              <a:rPr sz="2000" dirty="0">
                <a:solidFill>
                  <a:srgbClr val="5E5E5E"/>
                </a:solidFill>
                <a:latin typeface="Comic Sans MS" panose="030F0702030302020204" pitchFamily="66" charset="0"/>
                <a:cs typeface="Calibri" panose="020F0502020204030204" pitchFamily="34" charset="0"/>
              </a:rPr>
              <a:t>nt</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ff</a:t>
            </a:r>
            <a:r>
              <a:rPr sz="2000" spc="-5" dirty="0">
                <a:solidFill>
                  <a:srgbClr val="5E5E5E"/>
                </a:solidFill>
                <a:latin typeface="Comic Sans MS" panose="030F0702030302020204" pitchFamily="66" charset="0"/>
                <a:cs typeface="Calibri" panose="020F0502020204030204" pitchFamily="34" charset="0"/>
              </a:rPr>
              <a:t>ec</a:t>
            </a:r>
            <a:r>
              <a:rPr sz="2000" dirty="0">
                <a:solidFill>
                  <a:srgbClr val="5E5E5E"/>
                </a:solidFill>
                <a:latin typeface="Comic Sans MS" panose="030F0702030302020204" pitchFamily="66" charset="0"/>
                <a:cs typeface="Calibri" panose="020F0502020204030204" pitchFamily="34" charset="0"/>
              </a:rPr>
              <a:t>t</a:t>
            </a:r>
            <a:r>
              <a:rPr sz="2000" spc="-10"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oc</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tio</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 </a:t>
            </a:r>
            <a:r>
              <a:rPr sz="2000" spc="-15"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f </a:t>
            </a: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a:t>
            </a:r>
            <a:endParaRPr lang="en-US" altLang="zh-CN" sz="2000" dirty="0">
              <a:solidFill>
                <a:srgbClr val="5E5E5E"/>
              </a:solidFill>
              <a:latin typeface="Comic Sans MS" panose="030F0702030302020204" pitchFamily="66" charset="0"/>
              <a:cs typeface="Calibri" panose="020F0502020204030204" pitchFamily="34" charset="0"/>
            </a:endParaRPr>
          </a:p>
          <a:p>
            <a:pPr marL="12700">
              <a:lnSpc>
                <a:spcPct val="100000"/>
              </a:lnSpc>
            </a:pPr>
            <a:endParaRPr sz="2000" dirty="0">
              <a:latin typeface="Comic Sans MS" panose="030F0702030302020204" pitchFamily="66" charset="0"/>
              <a:cs typeface="Calibri" panose="020F0502020204030204" pitchFamily="34" charset="0"/>
            </a:endParaRPr>
          </a:p>
          <a:p>
            <a:pPr marL="355600" marR="5080" indent="-342900">
              <a:lnSpc>
                <a:spcPct val="171000"/>
              </a:lnSpc>
              <a:spcBef>
                <a:spcPts val="12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dic</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p</a:t>
            </a:r>
            <a:r>
              <a:rPr sz="2000" spc="-10" dirty="0">
                <a:solidFill>
                  <a:srgbClr val="5E5E5E"/>
                </a:solidFill>
                <a:latin typeface="Comic Sans MS" panose="030F0702030302020204" pitchFamily="66" charset="0"/>
                <a:cs typeface="Calibri" panose="020F0502020204030204" pitchFamily="34" charset="0"/>
              </a:rPr>
              <a:t>r</a:t>
            </a:r>
            <a:r>
              <a:rPr sz="2000" spc="-15" dirty="0">
                <a:solidFill>
                  <a:srgbClr val="5E5E5E"/>
                </a:solidFill>
                <a:latin typeface="Comic Sans MS" panose="030F0702030302020204" pitchFamily="66" charset="0"/>
                <a:cs typeface="Calibri" panose="020F0502020204030204" pitchFamily="34" charset="0"/>
              </a:rPr>
              <a:t>o</a:t>
            </a:r>
            <a:r>
              <a:rPr sz="2000" spc="-5" dirty="0">
                <a:solidFill>
                  <a:srgbClr val="5E5E5E"/>
                </a:solidFill>
                <a:latin typeface="Comic Sans MS" panose="030F0702030302020204" pitchFamily="66" charset="0"/>
                <a:cs typeface="Calibri" panose="020F0502020204030204" pitchFamily="34" charset="0"/>
              </a:rPr>
              <a:t>c</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sso</a:t>
            </a:r>
            <a:r>
              <a:rPr sz="2000" spc="-1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r</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c</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i</a:t>
            </a:r>
            <a:r>
              <a:rPr sz="2000" spc="-5" dirty="0">
                <a:solidFill>
                  <a:srgbClr val="5E5E5E"/>
                </a:solidFill>
                <a:latin typeface="Comic Sans MS" panose="030F0702030302020204" pitchFamily="66" charset="0"/>
                <a:cs typeface="Calibri" panose="020F0502020204030204" pitchFamily="34" charset="0"/>
              </a:rPr>
              <a:t>v</a:t>
            </a:r>
            <a:r>
              <a:rPr sz="2000" spc="5" dirty="0">
                <a:solidFill>
                  <a:srgbClr val="5E5E5E"/>
                </a:solidFill>
                <a:latin typeface="Comic Sans MS" panose="030F0702030302020204" pitchFamily="66" charset="0"/>
                <a:cs typeface="Calibri" panose="020F0502020204030204" pitchFamily="34" charset="0"/>
              </a:rPr>
              <a:t>e</a:t>
            </a:r>
            <a:r>
              <a:rPr sz="2000" spc="-10" dirty="0">
                <a:solidFill>
                  <a:srgbClr val="5E5E5E"/>
                </a:solidFill>
                <a:latin typeface="Comic Sans MS" panose="030F0702030302020204" pitchFamily="66" charset="0"/>
                <a:cs typeface="Calibri" panose="020F0502020204030204" pitchFamily="34" charset="0"/>
              </a:rPr>
              <a:t>s </a:t>
            </a:r>
            <a:r>
              <a:rPr sz="2000" dirty="0">
                <a:solidFill>
                  <a:srgbClr val="5E5E5E"/>
                </a:solidFill>
                <a:latin typeface="Comic Sans MS" panose="030F0702030302020204" pitchFamily="66" charset="0"/>
                <a:cs typeface="Calibri" panose="020F0502020204030204" pitchFamily="34" charset="0"/>
              </a:rPr>
              <a:t>a (</a:t>
            </a:r>
            <a:r>
              <a:rPr sz="2000" spc="-15" dirty="0">
                <a:solidFill>
                  <a:srgbClr val="5E5E5E"/>
                </a:solidFill>
                <a:latin typeface="Comic Sans MS" panose="030F0702030302020204" pitchFamily="66" charset="0"/>
                <a:cs typeface="Calibri" panose="020F0502020204030204" pitchFamily="34" charset="0"/>
              </a:rPr>
              <a:t>P</a:t>
            </a:r>
            <a:r>
              <a:rPr sz="2000" spc="5" dirty="0">
                <a:solidFill>
                  <a:srgbClr val="5E5E5E"/>
                </a:solidFill>
                <a:latin typeface="Comic Sans MS" panose="030F0702030302020204" pitchFamily="66" charset="0"/>
                <a:cs typeface="Calibri" panose="020F0502020204030204" pitchFamily="34" charset="0"/>
              </a:rPr>
              <a:t>2</a:t>
            </a:r>
            <a:r>
              <a:rPr sz="2000" spc="-15" dirty="0">
                <a:solidFill>
                  <a:srgbClr val="5E5E5E"/>
                </a:solidFill>
                <a:latin typeface="Comic Sans MS" panose="030F0702030302020204" pitchFamily="66" charset="0"/>
                <a:cs typeface="Calibri" panose="020F0502020204030204" pitchFamily="34" charset="0"/>
              </a:rPr>
              <a:t>P</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ppi</a:t>
            </a:r>
            <a:r>
              <a:rPr sz="2000" dirty="0">
                <a:solidFill>
                  <a:srgbClr val="5E5E5E"/>
                </a:solidFill>
                <a:latin typeface="Comic Sans MS" panose="030F0702030302020204" pitchFamily="66" charset="0"/>
                <a:cs typeface="Calibri" panose="020F0502020204030204" pitchFamily="34" charset="0"/>
              </a:rPr>
              <a:t>n</a:t>
            </a:r>
            <a:r>
              <a:rPr sz="2000" spc="-10" dirty="0">
                <a:solidFill>
                  <a:srgbClr val="5E5E5E"/>
                </a:solidFill>
                <a:latin typeface="Comic Sans MS" panose="030F0702030302020204" pitchFamily="66" charset="0"/>
                <a:cs typeface="Calibri" panose="020F0502020204030204" pitchFamily="34" charset="0"/>
              </a:rPr>
              <a:t>g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o</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he </a:t>
            </a: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 </a:t>
            </a:r>
            <a:r>
              <a:rPr sz="2000" spc="-10" dirty="0">
                <a:solidFill>
                  <a:srgbClr val="5E5E5E"/>
                </a:solidFill>
                <a:latin typeface="Comic Sans MS" panose="030F0702030302020204" pitchFamily="66" charset="0"/>
                <a:cs typeface="Calibri" panose="020F0502020204030204" pitchFamily="34" charset="0"/>
              </a:rPr>
              <a:t>If </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he </a:t>
            </a: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a </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m</a:t>
            </a:r>
            <a:r>
              <a:rPr sz="2000" spc="-5" dirty="0">
                <a:solidFill>
                  <a:srgbClr val="5E5E5E"/>
                </a:solidFill>
                <a:latin typeface="Comic Sans MS" panose="030F0702030302020204" pitchFamily="66" charset="0"/>
                <a:cs typeface="Calibri" panose="020F0502020204030204" pitchFamily="34" charset="0"/>
              </a:rPr>
              <a:t>ig</a:t>
            </a:r>
            <a:r>
              <a:rPr sz="2000" dirty="0">
                <a:solidFill>
                  <a:srgbClr val="5E5E5E"/>
                </a:solidFill>
                <a:latin typeface="Comic Sans MS" panose="030F0702030302020204" pitchFamily="66" charset="0"/>
                <a:cs typeface="Calibri" panose="020F0502020204030204" pitchFamily="34" charset="0"/>
              </a:rPr>
              <a:t>ra</a:t>
            </a:r>
            <a:r>
              <a:rPr sz="2000" spc="-5" dirty="0">
                <a:solidFill>
                  <a:srgbClr val="5E5E5E"/>
                </a:solidFill>
                <a:latin typeface="Comic Sans MS" panose="030F0702030302020204" pitchFamily="66" charset="0"/>
                <a:cs typeface="Calibri" panose="020F0502020204030204" pitchFamily="34" charset="0"/>
              </a:rPr>
              <a:t>t</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d</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m</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ppi</a:t>
            </a:r>
            <a:r>
              <a:rPr sz="2000" dirty="0">
                <a:solidFill>
                  <a:srgbClr val="5E5E5E"/>
                </a:solidFill>
                <a:latin typeface="Comic Sans MS" panose="030F0702030302020204" pitchFamily="66" charset="0"/>
                <a:cs typeface="Calibri" panose="020F0502020204030204" pitchFamily="34" charset="0"/>
              </a:rPr>
              <a:t>n</a:t>
            </a:r>
            <a:r>
              <a:rPr sz="2000" spc="-10" dirty="0">
                <a:solidFill>
                  <a:srgbClr val="5E5E5E"/>
                </a:solidFill>
                <a:latin typeface="Comic Sans MS" panose="030F0702030302020204" pitchFamily="66" charset="0"/>
                <a:cs typeface="Calibri" panose="020F0502020204030204" pitchFamily="34" charset="0"/>
              </a:rPr>
              <a:t>g </a:t>
            </a:r>
            <a:r>
              <a:rPr sz="2000" spc="-15" dirty="0">
                <a:solidFill>
                  <a:srgbClr val="5E5E5E"/>
                </a:solidFill>
                <a:latin typeface="Comic Sans MS" panose="030F0702030302020204" pitchFamily="66" charset="0"/>
                <a:cs typeface="Calibri" panose="020F0502020204030204" pitchFamily="34" charset="0"/>
              </a:rPr>
              <a:t>i</a:t>
            </a:r>
            <a:r>
              <a:rPr sz="2000" spc="-10" dirty="0">
                <a:solidFill>
                  <a:srgbClr val="5E5E5E"/>
                </a:solidFill>
                <a:latin typeface="Comic Sans MS" panose="030F0702030302020204" pitchFamily="66" charset="0"/>
                <a:cs typeface="Calibri" panose="020F0502020204030204" pitchFamily="34" charset="0"/>
              </a:rPr>
              <a:t>s </a:t>
            </a:r>
            <a:r>
              <a:rPr sz="2000" dirty="0">
                <a:solidFill>
                  <a:srgbClr val="5E5E5E"/>
                </a:solidFill>
                <a:latin typeface="Comic Sans MS" panose="030F0702030302020204" pitchFamily="66" charset="0"/>
                <a:cs typeface="Calibri" panose="020F0502020204030204" pitchFamily="34" charset="0"/>
              </a:rPr>
              <a:t>u</a:t>
            </a:r>
            <a:r>
              <a:rPr sz="2000" spc="-5" dirty="0">
                <a:solidFill>
                  <a:srgbClr val="5E5E5E"/>
                </a:solidFill>
                <a:latin typeface="Comic Sans MS" panose="030F0702030302020204" pitchFamily="66" charset="0"/>
                <a:cs typeface="Calibri" panose="020F0502020204030204" pitchFamily="34" charset="0"/>
              </a:rPr>
              <a:t>pd</a:t>
            </a:r>
            <a:r>
              <a:rPr sz="2000" dirty="0">
                <a:solidFill>
                  <a:srgbClr val="5E5E5E"/>
                </a:solidFill>
                <a:latin typeface="Comic Sans MS" panose="030F0702030302020204" pitchFamily="66" charset="0"/>
                <a:cs typeface="Calibri" panose="020F0502020204030204" pitchFamily="34" charset="0"/>
              </a:rPr>
              <a:t>a</a:t>
            </a:r>
            <a:r>
              <a:rPr sz="2000" spc="-5" dirty="0">
                <a:solidFill>
                  <a:srgbClr val="5E5E5E"/>
                </a:solidFill>
                <a:latin typeface="Comic Sans MS" panose="030F0702030302020204" pitchFamily="66" charset="0"/>
                <a:cs typeface="Calibri" panose="020F0502020204030204" pitchFamily="34" charset="0"/>
              </a:rPr>
              <a:t>t</a:t>
            </a:r>
            <a:r>
              <a:rPr sz="2000" spc="5" dirty="0">
                <a:solidFill>
                  <a:srgbClr val="5E5E5E"/>
                </a:solidFill>
                <a:latin typeface="Comic Sans MS" panose="030F0702030302020204" pitchFamily="66" charset="0"/>
                <a:cs typeface="Calibri" panose="020F0502020204030204" pitchFamily="34" charset="0"/>
              </a:rPr>
              <a:t>e</a:t>
            </a:r>
            <a:r>
              <a:rPr sz="2000" dirty="0">
                <a:solidFill>
                  <a:srgbClr val="5E5E5E"/>
                </a:solidFill>
                <a:latin typeface="Comic Sans MS" panose="030F0702030302020204" pitchFamily="66" charset="0"/>
                <a:cs typeface="Calibri" panose="020F0502020204030204" pitchFamily="34" charset="0"/>
              </a:rPr>
              <a:t>d</a:t>
            </a:r>
            <a:endParaRPr lang="en-US" altLang="zh-CN" sz="2000" dirty="0">
              <a:solidFill>
                <a:srgbClr val="5E5E5E"/>
              </a:solidFill>
              <a:latin typeface="Comic Sans MS" panose="030F0702030302020204" pitchFamily="66" charset="0"/>
              <a:cs typeface="Calibri" panose="020F0502020204030204" pitchFamily="34" charset="0"/>
            </a:endParaRPr>
          </a:p>
          <a:p>
            <a:pPr marL="12700" marR="5080">
              <a:lnSpc>
                <a:spcPct val="171000"/>
              </a:lnSpc>
              <a:spcBef>
                <a:spcPts val="120"/>
              </a:spcBef>
            </a:pPr>
            <a:endParaRPr sz="2000" dirty="0">
              <a:latin typeface="Comic Sans MS" panose="030F0702030302020204" pitchFamily="66" charset="0"/>
              <a:cs typeface="Calibri" panose="020F0502020204030204" pitchFamily="34" charset="0"/>
            </a:endParaRPr>
          </a:p>
          <a:p>
            <a:pPr>
              <a:lnSpc>
                <a:spcPct val="100000"/>
              </a:lnSpc>
              <a:spcBef>
                <a:spcPts val="20"/>
              </a:spcBef>
            </a:pPr>
            <a:endParaRPr sz="1600" dirty="0">
              <a:latin typeface="Comic Sans MS" panose="030F0702030302020204" pitchFamily="66" charset="0"/>
              <a:cs typeface="Times New Roman" panose="02020603050405020304"/>
            </a:endParaRPr>
          </a:p>
          <a:p>
            <a:pPr marL="355600" indent="-342900">
              <a:lnSpc>
                <a:spcPct val="100000"/>
              </a:lnSpc>
              <a:buFont typeface="Arial" panose="020B0604020202020204" pitchFamily="34" charset="0"/>
              <a:buChar char="•"/>
            </a:pPr>
            <a:r>
              <a:rPr sz="2000" spc="-20" dirty="0">
                <a:solidFill>
                  <a:srgbClr val="5E5E5E"/>
                </a:solidFill>
                <a:latin typeface="Comic Sans MS" panose="030F0702030302020204" pitchFamily="66" charset="0"/>
                <a:cs typeface="Calibri" panose="020F0502020204030204" pitchFamily="34" charset="0"/>
              </a:rPr>
              <a:t>Ob</a:t>
            </a:r>
            <a:r>
              <a:rPr sz="2000" spc="-10" dirty="0">
                <a:solidFill>
                  <a:srgbClr val="5E5E5E"/>
                </a:solidFill>
                <a:latin typeface="Comic Sans MS" panose="030F0702030302020204" pitchFamily="66" charset="0"/>
                <a:cs typeface="Calibri" panose="020F0502020204030204" pitchFamily="34" charset="0"/>
              </a:rPr>
              <a:t>j</a:t>
            </a:r>
            <a:r>
              <a:rPr sz="2000" spc="5" dirty="0">
                <a:solidFill>
                  <a:srgbClr val="5E5E5E"/>
                </a:solidFill>
                <a:latin typeface="Comic Sans MS" panose="030F0702030302020204" pitchFamily="66" charset="0"/>
                <a:cs typeface="Calibri" panose="020F0502020204030204" pitchFamily="34" charset="0"/>
              </a:rPr>
              <a:t>e</a:t>
            </a:r>
            <a:r>
              <a:rPr sz="2000" spc="-5" dirty="0">
                <a:solidFill>
                  <a:srgbClr val="5E5E5E"/>
                </a:solidFill>
                <a:latin typeface="Comic Sans MS" panose="030F0702030302020204" pitchFamily="66" charset="0"/>
                <a:cs typeface="Calibri" panose="020F0502020204030204" pitchFamily="34" charset="0"/>
              </a:rPr>
              <a:t>cti</a:t>
            </a:r>
            <a:r>
              <a:rPr sz="2000" spc="5" dirty="0">
                <a:solidFill>
                  <a:srgbClr val="5E5E5E"/>
                </a:solidFill>
                <a:latin typeface="Comic Sans MS" panose="030F0702030302020204" pitchFamily="66" charset="0"/>
                <a:cs typeface="Calibri" panose="020F0502020204030204" pitchFamily="34" charset="0"/>
              </a:rPr>
              <a:t>ve</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p</a:t>
            </a:r>
            <a:r>
              <a:rPr sz="2000" spc="-15" dirty="0">
                <a:solidFill>
                  <a:srgbClr val="5E5E5E"/>
                </a:solidFill>
                <a:latin typeface="Comic Sans MS" panose="030F0702030302020204" pitchFamily="66" charset="0"/>
                <a:cs typeface="Calibri" panose="020F0502020204030204" pitchFamily="34" charset="0"/>
              </a:rPr>
              <a:t>ro</a:t>
            </a:r>
            <a:r>
              <a:rPr sz="2000" spc="-5" dirty="0">
                <a:solidFill>
                  <a:srgbClr val="5E5E5E"/>
                </a:solidFill>
                <a:latin typeface="Comic Sans MS" panose="030F0702030302020204" pitchFamily="66" charset="0"/>
                <a:cs typeface="Calibri" panose="020F0502020204030204" pitchFamily="34" charset="0"/>
              </a:rPr>
              <a:t>vid</a:t>
            </a:r>
            <a:r>
              <a:rPr sz="2000" dirty="0">
                <a:solidFill>
                  <a:srgbClr val="5E5E5E"/>
                </a:solidFill>
                <a:latin typeface="Comic Sans MS" panose="030F0702030302020204" pitchFamily="66" charset="0"/>
                <a:cs typeface="Calibri" panose="020F0502020204030204" pitchFamily="34" charset="0"/>
              </a:rPr>
              <a:t>e a</a:t>
            </a:r>
            <a:r>
              <a:rPr sz="2000" spc="-5" dirty="0">
                <a:solidFill>
                  <a:srgbClr val="5E5E5E"/>
                </a:solidFill>
                <a:latin typeface="Comic Sans MS" panose="030F0702030302020204" pitchFamily="66" charset="0"/>
                <a:cs typeface="Calibri" panose="020F0502020204030204" pitchFamily="34" charset="0"/>
              </a:rPr>
              <a:t>cc</a:t>
            </a:r>
            <a:r>
              <a:rPr sz="2000" spc="5" dirty="0">
                <a:solidFill>
                  <a:srgbClr val="5E5E5E"/>
                </a:solidFill>
                <a:latin typeface="Comic Sans MS" panose="030F0702030302020204" pitchFamily="66" charset="0"/>
                <a:cs typeface="Calibri" panose="020F0502020204030204" pitchFamily="34" charset="0"/>
              </a:rPr>
              <a:t>e</a:t>
            </a:r>
            <a:r>
              <a:rPr sz="2000" spc="-15" dirty="0">
                <a:solidFill>
                  <a:srgbClr val="5E5E5E"/>
                </a:solidFill>
                <a:latin typeface="Comic Sans MS" panose="030F0702030302020204" pitchFamily="66" charset="0"/>
                <a:cs typeface="Calibri" panose="020F0502020204030204" pitchFamily="34" charset="0"/>
              </a:rPr>
              <a:t>s</a:t>
            </a:r>
            <a:r>
              <a:rPr sz="2000" spc="-10" dirty="0">
                <a:solidFill>
                  <a:srgbClr val="5E5E5E"/>
                </a:solidFill>
                <a:latin typeface="Comic Sans MS" panose="030F0702030302020204" pitchFamily="66" charset="0"/>
                <a:cs typeface="Calibri" panose="020F0502020204030204" pitchFamily="34" charset="0"/>
              </a:rPr>
              <a:t>s </a:t>
            </a:r>
            <a:r>
              <a:rPr sz="2000" spc="-5" dirty="0">
                <a:solidFill>
                  <a:srgbClr val="5E5E5E"/>
                </a:solidFill>
                <a:latin typeface="Comic Sans MS" panose="030F0702030302020204" pitchFamily="66" charset="0"/>
                <a:cs typeface="Calibri" panose="020F0502020204030204" pitchFamily="34" charset="0"/>
              </a:rPr>
              <a:t>wit</a:t>
            </a:r>
            <a:r>
              <a:rPr sz="2000" dirty="0">
                <a:solidFill>
                  <a:srgbClr val="5E5E5E"/>
                </a:solidFill>
                <a:latin typeface="Comic Sans MS" panose="030F0702030302020204" pitchFamily="66" charset="0"/>
                <a:cs typeface="Calibri" panose="020F0502020204030204" pitchFamily="34" charset="0"/>
              </a:rPr>
              <a:t>h</a:t>
            </a:r>
            <a:r>
              <a:rPr sz="2000" spc="-15" dirty="0">
                <a:solidFill>
                  <a:srgbClr val="5E5E5E"/>
                </a:solidFill>
                <a:latin typeface="Comic Sans MS" panose="030F0702030302020204" pitchFamily="66" charset="0"/>
                <a:cs typeface="Calibri" panose="020F0502020204030204" pitchFamily="34" charset="0"/>
              </a:rPr>
              <a:t>o</a:t>
            </a:r>
            <a:r>
              <a:rPr sz="2000" dirty="0">
                <a:solidFill>
                  <a:srgbClr val="5E5E5E"/>
                </a:solidFill>
                <a:latin typeface="Comic Sans MS" panose="030F0702030302020204" pitchFamily="66" charset="0"/>
                <a:cs typeface="Calibri" panose="020F0502020204030204" pitchFamily="34" charset="0"/>
              </a:rPr>
              <a:t>ut</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i</a:t>
            </a:r>
            <a:r>
              <a:rPr sz="2000" dirty="0">
                <a:solidFill>
                  <a:srgbClr val="5E5E5E"/>
                </a:solidFill>
                <a:latin typeface="Comic Sans MS" panose="030F0702030302020204" pitchFamily="66" charset="0"/>
                <a:cs typeface="Calibri" panose="020F0502020204030204" pitchFamily="34" charset="0"/>
              </a:rPr>
              <a:t>n</a:t>
            </a:r>
            <a:r>
              <a:rPr sz="2000" spc="-5" dirty="0">
                <a:solidFill>
                  <a:srgbClr val="5E5E5E"/>
                </a:solidFill>
                <a:latin typeface="Comic Sans MS" panose="030F0702030302020204" pitchFamily="66" charset="0"/>
                <a:cs typeface="Calibri" panose="020F0502020204030204" pitchFamily="34" charset="0"/>
              </a:rPr>
              <a:t>c</a:t>
            </a:r>
            <a:r>
              <a:rPr sz="2000" dirty="0">
                <a:solidFill>
                  <a:srgbClr val="5E5E5E"/>
                </a:solidFill>
                <a:latin typeface="Comic Sans MS" panose="030F0702030302020204" pitchFamily="66" charset="0"/>
                <a:cs typeface="Calibri" panose="020F0502020204030204" pitchFamily="34" charset="0"/>
              </a:rPr>
              <a:t>u</a:t>
            </a:r>
            <a:r>
              <a:rPr sz="2000" spc="-15" dirty="0">
                <a:solidFill>
                  <a:srgbClr val="5E5E5E"/>
                </a:solidFill>
                <a:latin typeface="Comic Sans MS" panose="030F0702030302020204" pitchFamily="66" charset="0"/>
                <a:cs typeface="Calibri" panose="020F0502020204030204" pitchFamily="34" charset="0"/>
              </a:rPr>
              <a:t>rri</a:t>
            </a:r>
            <a:r>
              <a:rPr sz="2000" spc="-10" dirty="0">
                <a:solidFill>
                  <a:srgbClr val="5E5E5E"/>
                </a:solidFill>
                <a:latin typeface="Comic Sans MS" panose="030F0702030302020204" pitchFamily="66" charset="0"/>
                <a:cs typeface="Calibri" panose="020F0502020204030204" pitchFamily="34" charset="0"/>
              </a:rPr>
              <a:t>ng </a:t>
            </a:r>
            <a:r>
              <a:rPr sz="2000" spc="-5" dirty="0">
                <a:solidFill>
                  <a:srgbClr val="5E5E5E"/>
                </a:solidFill>
                <a:latin typeface="Comic Sans MS" panose="030F0702030302020204" pitchFamily="66" charset="0"/>
                <a:cs typeface="Calibri" panose="020F0502020204030204" pitchFamily="34" charset="0"/>
              </a:rPr>
              <a:t>p</a:t>
            </a:r>
            <a:r>
              <a:rPr sz="2000" dirty="0">
                <a:solidFill>
                  <a:srgbClr val="5E5E5E"/>
                </a:solidFill>
                <a:latin typeface="Comic Sans MS" panose="030F0702030302020204" pitchFamily="66" charset="0"/>
                <a:cs typeface="Calibri" panose="020F0502020204030204" pitchFamily="34" charset="0"/>
              </a:rPr>
              <a:t>a</a:t>
            </a:r>
            <a:r>
              <a:rPr sz="2000" spc="-15" dirty="0">
                <a:solidFill>
                  <a:srgbClr val="5E5E5E"/>
                </a:solidFill>
                <a:latin typeface="Comic Sans MS" panose="030F0702030302020204" pitchFamily="66" charset="0"/>
                <a:cs typeface="Calibri" panose="020F0502020204030204" pitchFamily="34" charset="0"/>
              </a:rPr>
              <a:t>g</a:t>
            </a:r>
            <a:r>
              <a:rPr sz="2000" dirty="0">
                <a:solidFill>
                  <a:srgbClr val="5E5E5E"/>
                </a:solidFill>
                <a:latin typeface="Comic Sans MS" panose="030F0702030302020204" pitchFamily="66" charset="0"/>
                <a:cs typeface="Calibri" panose="020F0502020204030204" pitchFamily="34" charset="0"/>
              </a:rPr>
              <a:t>e </a:t>
            </a:r>
            <a:r>
              <a:rPr sz="2000" spc="-15" dirty="0">
                <a:solidFill>
                  <a:srgbClr val="5E5E5E"/>
                </a:solidFill>
                <a:latin typeface="Comic Sans MS" panose="030F0702030302020204" pitchFamily="66" charset="0"/>
                <a:cs typeface="Calibri" panose="020F0502020204030204" pitchFamily="34" charset="0"/>
              </a:rPr>
              <a:t>f</a:t>
            </a:r>
            <a:r>
              <a:rPr sz="2000" dirty="0">
                <a:solidFill>
                  <a:srgbClr val="5E5E5E"/>
                </a:solidFill>
                <a:latin typeface="Comic Sans MS" panose="030F0702030302020204" pitchFamily="66" charset="0"/>
                <a:cs typeface="Calibri" panose="020F0502020204030204" pitchFamily="34" charset="0"/>
              </a:rPr>
              <a:t>au</a:t>
            </a:r>
            <a:r>
              <a:rPr sz="2000" spc="-20" dirty="0">
                <a:solidFill>
                  <a:srgbClr val="5E5E5E"/>
                </a:solidFill>
                <a:latin typeface="Comic Sans MS" panose="030F0702030302020204" pitchFamily="66" charset="0"/>
                <a:cs typeface="Calibri" panose="020F0502020204030204" pitchFamily="34" charset="0"/>
              </a:rPr>
              <a:t>l</a:t>
            </a:r>
            <a:r>
              <a:rPr sz="2000" spc="-5" dirty="0">
                <a:solidFill>
                  <a:srgbClr val="5E5E5E"/>
                </a:solidFill>
                <a:latin typeface="Comic Sans MS" panose="030F0702030302020204" pitchFamily="66" charset="0"/>
                <a:cs typeface="Calibri" panose="020F0502020204030204" pitchFamily="34" charset="0"/>
              </a:rPr>
              <a:t>ts</a:t>
            </a:r>
            <a:endParaRPr sz="2000" dirty="0">
              <a:latin typeface="Comic Sans MS" panose="030F0702030302020204" pitchFamily="66"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title"/>
          </p:nvPr>
        </p:nvSpPr>
        <p:spPr>
          <a:xfrm>
            <a:off x="838200" y="206051"/>
            <a:ext cx="9464040" cy="838691"/>
          </a:xfrm>
          <a:prstGeom prst="rect">
            <a:avLst/>
          </a:prstGeom>
        </p:spPr>
        <p:txBody>
          <a:bodyPr vert="horz" wrap="square" lIns="0" tIns="0" rIns="0" bIns="0" rtlCol="0">
            <a:spAutoFit/>
          </a:bodyPr>
          <a:lstStyle/>
          <a:p>
            <a:pPr algn="ctr">
              <a:lnSpc>
                <a:spcPct val="100000"/>
              </a:lnSpc>
            </a:pPr>
            <a:r>
              <a:rPr sz="3200" b="1" spc="-15" dirty="0">
                <a:latin typeface="Comic Sans MS" panose="030F0702030302020204" pitchFamily="66" charset="0"/>
              </a:rPr>
              <a:t>P</a:t>
            </a:r>
            <a:r>
              <a:rPr sz="3200" b="1" spc="-25" dirty="0">
                <a:latin typeface="Comic Sans MS" panose="030F0702030302020204" pitchFamily="66" charset="0"/>
              </a:rPr>
              <a:t>ERFO</a:t>
            </a:r>
            <a:r>
              <a:rPr sz="3200" b="1" dirty="0">
                <a:latin typeface="Comic Sans MS" panose="030F0702030302020204" pitchFamily="66" charset="0"/>
              </a:rPr>
              <a:t>R</a:t>
            </a:r>
            <a:r>
              <a:rPr sz="3200" b="1" spc="-10" dirty="0">
                <a:latin typeface="Comic Sans MS" panose="030F0702030302020204" pitchFamily="66" charset="0"/>
              </a:rPr>
              <a:t>M</a:t>
            </a:r>
            <a:r>
              <a:rPr sz="3200" b="1" spc="-25" dirty="0">
                <a:latin typeface="Comic Sans MS" panose="030F0702030302020204" pitchFamily="66" charset="0"/>
              </a:rPr>
              <a:t>A</a:t>
            </a:r>
            <a:r>
              <a:rPr sz="3200" b="1" dirty="0">
                <a:latin typeface="Comic Sans MS" panose="030F0702030302020204" pitchFamily="66" charset="0"/>
              </a:rPr>
              <a:t>N</a:t>
            </a:r>
            <a:r>
              <a:rPr sz="3200" b="1" spc="-5" dirty="0">
                <a:latin typeface="Comic Sans MS" panose="030F0702030302020204" pitchFamily="66" charset="0"/>
              </a:rPr>
              <a:t>C</a:t>
            </a:r>
            <a:r>
              <a:rPr sz="3200" b="1" spc="-20" dirty="0">
                <a:latin typeface="Comic Sans MS" panose="030F0702030302020204" pitchFamily="66" charset="0"/>
              </a:rPr>
              <a:t>E</a:t>
            </a:r>
            <a:endParaRPr sz="3600" b="1" spc="-20" dirty="0">
              <a:latin typeface="Comic Sans MS" panose="030F0702030302020204" pitchFamily="66" charset="0"/>
            </a:endParaRPr>
          </a:p>
          <a:p>
            <a:pPr algn="ctr">
              <a:lnSpc>
                <a:spcPct val="100000"/>
              </a:lnSpc>
              <a:spcBef>
                <a:spcPts val="310"/>
              </a:spcBef>
            </a:pPr>
            <a:r>
              <a:rPr sz="2000" spc="5" dirty="0">
                <a:solidFill>
                  <a:srgbClr val="76B900"/>
                </a:solidFill>
                <a:latin typeface="Comic Sans MS" panose="030F0702030302020204" pitchFamily="66" charset="0"/>
                <a:cs typeface="Calibri" panose="020F0502020204030204" pitchFamily="34" charset="0"/>
              </a:rPr>
              <a:t>F</a:t>
            </a:r>
            <a:r>
              <a:rPr sz="2000" spc="-5" dirty="0">
                <a:solidFill>
                  <a:srgbClr val="76B900"/>
                </a:solidFill>
                <a:latin typeface="Comic Sans MS" panose="030F0702030302020204" pitchFamily="66" charset="0"/>
                <a:cs typeface="Calibri" panose="020F0502020204030204" pitchFamily="34" charset="0"/>
              </a:rPr>
              <a:t>i</a:t>
            </a:r>
            <a:r>
              <a:rPr sz="2000" dirty="0">
                <a:solidFill>
                  <a:srgbClr val="76B900"/>
                </a:solidFill>
                <a:latin typeface="Comic Sans MS" panose="030F0702030302020204" pitchFamily="66" charset="0"/>
                <a:cs typeface="Calibri" panose="020F0502020204030204" pitchFamily="34" charset="0"/>
              </a:rPr>
              <a:t>nal</a:t>
            </a:r>
            <a:r>
              <a:rPr sz="2000" spc="-10" dirty="0">
                <a:solidFill>
                  <a:srgbClr val="76B900"/>
                </a:solidFill>
                <a:latin typeface="Comic Sans MS" panose="030F0702030302020204" pitchFamily="66" charset="0"/>
                <a:cs typeface="Calibri" panose="020F0502020204030204" pitchFamily="34" charset="0"/>
              </a:rPr>
              <a:t> </a:t>
            </a:r>
            <a:r>
              <a:rPr sz="2000" dirty="0">
                <a:solidFill>
                  <a:srgbClr val="76B900"/>
                </a:solidFill>
                <a:latin typeface="Comic Sans MS" panose="030F0702030302020204" pitchFamily="66" charset="0"/>
                <a:cs typeface="Calibri" panose="020F0502020204030204" pitchFamily="34" charset="0"/>
              </a:rPr>
              <a:t>W</a:t>
            </a:r>
            <a:r>
              <a:rPr sz="2000" spc="-15" dirty="0">
                <a:solidFill>
                  <a:srgbClr val="76B900"/>
                </a:solidFill>
                <a:latin typeface="Comic Sans MS" panose="030F0702030302020204" pitchFamily="66" charset="0"/>
                <a:cs typeface="Calibri" panose="020F0502020204030204" pitchFamily="34" charset="0"/>
              </a:rPr>
              <a:t>o</a:t>
            </a:r>
            <a:r>
              <a:rPr sz="2000" spc="-10" dirty="0">
                <a:solidFill>
                  <a:srgbClr val="76B900"/>
                </a:solidFill>
                <a:latin typeface="Comic Sans MS" panose="030F0702030302020204" pitchFamily="66" charset="0"/>
                <a:cs typeface="Calibri" panose="020F0502020204030204" pitchFamily="34" charset="0"/>
              </a:rPr>
              <a:t>r</a:t>
            </a:r>
            <a:r>
              <a:rPr sz="2000" spc="-5" dirty="0">
                <a:solidFill>
                  <a:srgbClr val="76B900"/>
                </a:solidFill>
                <a:latin typeface="Comic Sans MS" panose="030F0702030302020204" pitchFamily="66" charset="0"/>
                <a:cs typeface="Calibri" panose="020F0502020204030204" pitchFamily="34" charset="0"/>
              </a:rPr>
              <a:t>d</a:t>
            </a:r>
            <a:r>
              <a:rPr sz="2000" spc="-10" dirty="0">
                <a:solidFill>
                  <a:srgbClr val="76B900"/>
                </a:solidFill>
                <a:latin typeface="Comic Sans MS" panose="030F0702030302020204" pitchFamily="66" charset="0"/>
                <a:cs typeface="Calibri" panose="020F0502020204030204" pitchFamily="34" charset="0"/>
              </a:rPr>
              <a:t>s</a:t>
            </a:r>
            <a:endParaRPr sz="2000" dirty="0">
              <a:latin typeface="Comic Sans MS" panose="030F0702030302020204" pitchFamily="66" charset="0"/>
              <a:cs typeface="Calibri" panose="020F0502020204030204" pitchFamily="34" charset="0"/>
            </a:endParaRPr>
          </a:p>
        </p:txBody>
      </p:sp>
      <p:sp>
        <p:nvSpPr>
          <p:cNvPr id="11" name="object 11"/>
          <p:cNvSpPr txBox="1"/>
          <p:nvPr/>
        </p:nvSpPr>
        <p:spPr>
          <a:xfrm>
            <a:off x="274320" y="1134057"/>
            <a:ext cx="10591800" cy="4424288"/>
          </a:xfrm>
          <a:prstGeom prst="rect">
            <a:avLst/>
          </a:prstGeom>
        </p:spPr>
        <p:txBody>
          <a:bodyPr vert="horz" wrap="square" lIns="0" tIns="0" rIns="0" bIns="0" rtlCol="0">
            <a:spAutoFit/>
          </a:bodyPr>
          <a:lstStyle/>
          <a:p>
            <a:pPr marL="298450" marR="2543175" indent="-285750">
              <a:lnSpc>
                <a:spcPts val="3290"/>
              </a:lnSpc>
              <a:buFont typeface="Arial" panose="020B0604020202020204" pitchFamily="34" charset="0"/>
              <a:buChar char="•"/>
            </a:pPr>
            <a:r>
              <a:rPr sz="1600" dirty="0">
                <a:solidFill>
                  <a:srgbClr val="5E5E5E"/>
                </a:solidFill>
                <a:latin typeface="Comic Sans MS" panose="030F0702030302020204" pitchFamily="66" charset="0"/>
                <a:cs typeface="Calibri" panose="020F0502020204030204" pitchFamily="34" charset="0"/>
              </a:rPr>
              <a:t>UM</a:t>
            </a:r>
            <a:r>
              <a:rPr sz="1600" spc="-5" dirty="0">
                <a:solidFill>
                  <a:srgbClr val="5E5E5E"/>
                </a:solidFill>
                <a:latin typeface="Comic Sans MS" panose="030F0702030302020204" pitchFamily="66" charset="0"/>
                <a:cs typeface="Calibri" panose="020F0502020204030204" pitchFamily="34" charset="0"/>
              </a:rPr>
              <a:t> </a:t>
            </a:r>
            <a:r>
              <a:rPr sz="1600" dirty="0">
                <a:solidFill>
                  <a:srgbClr val="5E5E5E"/>
                </a:solidFill>
                <a:latin typeface="Comic Sans MS" panose="030F0702030302020204" pitchFamily="66" charset="0"/>
                <a:cs typeface="Calibri" panose="020F0502020204030204" pitchFamily="34" charset="0"/>
              </a:rPr>
              <a:t>i</a:t>
            </a:r>
            <a:r>
              <a:rPr sz="1600" spc="-10" dirty="0">
                <a:solidFill>
                  <a:srgbClr val="5E5E5E"/>
                </a:solidFill>
                <a:latin typeface="Comic Sans MS" panose="030F0702030302020204" pitchFamily="66" charset="0"/>
                <a:cs typeface="Calibri" panose="020F0502020204030204" pitchFamily="34" charset="0"/>
              </a:rPr>
              <a:t>s</a:t>
            </a:r>
            <a:r>
              <a:rPr sz="1600" spc="-5" dirty="0">
                <a:solidFill>
                  <a:srgbClr val="5E5E5E"/>
                </a:solidFill>
                <a:latin typeface="Comic Sans MS" panose="030F0702030302020204" pitchFamily="66" charset="0"/>
                <a:cs typeface="Calibri" panose="020F0502020204030204" pitchFamily="34" charset="0"/>
              </a:rPr>
              <a:t> </a:t>
            </a:r>
            <a:r>
              <a:rPr sz="1600" spc="-20" dirty="0">
                <a:solidFill>
                  <a:srgbClr val="5E5E5E"/>
                </a:solidFill>
                <a:latin typeface="Comic Sans MS" panose="030F0702030302020204" pitchFamily="66" charset="0"/>
                <a:cs typeface="Calibri" panose="020F0502020204030204" pitchFamily="34" charset="0"/>
              </a:rPr>
              <a:t>f</a:t>
            </a:r>
            <a:r>
              <a:rPr sz="1600" dirty="0">
                <a:solidFill>
                  <a:srgbClr val="5E5E5E"/>
                </a:solidFill>
                <a:latin typeface="Comic Sans MS" panose="030F0702030302020204" pitchFamily="66" charset="0"/>
                <a:cs typeface="Calibri" panose="020F0502020204030204" pitchFamily="34" charset="0"/>
              </a:rPr>
              <a:t>i</a:t>
            </a:r>
            <a:r>
              <a:rPr sz="1600" spc="-5" dirty="0">
                <a:solidFill>
                  <a:srgbClr val="5E5E5E"/>
                </a:solidFill>
                <a:latin typeface="Comic Sans MS" panose="030F0702030302020204" pitchFamily="66" charset="0"/>
                <a:cs typeface="Calibri" panose="020F0502020204030204" pitchFamily="34" charset="0"/>
              </a:rPr>
              <a:t>r</a:t>
            </a:r>
            <a:r>
              <a:rPr sz="1600" spc="-15" dirty="0">
                <a:solidFill>
                  <a:srgbClr val="5E5E5E"/>
                </a:solidFill>
                <a:latin typeface="Comic Sans MS" panose="030F0702030302020204" pitchFamily="66" charset="0"/>
                <a:cs typeface="Calibri" panose="020F0502020204030204" pitchFamily="34" charset="0"/>
              </a:rPr>
              <a:t>s</a:t>
            </a:r>
            <a:r>
              <a:rPr sz="160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 </a:t>
            </a:r>
            <a:r>
              <a:rPr sz="1600" dirty="0">
                <a:solidFill>
                  <a:srgbClr val="5E5E5E"/>
                </a:solidFill>
                <a:latin typeface="Comic Sans MS" panose="030F0702030302020204" pitchFamily="66" charset="0"/>
                <a:cs typeface="Calibri" panose="020F0502020204030204" pitchFamily="34" charset="0"/>
              </a:rPr>
              <a:t>a</a:t>
            </a:r>
            <a:r>
              <a:rPr sz="1600" spc="-5" dirty="0">
                <a:solidFill>
                  <a:srgbClr val="5E5E5E"/>
                </a:solidFill>
                <a:latin typeface="Comic Sans MS" panose="030F0702030302020204" pitchFamily="66" charset="0"/>
                <a:cs typeface="Calibri" panose="020F0502020204030204" pitchFamily="34" charset="0"/>
              </a:rPr>
              <a:t>n</a:t>
            </a:r>
            <a:r>
              <a:rPr sz="1600" dirty="0">
                <a:solidFill>
                  <a:srgbClr val="5E5E5E"/>
                </a:solidFill>
                <a:latin typeface="Comic Sans MS" panose="030F0702030302020204" pitchFamily="66" charset="0"/>
                <a:cs typeface="Calibri" panose="020F0502020204030204" pitchFamily="34" charset="0"/>
              </a:rPr>
              <a:t>d</a:t>
            </a:r>
            <a:r>
              <a:rPr sz="1600" spc="-5" dirty="0">
                <a:solidFill>
                  <a:srgbClr val="5E5E5E"/>
                </a:solidFill>
                <a:latin typeface="Comic Sans MS" panose="030F0702030302020204" pitchFamily="66" charset="0"/>
                <a:cs typeface="Calibri" panose="020F0502020204030204" pitchFamily="34" charset="0"/>
              </a:rPr>
              <a:t> </a:t>
            </a:r>
            <a:r>
              <a:rPr sz="1600" spc="-20" dirty="0">
                <a:solidFill>
                  <a:srgbClr val="5E5E5E"/>
                </a:solidFill>
                <a:latin typeface="Comic Sans MS" panose="030F0702030302020204" pitchFamily="66" charset="0"/>
                <a:cs typeface="Calibri" panose="020F0502020204030204" pitchFamily="34" charset="0"/>
              </a:rPr>
              <a:t>f</a:t>
            </a:r>
            <a:r>
              <a:rPr sz="1600" spc="-15" dirty="0">
                <a:solidFill>
                  <a:srgbClr val="5E5E5E"/>
                </a:solidFill>
                <a:latin typeface="Comic Sans MS" panose="030F0702030302020204" pitchFamily="66" charset="0"/>
                <a:cs typeface="Calibri" panose="020F0502020204030204" pitchFamily="34" charset="0"/>
              </a:rPr>
              <a:t>o</a:t>
            </a:r>
            <a:r>
              <a:rPr sz="1600" spc="5" dirty="0">
                <a:solidFill>
                  <a:srgbClr val="5E5E5E"/>
                </a:solidFill>
                <a:latin typeface="Comic Sans MS" panose="030F0702030302020204" pitchFamily="66" charset="0"/>
                <a:cs typeface="Calibri" panose="020F0502020204030204" pitchFamily="34" charset="0"/>
              </a:rPr>
              <a:t>r</a:t>
            </a:r>
            <a:r>
              <a:rPr sz="1600" spc="-5" dirty="0">
                <a:solidFill>
                  <a:srgbClr val="5E5E5E"/>
                </a:solidFill>
                <a:latin typeface="Comic Sans MS" panose="030F0702030302020204" pitchFamily="66" charset="0"/>
                <a:cs typeface="Calibri" panose="020F0502020204030204" pitchFamily="34" charset="0"/>
              </a:rPr>
              <a:t>e</a:t>
            </a:r>
            <a:r>
              <a:rPr sz="1600" dirty="0">
                <a:solidFill>
                  <a:srgbClr val="5E5E5E"/>
                </a:solidFill>
                <a:latin typeface="Comic Sans MS" panose="030F0702030302020204" pitchFamily="66" charset="0"/>
                <a:cs typeface="Calibri" panose="020F0502020204030204" pitchFamily="34" charset="0"/>
              </a:rPr>
              <a:t>m</a:t>
            </a:r>
            <a:r>
              <a:rPr sz="1600" spc="-15" dirty="0">
                <a:solidFill>
                  <a:srgbClr val="5E5E5E"/>
                </a:solidFill>
                <a:latin typeface="Comic Sans MS" panose="030F0702030302020204" pitchFamily="66" charset="0"/>
                <a:cs typeface="Calibri" panose="020F0502020204030204" pitchFamily="34" charset="0"/>
              </a:rPr>
              <a:t>os</a:t>
            </a:r>
            <a:r>
              <a:rPr sz="160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 </a:t>
            </a:r>
            <a:r>
              <a:rPr sz="1600" dirty="0">
                <a:solidFill>
                  <a:srgbClr val="5E5E5E"/>
                </a:solidFill>
                <a:latin typeface="Comic Sans MS" panose="030F0702030302020204" pitchFamily="66" charset="0"/>
                <a:cs typeface="Calibri" panose="020F0502020204030204" pitchFamily="34" charset="0"/>
              </a:rPr>
              <a:t>a</a:t>
            </a:r>
            <a:r>
              <a:rPr sz="1600" spc="-5" dirty="0">
                <a:solidFill>
                  <a:srgbClr val="5E5E5E"/>
                </a:solidFill>
                <a:latin typeface="Comic Sans MS" panose="030F0702030302020204" pitchFamily="66" charset="0"/>
                <a:cs typeface="Calibri" panose="020F0502020204030204" pitchFamily="34" charset="0"/>
              </a:rPr>
              <a:t>b</a:t>
            </a:r>
            <a:r>
              <a:rPr sz="1600" spc="-15" dirty="0">
                <a:solidFill>
                  <a:srgbClr val="5E5E5E"/>
                </a:solidFill>
                <a:latin typeface="Comic Sans MS" panose="030F0702030302020204" pitchFamily="66" charset="0"/>
                <a:cs typeface="Calibri" panose="020F0502020204030204" pitchFamily="34" charset="0"/>
              </a:rPr>
              <a:t>o</a:t>
            </a:r>
            <a:r>
              <a:rPr sz="1600" spc="-5" dirty="0">
                <a:solidFill>
                  <a:srgbClr val="5E5E5E"/>
                </a:solidFill>
                <a:latin typeface="Comic Sans MS" panose="030F0702030302020204" pitchFamily="66" charset="0"/>
                <a:cs typeface="Calibri" panose="020F0502020204030204" pitchFamily="34" charset="0"/>
              </a:rPr>
              <a:t>u</a:t>
            </a:r>
            <a:r>
              <a:rPr sz="160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 </a:t>
            </a:r>
            <a:r>
              <a:rPr sz="1600" spc="-5" dirty="0">
                <a:solidFill>
                  <a:srgbClr val="FF0000"/>
                </a:solidFill>
                <a:latin typeface="Comic Sans MS" panose="030F0702030302020204" pitchFamily="66" charset="0"/>
                <a:cs typeface="Calibri" panose="020F0502020204030204" pitchFamily="34" charset="0"/>
              </a:rPr>
              <a:t>e</a:t>
            </a:r>
            <a:r>
              <a:rPr sz="1600" dirty="0">
                <a:solidFill>
                  <a:srgbClr val="FF0000"/>
                </a:solidFill>
                <a:latin typeface="Comic Sans MS" panose="030F0702030302020204" pitchFamily="66" charset="0"/>
                <a:cs typeface="Calibri" panose="020F0502020204030204" pitchFamily="34" charset="0"/>
              </a:rPr>
              <a:t>a</a:t>
            </a:r>
            <a:r>
              <a:rPr sz="1600" spc="-15" dirty="0">
                <a:solidFill>
                  <a:srgbClr val="FF0000"/>
                </a:solidFill>
                <a:latin typeface="Comic Sans MS" panose="030F0702030302020204" pitchFamily="66" charset="0"/>
                <a:cs typeface="Calibri" panose="020F0502020204030204" pitchFamily="34" charset="0"/>
              </a:rPr>
              <a:t>s</a:t>
            </a:r>
            <a:r>
              <a:rPr sz="1600" dirty="0">
                <a:solidFill>
                  <a:srgbClr val="FF0000"/>
                </a:solidFill>
                <a:latin typeface="Comic Sans MS" panose="030F0702030302020204" pitchFamily="66" charset="0"/>
                <a:cs typeface="Calibri" panose="020F0502020204030204" pitchFamily="34" charset="0"/>
              </a:rPr>
              <a:t>e </a:t>
            </a:r>
            <a:r>
              <a:rPr sz="1600" spc="-15" dirty="0">
                <a:solidFill>
                  <a:srgbClr val="FF0000"/>
                </a:solidFill>
                <a:latin typeface="Comic Sans MS" panose="030F0702030302020204" pitchFamily="66" charset="0"/>
                <a:cs typeface="Calibri" panose="020F0502020204030204" pitchFamily="34" charset="0"/>
              </a:rPr>
              <a:t>o</a:t>
            </a:r>
            <a:r>
              <a:rPr sz="1600" spc="-10" dirty="0">
                <a:solidFill>
                  <a:srgbClr val="FF0000"/>
                </a:solidFill>
                <a:latin typeface="Comic Sans MS" panose="030F0702030302020204" pitchFamily="66" charset="0"/>
                <a:cs typeface="Calibri" panose="020F0502020204030204" pitchFamily="34" charset="0"/>
              </a:rPr>
              <a:t>f</a:t>
            </a:r>
            <a:r>
              <a:rPr sz="1600" spc="-5" dirty="0">
                <a:solidFill>
                  <a:srgbClr val="FF0000"/>
                </a:solidFill>
                <a:latin typeface="Comic Sans MS" panose="030F0702030302020204" pitchFamily="66" charset="0"/>
                <a:cs typeface="Calibri" panose="020F0502020204030204" pitchFamily="34" charset="0"/>
              </a:rPr>
              <a:t> pr</a:t>
            </a:r>
            <a:r>
              <a:rPr sz="1600" spc="-15" dirty="0">
                <a:solidFill>
                  <a:srgbClr val="FF0000"/>
                </a:solidFill>
                <a:latin typeface="Comic Sans MS" panose="030F0702030302020204" pitchFamily="66" charset="0"/>
                <a:cs typeface="Calibri" panose="020F0502020204030204" pitchFamily="34" charset="0"/>
              </a:rPr>
              <a:t>og</a:t>
            </a:r>
            <a:r>
              <a:rPr sz="1600" spc="5" dirty="0">
                <a:solidFill>
                  <a:srgbClr val="FF0000"/>
                </a:solidFill>
                <a:latin typeface="Comic Sans MS" panose="030F0702030302020204" pitchFamily="66" charset="0"/>
                <a:cs typeface="Calibri" panose="020F0502020204030204" pitchFamily="34" charset="0"/>
              </a:rPr>
              <a:t>r</a:t>
            </a:r>
            <a:r>
              <a:rPr sz="1600" dirty="0">
                <a:solidFill>
                  <a:srgbClr val="FF0000"/>
                </a:solidFill>
                <a:latin typeface="Comic Sans MS" panose="030F0702030302020204" pitchFamily="66" charset="0"/>
                <a:cs typeface="Calibri" panose="020F0502020204030204" pitchFamily="34" charset="0"/>
              </a:rPr>
              <a:t>ammi</a:t>
            </a:r>
            <a:r>
              <a:rPr sz="1600" spc="-5" dirty="0">
                <a:solidFill>
                  <a:srgbClr val="FF0000"/>
                </a:solidFill>
                <a:latin typeface="Comic Sans MS" panose="030F0702030302020204" pitchFamily="66" charset="0"/>
                <a:cs typeface="Calibri" panose="020F0502020204030204" pitchFamily="34" charset="0"/>
              </a:rPr>
              <a:t>n</a:t>
            </a:r>
            <a:r>
              <a:rPr sz="1600" spc="-10" dirty="0">
                <a:solidFill>
                  <a:srgbClr val="FF0000"/>
                </a:solidFill>
                <a:latin typeface="Comic Sans MS" panose="030F0702030302020204" pitchFamily="66" charset="0"/>
                <a:cs typeface="Calibri" panose="020F0502020204030204" pitchFamily="34" charset="0"/>
              </a:rPr>
              <a:t>g</a:t>
            </a:r>
            <a:r>
              <a:rPr sz="1600" dirty="0">
                <a:solidFill>
                  <a:srgbClr val="FF0000"/>
                </a:solidFill>
                <a:latin typeface="Comic Sans MS" panose="030F0702030302020204" pitchFamily="66" charset="0"/>
                <a:cs typeface="Calibri" panose="020F0502020204030204" pitchFamily="34" charset="0"/>
              </a:rPr>
              <a:t> a</a:t>
            </a:r>
            <a:r>
              <a:rPr sz="1600" spc="-5" dirty="0">
                <a:solidFill>
                  <a:srgbClr val="FF0000"/>
                </a:solidFill>
                <a:latin typeface="Comic Sans MS" panose="030F0702030302020204" pitchFamily="66" charset="0"/>
                <a:cs typeface="Calibri" panose="020F0502020204030204" pitchFamily="34" charset="0"/>
              </a:rPr>
              <a:t>n</a:t>
            </a:r>
            <a:r>
              <a:rPr sz="1600" dirty="0">
                <a:solidFill>
                  <a:srgbClr val="FF0000"/>
                </a:solidFill>
                <a:latin typeface="Comic Sans MS" panose="030F0702030302020204" pitchFamily="66" charset="0"/>
                <a:cs typeface="Calibri" panose="020F0502020204030204" pitchFamily="34" charset="0"/>
              </a:rPr>
              <a:t>d</a:t>
            </a:r>
            <a:r>
              <a:rPr sz="1600" spc="-5" dirty="0">
                <a:solidFill>
                  <a:srgbClr val="FF0000"/>
                </a:solidFill>
                <a:latin typeface="Comic Sans MS" panose="030F0702030302020204" pitchFamily="66" charset="0"/>
                <a:cs typeface="Calibri" panose="020F0502020204030204" pitchFamily="34" charset="0"/>
              </a:rPr>
              <a:t> pr</a:t>
            </a:r>
            <a:r>
              <a:rPr sz="1600" spc="-15" dirty="0">
                <a:solidFill>
                  <a:srgbClr val="FF0000"/>
                </a:solidFill>
                <a:latin typeface="Comic Sans MS" panose="030F0702030302020204" pitchFamily="66" charset="0"/>
                <a:cs typeface="Calibri" panose="020F0502020204030204" pitchFamily="34" charset="0"/>
              </a:rPr>
              <a:t>og</a:t>
            </a:r>
            <a:r>
              <a:rPr sz="1600" spc="5" dirty="0">
                <a:solidFill>
                  <a:srgbClr val="FF0000"/>
                </a:solidFill>
                <a:latin typeface="Comic Sans MS" panose="030F0702030302020204" pitchFamily="66" charset="0"/>
                <a:cs typeface="Calibri" panose="020F0502020204030204" pitchFamily="34" charset="0"/>
              </a:rPr>
              <a:t>r</a:t>
            </a:r>
            <a:r>
              <a:rPr sz="1600" dirty="0">
                <a:solidFill>
                  <a:srgbClr val="FF0000"/>
                </a:solidFill>
                <a:latin typeface="Comic Sans MS" panose="030F0702030302020204" pitchFamily="66" charset="0"/>
                <a:cs typeface="Calibri" panose="020F0502020204030204" pitchFamily="34" charset="0"/>
              </a:rPr>
              <a:t>amm</a:t>
            </a:r>
            <a:r>
              <a:rPr sz="1600" spc="-5" dirty="0">
                <a:solidFill>
                  <a:srgbClr val="FF0000"/>
                </a:solidFill>
                <a:latin typeface="Comic Sans MS" panose="030F0702030302020204" pitchFamily="66" charset="0"/>
                <a:cs typeface="Calibri" panose="020F0502020204030204" pitchFamily="34" charset="0"/>
              </a:rPr>
              <a:t>e</a:t>
            </a:r>
            <a:r>
              <a:rPr sz="1600" spc="-10" dirty="0">
                <a:solidFill>
                  <a:srgbClr val="FF0000"/>
                </a:solidFill>
                <a:latin typeface="Comic Sans MS" panose="030F0702030302020204" pitchFamily="66" charset="0"/>
                <a:cs typeface="Calibri" panose="020F0502020204030204" pitchFamily="34" charset="0"/>
              </a:rPr>
              <a:t>r</a:t>
            </a:r>
            <a:r>
              <a:rPr lang="en-US" altLang="zh-CN" sz="1600" spc="-10" dirty="0">
                <a:solidFill>
                  <a:srgbClr val="FF0000"/>
                </a:solidFill>
                <a:latin typeface="Comic Sans MS" panose="030F0702030302020204" pitchFamily="66" charset="0"/>
                <a:cs typeface="Calibri" panose="020F0502020204030204" pitchFamily="34" charset="0"/>
              </a:rPr>
              <a:t> </a:t>
            </a:r>
            <a:r>
              <a:rPr sz="1600" spc="-5" dirty="0" err="1">
                <a:solidFill>
                  <a:srgbClr val="FF0000"/>
                </a:solidFill>
                <a:latin typeface="Comic Sans MS" panose="030F0702030302020204" pitchFamily="66" charset="0"/>
                <a:cs typeface="Calibri" panose="020F0502020204030204" pitchFamily="34" charset="0"/>
              </a:rPr>
              <a:t>r</a:t>
            </a:r>
            <a:r>
              <a:rPr sz="1600" spc="-15" dirty="0" err="1">
                <a:solidFill>
                  <a:srgbClr val="FF0000"/>
                </a:solidFill>
                <a:latin typeface="Comic Sans MS" panose="030F0702030302020204" pitchFamily="66" charset="0"/>
                <a:cs typeface="Calibri" panose="020F0502020204030204" pitchFamily="34" charset="0"/>
              </a:rPr>
              <a:t>o</a:t>
            </a:r>
            <a:r>
              <a:rPr sz="1600" spc="-5" dirty="0" err="1">
                <a:solidFill>
                  <a:srgbClr val="FF0000"/>
                </a:solidFill>
                <a:latin typeface="Comic Sans MS" panose="030F0702030302020204" pitchFamily="66" charset="0"/>
                <a:cs typeface="Calibri" panose="020F0502020204030204" pitchFamily="34" charset="0"/>
              </a:rPr>
              <a:t>du</a:t>
            </a:r>
            <a:r>
              <a:rPr sz="1600" spc="-10" dirty="0" err="1">
                <a:solidFill>
                  <a:srgbClr val="FF0000"/>
                </a:solidFill>
                <a:latin typeface="Comic Sans MS" panose="030F0702030302020204" pitchFamily="66" charset="0"/>
                <a:cs typeface="Calibri" panose="020F0502020204030204" pitchFamily="34" charset="0"/>
              </a:rPr>
              <a:t>ct</a:t>
            </a:r>
            <a:r>
              <a:rPr sz="1600" dirty="0" err="1">
                <a:solidFill>
                  <a:srgbClr val="FF0000"/>
                </a:solidFill>
                <a:latin typeface="Comic Sans MS" panose="030F0702030302020204" pitchFamily="66" charset="0"/>
                <a:cs typeface="Calibri" panose="020F0502020204030204" pitchFamily="34" charset="0"/>
              </a:rPr>
              <a:t>i</a:t>
            </a:r>
            <a:r>
              <a:rPr sz="1600" spc="-10" dirty="0" err="1">
                <a:solidFill>
                  <a:srgbClr val="FF0000"/>
                </a:solidFill>
                <a:latin typeface="Comic Sans MS" panose="030F0702030302020204" pitchFamily="66" charset="0"/>
                <a:cs typeface="Calibri" panose="020F0502020204030204" pitchFamily="34" charset="0"/>
              </a:rPr>
              <a:t>v</a:t>
            </a:r>
            <a:r>
              <a:rPr sz="1600" dirty="0" err="1">
                <a:solidFill>
                  <a:srgbClr val="FF0000"/>
                </a:solidFill>
                <a:latin typeface="Comic Sans MS" panose="030F0702030302020204" pitchFamily="66" charset="0"/>
                <a:cs typeface="Calibri" panose="020F0502020204030204" pitchFamily="34" charset="0"/>
              </a:rPr>
              <a:t>i</a:t>
            </a:r>
            <a:r>
              <a:rPr sz="1600" spc="-10" dirty="0" err="1">
                <a:solidFill>
                  <a:srgbClr val="FF0000"/>
                </a:solidFill>
                <a:latin typeface="Comic Sans MS" panose="030F0702030302020204" pitchFamily="66" charset="0"/>
                <a:cs typeface="Calibri" panose="020F0502020204030204" pitchFamily="34" charset="0"/>
              </a:rPr>
              <a:t>t</a:t>
            </a:r>
            <a:r>
              <a:rPr sz="1600" dirty="0" err="1">
                <a:solidFill>
                  <a:srgbClr val="FF0000"/>
                </a:solidFill>
                <a:latin typeface="Comic Sans MS" panose="030F0702030302020204" pitchFamily="66" charset="0"/>
                <a:cs typeface="Calibri" panose="020F0502020204030204" pitchFamily="34" charset="0"/>
              </a:rPr>
              <a:t>y</a:t>
            </a:r>
            <a:r>
              <a:rPr sz="1600" dirty="0">
                <a:solidFill>
                  <a:srgbClr val="FF0000"/>
                </a:solidFill>
                <a:latin typeface="Comic Sans MS" panose="030F0702030302020204" pitchFamily="66" charset="0"/>
                <a:cs typeface="Calibri" panose="020F0502020204030204" pitchFamily="34" charset="0"/>
              </a:rPr>
              <a:t> </a:t>
            </a:r>
            <a:endParaRPr lang="en-US" sz="1600" dirty="0">
              <a:solidFill>
                <a:srgbClr val="FF0000"/>
              </a:solidFill>
              <a:latin typeface="Comic Sans MS" panose="030F0702030302020204" pitchFamily="66" charset="0"/>
              <a:cs typeface="Calibri" panose="020F0502020204030204" pitchFamily="34" charset="0"/>
            </a:endParaRPr>
          </a:p>
          <a:p>
            <a:pPr marL="298450" marR="2543175" indent="-285750">
              <a:lnSpc>
                <a:spcPts val="3290"/>
              </a:lnSpc>
              <a:buFont typeface="Arial" panose="020B0604020202020204" pitchFamily="34" charset="0"/>
              <a:buChar char="•"/>
            </a:pPr>
            <a:r>
              <a:rPr sz="1600" dirty="0">
                <a:solidFill>
                  <a:srgbClr val="5E5E5E"/>
                </a:solidFill>
                <a:latin typeface="Comic Sans MS" panose="030F0702030302020204" pitchFamily="66" charset="0"/>
                <a:cs typeface="Calibri" panose="020F0502020204030204" pitchFamily="34" charset="0"/>
              </a:rPr>
              <a:t>UM</a:t>
            </a:r>
            <a:r>
              <a:rPr sz="1600" spc="-5" dirty="0">
                <a:solidFill>
                  <a:srgbClr val="5E5E5E"/>
                </a:solidFill>
                <a:latin typeface="Comic Sans MS" panose="030F0702030302020204" pitchFamily="66" charset="0"/>
                <a:cs typeface="Calibri" panose="020F0502020204030204" pitchFamily="34" charset="0"/>
              </a:rPr>
              <a:t> </a:t>
            </a:r>
            <a:r>
              <a:rPr sz="1600" dirty="0">
                <a:solidFill>
                  <a:srgbClr val="5E5E5E"/>
                </a:solidFill>
                <a:latin typeface="Comic Sans MS" panose="030F0702030302020204" pitchFamily="66" charset="0"/>
                <a:cs typeface="Calibri" panose="020F0502020204030204" pitchFamily="34" charset="0"/>
              </a:rPr>
              <a:t>i</a:t>
            </a:r>
            <a:r>
              <a:rPr sz="1600" spc="-10" dirty="0">
                <a:solidFill>
                  <a:srgbClr val="5E5E5E"/>
                </a:solidFill>
                <a:latin typeface="Comic Sans MS" panose="030F0702030302020204" pitchFamily="66" charset="0"/>
                <a:cs typeface="Calibri" panose="020F0502020204030204" pitchFamily="34" charset="0"/>
              </a:rPr>
              <a:t>s</a:t>
            </a:r>
            <a:r>
              <a:rPr sz="1600" spc="-5" dirty="0">
                <a:solidFill>
                  <a:srgbClr val="5E5E5E"/>
                </a:solidFill>
                <a:latin typeface="Comic Sans MS" panose="030F0702030302020204" pitchFamily="66" charset="0"/>
                <a:cs typeface="Calibri" panose="020F0502020204030204" pitchFamily="34" charset="0"/>
              </a:rPr>
              <a:t> n</a:t>
            </a:r>
            <a:r>
              <a:rPr sz="1600" spc="-15" dirty="0">
                <a:solidFill>
                  <a:srgbClr val="5E5E5E"/>
                </a:solidFill>
                <a:latin typeface="Comic Sans MS" panose="030F0702030302020204" pitchFamily="66" charset="0"/>
                <a:cs typeface="Calibri" panose="020F0502020204030204" pitchFamily="34" charset="0"/>
              </a:rPr>
              <a:t>o</a:t>
            </a:r>
            <a:r>
              <a:rPr sz="160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 pri</a:t>
            </a:r>
            <a:r>
              <a:rPr sz="1600" dirty="0">
                <a:solidFill>
                  <a:srgbClr val="5E5E5E"/>
                </a:solidFill>
                <a:latin typeface="Comic Sans MS" panose="030F0702030302020204" pitchFamily="66" charset="0"/>
                <a:cs typeface="Calibri" panose="020F0502020204030204" pitchFamily="34" charset="0"/>
              </a:rPr>
              <a:t>ma</a:t>
            </a:r>
            <a:r>
              <a:rPr sz="1600" spc="-5" dirty="0">
                <a:solidFill>
                  <a:srgbClr val="5E5E5E"/>
                </a:solidFill>
                <a:latin typeface="Comic Sans MS" panose="030F0702030302020204" pitchFamily="66" charset="0"/>
                <a:cs typeface="Calibri" panose="020F0502020204030204" pitchFamily="34" charset="0"/>
              </a:rPr>
              <a:t>ri</a:t>
            </a:r>
            <a:r>
              <a:rPr sz="1600" spc="-10" dirty="0">
                <a:solidFill>
                  <a:srgbClr val="5E5E5E"/>
                </a:solidFill>
                <a:latin typeface="Comic Sans MS" panose="030F0702030302020204" pitchFamily="66" charset="0"/>
                <a:cs typeface="Calibri" panose="020F0502020204030204" pitchFamily="34" charset="0"/>
              </a:rPr>
              <a:t>l</a:t>
            </a:r>
            <a:r>
              <a:rPr sz="1600" dirty="0">
                <a:solidFill>
                  <a:srgbClr val="5E5E5E"/>
                </a:solidFill>
                <a:latin typeface="Comic Sans MS" panose="030F0702030302020204" pitchFamily="66" charset="0"/>
                <a:cs typeface="Calibri" panose="020F0502020204030204" pitchFamily="34" charset="0"/>
              </a:rPr>
              <a:t>y a</a:t>
            </a:r>
            <a:r>
              <a:rPr sz="1600" spc="5"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e</a:t>
            </a:r>
            <a:r>
              <a:rPr sz="1600" spc="-10" dirty="0">
                <a:solidFill>
                  <a:srgbClr val="5E5E5E"/>
                </a:solidFill>
                <a:latin typeface="Comic Sans MS" panose="030F0702030302020204" pitchFamily="66" charset="0"/>
                <a:cs typeface="Calibri" panose="020F0502020204030204" pitchFamily="34" charset="0"/>
              </a:rPr>
              <a:t>c</a:t>
            </a:r>
            <a:r>
              <a:rPr sz="1600" spc="-5" dirty="0">
                <a:solidFill>
                  <a:srgbClr val="5E5E5E"/>
                </a:solidFill>
                <a:latin typeface="Comic Sans MS" panose="030F0702030302020204" pitchFamily="66" charset="0"/>
                <a:cs typeface="Calibri" panose="020F0502020204030204" pitchFamily="34" charset="0"/>
              </a:rPr>
              <a:t>hn</a:t>
            </a:r>
            <a:r>
              <a:rPr sz="1600" dirty="0">
                <a:solidFill>
                  <a:srgbClr val="5E5E5E"/>
                </a:solidFill>
                <a:latin typeface="Comic Sans MS" panose="030F0702030302020204" pitchFamily="66" charset="0"/>
                <a:cs typeface="Calibri" panose="020F0502020204030204" pitchFamily="34" charset="0"/>
              </a:rPr>
              <a:t>i</a:t>
            </a:r>
            <a:r>
              <a:rPr sz="1600" spc="-5" dirty="0">
                <a:solidFill>
                  <a:srgbClr val="5E5E5E"/>
                </a:solidFill>
                <a:latin typeface="Comic Sans MS" panose="030F0702030302020204" pitchFamily="66" charset="0"/>
                <a:cs typeface="Calibri" panose="020F0502020204030204" pitchFamily="34" charset="0"/>
              </a:rPr>
              <a:t>qu</a:t>
            </a:r>
            <a:r>
              <a:rPr sz="1600" dirty="0">
                <a:solidFill>
                  <a:srgbClr val="5E5E5E"/>
                </a:solidFill>
                <a:latin typeface="Comic Sans MS" panose="030F0702030302020204" pitchFamily="66" charset="0"/>
                <a:cs typeface="Calibri" panose="020F0502020204030204" pitchFamily="34" charset="0"/>
              </a:rPr>
              <a:t>e </a:t>
            </a:r>
            <a:r>
              <a:rPr sz="1600" spc="-10" dirty="0">
                <a:solidFill>
                  <a:srgbClr val="5E5E5E"/>
                </a:solidFill>
                <a:latin typeface="Comic Sans MS" panose="030F0702030302020204" pitchFamily="66" charset="0"/>
                <a:cs typeface="Calibri" panose="020F0502020204030204" pitchFamily="34" charset="0"/>
              </a:rPr>
              <a:t>to</a:t>
            </a:r>
            <a:r>
              <a:rPr sz="1600" dirty="0">
                <a:solidFill>
                  <a:srgbClr val="5E5E5E"/>
                </a:solidFill>
                <a:latin typeface="Comic Sans MS" panose="030F0702030302020204" pitchFamily="66" charset="0"/>
                <a:cs typeface="Calibri" panose="020F0502020204030204" pitchFamily="34" charset="0"/>
              </a:rPr>
              <a:t> ma</a:t>
            </a:r>
            <a:r>
              <a:rPr sz="1600" spc="-10" dirty="0">
                <a:solidFill>
                  <a:srgbClr val="5E5E5E"/>
                </a:solidFill>
                <a:latin typeface="Comic Sans MS" panose="030F0702030302020204" pitchFamily="66" charset="0"/>
                <a:cs typeface="Calibri" panose="020F0502020204030204" pitchFamily="34" charset="0"/>
              </a:rPr>
              <a:t>k</a:t>
            </a:r>
            <a:r>
              <a:rPr sz="1600" dirty="0">
                <a:solidFill>
                  <a:srgbClr val="5E5E5E"/>
                </a:solidFill>
                <a:latin typeface="Comic Sans MS" panose="030F0702030302020204" pitchFamily="66" charset="0"/>
                <a:cs typeface="Calibri" panose="020F0502020204030204" pitchFamily="34" charset="0"/>
              </a:rPr>
              <a:t>e </a:t>
            </a:r>
            <a:r>
              <a:rPr sz="1600" spc="-5" dirty="0">
                <a:solidFill>
                  <a:srgbClr val="5E5E5E"/>
                </a:solidFill>
                <a:latin typeface="Comic Sans MS" panose="030F0702030302020204" pitchFamily="66" charset="0"/>
                <a:cs typeface="Calibri" panose="020F0502020204030204" pitchFamily="34" charset="0"/>
              </a:rPr>
              <a:t>we</a:t>
            </a:r>
            <a:r>
              <a:rPr sz="1600" spc="-10" dirty="0">
                <a:solidFill>
                  <a:srgbClr val="5E5E5E"/>
                </a:solidFill>
                <a:latin typeface="Comic Sans MS" panose="030F0702030302020204" pitchFamily="66" charset="0"/>
                <a:cs typeface="Calibri" panose="020F0502020204030204" pitchFamily="34" charset="0"/>
              </a:rPr>
              <a:t>l</a:t>
            </a:r>
            <a:r>
              <a:rPr sz="1600" spc="-15" dirty="0">
                <a:solidFill>
                  <a:srgbClr val="5E5E5E"/>
                </a:solidFill>
                <a:latin typeface="Comic Sans MS" panose="030F0702030302020204" pitchFamily="66" charset="0"/>
                <a:cs typeface="Calibri" panose="020F0502020204030204" pitchFamily="34" charset="0"/>
              </a:rPr>
              <a:t>l</a:t>
            </a:r>
            <a:r>
              <a:rPr sz="1600" spc="-5" dirty="0">
                <a:solidFill>
                  <a:srgbClr val="5E5E5E"/>
                </a:solidFill>
                <a:latin typeface="Comic Sans MS" panose="030F0702030302020204" pitchFamily="66" charset="0"/>
                <a:cs typeface="Calibri" panose="020F0502020204030204" pitchFamily="34" charset="0"/>
              </a:rPr>
              <a:t>-</a:t>
            </a:r>
            <a:r>
              <a:rPr sz="1600" spc="-20" dirty="0">
                <a:solidFill>
                  <a:srgbClr val="5E5E5E"/>
                </a:solidFill>
                <a:latin typeface="Comic Sans MS" panose="030F0702030302020204" pitchFamily="66" charset="0"/>
                <a:cs typeface="Calibri" panose="020F0502020204030204" pitchFamily="34" charset="0"/>
              </a:rPr>
              <a:t>w</a:t>
            </a:r>
            <a:r>
              <a:rPr sz="1600" spc="-5" dirty="0">
                <a:solidFill>
                  <a:srgbClr val="5E5E5E"/>
                </a:solidFill>
                <a:latin typeface="Comic Sans MS" panose="030F0702030302020204" pitchFamily="66" charset="0"/>
                <a:cs typeface="Calibri" panose="020F0502020204030204" pitchFamily="34" charset="0"/>
              </a:rPr>
              <a:t>r</a:t>
            </a:r>
            <a:r>
              <a:rPr sz="1600" dirty="0">
                <a:solidFill>
                  <a:srgbClr val="5E5E5E"/>
                </a:solidFill>
                <a:latin typeface="Comic Sans MS" panose="030F0702030302020204" pitchFamily="66" charset="0"/>
                <a:cs typeface="Calibri" panose="020F0502020204030204" pitchFamily="34" charset="0"/>
              </a:rPr>
              <a:t>i</a:t>
            </a:r>
            <a:r>
              <a:rPr sz="1600" spc="-5" dirty="0">
                <a:solidFill>
                  <a:srgbClr val="5E5E5E"/>
                </a:solidFill>
                <a:latin typeface="Comic Sans MS" panose="030F0702030302020204" pitchFamily="66" charset="0"/>
                <a:cs typeface="Calibri" panose="020F0502020204030204" pitchFamily="34" charset="0"/>
              </a:rPr>
              <a:t>tte</a:t>
            </a:r>
            <a:r>
              <a:rPr sz="1600" dirty="0">
                <a:solidFill>
                  <a:srgbClr val="5E5E5E"/>
                </a:solidFill>
                <a:latin typeface="Comic Sans MS" panose="030F0702030302020204" pitchFamily="66" charset="0"/>
                <a:cs typeface="Calibri" panose="020F0502020204030204" pitchFamily="34" charset="0"/>
              </a:rPr>
              <a:t>n C</a:t>
            </a:r>
            <a:r>
              <a:rPr sz="1600" spc="5" dirty="0">
                <a:solidFill>
                  <a:srgbClr val="5E5E5E"/>
                </a:solidFill>
                <a:latin typeface="Comic Sans MS" panose="030F0702030302020204" pitchFamily="66" charset="0"/>
                <a:cs typeface="Calibri" panose="020F0502020204030204" pitchFamily="34" charset="0"/>
              </a:rPr>
              <a:t>U</a:t>
            </a:r>
            <a:r>
              <a:rPr sz="1600" dirty="0">
                <a:solidFill>
                  <a:srgbClr val="5E5E5E"/>
                </a:solidFill>
                <a:latin typeface="Comic Sans MS" panose="030F0702030302020204" pitchFamily="66" charset="0"/>
                <a:cs typeface="Calibri" panose="020F0502020204030204" pitchFamily="34" charset="0"/>
              </a:rPr>
              <a:t>D</a:t>
            </a:r>
            <a:r>
              <a:rPr sz="1600" spc="-10" dirty="0">
                <a:solidFill>
                  <a:srgbClr val="5E5E5E"/>
                </a:solidFill>
                <a:latin typeface="Comic Sans MS" panose="030F0702030302020204" pitchFamily="66" charset="0"/>
                <a:cs typeface="Calibri" panose="020F0502020204030204" pitchFamily="34" charset="0"/>
              </a:rPr>
              <a:t>A</a:t>
            </a:r>
            <a:r>
              <a:rPr sz="1600"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c</a:t>
            </a:r>
            <a:r>
              <a:rPr sz="1600" spc="-15" dirty="0">
                <a:solidFill>
                  <a:srgbClr val="5E5E5E"/>
                </a:solidFill>
                <a:latin typeface="Comic Sans MS" panose="030F0702030302020204" pitchFamily="66" charset="0"/>
                <a:cs typeface="Calibri" panose="020F0502020204030204" pitchFamily="34" charset="0"/>
              </a:rPr>
              <a:t>o</a:t>
            </a:r>
            <a:r>
              <a:rPr sz="1600" spc="-10" dirty="0">
                <a:solidFill>
                  <a:srgbClr val="5E5E5E"/>
                </a:solidFill>
                <a:latin typeface="Comic Sans MS" panose="030F0702030302020204" pitchFamily="66" charset="0"/>
                <a:cs typeface="Calibri" panose="020F0502020204030204" pitchFamily="34" charset="0"/>
              </a:rPr>
              <a:t>d</a:t>
            </a:r>
            <a:r>
              <a:rPr sz="1600" spc="-5" dirty="0">
                <a:solidFill>
                  <a:srgbClr val="5E5E5E"/>
                </a:solidFill>
                <a:latin typeface="Comic Sans MS" panose="030F0702030302020204" pitchFamily="66" charset="0"/>
                <a:cs typeface="Calibri" panose="020F0502020204030204" pitchFamily="34" charset="0"/>
              </a:rPr>
              <a:t>e</a:t>
            </a:r>
            <a:r>
              <a:rPr sz="1600" spc="-10" dirty="0">
                <a:solidFill>
                  <a:srgbClr val="5E5E5E"/>
                </a:solidFill>
                <a:latin typeface="Comic Sans MS" panose="030F0702030302020204" pitchFamily="66" charset="0"/>
                <a:cs typeface="Calibri" panose="020F0502020204030204" pitchFamily="34" charset="0"/>
              </a:rPr>
              <a:t>s</a:t>
            </a:r>
            <a:r>
              <a:rPr sz="1600" dirty="0">
                <a:solidFill>
                  <a:srgbClr val="5E5E5E"/>
                </a:solidFill>
                <a:latin typeface="Comic Sans MS" panose="030F0702030302020204" pitchFamily="66" charset="0"/>
                <a:cs typeface="Calibri" panose="020F0502020204030204" pitchFamily="34" charset="0"/>
              </a:rPr>
              <a:t> </a:t>
            </a:r>
            <a:r>
              <a:rPr sz="1600" spc="-5" dirty="0">
                <a:solidFill>
                  <a:srgbClr val="5E5E5E"/>
                </a:solidFill>
                <a:latin typeface="Comic Sans MS" panose="030F0702030302020204" pitchFamily="66" charset="0"/>
                <a:cs typeface="Calibri" panose="020F0502020204030204" pitchFamily="34" charset="0"/>
              </a:rPr>
              <a:t>ru</a:t>
            </a:r>
            <a:r>
              <a:rPr sz="1600" dirty="0">
                <a:solidFill>
                  <a:srgbClr val="5E5E5E"/>
                </a:solidFill>
                <a:latin typeface="Comic Sans MS" panose="030F0702030302020204" pitchFamily="66" charset="0"/>
                <a:cs typeface="Calibri" panose="020F0502020204030204" pitchFamily="34" charset="0"/>
              </a:rPr>
              <a:t>n </a:t>
            </a:r>
            <a:r>
              <a:rPr sz="1600" spc="-15" dirty="0">
                <a:solidFill>
                  <a:srgbClr val="5E5E5E"/>
                </a:solidFill>
                <a:latin typeface="Comic Sans MS" panose="030F0702030302020204" pitchFamily="66" charset="0"/>
                <a:cs typeface="Calibri" panose="020F0502020204030204" pitchFamily="34" charset="0"/>
              </a:rPr>
              <a:t>f</a:t>
            </a:r>
            <a:r>
              <a:rPr sz="1600" dirty="0">
                <a:solidFill>
                  <a:srgbClr val="5E5E5E"/>
                </a:solidFill>
                <a:latin typeface="Comic Sans MS" panose="030F0702030302020204" pitchFamily="66" charset="0"/>
                <a:cs typeface="Calibri" panose="020F0502020204030204" pitchFamily="34" charset="0"/>
              </a:rPr>
              <a:t>a</a:t>
            </a:r>
            <a:r>
              <a:rPr sz="1600" spc="-5" dirty="0">
                <a:solidFill>
                  <a:srgbClr val="5E5E5E"/>
                </a:solidFill>
                <a:latin typeface="Comic Sans MS" panose="030F0702030302020204" pitchFamily="66" charset="0"/>
                <a:cs typeface="Calibri" panose="020F0502020204030204" pitchFamily="34" charset="0"/>
              </a:rPr>
              <a:t>ste</a:t>
            </a:r>
            <a:r>
              <a:rPr sz="1600" spc="-10" dirty="0">
                <a:solidFill>
                  <a:srgbClr val="5E5E5E"/>
                </a:solidFill>
                <a:latin typeface="Comic Sans MS" panose="030F0702030302020204" pitchFamily="66" charset="0"/>
                <a:cs typeface="Calibri" panose="020F0502020204030204" pitchFamily="34" charset="0"/>
              </a:rPr>
              <a:t>r</a:t>
            </a:r>
            <a:endParaRPr sz="1600" dirty="0">
              <a:latin typeface="Comic Sans MS" panose="030F0702030302020204" pitchFamily="66" charset="0"/>
              <a:cs typeface="Calibri" panose="020F0502020204030204" pitchFamily="34" charset="0"/>
            </a:endParaRPr>
          </a:p>
          <a:p>
            <a:pPr marL="298450" marR="2557145" indent="-285750">
              <a:lnSpc>
                <a:spcPts val="3290"/>
              </a:lnSpc>
              <a:spcBef>
                <a:spcPts val="20"/>
              </a:spcBef>
              <a:buFont typeface="Arial" panose="020B0604020202020204" pitchFamily="34" charset="0"/>
              <a:buChar char="•"/>
            </a:pPr>
            <a:r>
              <a:rPr sz="1600" dirty="0">
                <a:solidFill>
                  <a:srgbClr val="5E5E5E"/>
                </a:solidFill>
                <a:latin typeface="Comic Sans MS" panose="030F0702030302020204" pitchFamily="66" charset="0"/>
                <a:cs typeface="Calibri" panose="020F0502020204030204" pitchFamily="34" charset="0"/>
              </a:rPr>
              <a:t>UM</a:t>
            </a:r>
            <a:r>
              <a:rPr sz="1600" spc="-5"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c</a:t>
            </a:r>
            <a:r>
              <a:rPr sz="1600" dirty="0">
                <a:solidFill>
                  <a:srgbClr val="5E5E5E"/>
                </a:solidFill>
                <a:latin typeface="Comic Sans MS" panose="030F0702030302020204" pitchFamily="66" charset="0"/>
                <a:cs typeface="Calibri" panose="020F0502020204030204" pitchFamily="34" charset="0"/>
              </a:rPr>
              <a:t>a</a:t>
            </a:r>
            <a:r>
              <a:rPr sz="1600" spc="-5" dirty="0">
                <a:solidFill>
                  <a:srgbClr val="5E5E5E"/>
                </a:solidFill>
                <a:latin typeface="Comic Sans MS" panose="030F0702030302020204" pitchFamily="66" charset="0"/>
                <a:cs typeface="Calibri" panose="020F0502020204030204" pitchFamily="34" charset="0"/>
              </a:rPr>
              <a:t>nn</a:t>
            </a:r>
            <a:r>
              <a:rPr sz="1600" spc="-15" dirty="0">
                <a:solidFill>
                  <a:srgbClr val="5E5E5E"/>
                </a:solidFill>
                <a:latin typeface="Comic Sans MS" panose="030F0702030302020204" pitchFamily="66" charset="0"/>
                <a:cs typeface="Calibri" panose="020F0502020204030204" pitchFamily="34" charset="0"/>
              </a:rPr>
              <a:t>o</a:t>
            </a:r>
            <a:r>
              <a:rPr sz="160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 d</a:t>
            </a:r>
            <a:r>
              <a:rPr sz="1600" spc="-10" dirty="0">
                <a:solidFill>
                  <a:srgbClr val="5E5E5E"/>
                </a:solidFill>
                <a:latin typeface="Comic Sans MS" panose="030F0702030302020204" pitchFamily="66" charset="0"/>
                <a:cs typeface="Calibri" panose="020F0502020204030204" pitchFamily="34" charset="0"/>
              </a:rPr>
              <a:t>o</a:t>
            </a:r>
            <a:r>
              <a:rPr sz="1600" dirty="0">
                <a:solidFill>
                  <a:srgbClr val="5E5E5E"/>
                </a:solidFill>
                <a:latin typeface="Comic Sans MS" panose="030F0702030302020204" pitchFamily="66" charset="0"/>
                <a:cs typeface="Calibri" panose="020F0502020204030204" pitchFamily="34" charset="0"/>
              </a:rPr>
              <a:t> </a:t>
            </a:r>
            <a:r>
              <a:rPr sz="1600" spc="-5" dirty="0">
                <a:solidFill>
                  <a:srgbClr val="5E5E5E"/>
                </a:solidFill>
                <a:latin typeface="Comic Sans MS" panose="030F0702030302020204" pitchFamily="66" charset="0"/>
                <a:cs typeface="Calibri" panose="020F0502020204030204" pitchFamily="34" charset="0"/>
              </a:rPr>
              <a:t>be</a:t>
            </a:r>
            <a:r>
              <a:rPr sz="1600" spc="-10" dirty="0">
                <a:solidFill>
                  <a:srgbClr val="5E5E5E"/>
                </a:solidFill>
                <a:latin typeface="Comic Sans MS" panose="030F0702030302020204" pitchFamily="66" charset="0"/>
                <a:cs typeface="Calibri" panose="020F0502020204030204" pitchFamily="34" charset="0"/>
              </a:rPr>
              <a:t>tt</a:t>
            </a:r>
            <a:r>
              <a:rPr sz="1600" spc="-5" dirty="0">
                <a:solidFill>
                  <a:srgbClr val="5E5E5E"/>
                </a:solidFill>
                <a:latin typeface="Comic Sans MS" panose="030F0702030302020204" pitchFamily="66" charset="0"/>
                <a:cs typeface="Calibri" panose="020F0502020204030204" pitchFamily="34" charset="0"/>
              </a:rPr>
              <a:t>e</a:t>
            </a:r>
            <a:r>
              <a:rPr sz="1600" spc="-10" dirty="0">
                <a:solidFill>
                  <a:srgbClr val="5E5E5E"/>
                </a:solidFill>
                <a:latin typeface="Comic Sans MS" panose="030F0702030302020204" pitchFamily="66" charset="0"/>
                <a:cs typeface="Calibri" panose="020F0502020204030204" pitchFamily="34" charset="0"/>
              </a:rPr>
              <a:t>r</a:t>
            </a:r>
            <a:r>
              <a:rPr sz="1600" spc="5"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h</a:t>
            </a:r>
            <a:r>
              <a:rPr sz="1600" dirty="0">
                <a:solidFill>
                  <a:srgbClr val="5E5E5E"/>
                </a:solidFill>
                <a:latin typeface="Comic Sans MS" panose="030F0702030302020204" pitchFamily="66" charset="0"/>
                <a:cs typeface="Calibri" panose="020F0502020204030204" pitchFamily="34" charset="0"/>
              </a:rPr>
              <a:t>an </a:t>
            </a:r>
            <a:r>
              <a:rPr sz="1600" spc="-5" dirty="0">
                <a:solidFill>
                  <a:srgbClr val="5E5E5E"/>
                </a:solidFill>
                <a:latin typeface="Comic Sans MS" panose="030F0702030302020204" pitchFamily="66" charset="0"/>
                <a:cs typeface="Calibri" panose="020F0502020204030204" pitchFamily="34" charset="0"/>
              </a:rPr>
              <a:t>e</a:t>
            </a:r>
            <a:r>
              <a:rPr sz="1600" spc="-15" dirty="0">
                <a:solidFill>
                  <a:srgbClr val="5E5E5E"/>
                </a:solidFill>
                <a:latin typeface="Comic Sans MS" panose="030F0702030302020204" pitchFamily="66" charset="0"/>
                <a:cs typeface="Calibri" panose="020F0502020204030204" pitchFamily="34" charset="0"/>
              </a:rPr>
              <a:t>x</a:t>
            </a:r>
            <a:r>
              <a:rPr sz="1600" spc="-5" dirty="0">
                <a:solidFill>
                  <a:srgbClr val="5E5E5E"/>
                </a:solidFill>
                <a:latin typeface="Comic Sans MS" panose="030F0702030302020204" pitchFamily="66" charset="0"/>
                <a:cs typeface="Calibri" panose="020F0502020204030204" pitchFamily="34" charset="0"/>
              </a:rPr>
              <a:t>pe</a:t>
            </a:r>
            <a:r>
              <a:rPr sz="1600" spc="5" dirty="0">
                <a:solidFill>
                  <a:srgbClr val="5E5E5E"/>
                </a:solidFill>
                <a:latin typeface="Comic Sans MS" panose="030F0702030302020204" pitchFamily="66" charset="0"/>
                <a:cs typeface="Calibri" panose="020F0502020204030204" pitchFamily="34" charset="0"/>
              </a:rPr>
              <a:t>r</a:t>
            </a:r>
            <a:r>
              <a:rPr sz="1600" spc="-10" dirty="0">
                <a:solidFill>
                  <a:srgbClr val="5E5E5E"/>
                </a:solidFill>
                <a:latin typeface="Comic Sans MS" panose="030F0702030302020204" pitchFamily="66" charset="0"/>
                <a:cs typeface="Calibri" panose="020F0502020204030204" pitchFamily="34" charset="0"/>
              </a:rPr>
              <a:t>tl</a:t>
            </a:r>
            <a:r>
              <a:rPr sz="1600" dirty="0">
                <a:solidFill>
                  <a:srgbClr val="5E5E5E"/>
                </a:solidFill>
                <a:latin typeface="Comic Sans MS" panose="030F0702030302020204" pitchFamily="66" charset="0"/>
                <a:cs typeface="Calibri" panose="020F0502020204030204" pitchFamily="34" charset="0"/>
              </a:rPr>
              <a:t>y </a:t>
            </a:r>
            <a:r>
              <a:rPr sz="1600" spc="-5" dirty="0">
                <a:solidFill>
                  <a:srgbClr val="5E5E5E"/>
                </a:solidFill>
                <a:latin typeface="Comic Sans MS" panose="030F0702030302020204" pitchFamily="66" charset="0"/>
                <a:cs typeface="Calibri" panose="020F0502020204030204" pitchFamily="34" charset="0"/>
              </a:rPr>
              <a:t>wri</a:t>
            </a:r>
            <a:r>
              <a:rPr sz="1600" spc="-10" dirty="0">
                <a:solidFill>
                  <a:srgbClr val="5E5E5E"/>
                </a:solidFill>
                <a:latin typeface="Comic Sans MS" panose="030F0702030302020204" pitchFamily="66" charset="0"/>
                <a:cs typeface="Calibri" panose="020F0502020204030204" pitchFamily="34" charset="0"/>
              </a:rPr>
              <a:t>tt</a:t>
            </a:r>
            <a:r>
              <a:rPr sz="1600" spc="-5" dirty="0">
                <a:solidFill>
                  <a:srgbClr val="5E5E5E"/>
                </a:solidFill>
                <a:latin typeface="Comic Sans MS" panose="030F0702030302020204" pitchFamily="66" charset="0"/>
                <a:cs typeface="Calibri" panose="020F0502020204030204" pitchFamily="34" charset="0"/>
              </a:rPr>
              <a:t>e</a:t>
            </a:r>
            <a:r>
              <a:rPr sz="1600" dirty="0">
                <a:solidFill>
                  <a:srgbClr val="5E5E5E"/>
                </a:solidFill>
                <a:latin typeface="Comic Sans MS" panose="030F0702030302020204" pitchFamily="66" charset="0"/>
                <a:cs typeface="Calibri" panose="020F0502020204030204" pitchFamily="34" charset="0"/>
              </a:rPr>
              <a:t>n ma</a:t>
            </a:r>
            <a:r>
              <a:rPr sz="1600" spc="-5" dirty="0">
                <a:solidFill>
                  <a:srgbClr val="5E5E5E"/>
                </a:solidFill>
                <a:latin typeface="Comic Sans MS" panose="030F0702030302020204" pitchFamily="66" charset="0"/>
                <a:cs typeface="Calibri" panose="020F0502020204030204" pitchFamily="34" charset="0"/>
              </a:rPr>
              <a:t>nu</a:t>
            </a:r>
            <a:r>
              <a:rPr sz="1600" dirty="0">
                <a:solidFill>
                  <a:srgbClr val="5E5E5E"/>
                </a:solidFill>
                <a:latin typeface="Comic Sans MS" panose="030F0702030302020204" pitchFamily="66" charset="0"/>
                <a:cs typeface="Calibri" panose="020F0502020204030204" pitchFamily="34" charset="0"/>
              </a:rPr>
              <a:t>a</a:t>
            </a:r>
            <a:r>
              <a:rPr sz="1600" spc="-5" dirty="0">
                <a:solidFill>
                  <a:srgbClr val="5E5E5E"/>
                </a:solidFill>
                <a:latin typeface="Comic Sans MS" panose="030F0702030302020204" pitchFamily="66" charset="0"/>
                <a:cs typeface="Calibri" panose="020F0502020204030204" pitchFamily="34" charset="0"/>
              </a:rPr>
              <a:t>l</a:t>
            </a:r>
            <a:r>
              <a:rPr sz="1600" dirty="0">
                <a:solidFill>
                  <a:srgbClr val="5E5E5E"/>
                </a:solidFill>
                <a:latin typeface="Comic Sans MS" panose="030F0702030302020204" pitchFamily="66" charset="0"/>
                <a:cs typeface="Calibri" panose="020F0502020204030204" pitchFamily="34" charset="0"/>
              </a:rPr>
              <a:t> </a:t>
            </a:r>
            <a:r>
              <a:rPr sz="1600" spc="-5" dirty="0">
                <a:solidFill>
                  <a:srgbClr val="5E5E5E"/>
                </a:solidFill>
                <a:latin typeface="Comic Sans MS" panose="030F0702030302020204" pitchFamily="66" charset="0"/>
                <a:cs typeface="Calibri" panose="020F0502020204030204" pitchFamily="34" charset="0"/>
              </a:rPr>
              <a:t>d</a:t>
            </a:r>
            <a:r>
              <a:rPr sz="1600" dirty="0">
                <a:solidFill>
                  <a:srgbClr val="5E5E5E"/>
                </a:solidFill>
                <a:latin typeface="Comic Sans MS" panose="030F0702030302020204" pitchFamily="66" charset="0"/>
                <a:cs typeface="Calibri" panose="020F0502020204030204" pitchFamily="34" charset="0"/>
              </a:rPr>
              <a:t>a</a:t>
            </a:r>
            <a:r>
              <a:rPr sz="1600" spc="-10" dirty="0">
                <a:solidFill>
                  <a:srgbClr val="5E5E5E"/>
                </a:solidFill>
                <a:latin typeface="Comic Sans MS" panose="030F0702030302020204" pitchFamily="66" charset="0"/>
                <a:cs typeface="Calibri" panose="020F0502020204030204" pitchFamily="34" charset="0"/>
              </a:rPr>
              <a:t>t</a:t>
            </a:r>
            <a:r>
              <a:rPr sz="1600" dirty="0">
                <a:solidFill>
                  <a:srgbClr val="5E5E5E"/>
                </a:solidFill>
                <a:latin typeface="Comic Sans MS" panose="030F0702030302020204" pitchFamily="66" charset="0"/>
                <a:cs typeface="Calibri" panose="020F0502020204030204" pitchFamily="34" charset="0"/>
              </a:rPr>
              <a:t>a</a:t>
            </a:r>
            <a:r>
              <a:rPr sz="1600" spc="5" dirty="0">
                <a:solidFill>
                  <a:srgbClr val="5E5E5E"/>
                </a:solidFill>
                <a:latin typeface="Comic Sans MS" panose="030F0702030302020204" pitchFamily="66" charset="0"/>
                <a:cs typeface="Calibri" panose="020F0502020204030204" pitchFamily="34" charset="0"/>
              </a:rPr>
              <a:t> </a:t>
            </a:r>
            <a:r>
              <a:rPr sz="1600" dirty="0">
                <a:solidFill>
                  <a:srgbClr val="5E5E5E"/>
                </a:solidFill>
                <a:latin typeface="Comic Sans MS" panose="030F0702030302020204" pitchFamily="66" charset="0"/>
                <a:cs typeface="Calibri" panose="020F0502020204030204" pitchFamily="34" charset="0"/>
              </a:rPr>
              <a:t>m</a:t>
            </a:r>
            <a:r>
              <a:rPr sz="1600" spc="-15" dirty="0">
                <a:solidFill>
                  <a:srgbClr val="5E5E5E"/>
                </a:solidFill>
                <a:latin typeface="Comic Sans MS" panose="030F0702030302020204" pitchFamily="66" charset="0"/>
                <a:cs typeface="Calibri" panose="020F0502020204030204" pitchFamily="34" charset="0"/>
              </a:rPr>
              <a:t>o</a:t>
            </a:r>
            <a:r>
              <a:rPr sz="1600" spc="-10" dirty="0">
                <a:solidFill>
                  <a:srgbClr val="5E5E5E"/>
                </a:solidFill>
                <a:latin typeface="Comic Sans MS" panose="030F0702030302020204" pitchFamily="66" charset="0"/>
                <a:cs typeface="Calibri" panose="020F0502020204030204" pitchFamily="34" charset="0"/>
              </a:rPr>
              <a:t>v</a:t>
            </a:r>
            <a:r>
              <a:rPr sz="1600" spc="-5" dirty="0">
                <a:solidFill>
                  <a:srgbClr val="5E5E5E"/>
                </a:solidFill>
                <a:latin typeface="Comic Sans MS" panose="030F0702030302020204" pitchFamily="66" charset="0"/>
                <a:cs typeface="Calibri" panose="020F0502020204030204" pitchFamily="34" charset="0"/>
              </a:rPr>
              <a:t>e</a:t>
            </a:r>
            <a:r>
              <a:rPr sz="1600" dirty="0">
                <a:solidFill>
                  <a:srgbClr val="5E5E5E"/>
                </a:solidFill>
                <a:latin typeface="Comic Sans MS" panose="030F0702030302020204" pitchFamily="66" charset="0"/>
                <a:cs typeface="Calibri" panose="020F0502020204030204" pitchFamily="34" charset="0"/>
              </a:rPr>
              <a:t>m</a:t>
            </a:r>
            <a:r>
              <a:rPr sz="1600" spc="-5" dirty="0">
                <a:solidFill>
                  <a:srgbClr val="5E5E5E"/>
                </a:solidFill>
                <a:latin typeface="Comic Sans MS" panose="030F0702030302020204" pitchFamily="66" charset="0"/>
                <a:cs typeface="Calibri" panose="020F0502020204030204" pitchFamily="34" charset="0"/>
              </a:rPr>
              <a:t>en</a:t>
            </a:r>
            <a:r>
              <a:rPr sz="1600" spc="-10" dirty="0">
                <a:solidFill>
                  <a:srgbClr val="5E5E5E"/>
                </a:solidFill>
                <a:latin typeface="Comic Sans MS" panose="030F0702030302020204" pitchFamily="66" charset="0"/>
                <a:cs typeface="Calibri" panose="020F0502020204030204" pitchFamily="34" charset="0"/>
              </a:rPr>
              <a:t>t</a:t>
            </a:r>
            <a:r>
              <a:rPr sz="1600" dirty="0">
                <a:solidFill>
                  <a:srgbClr val="5E5E5E"/>
                </a:solidFill>
                <a:latin typeface="Comic Sans MS" panose="030F0702030302020204" pitchFamily="66" charset="0"/>
                <a:cs typeface="Calibri" panose="020F0502020204030204" pitchFamily="34" charset="0"/>
              </a:rPr>
              <a:t>, in m</a:t>
            </a:r>
            <a:r>
              <a:rPr sz="1600" spc="-15" dirty="0">
                <a:solidFill>
                  <a:srgbClr val="5E5E5E"/>
                </a:solidFill>
                <a:latin typeface="Comic Sans MS" panose="030F0702030302020204" pitchFamily="66" charset="0"/>
                <a:cs typeface="Calibri" panose="020F0502020204030204" pitchFamily="34" charset="0"/>
              </a:rPr>
              <a:t>os</a:t>
            </a:r>
            <a:r>
              <a:rPr sz="160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c</a:t>
            </a:r>
            <a:r>
              <a:rPr sz="1600" dirty="0">
                <a:solidFill>
                  <a:srgbClr val="5E5E5E"/>
                </a:solidFill>
                <a:latin typeface="Comic Sans MS" panose="030F0702030302020204" pitchFamily="66" charset="0"/>
                <a:cs typeface="Calibri" panose="020F0502020204030204" pitchFamily="34" charset="0"/>
              </a:rPr>
              <a:t>a</a:t>
            </a:r>
            <a:r>
              <a:rPr sz="1600" spc="-15" dirty="0">
                <a:solidFill>
                  <a:srgbClr val="5E5E5E"/>
                </a:solidFill>
                <a:latin typeface="Comic Sans MS" panose="030F0702030302020204" pitchFamily="66" charset="0"/>
                <a:cs typeface="Calibri" panose="020F0502020204030204" pitchFamily="34" charset="0"/>
              </a:rPr>
              <a:t>s</a:t>
            </a:r>
            <a:r>
              <a:rPr sz="1600" spc="-5" dirty="0">
                <a:solidFill>
                  <a:srgbClr val="5E5E5E"/>
                </a:solidFill>
                <a:latin typeface="Comic Sans MS" panose="030F0702030302020204" pitchFamily="66" charset="0"/>
                <a:cs typeface="Calibri" panose="020F0502020204030204" pitchFamily="34" charset="0"/>
              </a:rPr>
              <a:t>e</a:t>
            </a:r>
            <a:r>
              <a:rPr sz="1600" spc="-10" dirty="0">
                <a:solidFill>
                  <a:srgbClr val="5E5E5E"/>
                </a:solidFill>
                <a:latin typeface="Comic Sans MS" panose="030F0702030302020204" pitchFamily="66" charset="0"/>
                <a:cs typeface="Calibri" panose="020F0502020204030204" pitchFamily="34" charset="0"/>
              </a:rPr>
              <a:t>s</a:t>
            </a:r>
            <a:r>
              <a:rPr sz="1600" spc="-5" dirty="0">
                <a:solidFill>
                  <a:srgbClr val="5E5E5E"/>
                </a:solidFill>
                <a:latin typeface="Comic Sans MS" panose="030F0702030302020204" pitchFamily="66" charset="0"/>
                <a:cs typeface="Calibri" panose="020F0502020204030204" pitchFamily="34" charset="0"/>
              </a:rPr>
              <a:t> </a:t>
            </a:r>
            <a:endParaRPr lang="en-US" sz="1600" spc="-5" dirty="0">
              <a:solidFill>
                <a:srgbClr val="5E5E5E"/>
              </a:solidFill>
              <a:latin typeface="Comic Sans MS" panose="030F0702030302020204" pitchFamily="66" charset="0"/>
              <a:cs typeface="Calibri" panose="020F0502020204030204" pitchFamily="34" charset="0"/>
            </a:endParaRPr>
          </a:p>
          <a:p>
            <a:pPr marL="298450" marR="2557145" indent="-285750">
              <a:lnSpc>
                <a:spcPts val="3290"/>
              </a:lnSpc>
              <a:spcBef>
                <a:spcPts val="20"/>
              </a:spcBef>
              <a:buFont typeface="Arial" panose="020B0604020202020204" pitchFamily="34" charset="0"/>
              <a:buChar char="•"/>
            </a:pPr>
            <a:r>
              <a:rPr sz="1600" spc="-5" dirty="0">
                <a:solidFill>
                  <a:srgbClr val="5E5E5E"/>
                </a:solidFill>
                <a:latin typeface="Comic Sans MS" panose="030F0702030302020204" pitchFamily="66" charset="0"/>
                <a:cs typeface="Calibri" panose="020F0502020204030204" pitchFamily="34" charset="0"/>
              </a:rPr>
              <a:t>I</a:t>
            </a:r>
            <a:r>
              <a:rPr sz="160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c</a:t>
            </a:r>
            <a:r>
              <a:rPr sz="1600" dirty="0">
                <a:solidFill>
                  <a:srgbClr val="5E5E5E"/>
                </a:solidFill>
                <a:latin typeface="Comic Sans MS" panose="030F0702030302020204" pitchFamily="66" charset="0"/>
                <a:cs typeface="Calibri" panose="020F0502020204030204" pitchFamily="34" charset="0"/>
              </a:rPr>
              <a:t>an </a:t>
            </a:r>
            <a:r>
              <a:rPr sz="1600" spc="-5" dirty="0">
                <a:solidFill>
                  <a:srgbClr val="5E5E5E"/>
                </a:solidFill>
                <a:latin typeface="Comic Sans MS" panose="030F0702030302020204" pitchFamily="66" charset="0"/>
                <a:cs typeface="Calibri" panose="020F0502020204030204" pitchFamily="34" charset="0"/>
              </a:rPr>
              <a:t>b</a:t>
            </a:r>
            <a:r>
              <a:rPr sz="1600" dirty="0">
                <a:solidFill>
                  <a:srgbClr val="5E5E5E"/>
                </a:solidFill>
                <a:latin typeface="Comic Sans MS" panose="030F0702030302020204" pitchFamily="66" charset="0"/>
                <a:cs typeface="Calibri" panose="020F0502020204030204" pitchFamily="34" charset="0"/>
              </a:rPr>
              <a:t>e </a:t>
            </a:r>
            <a:r>
              <a:rPr sz="1600" spc="-5" dirty="0">
                <a:solidFill>
                  <a:srgbClr val="5E5E5E"/>
                </a:solidFill>
                <a:latin typeface="Comic Sans MS" panose="030F0702030302020204" pitchFamily="66" charset="0"/>
                <a:cs typeface="Calibri" panose="020F0502020204030204" pitchFamily="34" charset="0"/>
              </a:rPr>
              <a:t>h</a:t>
            </a:r>
            <a:r>
              <a:rPr sz="1600" dirty="0">
                <a:solidFill>
                  <a:srgbClr val="5E5E5E"/>
                </a:solidFill>
                <a:latin typeface="Comic Sans MS" panose="030F0702030302020204" pitchFamily="66" charset="0"/>
                <a:cs typeface="Calibri" panose="020F0502020204030204" pitchFamily="34" charset="0"/>
              </a:rPr>
              <a:t>a</a:t>
            </a:r>
            <a:r>
              <a:rPr sz="1600" spc="-5" dirty="0">
                <a:solidFill>
                  <a:srgbClr val="5E5E5E"/>
                </a:solidFill>
                <a:latin typeface="Comic Sans MS" panose="030F0702030302020204" pitchFamily="66" charset="0"/>
                <a:cs typeface="Calibri" panose="020F0502020204030204" pitchFamily="34" charset="0"/>
              </a:rPr>
              <a:t>rde</a:t>
            </a:r>
            <a:r>
              <a:rPr sz="1600" spc="-10" dirty="0">
                <a:solidFill>
                  <a:srgbClr val="5E5E5E"/>
                </a:solidFill>
                <a:latin typeface="Comic Sans MS" panose="030F0702030302020204" pitchFamily="66" charset="0"/>
                <a:cs typeface="Calibri" panose="020F0502020204030204" pitchFamily="34" charset="0"/>
              </a:rPr>
              <a:t>r</a:t>
            </a:r>
            <a:r>
              <a:rPr sz="1600" spc="5"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to</a:t>
            </a:r>
            <a:r>
              <a:rPr sz="1600" dirty="0">
                <a:solidFill>
                  <a:srgbClr val="5E5E5E"/>
                </a:solidFill>
                <a:latin typeface="Comic Sans MS" panose="030F0702030302020204" pitchFamily="66" charset="0"/>
                <a:cs typeface="Calibri" panose="020F0502020204030204" pitchFamily="34" charset="0"/>
              </a:rPr>
              <a:t> a</a:t>
            </a:r>
            <a:r>
              <a:rPr sz="1600" spc="-10" dirty="0">
                <a:solidFill>
                  <a:srgbClr val="5E5E5E"/>
                </a:solidFill>
                <a:latin typeface="Comic Sans MS" panose="030F0702030302020204" pitchFamily="66" charset="0"/>
                <a:cs typeface="Calibri" panose="020F0502020204030204" pitchFamily="34" charset="0"/>
              </a:rPr>
              <a:t>c</a:t>
            </a:r>
            <a:r>
              <a:rPr sz="1600" spc="-5" dirty="0">
                <a:solidFill>
                  <a:srgbClr val="5E5E5E"/>
                </a:solidFill>
                <a:latin typeface="Comic Sans MS" panose="030F0702030302020204" pitchFamily="66" charset="0"/>
                <a:cs typeface="Calibri" panose="020F0502020204030204" pitchFamily="34" charset="0"/>
              </a:rPr>
              <a:t>h</a:t>
            </a:r>
            <a:r>
              <a:rPr sz="1600" dirty="0">
                <a:solidFill>
                  <a:srgbClr val="5E5E5E"/>
                </a:solidFill>
                <a:latin typeface="Comic Sans MS" panose="030F0702030302020204" pitchFamily="66" charset="0"/>
                <a:cs typeface="Calibri" panose="020F0502020204030204" pitchFamily="34" charset="0"/>
              </a:rPr>
              <a:t>i</a:t>
            </a:r>
            <a:r>
              <a:rPr sz="1600" spc="-5" dirty="0">
                <a:solidFill>
                  <a:srgbClr val="5E5E5E"/>
                </a:solidFill>
                <a:latin typeface="Comic Sans MS" panose="030F0702030302020204" pitchFamily="66" charset="0"/>
                <a:cs typeface="Calibri" panose="020F0502020204030204" pitchFamily="34" charset="0"/>
              </a:rPr>
              <a:t>e</a:t>
            </a:r>
            <a:r>
              <a:rPr sz="1600" spc="-10" dirty="0">
                <a:solidFill>
                  <a:srgbClr val="5E5E5E"/>
                </a:solidFill>
                <a:latin typeface="Comic Sans MS" panose="030F0702030302020204" pitchFamily="66" charset="0"/>
                <a:cs typeface="Calibri" panose="020F0502020204030204" pitchFamily="34" charset="0"/>
              </a:rPr>
              <a:t>v</a:t>
            </a:r>
            <a:r>
              <a:rPr sz="1600" dirty="0">
                <a:solidFill>
                  <a:srgbClr val="5E5E5E"/>
                </a:solidFill>
                <a:latin typeface="Comic Sans MS" panose="030F0702030302020204" pitchFamily="66" charset="0"/>
                <a:cs typeface="Calibri" panose="020F0502020204030204" pitchFamily="34" charset="0"/>
              </a:rPr>
              <a:t>e </a:t>
            </a:r>
            <a:r>
              <a:rPr sz="1600" spc="-5" dirty="0">
                <a:solidFill>
                  <a:srgbClr val="5E5E5E"/>
                </a:solidFill>
                <a:latin typeface="Comic Sans MS" panose="030F0702030302020204" pitchFamily="66" charset="0"/>
                <a:cs typeface="Calibri" panose="020F0502020204030204" pitchFamily="34" charset="0"/>
              </a:rPr>
              <a:t>expe</a:t>
            </a:r>
            <a:r>
              <a:rPr sz="1600" spc="-10" dirty="0">
                <a:solidFill>
                  <a:srgbClr val="5E5E5E"/>
                </a:solidFill>
                <a:latin typeface="Comic Sans MS" panose="030F0702030302020204" pitchFamily="66" charset="0"/>
                <a:cs typeface="Calibri" panose="020F0502020204030204" pitchFamily="34" charset="0"/>
              </a:rPr>
              <a:t>ct</a:t>
            </a:r>
            <a:r>
              <a:rPr sz="1600" spc="-5" dirty="0">
                <a:solidFill>
                  <a:srgbClr val="5E5E5E"/>
                </a:solidFill>
                <a:latin typeface="Comic Sans MS" panose="030F0702030302020204" pitchFamily="66" charset="0"/>
                <a:cs typeface="Calibri" panose="020F0502020204030204" pitchFamily="34" charset="0"/>
              </a:rPr>
              <a:t>e</a:t>
            </a:r>
            <a:r>
              <a:rPr sz="1600" dirty="0">
                <a:solidFill>
                  <a:srgbClr val="5E5E5E"/>
                </a:solidFill>
                <a:latin typeface="Comic Sans MS" panose="030F0702030302020204" pitchFamily="66" charset="0"/>
                <a:cs typeface="Calibri" panose="020F0502020204030204" pitchFamily="34" charset="0"/>
              </a:rPr>
              <a:t>d</a:t>
            </a:r>
            <a:r>
              <a:rPr sz="1600" spc="-5"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c</a:t>
            </a:r>
            <a:r>
              <a:rPr sz="1600" spc="-5" dirty="0">
                <a:solidFill>
                  <a:srgbClr val="5E5E5E"/>
                </a:solidFill>
                <a:latin typeface="Comic Sans MS" panose="030F0702030302020204" pitchFamily="66" charset="0"/>
                <a:cs typeface="Calibri" panose="020F0502020204030204" pitchFamily="34" charset="0"/>
              </a:rPr>
              <a:t>on</a:t>
            </a:r>
            <a:r>
              <a:rPr sz="1600" spc="-10" dirty="0">
                <a:solidFill>
                  <a:srgbClr val="5E5E5E"/>
                </a:solidFill>
                <a:latin typeface="Comic Sans MS" panose="030F0702030302020204" pitchFamily="66" charset="0"/>
                <a:cs typeface="Calibri" panose="020F0502020204030204" pitchFamily="34" charset="0"/>
              </a:rPr>
              <a:t>c</a:t>
            </a:r>
            <a:r>
              <a:rPr sz="1600" spc="-5" dirty="0">
                <a:solidFill>
                  <a:srgbClr val="5E5E5E"/>
                </a:solidFill>
                <a:latin typeface="Comic Sans MS" panose="030F0702030302020204" pitchFamily="66" charset="0"/>
                <a:cs typeface="Calibri" panose="020F0502020204030204" pitchFamily="34" charset="0"/>
              </a:rPr>
              <a:t>u</a:t>
            </a:r>
            <a:r>
              <a:rPr sz="1600" spc="5" dirty="0">
                <a:solidFill>
                  <a:srgbClr val="5E5E5E"/>
                </a:solidFill>
                <a:latin typeface="Comic Sans MS" panose="030F0702030302020204" pitchFamily="66" charset="0"/>
                <a:cs typeface="Calibri" panose="020F0502020204030204" pitchFamily="34" charset="0"/>
              </a:rPr>
              <a:t>r</a:t>
            </a:r>
            <a:r>
              <a:rPr sz="1600" spc="-5" dirty="0">
                <a:solidFill>
                  <a:srgbClr val="5E5E5E"/>
                </a:solidFill>
                <a:latin typeface="Comic Sans MS" panose="030F0702030302020204" pitchFamily="66" charset="0"/>
                <a:cs typeface="Calibri" panose="020F0502020204030204" pitchFamily="34" charset="0"/>
              </a:rPr>
              <a:t>ren</a:t>
            </a:r>
            <a:r>
              <a:rPr sz="1600" spc="-10" dirty="0">
                <a:solidFill>
                  <a:srgbClr val="5E5E5E"/>
                </a:solidFill>
                <a:latin typeface="Comic Sans MS" panose="030F0702030302020204" pitchFamily="66" charset="0"/>
                <a:cs typeface="Calibri" panose="020F0502020204030204" pitchFamily="34" charset="0"/>
              </a:rPr>
              <a:t>c</a:t>
            </a:r>
            <a:r>
              <a:rPr sz="1600" dirty="0">
                <a:solidFill>
                  <a:srgbClr val="5E5E5E"/>
                </a:solidFill>
                <a:latin typeface="Comic Sans MS" panose="030F0702030302020204" pitchFamily="66" charset="0"/>
                <a:cs typeface="Calibri" panose="020F0502020204030204" pitchFamily="34" charset="0"/>
              </a:rPr>
              <a:t>y </a:t>
            </a:r>
            <a:r>
              <a:rPr sz="1600" spc="-5" dirty="0">
                <a:solidFill>
                  <a:srgbClr val="5E5E5E"/>
                </a:solidFill>
                <a:latin typeface="Comic Sans MS" panose="030F0702030302020204" pitchFamily="66" charset="0"/>
                <a:cs typeface="Calibri" panose="020F0502020204030204" pitchFamily="34" charset="0"/>
              </a:rPr>
              <a:t>beh</a:t>
            </a:r>
            <a:r>
              <a:rPr sz="1600" dirty="0">
                <a:solidFill>
                  <a:srgbClr val="5E5E5E"/>
                </a:solidFill>
                <a:latin typeface="Comic Sans MS" panose="030F0702030302020204" pitchFamily="66" charset="0"/>
                <a:cs typeface="Calibri" panose="020F0502020204030204" pitchFamily="34" charset="0"/>
              </a:rPr>
              <a:t>a</a:t>
            </a:r>
            <a:r>
              <a:rPr sz="1600" spc="-10" dirty="0">
                <a:solidFill>
                  <a:srgbClr val="5E5E5E"/>
                </a:solidFill>
                <a:latin typeface="Comic Sans MS" panose="030F0702030302020204" pitchFamily="66" charset="0"/>
                <a:cs typeface="Calibri" panose="020F0502020204030204" pitchFamily="34" charset="0"/>
              </a:rPr>
              <a:t>v</a:t>
            </a:r>
            <a:r>
              <a:rPr sz="1600" dirty="0">
                <a:solidFill>
                  <a:srgbClr val="5E5E5E"/>
                </a:solidFill>
                <a:latin typeface="Comic Sans MS" panose="030F0702030302020204" pitchFamily="66" charset="0"/>
                <a:cs typeface="Calibri" panose="020F0502020204030204" pitchFamily="34" charset="0"/>
              </a:rPr>
              <a:t>i</a:t>
            </a:r>
            <a:r>
              <a:rPr sz="1600" spc="-15" dirty="0">
                <a:solidFill>
                  <a:srgbClr val="5E5E5E"/>
                </a:solidFill>
                <a:latin typeface="Comic Sans MS" panose="030F0702030302020204" pitchFamily="66" charset="0"/>
                <a:cs typeface="Calibri" panose="020F0502020204030204" pitchFamily="34" charset="0"/>
              </a:rPr>
              <a:t>o</a:t>
            </a:r>
            <a:r>
              <a:rPr sz="1600" spc="-10" dirty="0">
                <a:solidFill>
                  <a:srgbClr val="5E5E5E"/>
                </a:solidFill>
                <a:latin typeface="Comic Sans MS" panose="030F0702030302020204" pitchFamily="66" charset="0"/>
                <a:cs typeface="Calibri" panose="020F0502020204030204" pitchFamily="34" charset="0"/>
              </a:rPr>
              <a:t>r</a:t>
            </a:r>
            <a:r>
              <a:rPr sz="1600" spc="5" dirty="0">
                <a:solidFill>
                  <a:srgbClr val="5E5E5E"/>
                </a:solidFill>
                <a:latin typeface="Comic Sans MS" panose="030F0702030302020204" pitchFamily="66" charset="0"/>
                <a:cs typeface="Calibri" panose="020F0502020204030204" pitchFamily="34" charset="0"/>
              </a:rPr>
              <a:t> </a:t>
            </a:r>
            <a:r>
              <a:rPr sz="1600" spc="-5" dirty="0">
                <a:solidFill>
                  <a:srgbClr val="5E5E5E"/>
                </a:solidFill>
                <a:latin typeface="Comic Sans MS" panose="030F0702030302020204" pitchFamily="66" charset="0"/>
                <a:cs typeface="Calibri" panose="020F0502020204030204" pitchFamily="34" charset="0"/>
              </a:rPr>
              <a:t>w</a:t>
            </a:r>
            <a:r>
              <a:rPr sz="1600" dirty="0">
                <a:solidFill>
                  <a:srgbClr val="5E5E5E"/>
                </a:solidFill>
                <a:latin typeface="Comic Sans MS" panose="030F0702030302020204" pitchFamily="66" charset="0"/>
                <a:cs typeface="Calibri" panose="020F0502020204030204" pitchFamily="34" charset="0"/>
              </a:rPr>
              <a:t>i</a:t>
            </a:r>
            <a:r>
              <a:rPr sz="1600" spc="-10" dirty="0">
                <a:solidFill>
                  <a:srgbClr val="5E5E5E"/>
                </a:solidFill>
                <a:latin typeface="Comic Sans MS" panose="030F0702030302020204" pitchFamily="66" charset="0"/>
                <a:cs typeface="Calibri" panose="020F0502020204030204" pitchFamily="34" charset="0"/>
              </a:rPr>
              <a:t>t</a:t>
            </a:r>
            <a:r>
              <a:rPr sz="1600" dirty="0">
                <a:solidFill>
                  <a:srgbClr val="5E5E5E"/>
                </a:solidFill>
                <a:latin typeface="Comic Sans MS" panose="030F0702030302020204" pitchFamily="66" charset="0"/>
                <a:cs typeface="Calibri" panose="020F0502020204030204" pitchFamily="34" charset="0"/>
              </a:rPr>
              <a:t>h U</a:t>
            </a:r>
            <a:r>
              <a:rPr sz="1600" spc="-10" dirty="0">
                <a:solidFill>
                  <a:srgbClr val="5E5E5E"/>
                </a:solidFill>
                <a:latin typeface="Comic Sans MS" panose="030F0702030302020204" pitchFamily="66" charset="0"/>
                <a:cs typeface="Calibri" panose="020F0502020204030204" pitchFamily="34" charset="0"/>
              </a:rPr>
              <a:t>M</a:t>
            </a:r>
            <a:r>
              <a:rPr sz="1600" dirty="0">
                <a:solidFill>
                  <a:srgbClr val="5E5E5E"/>
                </a:solidFill>
                <a:latin typeface="Comic Sans MS" panose="030F0702030302020204" pitchFamily="66" charset="0"/>
                <a:cs typeface="Calibri" panose="020F0502020204030204" pitchFamily="34" charset="0"/>
              </a:rPr>
              <a:t>.</a:t>
            </a:r>
            <a:endParaRPr sz="1600" dirty="0">
              <a:latin typeface="Comic Sans MS" panose="030F0702030302020204" pitchFamily="66" charset="0"/>
              <a:cs typeface="Calibri" panose="020F0502020204030204" pitchFamily="34" charset="0"/>
            </a:endParaRPr>
          </a:p>
          <a:p>
            <a:pPr marL="298450" indent="-285750">
              <a:lnSpc>
                <a:spcPct val="100000"/>
              </a:lnSpc>
              <a:spcBef>
                <a:spcPts val="1250"/>
              </a:spcBef>
              <a:buFont typeface="Arial" panose="020B0604020202020204" pitchFamily="34" charset="0"/>
              <a:buChar char="•"/>
            </a:pPr>
            <a:r>
              <a:rPr sz="1600" spc="-10" dirty="0">
                <a:solidFill>
                  <a:srgbClr val="5E5E5E"/>
                </a:solidFill>
                <a:latin typeface="Comic Sans MS" panose="030F0702030302020204" pitchFamily="66" charset="0"/>
                <a:cs typeface="Calibri" panose="020F0502020204030204" pitchFamily="34" charset="0"/>
              </a:rPr>
              <a:t>M</a:t>
            </a:r>
            <a:r>
              <a:rPr sz="1600" dirty="0">
                <a:solidFill>
                  <a:srgbClr val="5E5E5E"/>
                </a:solidFill>
                <a:latin typeface="Comic Sans MS" panose="030F0702030302020204" pitchFamily="66" charset="0"/>
                <a:cs typeface="Calibri" panose="020F0502020204030204" pitchFamily="34" charset="0"/>
              </a:rPr>
              <a:t>i</a:t>
            </a:r>
            <a:r>
              <a:rPr sz="1600" spc="-5" dirty="0">
                <a:solidFill>
                  <a:srgbClr val="5E5E5E"/>
                </a:solidFill>
                <a:latin typeface="Comic Sans MS" panose="030F0702030302020204" pitchFamily="66" charset="0"/>
                <a:cs typeface="Calibri" panose="020F0502020204030204" pitchFamily="34" charset="0"/>
              </a:rPr>
              <a:t>sus</a:t>
            </a:r>
            <a:r>
              <a:rPr sz="1600" dirty="0">
                <a:solidFill>
                  <a:srgbClr val="5E5E5E"/>
                </a:solidFill>
                <a:latin typeface="Comic Sans MS" panose="030F0702030302020204" pitchFamily="66" charset="0"/>
                <a:cs typeface="Calibri" panose="020F0502020204030204" pitchFamily="34" charset="0"/>
              </a:rPr>
              <a:t>e </a:t>
            </a:r>
            <a:r>
              <a:rPr sz="1600" spc="-15" dirty="0">
                <a:solidFill>
                  <a:srgbClr val="5E5E5E"/>
                </a:solidFill>
                <a:latin typeface="Comic Sans MS" panose="030F0702030302020204" pitchFamily="66" charset="0"/>
                <a:cs typeface="Calibri" panose="020F0502020204030204" pitchFamily="34" charset="0"/>
              </a:rPr>
              <a:t>o</a:t>
            </a:r>
            <a:r>
              <a:rPr sz="1600" spc="-10" dirty="0">
                <a:solidFill>
                  <a:srgbClr val="5E5E5E"/>
                </a:solidFill>
                <a:latin typeface="Comic Sans MS" panose="030F0702030302020204" pitchFamily="66" charset="0"/>
                <a:cs typeface="Calibri" panose="020F0502020204030204" pitchFamily="34" charset="0"/>
              </a:rPr>
              <a:t>f</a:t>
            </a:r>
            <a:r>
              <a:rPr sz="1600" spc="-5" dirty="0">
                <a:solidFill>
                  <a:srgbClr val="5E5E5E"/>
                </a:solidFill>
                <a:latin typeface="Comic Sans MS" panose="030F0702030302020204" pitchFamily="66" charset="0"/>
                <a:cs typeface="Calibri" panose="020F0502020204030204" pitchFamily="34" charset="0"/>
              </a:rPr>
              <a:t> </a:t>
            </a:r>
            <a:r>
              <a:rPr sz="1600" dirty="0">
                <a:solidFill>
                  <a:srgbClr val="5E5E5E"/>
                </a:solidFill>
                <a:latin typeface="Comic Sans MS" panose="030F0702030302020204" pitchFamily="66" charset="0"/>
                <a:cs typeface="Calibri" panose="020F0502020204030204" pitchFamily="34" charset="0"/>
              </a:rPr>
              <a:t>UM</a:t>
            </a:r>
            <a:r>
              <a:rPr sz="1600" spc="-5"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c</a:t>
            </a:r>
            <a:r>
              <a:rPr sz="1600" dirty="0">
                <a:solidFill>
                  <a:srgbClr val="5E5E5E"/>
                </a:solidFill>
                <a:latin typeface="Comic Sans MS" panose="030F0702030302020204" pitchFamily="66" charset="0"/>
                <a:cs typeface="Calibri" panose="020F0502020204030204" pitchFamily="34" charset="0"/>
              </a:rPr>
              <a:t>an </a:t>
            </a:r>
            <a:r>
              <a:rPr sz="1600" spc="-15" dirty="0">
                <a:solidFill>
                  <a:srgbClr val="5E5E5E"/>
                </a:solidFill>
                <a:latin typeface="Comic Sans MS" panose="030F0702030302020204" pitchFamily="66" charset="0"/>
                <a:cs typeface="Calibri" panose="020F0502020204030204" pitchFamily="34" charset="0"/>
              </a:rPr>
              <a:t>slo</a:t>
            </a:r>
            <a:r>
              <a:rPr sz="1600" dirty="0">
                <a:solidFill>
                  <a:srgbClr val="5E5E5E"/>
                </a:solidFill>
                <a:latin typeface="Comic Sans MS" panose="030F0702030302020204" pitchFamily="66" charset="0"/>
                <a:cs typeface="Calibri" panose="020F0502020204030204" pitchFamily="34" charset="0"/>
              </a:rPr>
              <a:t>w</a:t>
            </a:r>
            <a:r>
              <a:rPr sz="1600" spc="-5" dirty="0">
                <a:solidFill>
                  <a:srgbClr val="5E5E5E"/>
                </a:solidFill>
                <a:latin typeface="Comic Sans MS" panose="030F0702030302020204" pitchFamily="66" charset="0"/>
                <a:cs typeface="Calibri" panose="020F0502020204030204" pitchFamily="34" charset="0"/>
              </a:rPr>
              <a:t> </a:t>
            </a:r>
            <a:r>
              <a:rPr sz="1600" dirty="0">
                <a:solidFill>
                  <a:srgbClr val="5E5E5E"/>
                </a:solidFill>
                <a:latin typeface="Comic Sans MS" panose="030F0702030302020204" pitchFamily="66" charset="0"/>
                <a:cs typeface="Calibri" panose="020F0502020204030204" pitchFamily="34" charset="0"/>
              </a:rPr>
              <a:t>a </a:t>
            </a:r>
            <a:r>
              <a:rPr sz="1600" spc="-20" dirty="0">
                <a:solidFill>
                  <a:srgbClr val="5E5E5E"/>
                </a:solidFill>
                <a:latin typeface="Comic Sans MS" panose="030F0702030302020204" pitchFamily="66" charset="0"/>
                <a:cs typeface="Calibri" panose="020F0502020204030204" pitchFamily="34" charset="0"/>
              </a:rPr>
              <a:t>c</a:t>
            </a:r>
            <a:r>
              <a:rPr sz="1600" spc="-15" dirty="0">
                <a:solidFill>
                  <a:srgbClr val="5E5E5E"/>
                </a:solidFill>
                <a:latin typeface="Comic Sans MS" panose="030F0702030302020204" pitchFamily="66" charset="0"/>
                <a:cs typeface="Calibri" panose="020F0502020204030204" pitchFamily="34" charset="0"/>
              </a:rPr>
              <a:t>o</a:t>
            </a:r>
            <a:r>
              <a:rPr sz="1600" spc="-10" dirty="0">
                <a:solidFill>
                  <a:srgbClr val="5E5E5E"/>
                </a:solidFill>
                <a:latin typeface="Comic Sans MS" panose="030F0702030302020204" pitchFamily="66" charset="0"/>
                <a:cs typeface="Calibri" panose="020F0502020204030204" pitchFamily="34" charset="0"/>
              </a:rPr>
              <a:t>d</a:t>
            </a:r>
            <a:r>
              <a:rPr sz="1600" dirty="0">
                <a:solidFill>
                  <a:srgbClr val="5E5E5E"/>
                </a:solidFill>
                <a:latin typeface="Comic Sans MS" panose="030F0702030302020204" pitchFamily="66" charset="0"/>
                <a:cs typeface="Calibri" panose="020F0502020204030204" pitchFamily="34" charset="0"/>
              </a:rPr>
              <a:t>e </a:t>
            </a:r>
            <a:r>
              <a:rPr sz="1600" spc="-20" dirty="0">
                <a:solidFill>
                  <a:srgbClr val="5E5E5E"/>
                </a:solidFill>
                <a:latin typeface="Comic Sans MS" panose="030F0702030302020204" pitchFamily="66" charset="0"/>
                <a:cs typeface="Calibri" panose="020F0502020204030204" pitchFamily="34" charset="0"/>
              </a:rPr>
              <a:t>d</a:t>
            </a:r>
            <a:r>
              <a:rPr sz="1600" spc="-15" dirty="0">
                <a:solidFill>
                  <a:srgbClr val="5E5E5E"/>
                </a:solidFill>
                <a:latin typeface="Comic Sans MS" panose="030F0702030302020204" pitchFamily="66" charset="0"/>
                <a:cs typeface="Calibri" panose="020F0502020204030204" pitchFamily="34" charset="0"/>
              </a:rPr>
              <a:t>o</a:t>
            </a:r>
            <a:r>
              <a:rPr sz="1600" spc="-5" dirty="0">
                <a:solidFill>
                  <a:srgbClr val="5E5E5E"/>
                </a:solidFill>
                <a:latin typeface="Comic Sans MS" panose="030F0702030302020204" pitchFamily="66" charset="0"/>
                <a:cs typeface="Calibri" panose="020F0502020204030204" pitchFamily="34" charset="0"/>
              </a:rPr>
              <a:t>w</a:t>
            </a:r>
            <a:r>
              <a:rPr sz="1600" dirty="0">
                <a:solidFill>
                  <a:srgbClr val="5E5E5E"/>
                </a:solidFill>
                <a:latin typeface="Comic Sans MS" panose="030F0702030302020204" pitchFamily="66" charset="0"/>
                <a:cs typeface="Calibri" panose="020F0502020204030204" pitchFamily="34" charset="0"/>
              </a:rPr>
              <a:t>n </a:t>
            </a:r>
            <a:r>
              <a:rPr sz="1600" spc="-20" dirty="0">
                <a:solidFill>
                  <a:srgbClr val="5E5E5E"/>
                </a:solidFill>
                <a:latin typeface="Comic Sans MS" panose="030F0702030302020204" pitchFamily="66" charset="0"/>
                <a:cs typeface="Calibri" panose="020F0502020204030204" pitchFamily="34" charset="0"/>
              </a:rPr>
              <a:t>d</a:t>
            </a:r>
            <a:r>
              <a:rPr sz="1600" spc="-5" dirty="0">
                <a:solidFill>
                  <a:srgbClr val="5E5E5E"/>
                </a:solidFill>
                <a:latin typeface="Comic Sans MS" panose="030F0702030302020204" pitchFamily="66" charset="0"/>
                <a:cs typeface="Calibri" panose="020F0502020204030204" pitchFamily="34" charset="0"/>
              </a:rPr>
              <a:t>r</a:t>
            </a:r>
            <a:r>
              <a:rPr sz="1600" dirty="0">
                <a:solidFill>
                  <a:srgbClr val="5E5E5E"/>
                </a:solidFill>
                <a:latin typeface="Comic Sans MS" panose="030F0702030302020204" pitchFamily="66" charset="0"/>
                <a:cs typeface="Calibri" panose="020F0502020204030204" pitchFamily="34" charset="0"/>
              </a:rPr>
              <a:t>ama</a:t>
            </a:r>
            <a:r>
              <a:rPr sz="1600" spc="-5" dirty="0">
                <a:solidFill>
                  <a:srgbClr val="5E5E5E"/>
                </a:solidFill>
                <a:latin typeface="Comic Sans MS" panose="030F0702030302020204" pitchFamily="66" charset="0"/>
                <a:cs typeface="Calibri" panose="020F0502020204030204" pitchFamily="34" charset="0"/>
              </a:rPr>
              <a:t>t</a:t>
            </a:r>
            <a:r>
              <a:rPr sz="1600" dirty="0">
                <a:solidFill>
                  <a:srgbClr val="5E5E5E"/>
                </a:solidFill>
                <a:latin typeface="Comic Sans MS" panose="030F0702030302020204" pitchFamily="66" charset="0"/>
                <a:cs typeface="Calibri" panose="020F0502020204030204" pitchFamily="34" charset="0"/>
              </a:rPr>
              <a:t>i</a:t>
            </a:r>
            <a:r>
              <a:rPr sz="1600" spc="-10" dirty="0">
                <a:solidFill>
                  <a:srgbClr val="5E5E5E"/>
                </a:solidFill>
                <a:latin typeface="Comic Sans MS" panose="030F0702030302020204" pitchFamily="66" charset="0"/>
                <a:cs typeface="Calibri" panose="020F0502020204030204" pitchFamily="34" charset="0"/>
              </a:rPr>
              <a:t>c</a:t>
            </a:r>
            <a:r>
              <a:rPr sz="1600" dirty="0">
                <a:solidFill>
                  <a:srgbClr val="5E5E5E"/>
                </a:solidFill>
                <a:latin typeface="Comic Sans MS" panose="030F0702030302020204" pitchFamily="66" charset="0"/>
                <a:cs typeface="Calibri" panose="020F0502020204030204" pitchFamily="34" charset="0"/>
              </a:rPr>
              <a:t>a</a:t>
            </a:r>
            <a:r>
              <a:rPr sz="1600" spc="-10" dirty="0">
                <a:solidFill>
                  <a:srgbClr val="5E5E5E"/>
                </a:solidFill>
                <a:latin typeface="Comic Sans MS" panose="030F0702030302020204" pitchFamily="66" charset="0"/>
                <a:cs typeface="Calibri" panose="020F0502020204030204" pitchFamily="34" charset="0"/>
              </a:rPr>
              <a:t>ll</a:t>
            </a:r>
            <a:r>
              <a:rPr sz="1600" dirty="0">
                <a:solidFill>
                  <a:srgbClr val="5E5E5E"/>
                </a:solidFill>
                <a:latin typeface="Comic Sans MS" panose="030F0702030302020204" pitchFamily="66" charset="0"/>
                <a:cs typeface="Calibri" panose="020F0502020204030204" pitchFamily="34" charset="0"/>
              </a:rPr>
              <a:t>y</a:t>
            </a:r>
            <a:endParaRPr sz="1600" dirty="0">
              <a:latin typeface="Comic Sans MS" panose="030F0702030302020204" pitchFamily="66" charset="0"/>
              <a:cs typeface="Calibri" panose="020F0502020204030204" pitchFamily="34" charset="0"/>
            </a:endParaRPr>
          </a:p>
          <a:p>
            <a:pPr marL="285750" indent="-285750">
              <a:lnSpc>
                <a:spcPct val="100000"/>
              </a:lnSpc>
              <a:spcBef>
                <a:spcPts val="5"/>
              </a:spcBef>
              <a:buFont typeface="Arial" panose="020B0604020202020204" pitchFamily="34" charset="0"/>
              <a:buChar char="•"/>
            </a:pPr>
            <a:endParaRPr sz="1600" dirty="0">
              <a:latin typeface="Comic Sans MS" panose="030F0702030302020204" pitchFamily="66" charset="0"/>
              <a:cs typeface="Times New Roman" panose="02020603050405020304"/>
            </a:endParaRPr>
          </a:p>
          <a:p>
            <a:pPr marL="298450" indent="-285750">
              <a:lnSpc>
                <a:spcPct val="100000"/>
              </a:lnSpc>
              <a:buFont typeface="Arial" panose="020B0604020202020204" pitchFamily="34" charset="0"/>
              <a:buChar char="•"/>
            </a:pPr>
            <a:r>
              <a:rPr sz="1600" spc="-15" dirty="0">
                <a:solidFill>
                  <a:srgbClr val="5E5E5E"/>
                </a:solidFill>
                <a:latin typeface="Comic Sans MS" panose="030F0702030302020204" pitchFamily="66" charset="0"/>
                <a:cs typeface="Calibri" panose="020F0502020204030204" pitchFamily="34" charset="0"/>
              </a:rPr>
              <a:t>Th</a:t>
            </a:r>
            <a:r>
              <a:rPr sz="1600" spc="-5" dirty="0">
                <a:solidFill>
                  <a:srgbClr val="5E5E5E"/>
                </a:solidFill>
                <a:latin typeface="Comic Sans MS" panose="030F0702030302020204" pitchFamily="66" charset="0"/>
                <a:cs typeface="Calibri" panose="020F0502020204030204" pitchFamily="34" charset="0"/>
              </a:rPr>
              <a:t>e</a:t>
            </a:r>
            <a:r>
              <a:rPr sz="1600" spc="5" dirty="0">
                <a:solidFill>
                  <a:srgbClr val="5E5E5E"/>
                </a:solidFill>
                <a:latin typeface="Comic Sans MS" panose="030F0702030302020204" pitchFamily="66" charset="0"/>
                <a:cs typeface="Calibri" panose="020F0502020204030204" pitchFamily="34" charset="0"/>
              </a:rPr>
              <a:t>r</a:t>
            </a:r>
            <a:r>
              <a:rPr sz="1600" dirty="0">
                <a:solidFill>
                  <a:srgbClr val="5E5E5E"/>
                </a:solidFill>
                <a:latin typeface="Comic Sans MS" panose="030F0702030302020204" pitchFamily="66" charset="0"/>
                <a:cs typeface="Calibri" panose="020F0502020204030204" pitchFamily="34" charset="0"/>
              </a:rPr>
              <a:t>e a</a:t>
            </a:r>
            <a:r>
              <a:rPr sz="1600" spc="-5" dirty="0">
                <a:solidFill>
                  <a:srgbClr val="5E5E5E"/>
                </a:solidFill>
                <a:latin typeface="Comic Sans MS" panose="030F0702030302020204" pitchFamily="66" charset="0"/>
                <a:cs typeface="Calibri" panose="020F0502020204030204" pitchFamily="34" charset="0"/>
              </a:rPr>
              <a:t>r</a:t>
            </a:r>
            <a:r>
              <a:rPr sz="1600" dirty="0">
                <a:solidFill>
                  <a:srgbClr val="5E5E5E"/>
                </a:solidFill>
                <a:latin typeface="Comic Sans MS" panose="030F0702030302020204" pitchFamily="66" charset="0"/>
                <a:cs typeface="Calibri" panose="020F0502020204030204" pitchFamily="34" charset="0"/>
              </a:rPr>
              <a:t>e </a:t>
            </a:r>
            <a:r>
              <a:rPr sz="1600" spc="-15" dirty="0">
                <a:solidFill>
                  <a:srgbClr val="5E5E5E"/>
                </a:solidFill>
                <a:latin typeface="Comic Sans MS" panose="030F0702030302020204" pitchFamily="66" charset="0"/>
                <a:cs typeface="Calibri" panose="020F0502020204030204" pitchFamily="34" charset="0"/>
              </a:rPr>
              <a:t>s</a:t>
            </a:r>
            <a:r>
              <a:rPr sz="1600" spc="-10" dirty="0">
                <a:solidFill>
                  <a:srgbClr val="5E5E5E"/>
                </a:solidFill>
                <a:latin typeface="Comic Sans MS" panose="030F0702030302020204" pitchFamily="66" charset="0"/>
                <a:cs typeface="Calibri" panose="020F0502020204030204" pitchFamily="34" charset="0"/>
              </a:rPr>
              <a:t>c</a:t>
            </a:r>
            <a:r>
              <a:rPr sz="1600" spc="-5" dirty="0">
                <a:solidFill>
                  <a:srgbClr val="5E5E5E"/>
                </a:solidFill>
                <a:latin typeface="Comic Sans MS" panose="030F0702030302020204" pitchFamily="66" charset="0"/>
                <a:cs typeface="Calibri" panose="020F0502020204030204" pitchFamily="34" charset="0"/>
              </a:rPr>
              <a:t>en</a:t>
            </a:r>
            <a:r>
              <a:rPr sz="1600" dirty="0">
                <a:solidFill>
                  <a:srgbClr val="5E5E5E"/>
                </a:solidFill>
                <a:latin typeface="Comic Sans MS" panose="030F0702030302020204" pitchFamily="66" charset="0"/>
                <a:cs typeface="Calibri" panose="020F0502020204030204" pitchFamily="34" charset="0"/>
              </a:rPr>
              <a:t>a</a:t>
            </a:r>
            <a:r>
              <a:rPr sz="1600" spc="-5" dirty="0">
                <a:solidFill>
                  <a:srgbClr val="5E5E5E"/>
                </a:solidFill>
                <a:latin typeface="Comic Sans MS" panose="030F0702030302020204" pitchFamily="66" charset="0"/>
                <a:cs typeface="Calibri" panose="020F0502020204030204" pitchFamily="34" charset="0"/>
              </a:rPr>
              <a:t>r</a:t>
            </a:r>
            <a:r>
              <a:rPr sz="1600" dirty="0">
                <a:solidFill>
                  <a:srgbClr val="5E5E5E"/>
                </a:solidFill>
                <a:latin typeface="Comic Sans MS" panose="030F0702030302020204" pitchFamily="66" charset="0"/>
                <a:cs typeface="Calibri" panose="020F0502020204030204" pitchFamily="34" charset="0"/>
              </a:rPr>
              <a:t>i</a:t>
            </a:r>
            <a:r>
              <a:rPr sz="1600" spc="-15" dirty="0">
                <a:solidFill>
                  <a:srgbClr val="5E5E5E"/>
                </a:solidFill>
                <a:latin typeface="Comic Sans MS" panose="030F0702030302020204" pitchFamily="66" charset="0"/>
                <a:cs typeface="Calibri" panose="020F0502020204030204" pitchFamily="34" charset="0"/>
              </a:rPr>
              <a:t>o</a:t>
            </a:r>
            <a:r>
              <a:rPr sz="1600" spc="-10" dirty="0">
                <a:solidFill>
                  <a:srgbClr val="5E5E5E"/>
                </a:solidFill>
                <a:latin typeface="Comic Sans MS" panose="030F0702030302020204" pitchFamily="66" charset="0"/>
                <a:cs typeface="Calibri" panose="020F0502020204030204" pitchFamily="34" charset="0"/>
              </a:rPr>
              <a:t>s</a:t>
            </a:r>
            <a:r>
              <a:rPr sz="1600" spc="-5" dirty="0">
                <a:solidFill>
                  <a:srgbClr val="5E5E5E"/>
                </a:solidFill>
                <a:latin typeface="Comic Sans MS" panose="030F0702030302020204" pitchFamily="66" charset="0"/>
                <a:cs typeface="Calibri" panose="020F0502020204030204" pitchFamily="34" charset="0"/>
              </a:rPr>
              <a:t> whe</a:t>
            </a:r>
            <a:r>
              <a:rPr sz="1600" spc="5" dirty="0">
                <a:solidFill>
                  <a:srgbClr val="5E5E5E"/>
                </a:solidFill>
                <a:latin typeface="Comic Sans MS" panose="030F0702030302020204" pitchFamily="66" charset="0"/>
                <a:cs typeface="Calibri" panose="020F0502020204030204" pitchFamily="34" charset="0"/>
              </a:rPr>
              <a:t>r</a:t>
            </a:r>
            <a:r>
              <a:rPr sz="1600" dirty="0">
                <a:solidFill>
                  <a:srgbClr val="5E5E5E"/>
                </a:solidFill>
                <a:latin typeface="Comic Sans MS" panose="030F0702030302020204" pitchFamily="66" charset="0"/>
                <a:cs typeface="Calibri" panose="020F0502020204030204" pitchFamily="34" charset="0"/>
              </a:rPr>
              <a:t>e UM</a:t>
            </a:r>
            <a:r>
              <a:rPr sz="1600" spc="-5" dirty="0">
                <a:solidFill>
                  <a:srgbClr val="5E5E5E"/>
                </a:solidFill>
                <a:latin typeface="Comic Sans MS" panose="030F0702030302020204" pitchFamily="66" charset="0"/>
                <a:cs typeface="Calibri" panose="020F0502020204030204" pitchFamily="34" charset="0"/>
              </a:rPr>
              <a:t> </a:t>
            </a:r>
            <a:r>
              <a:rPr sz="1600" dirty="0">
                <a:solidFill>
                  <a:srgbClr val="5E5E5E"/>
                </a:solidFill>
                <a:latin typeface="Comic Sans MS" panose="030F0702030302020204" pitchFamily="66" charset="0"/>
                <a:cs typeface="Calibri" panose="020F0502020204030204" pitchFamily="34" charset="0"/>
              </a:rPr>
              <a:t>may </a:t>
            </a:r>
            <a:r>
              <a:rPr sz="1600" spc="-5" dirty="0">
                <a:solidFill>
                  <a:srgbClr val="5E5E5E"/>
                </a:solidFill>
                <a:latin typeface="Comic Sans MS" panose="030F0702030302020204" pitchFamily="66" charset="0"/>
                <a:cs typeface="Calibri" panose="020F0502020204030204" pitchFamily="34" charset="0"/>
              </a:rPr>
              <a:t>en</a:t>
            </a:r>
            <a:r>
              <a:rPr sz="1600" dirty="0">
                <a:solidFill>
                  <a:srgbClr val="5E5E5E"/>
                </a:solidFill>
                <a:latin typeface="Comic Sans MS" panose="030F0702030302020204" pitchFamily="66" charset="0"/>
                <a:cs typeface="Calibri" panose="020F0502020204030204" pitchFamily="34" charset="0"/>
              </a:rPr>
              <a:t>a</a:t>
            </a:r>
            <a:r>
              <a:rPr sz="1600" spc="-10" dirty="0">
                <a:solidFill>
                  <a:srgbClr val="5E5E5E"/>
                </a:solidFill>
                <a:latin typeface="Comic Sans MS" panose="030F0702030302020204" pitchFamily="66" charset="0"/>
                <a:cs typeface="Calibri" panose="020F0502020204030204" pitchFamily="34" charset="0"/>
              </a:rPr>
              <a:t>b</a:t>
            </a:r>
            <a:r>
              <a:rPr sz="1600" spc="-5" dirty="0">
                <a:solidFill>
                  <a:srgbClr val="5E5E5E"/>
                </a:solidFill>
                <a:latin typeface="Comic Sans MS" panose="030F0702030302020204" pitchFamily="66" charset="0"/>
                <a:cs typeface="Calibri" panose="020F0502020204030204" pitchFamily="34" charset="0"/>
              </a:rPr>
              <a:t>l</a:t>
            </a:r>
            <a:r>
              <a:rPr sz="1600" dirty="0">
                <a:solidFill>
                  <a:srgbClr val="5E5E5E"/>
                </a:solidFill>
                <a:latin typeface="Comic Sans MS" panose="030F0702030302020204" pitchFamily="66" charset="0"/>
                <a:cs typeface="Calibri" panose="020F0502020204030204" pitchFamily="34" charset="0"/>
              </a:rPr>
              <a:t>e a </a:t>
            </a:r>
            <a:r>
              <a:rPr sz="1600" spc="-10" dirty="0">
                <a:solidFill>
                  <a:srgbClr val="5E5E5E"/>
                </a:solidFill>
                <a:latin typeface="Comic Sans MS" panose="030F0702030302020204" pitchFamily="66" charset="0"/>
                <a:cs typeface="Calibri" panose="020F0502020204030204" pitchFamily="34" charset="0"/>
              </a:rPr>
              <a:t>d</a:t>
            </a:r>
            <a:r>
              <a:rPr sz="1600" spc="-5" dirty="0">
                <a:solidFill>
                  <a:srgbClr val="5E5E5E"/>
                </a:solidFill>
                <a:latin typeface="Comic Sans MS" panose="030F0702030302020204" pitchFamily="66" charset="0"/>
                <a:cs typeface="Calibri" panose="020F0502020204030204" pitchFamily="34" charset="0"/>
              </a:rPr>
              <a:t>es</a:t>
            </a:r>
            <a:r>
              <a:rPr sz="1600" dirty="0">
                <a:solidFill>
                  <a:srgbClr val="5E5E5E"/>
                </a:solidFill>
                <a:latin typeface="Comic Sans MS" panose="030F0702030302020204" pitchFamily="66" charset="0"/>
                <a:cs typeface="Calibri" panose="020F0502020204030204" pitchFamily="34" charset="0"/>
              </a:rPr>
              <a:t>i</a:t>
            </a:r>
            <a:r>
              <a:rPr sz="1600" spc="-15" dirty="0">
                <a:solidFill>
                  <a:srgbClr val="5E5E5E"/>
                </a:solidFill>
                <a:latin typeface="Comic Sans MS" panose="030F0702030302020204" pitchFamily="66" charset="0"/>
                <a:cs typeface="Calibri" panose="020F0502020204030204" pitchFamily="34" charset="0"/>
              </a:rPr>
              <a:t>g</a:t>
            </a:r>
            <a:r>
              <a:rPr sz="1600" dirty="0">
                <a:solidFill>
                  <a:srgbClr val="5E5E5E"/>
                </a:solidFill>
                <a:latin typeface="Comic Sans MS" panose="030F0702030302020204" pitchFamily="66" charset="0"/>
                <a:cs typeface="Calibri" panose="020F0502020204030204" pitchFamily="34" charset="0"/>
              </a:rPr>
              <a:t>n </a:t>
            </a:r>
            <a:r>
              <a:rPr sz="1600" spc="-10" dirty="0">
                <a:solidFill>
                  <a:srgbClr val="5E5E5E"/>
                </a:solidFill>
                <a:latin typeface="Comic Sans MS" panose="030F0702030302020204" pitchFamily="66" charset="0"/>
                <a:cs typeface="Calibri" panose="020F0502020204030204" pitchFamily="34" charset="0"/>
              </a:rPr>
              <a:t>p</a:t>
            </a:r>
            <a:r>
              <a:rPr sz="1600" dirty="0">
                <a:solidFill>
                  <a:srgbClr val="5E5E5E"/>
                </a:solidFill>
                <a:latin typeface="Comic Sans MS" panose="030F0702030302020204" pitchFamily="66" charset="0"/>
                <a:cs typeface="Calibri" panose="020F0502020204030204" pitchFamily="34" charset="0"/>
              </a:rPr>
              <a:t>a</a:t>
            </a:r>
            <a:r>
              <a:rPr sz="1600" spc="-10" dirty="0">
                <a:solidFill>
                  <a:srgbClr val="5E5E5E"/>
                </a:solidFill>
                <a:latin typeface="Comic Sans MS" panose="030F0702030302020204" pitchFamily="66" charset="0"/>
                <a:cs typeface="Calibri" panose="020F0502020204030204" pitchFamily="34" charset="0"/>
              </a:rPr>
              <a:t>tt</a:t>
            </a:r>
            <a:r>
              <a:rPr sz="1600" spc="-5" dirty="0">
                <a:solidFill>
                  <a:srgbClr val="5E5E5E"/>
                </a:solidFill>
                <a:latin typeface="Comic Sans MS" panose="030F0702030302020204" pitchFamily="66" charset="0"/>
                <a:cs typeface="Calibri" panose="020F0502020204030204" pitchFamily="34" charset="0"/>
              </a:rPr>
              <a:t>e</a:t>
            </a:r>
            <a:r>
              <a:rPr sz="1600" spc="5" dirty="0">
                <a:solidFill>
                  <a:srgbClr val="5E5E5E"/>
                </a:solidFill>
                <a:latin typeface="Comic Sans MS" panose="030F0702030302020204" pitchFamily="66" charset="0"/>
                <a:cs typeface="Calibri" panose="020F0502020204030204" pitchFamily="34" charset="0"/>
              </a:rPr>
              <a:t>r</a:t>
            </a:r>
            <a:r>
              <a:rPr sz="1600" dirty="0">
                <a:solidFill>
                  <a:srgbClr val="5E5E5E"/>
                </a:solidFill>
                <a:latin typeface="Comic Sans MS" panose="030F0702030302020204" pitchFamily="66" charset="0"/>
                <a:cs typeface="Calibri" panose="020F0502020204030204" pitchFamily="34" charset="0"/>
              </a:rPr>
              <a:t>n </a:t>
            </a:r>
            <a:r>
              <a:rPr sz="1600" spc="-5" dirty="0">
                <a:solidFill>
                  <a:srgbClr val="5E5E5E"/>
                </a:solidFill>
                <a:latin typeface="Comic Sans MS" panose="030F0702030302020204" pitchFamily="66" charset="0"/>
                <a:cs typeface="Calibri" panose="020F0502020204030204" pitchFamily="34" charset="0"/>
              </a:rPr>
              <a:t>(e.g</a:t>
            </a:r>
            <a:r>
              <a:rPr sz="1600" dirty="0">
                <a:solidFill>
                  <a:srgbClr val="5E5E5E"/>
                </a:solidFill>
                <a:latin typeface="Comic Sans MS" panose="030F0702030302020204" pitchFamily="66" charset="0"/>
                <a:cs typeface="Calibri" panose="020F0502020204030204" pitchFamily="34" charset="0"/>
              </a:rPr>
              <a:t>. </a:t>
            </a:r>
            <a:r>
              <a:rPr sz="1600" spc="-15" dirty="0">
                <a:solidFill>
                  <a:srgbClr val="5E5E5E"/>
                </a:solidFill>
                <a:latin typeface="Comic Sans MS" panose="030F0702030302020204" pitchFamily="66" charset="0"/>
                <a:cs typeface="Calibri" panose="020F0502020204030204" pitchFamily="34" charset="0"/>
              </a:rPr>
              <a:t>g</a:t>
            </a:r>
            <a:r>
              <a:rPr sz="1600" spc="-5" dirty="0">
                <a:solidFill>
                  <a:srgbClr val="5E5E5E"/>
                </a:solidFill>
                <a:latin typeface="Comic Sans MS" panose="030F0702030302020204" pitchFamily="66" charset="0"/>
                <a:cs typeface="Calibri" panose="020F0502020204030204" pitchFamily="34" charset="0"/>
              </a:rPr>
              <a:t>r</a:t>
            </a:r>
            <a:r>
              <a:rPr sz="1600" dirty="0">
                <a:solidFill>
                  <a:srgbClr val="5E5E5E"/>
                </a:solidFill>
                <a:latin typeface="Comic Sans MS" panose="030F0702030302020204" pitchFamily="66" charset="0"/>
                <a:cs typeface="Calibri" panose="020F0502020204030204" pitchFamily="34" charset="0"/>
              </a:rPr>
              <a:t>a</a:t>
            </a:r>
            <a:r>
              <a:rPr sz="1600" spc="-10" dirty="0">
                <a:solidFill>
                  <a:srgbClr val="5E5E5E"/>
                </a:solidFill>
                <a:latin typeface="Comic Sans MS" panose="030F0702030302020204" pitchFamily="66" charset="0"/>
                <a:cs typeface="Calibri" panose="020F0502020204030204" pitchFamily="34" charset="0"/>
              </a:rPr>
              <a:t>p</a:t>
            </a:r>
            <a:r>
              <a:rPr sz="1600" dirty="0">
                <a:solidFill>
                  <a:srgbClr val="5E5E5E"/>
                </a:solidFill>
                <a:latin typeface="Comic Sans MS" panose="030F0702030302020204" pitchFamily="66" charset="0"/>
                <a:cs typeface="Calibri" panose="020F0502020204030204" pitchFamily="34" charset="0"/>
              </a:rPr>
              <a:t>h </a:t>
            </a:r>
            <a:r>
              <a:rPr sz="1600" spc="-10" dirty="0">
                <a:solidFill>
                  <a:srgbClr val="5E5E5E"/>
                </a:solidFill>
                <a:latin typeface="Comic Sans MS" panose="030F0702030302020204" pitchFamily="66" charset="0"/>
                <a:cs typeface="Calibri" panose="020F0502020204030204" pitchFamily="34" charset="0"/>
              </a:rPr>
              <a:t>t</a:t>
            </a:r>
            <a:r>
              <a:rPr sz="1600" spc="-5" dirty="0">
                <a:solidFill>
                  <a:srgbClr val="5E5E5E"/>
                </a:solidFill>
                <a:latin typeface="Comic Sans MS" panose="030F0702030302020204" pitchFamily="66" charset="0"/>
                <a:cs typeface="Calibri" panose="020F0502020204030204" pitchFamily="34" charset="0"/>
              </a:rPr>
              <a:t>r</a:t>
            </a:r>
            <a:r>
              <a:rPr sz="1600" dirty="0">
                <a:solidFill>
                  <a:srgbClr val="5E5E5E"/>
                </a:solidFill>
                <a:latin typeface="Comic Sans MS" panose="030F0702030302020204" pitchFamily="66" charset="0"/>
                <a:cs typeface="Calibri" panose="020F0502020204030204" pitchFamily="34" charset="0"/>
              </a:rPr>
              <a:t>a</a:t>
            </a:r>
            <a:r>
              <a:rPr sz="1600" spc="-10" dirty="0">
                <a:solidFill>
                  <a:srgbClr val="5E5E5E"/>
                </a:solidFill>
                <a:latin typeface="Comic Sans MS" panose="030F0702030302020204" pitchFamily="66" charset="0"/>
                <a:cs typeface="Calibri" panose="020F0502020204030204" pitchFamily="34" charset="0"/>
              </a:rPr>
              <a:t>v</a:t>
            </a:r>
            <a:r>
              <a:rPr sz="1600" spc="-5" dirty="0">
                <a:solidFill>
                  <a:srgbClr val="5E5E5E"/>
                </a:solidFill>
                <a:latin typeface="Comic Sans MS" panose="030F0702030302020204" pitchFamily="66" charset="0"/>
                <a:cs typeface="Calibri" panose="020F0502020204030204" pitchFamily="34" charset="0"/>
              </a:rPr>
              <a:t>e</a:t>
            </a:r>
            <a:r>
              <a:rPr sz="1600" spc="5" dirty="0">
                <a:solidFill>
                  <a:srgbClr val="5E5E5E"/>
                </a:solidFill>
                <a:latin typeface="Comic Sans MS" panose="030F0702030302020204" pitchFamily="66" charset="0"/>
                <a:cs typeface="Calibri" panose="020F0502020204030204" pitchFamily="34" charset="0"/>
              </a:rPr>
              <a:t>r</a:t>
            </a:r>
            <a:r>
              <a:rPr sz="1600" spc="-15" dirty="0">
                <a:solidFill>
                  <a:srgbClr val="5E5E5E"/>
                </a:solidFill>
                <a:latin typeface="Comic Sans MS" panose="030F0702030302020204" pitchFamily="66" charset="0"/>
                <a:cs typeface="Calibri" panose="020F0502020204030204" pitchFamily="34" charset="0"/>
              </a:rPr>
              <a:t>s</a:t>
            </a:r>
            <a:r>
              <a:rPr sz="1600" dirty="0">
                <a:solidFill>
                  <a:srgbClr val="5E5E5E"/>
                </a:solidFill>
                <a:latin typeface="Comic Sans MS" panose="030F0702030302020204" pitchFamily="66" charset="0"/>
                <a:cs typeface="Calibri" panose="020F0502020204030204" pitchFamily="34" charset="0"/>
              </a:rPr>
              <a:t>a</a:t>
            </a:r>
            <a:r>
              <a:rPr sz="1600" spc="-5" dirty="0">
                <a:solidFill>
                  <a:srgbClr val="5E5E5E"/>
                </a:solidFill>
                <a:latin typeface="Comic Sans MS" panose="030F0702030302020204" pitchFamily="66" charset="0"/>
                <a:cs typeface="Calibri" panose="020F0502020204030204" pitchFamily="34" charset="0"/>
              </a:rPr>
              <a:t>l).</a:t>
            </a:r>
            <a:endParaRPr sz="1600" dirty="0">
              <a:latin typeface="Comic Sans MS" panose="030F0702030302020204" pitchFamily="66" charset="0"/>
              <a:cs typeface="Calibri" panose="020F0502020204030204" pitchFamily="34" charset="0"/>
            </a:endParaRPr>
          </a:p>
          <a:p>
            <a:pPr marL="298450" marR="114300" indent="-285750">
              <a:spcBef>
                <a:spcPts val="360"/>
              </a:spcBef>
              <a:buFont typeface="Arial" panose="020B0604020202020204" pitchFamily="34" charset="0"/>
              <a:buChar char="•"/>
            </a:pPr>
            <a:r>
              <a:rPr sz="1600" spc="-5" dirty="0">
                <a:solidFill>
                  <a:srgbClr val="5E5E5E"/>
                </a:solidFill>
                <a:latin typeface="Comic Sans MS" panose="030F0702030302020204" pitchFamily="66" charset="0"/>
                <a:cs typeface="Calibri" panose="020F0502020204030204" pitchFamily="34" charset="0"/>
              </a:rPr>
              <a:t>Oversubscription does not easily/magically give you GPU-type performance on arbitrary datasets/algorithms </a:t>
            </a:r>
            <a:endParaRPr lang="en-US" sz="1600" spc="-5" dirty="0">
              <a:solidFill>
                <a:srgbClr val="5E5E5E"/>
              </a:solidFill>
              <a:latin typeface="Comic Sans MS" panose="030F0702030302020204" pitchFamily="66" charset="0"/>
              <a:cs typeface="Calibri" panose="020F0502020204030204" pitchFamily="34" charset="0"/>
            </a:endParaRPr>
          </a:p>
          <a:p>
            <a:pPr marL="298450" marR="114300" indent="-285750">
              <a:spcBef>
                <a:spcPts val="360"/>
              </a:spcBef>
              <a:buFont typeface="Arial" panose="020B0604020202020204" pitchFamily="34" charset="0"/>
              <a:buChar char="•"/>
            </a:pPr>
            <a:r>
              <a:rPr sz="1600" spc="-5" dirty="0">
                <a:solidFill>
                  <a:srgbClr val="5E5E5E"/>
                </a:solidFill>
                <a:latin typeface="Comic Sans MS" panose="030F0702030302020204" pitchFamily="66" charset="0"/>
                <a:cs typeface="Calibri" panose="020F0502020204030204" pitchFamily="34" charset="0"/>
              </a:rPr>
              <a:t>For codes that tend to use many different libraries, each of which makes some demand on GPU memory with no</a:t>
            </a:r>
          </a:p>
          <a:p>
            <a:pPr marL="298450" indent="-285750">
              <a:buFont typeface="Arial" panose="020B0604020202020204" pitchFamily="34" charset="0"/>
              <a:buChar char="•"/>
            </a:pPr>
            <a:r>
              <a:rPr sz="1600" spc="-5" dirty="0">
                <a:solidFill>
                  <a:srgbClr val="5E5E5E"/>
                </a:solidFill>
                <a:latin typeface="Comic Sans MS" panose="030F0702030302020204" pitchFamily="66" charset="0"/>
                <a:cs typeface="Calibri" panose="020F0502020204030204" pitchFamily="34" charset="0"/>
              </a:rPr>
              <a:t>regard for what other libraries are doing, UM can sometimes be a primary way to tackle this challenge (via use of</a:t>
            </a:r>
          </a:p>
          <a:p>
            <a:pPr marL="298450" indent="-285750">
              <a:buFont typeface="Arial" panose="020B0604020202020204" pitchFamily="34" charset="0"/>
              <a:buChar char="•"/>
            </a:pPr>
            <a:r>
              <a:rPr sz="1600" spc="-5" dirty="0">
                <a:solidFill>
                  <a:srgbClr val="5E5E5E"/>
                </a:solidFill>
                <a:latin typeface="Comic Sans MS" panose="030F0702030302020204" pitchFamily="66" charset="0"/>
                <a:cs typeface="Calibri" panose="020F0502020204030204" pitchFamily="34" charset="0"/>
              </a:rPr>
              <a:t>oversubscription), rather than an entire rewrite of the codebase</a:t>
            </a:r>
          </a:p>
        </p:txBody>
      </p:sp>
      <p:sp>
        <p:nvSpPr>
          <p:cNvPr id="13" name="object 7"/>
          <p:cNvSpPr txBox="1">
            <a:spLocks noGrp="1"/>
          </p:cNvSpPr>
          <p:nvPr>
            <p:ph type="sldNum" sz="quarter" idx="12"/>
          </p:nvPr>
        </p:nvSpPr>
        <p:spPr>
          <a:xfrm>
            <a:off x="7749540" y="5786148"/>
            <a:ext cx="246888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29</a:t>
            </a:fld>
            <a:endParaRPr dirty="0">
              <a:latin typeface="Comic Sans MS" panose="030F0702030302020204" pitchFamily="66"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90282"/>
            <a:ext cx="9464040" cy="553998"/>
          </a:xfrm>
          <a:prstGeom prst="rect">
            <a:avLst/>
          </a:prstGeom>
        </p:spPr>
        <p:txBody>
          <a:bodyPr vert="horz" wrap="square" lIns="0" tIns="0" rIns="0" bIns="0" rtlCol="0">
            <a:spAutoFit/>
          </a:bodyPr>
          <a:lstStyle/>
          <a:p>
            <a:pPr marL="2626995">
              <a:lnSpc>
                <a:spcPct val="100000"/>
              </a:lnSpc>
            </a:pPr>
            <a:r>
              <a:rPr sz="3600" b="1" spc="-5" dirty="0">
                <a:latin typeface="Comic Sans MS" panose="030F0702030302020204" pitchFamily="66" charset="0"/>
              </a:rPr>
              <a:t>F</a:t>
            </a:r>
            <a:r>
              <a:rPr sz="3600" b="1" dirty="0">
                <a:latin typeface="Comic Sans MS" panose="030F0702030302020204" pitchFamily="66" charset="0"/>
              </a:rPr>
              <a:t>U</a:t>
            </a:r>
            <a:r>
              <a:rPr sz="3600" b="1" spc="-5" dirty="0">
                <a:latin typeface="Comic Sans MS" panose="030F0702030302020204" pitchFamily="66" charset="0"/>
              </a:rPr>
              <a:t>T</a:t>
            </a:r>
            <a:r>
              <a:rPr sz="3600" b="1" dirty="0">
                <a:latin typeface="Comic Sans MS" panose="030F0702030302020204" pitchFamily="66" charset="0"/>
              </a:rPr>
              <a:t>UR</a:t>
            </a:r>
            <a:r>
              <a:rPr sz="3600" b="1" spc="-20" dirty="0">
                <a:latin typeface="Comic Sans MS" panose="030F0702030302020204" pitchFamily="66" charset="0"/>
              </a:rPr>
              <a:t>E</a:t>
            </a:r>
            <a:r>
              <a:rPr sz="3600" b="1" spc="-5" dirty="0">
                <a:latin typeface="Comic Sans MS" panose="030F0702030302020204" pitchFamily="66" charset="0"/>
              </a:rPr>
              <a:t> </a:t>
            </a:r>
            <a:r>
              <a:rPr sz="3600" b="1" spc="-20" dirty="0">
                <a:latin typeface="Comic Sans MS" panose="030F0702030302020204" pitchFamily="66" charset="0"/>
              </a:rPr>
              <a:t>S</a:t>
            </a:r>
            <a:r>
              <a:rPr sz="3600" b="1" spc="-25" dirty="0">
                <a:latin typeface="Comic Sans MS" panose="030F0702030302020204" pitchFamily="66" charset="0"/>
              </a:rPr>
              <a:t>E</a:t>
            </a:r>
            <a:r>
              <a:rPr sz="3600" b="1" spc="-20" dirty="0">
                <a:latin typeface="Comic Sans MS" panose="030F0702030302020204" pitchFamily="66" charset="0"/>
              </a:rPr>
              <a:t>SS</a:t>
            </a:r>
            <a:r>
              <a:rPr sz="3600" b="1" spc="-5" dirty="0">
                <a:latin typeface="Comic Sans MS" panose="030F0702030302020204" pitchFamily="66" charset="0"/>
              </a:rPr>
              <a:t>IO</a:t>
            </a:r>
            <a:r>
              <a:rPr sz="3600" b="1" spc="5" dirty="0">
                <a:latin typeface="Comic Sans MS" panose="030F0702030302020204" pitchFamily="66" charset="0"/>
              </a:rPr>
              <a:t>N</a:t>
            </a:r>
            <a:r>
              <a:rPr sz="3600" b="1" spc="-20" dirty="0">
                <a:latin typeface="Comic Sans MS" panose="030F0702030302020204" pitchFamily="66" charset="0"/>
              </a:rPr>
              <a:t>S</a:t>
            </a:r>
          </a:p>
        </p:txBody>
      </p:sp>
      <p:sp>
        <p:nvSpPr>
          <p:cNvPr id="7" name="object 7"/>
          <p:cNvSpPr txBox="1">
            <a:spLocks noGrp="1"/>
          </p:cNvSpPr>
          <p:nvPr>
            <p:ph type="sldNum" sz="quarter" idx="12"/>
          </p:nvPr>
        </p:nvSpPr>
        <p:spPr>
          <a:xfrm>
            <a:off x="7863840" y="5786153"/>
            <a:ext cx="256032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30</a:t>
            </a:fld>
            <a:endParaRPr dirty="0">
              <a:latin typeface="Comic Sans MS" panose="030F0702030302020204" pitchFamily="66" charset="0"/>
            </a:endParaRPr>
          </a:p>
        </p:txBody>
      </p:sp>
      <p:sp>
        <p:nvSpPr>
          <p:cNvPr id="6" name="object 6"/>
          <p:cNvSpPr txBox="1"/>
          <p:nvPr/>
        </p:nvSpPr>
        <p:spPr>
          <a:xfrm>
            <a:off x="608189" y="1943100"/>
            <a:ext cx="9145411" cy="1485022"/>
          </a:xfrm>
          <a:prstGeom prst="rect">
            <a:avLst/>
          </a:prstGeom>
        </p:spPr>
        <p:txBody>
          <a:bodyPr vert="horz" wrap="square" lIns="0" tIns="0" rIns="0" bIns="0" rtlCol="0">
            <a:spAutoFit/>
          </a:bodyPr>
          <a:lstStyle/>
          <a:p>
            <a:pPr marL="355600" marR="5080" indent="-342900">
              <a:lnSpc>
                <a:spcPts val="3820"/>
              </a:lnSpc>
              <a:buFont typeface="Arial" panose="020B0604020202020204" pitchFamily="34" charset="0"/>
              <a:buChar char="•"/>
            </a:pPr>
            <a:r>
              <a:rPr sz="2400" spc="-20" dirty="0">
                <a:solidFill>
                  <a:srgbClr val="5E5E5E"/>
                </a:solidFill>
                <a:latin typeface="Comic Sans MS" panose="030F0702030302020204" pitchFamily="66" charset="0"/>
                <a:cs typeface="Calibri" panose="020F0502020204030204" pitchFamily="34" charset="0"/>
              </a:rPr>
              <a:t>Co</a:t>
            </a:r>
            <a:r>
              <a:rPr sz="2400" dirty="0">
                <a:solidFill>
                  <a:srgbClr val="5E5E5E"/>
                </a:solidFill>
                <a:latin typeface="Comic Sans MS" panose="030F0702030302020204" pitchFamily="66" charset="0"/>
                <a:cs typeface="Calibri" panose="020F0502020204030204" pitchFamily="34" charset="0"/>
              </a:rPr>
              <a:t>n</a:t>
            </a:r>
            <a:r>
              <a:rPr sz="2400" spc="-5" dirty="0">
                <a:solidFill>
                  <a:srgbClr val="5E5E5E"/>
                </a:solidFill>
                <a:latin typeface="Comic Sans MS" panose="030F0702030302020204" pitchFamily="66" charset="0"/>
                <a:cs typeface="Calibri" panose="020F0502020204030204" pitchFamily="34" charset="0"/>
              </a:rPr>
              <a:t>c</a:t>
            </a:r>
            <a:r>
              <a:rPr sz="2400" dirty="0">
                <a:solidFill>
                  <a:srgbClr val="5E5E5E"/>
                </a:solidFill>
                <a:latin typeface="Comic Sans MS" panose="030F0702030302020204" pitchFamily="66" charset="0"/>
                <a:cs typeface="Calibri" panose="020F0502020204030204" pitchFamily="34" charset="0"/>
              </a:rPr>
              <a:t>u</a:t>
            </a:r>
            <a:r>
              <a:rPr sz="2400" spc="-10" dirty="0">
                <a:solidFill>
                  <a:srgbClr val="5E5E5E"/>
                </a:solidFill>
                <a:latin typeface="Comic Sans MS" panose="030F0702030302020204" pitchFamily="66" charset="0"/>
                <a:cs typeface="Calibri" panose="020F0502020204030204" pitchFamily="34" charset="0"/>
              </a:rPr>
              <a:t>rr</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n</a:t>
            </a:r>
            <a:r>
              <a:rPr sz="2400" spc="-5" dirty="0">
                <a:solidFill>
                  <a:srgbClr val="5E5E5E"/>
                </a:solidFill>
                <a:latin typeface="Comic Sans MS" panose="030F0702030302020204" pitchFamily="66" charset="0"/>
                <a:cs typeface="Calibri" panose="020F0502020204030204" pitchFamily="34" charset="0"/>
              </a:rPr>
              <a:t>c</a:t>
            </a:r>
            <a:r>
              <a:rPr sz="2400" dirty="0">
                <a:solidFill>
                  <a:srgbClr val="5E5E5E"/>
                </a:solidFill>
                <a:latin typeface="Comic Sans MS" panose="030F0702030302020204" pitchFamily="66" charset="0"/>
                <a:cs typeface="Calibri" panose="020F0502020204030204" pitchFamily="34" charset="0"/>
              </a:rPr>
              <a:t>y</a:t>
            </a:r>
            <a:r>
              <a:rPr sz="2400" spc="-5" dirty="0">
                <a:solidFill>
                  <a:srgbClr val="5E5E5E"/>
                </a:solidFill>
                <a:latin typeface="Comic Sans MS" panose="030F0702030302020204" pitchFamily="66" charset="0"/>
                <a:cs typeface="Calibri" panose="020F0502020204030204" pitchFamily="34" charset="0"/>
              </a:rPr>
              <a:t> </a:t>
            </a:r>
            <a:r>
              <a:rPr sz="2400" dirty="0">
                <a:solidFill>
                  <a:srgbClr val="5E5E5E"/>
                </a:solidFill>
                <a:latin typeface="Comic Sans MS" panose="030F0702030302020204" pitchFamily="66" charset="0"/>
                <a:cs typeface="Calibri" panose="020F0502020204030204" pitchFamily="34" charset="0"/>
              </a:rPr>
              <a:t>(</a:t>
            </a:r>
            <a:r>
              <a:rPr sz="2400" spc="-15" dirty="0">
                <a:solidFill>
                  <a:srgbClr val="5E5E5E"/>
                </a:solidFill>
                <a:latin typeface="Comic Sans MS" panose="030F0702030302020204" pitchFamily="66" charset="0"/>
                <a:cs typeface="Calibri" panose="020F0502020204030204" pitchFamily="34" charset="0"/>
              </a:rPr>
              <a:t>s</a:t>
            </a:r>
            <a:r>
              <a:rPr sz="2400" spc="-5" dirty="0">
                <a:solidFill>
                  <a:srgbClr val="5E5E5E"/>
                </a:solidFill>
                <a:latin typeface="Comic Sans MS" panose="030F0702030302020204" pitchFamily="66" charset="0"/>
                <a:cs typeface="Calibri" panose="020F0502020204030204" pitchFamily="34" charset="0"/>
              </a:rPr>
              <a:t>t</a:t>
            </a:r>
            <a:r>
              <a:rPr sz="2400" spc="-10" dirty="0">
                <a:solidFill>
                  <a:srgbClr val="5E5E5E"/>
                </a:solidFill>
                <a:latin typeface="Comic Sans MS" panose="030F0702030302020204" pitchFamily="66" charset="0"/>
                <a:cs typeface="Calibri" panose="020F0502020204030204" pitchFamily="34" charset="0"/>
              </a:rPr>
              <a:t>r</a:t>
            </a:r>
            <a:r>
              <a:rPr sz="2400" spc="5" dirty="0">
                <a:solidFill>
                  <a:srgbClr val="5E5E5E"/>
                </a:solidFill>
                <a:latin typeface="Comic Sans MS" panose="030F0702030302020204" pitchFamily="66" charset="0"/>
                <a:cs typeface="Calibri" panose="020F0502020204030204" pitchFamily="34" charset="0"/>
              </a:rPr>
              <a:t>eam</a:t>
            </a:r>
            <a:r>
              <a:rPr sz="2400" spc="-15" dirty="0">
                <a:solidFill>
                  <a:srgbClr val="5E5E5E"/>
                </a:solidFill>
                <a:latin typeface="Comic Sans MS" panose="030F0702030302020204" pitchFamily="66" charset="0"/>
                <a:cs typeface="Calibri" panose="020F0502020204030204" pitchFamily="34" charset="0"/>
              </a:rPr>
              <a:t>s</a:t>
            </a:r>
            <a:r>
              <a:rPr sz="2400" dirty="0">
                <a:solidFill>
                  <a:srgbClr val="5E5E5E"/>
                </a:solidFill>
                <a:latin typeface="Comic Sans MS" panose="030F0702030302020204" pitchFamily="66" charset="0"/>
                <a:cs typeface="Calibri" panose="020F0502020204030204" pitchFamily="34" charset="0"/>
              </a:rPr>
              <a:t>,</a:t>
            </a:r>
            <a:r>
              <a:rPr sz="2400" spc="-5" dirty="0">
                <a:solidFill>
                  <a:srgbClr val="5E5E5E"/>
                </a:solidFill>
                <a:latin typeface="Comic Sans MS" panose="030F0702030302020204" pitchFamily="66" charset="0"/>
                <a:cs typeface="Calibri" panose="020F0502020204030204" pitchFamily="34" charset="0"/>
              </a:rPr>
              <a:t> c</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p</a:t>
            </a:r>
            <a:r>
              <a:rPr sz="2400" dirty="0">
                <a:solidFill>
                  <a:srgbClr val="5E5E5E"/>
                </a:solidFill>
                <a:latin typeface="Comic Sans MS" panose="030F0702030302020204" pitchFamily="66" charset="0"/>
                <a:cs typeface="Calibri" panose="020F0502020204030204" pitchFamily="34" charset="0"/>
              </a:rPr>
              <a:t>y</a:t>
            </a:r>
            <a:r>
              <a:rPr sz="2400" spc="5" dirty="0">
                <a:solidFill>
                  <a:srgbClr val="5E5E5E"/>
                </a:solidFill>
                <a:latin typeface="Comic Sans MS" panose="030F0702030302020204" pitchFamily="66" charset="0"/>
                <a:cs typeface="Calibri" panose="020F0502020204030204" pitchFamily="34" charset="0"/>
              </a:rPr>
              <a:t>/</a:t>
            </a:r>
            <a:r>
              <a:rPr sz="2400" spc="-5" dirty="0">
                <a:solidFill>
                  <a:srgbClr val="5E5E5E"/>
                </a:solidFill>
                <a:latin typeface="Comic Sans MS" panose="030F0702030302020204" pitchFamily="66" charset="0"/>
                <a:cs typeface="Calibri" panose="020F0502020204030204" pitchFamily="34" charset="0"/>
              </a:rPr>
              <a:t>c</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m</a:t>
            </a:r>
            <a:r>
              <a:rPr sz="2400" spc="-5" dirty="0">
                <a:solidFill>
                  <a:srgbClr val="5E5E5E"/>
                </a:solidFill>
                <a:latin typeface="Comic Sans MS" panose="030F0702030302020204" pitchFamily="66" charset="0"/>
                <a:cs typeface="Calibri" panose="020F0502020204030204" pitchFamily="34" charset="0"/>
              </a:rPr>
              <a:t>p</a:t>
            </a:r>
            <a:r>
              <a:rPr sz="2400" dirty="0">
                <a:solidFill>
                  <a:srgbClr val="5E5E5E"/>
                </a:solidFill>
                <a:latin typeface="Comic Sans MS" panose="030F0702030302020204" pitchFamily="66" charset="0"/>
                <a:cs typeface="Calibri" panose="020F0502020204030204" pitchFamily="34" charset="0"/>
              </a:rPr>
              <a:t>u</a:t>
            </a:r>
            <a:r>
              <a:rPr sz="2400" spc="-5" dirty="0">
                <a:solidFill>
                  <a:srgbClr val="5E5E5E"/>
                </a:solidFill>
                <a:latin typeface="Comic Sans MS" panose="030F0702030302020204" pitchFamily="66" charset="0"/>
                <a:cs typeface="Calibri" panose="020F0502020204030204" pitchFamily="34" charset="0"/>
              </a:rPr>
              <a:t>t</a:t>
            </a:r>
            <a:r>
              <a:rPr sz="2400" dirty="0">
                <a:solidFill>
                  <a:srgbClr val="5E5E5E"/>
                </a:solidFill>
                <a:latin typeface="Comic Sans MS" panose="030F0702030302020204" pitchFamily="66" charset="0"/>
                <a:cs typeface="Calibri" panose="020F0502020204030204" pitchFamily="34" charset="0"/>
              </a:rPr>
              <a:t>e </a:t>
            </a:r>
            <a:r>
              <a:rPr sz="2400" spc="-15"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v</a:t>
            </a:r>
            <a:r>
              <a:rPr sz="2400" spc="5" dirty="0">
                <a:solidFill>
                  <a:srgbClr val="5E5E5E"/>
                </a:solidFill>
                <a:latin typeface="Comic Sans MS" panose="030F0702030302020204" pitchFamily="66" charset="0"/>
                <a:cs typeface="Calibri" panose="020F0502020204030204" pitchFamily="34" charset="0"/>
              </a:rPr>
              <a:t>e</a:t>
            </a:r>
            <a:r>
              <a:rPr sz="2400" spc="-10" dirty="0">
                <a:solidFill>
                  <a:srgbClr val="5E5E5E"/>
                </a:solidFill>
                <a:latin typeface="Comic Sans MS" panose="030F0702030302020204" pitchFamily="66" charset="0"/>
                <a:cs typeface="Calibri" panose="020F0502020204030204" pitchFamily="34" charset="0"/>
              </a:rPr>
              <a:t>r</a:t>
            </a:r>
            <a:r>
              <a:rPr sz="2400" spc="-20" dirty="0">
                <a:solidFill>
                  <a:srgbClr val="5E5E5E"/>
                </a:solidFill>
                <a:latin typeface="Comic Sans MS" panose="030F0702030302020204" pitchFamily="66" charset="0"/>
                <a:cs typeface="Calibri" panose="020F0502020204030204" pitchFamily="34" charset="0"/>
              </a:rPr>
              <a:t>l</a:t>
            </a:r>
            <a:r>
              <a:rPr sz="2400" spc="5"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p</a:t>
            </a:r>
            <a:r>
              <a:rPr sz="2400" dirty="0">
                <a:solidFill>
                  <a:srgbClr val="5E5E5E"/>
                </a:solidFill>
                <a:latin typeface="Comic Sans MS" panose="030F0702030302020204" pitchFamily="66" charset="0"/>
                <a:cs typeface="Calibri" panose="020F0502020204030204" pitchFamily="34" charset="0"/>
              </a:rPr>
              <a:t>,</a:t>
            </a:r>
            <a:r>
              <a:rPr sz="2400" spc="-5"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m</a:t>
            </a:r>
            <a:r>
              <a:rPr sz="2400" dirty="0">
                <a:solidFill>
                  <a:srgbClr val="5E5E5E"/>
                </a:solidFill>
                <a:latin typeface="Comic Sans MS" panose="030F0702030302020204" pitchFamily="66" charset="0"/>
                <a:cs typeface="Calibri" panose="020F0502020204030204" pitchFamily="34" charset="0"/>
              </a:rPr>
              <a:t>u</a:t>
            </a:r>
            <a:r>
              <a:rPr sz="2400" spc="-20" dirty="0">
                <a:solidFill>
                  <a:srgbClr val="5E5E5E"/>
                </a:solidFill>
                <a:latin typeface="Comic Sans MS" panose="030F0702030302020204" pitchFamily="66" charset="0"/>
                <a:cs typeface="Calibri" panose="020F0502020204030204" pitchFamily="34" charset="0"/>
              </a:rPr>
              <a:t>l</a:t>
            </a:r>
            <a:r>
              <a:rPr sz="2400" spc="-5" dirty="0">
                <a:solidFill>
                  <a:srgbClr val="5E5E5E"/>
                </a:solidFill>
                <a:latin typeface="Comic Sans MS" panose="030F0702030302020204" pitchFamily="66" charset="0"/>
                <a:cs typeface="Calibri" panose="020F0502020204030204" pitchFamily="34" charset="0"/>
              </a:rPr>
              <a:t>ti</a:t>
            </a:r>
            <a:r>
              <a:rPr sz="2400" dirty="0">
                <a:solidFill>
                  <a:srgbClr val="5E5E5E"/>
                </a:solidFill>
                <a:latin typeface="Comic Sans MS" panose="030F0702030302020204" pitchFamily="66" charset="0"/>
                <a:cs typeface="Calibri" panose="020F0502020204030204" pitchFamily="34" charset="0"/>
              </a:rPr>
              <a:t>-</a:t>
            </a:r>
            <a:r>
              <a:rPr sz="2400" spc="-5" dirty="0">
                <a:solidFill>
                  <a:srgbClr val="5E5E5E"/>
                </a:solidFill>
                <a:latin typeface="Comic Sans MS" panose="030F0702030302020204" pitchFamily="66" charset="0"/>
                <a:cs typeface="Calibri" panose="020F0502020204030204" pitchFamily="34" charset="0"/>
              </a:rPr>
              <a:t>GPU) </a:t>
            </a:r>
            <a:endParaRPr lang="en-US" sz="2400" spc="-5" dirty="0">
              <a:solidFill>
                <a:srgbClr val="5E5E5E"/>
              </a:solidFill>
              <a:latin typeface="Comic Sans MS" panose="030F0702030302020204" pitchFamily="66" charset="0"/>
              <a:cs typeface="Calibri" panose="020F0502020204030204" pitchFamily="34" charset="0"/>
            </a:endParaRPr>
          </a:p>
          <a:p>
            <a:pPr marL="355600" marR="5080" indent="-342900">
              <a:lnSpc>
                <a:spcPts val="3820"/>
              </a:lnSpc>
              <a:buFont typeface="Arial" panose="020B0604020202020204" pitchFamily="34" charset="0"/>
              <a:buChar char="•"/>
            </a:pPr>
            <a:r>
              <a:rPr sz="2400" dirty="0">
                <a:solidFill>
                  <a:srgbClr val="5E5E5E"/>
                </a:solidFill>
                <a:latin typeface="Comic Sans MS" panose="030F0702030302020204" pitchFamily="66" charset="0"/>
                <a:cs typeface="Calibri" panose="020F0502020204030204" pitchFamily="34" charset="0"/>
              </a:rPr>
              <a:t>An</a:t>
            </a:r>
            <a:r>
              <a:rPr sz="2400" spc="5" dirty="0">
                <a:solidFill>
                  <a:srgbClr val="5E5E5E"/>
                </a:solidFill>
                <a:latin typeface="Comic Sans MS" panose="030F0702030302020204" pitchFamily="66" charset="0"/>
                <a:cs typeface="Calibri" panose="020F0502020204030204" pitchFamily="34" charset="0"/>
              </a:rPr>
              <a:t>a</a:t>
            </a:r>
            <a:r>
              <a:rPr sz="2400" spc="-20" dirty="0">
                <a:solidFill>
                  <a:srgbClr val="5E5E5E"/>
                </a:solidFill>
                <a:latin typeface="Comic Sans MS" panose="030F0702030302020204" pitchFamily="66" charset="0"/>
                <a:cs typeface="Calibri" panose="020F0502020204030204" pitchFamily="34" charset="0"/>
              </a:rPr>
              <a:t>l</a:t>
            </a:r>
            <a:r>
              <a:rPr sz="2400" spc="-10" dirty="0">
                <a:solidFill>
                  <a:srgbClr val="5E5E5E"/>
                </a:solidFill>
                <a:latin typeface="Comic Sans MS" panose="030F0702030302020204" pitchFamily="66" charset="0"/>
                <a:cs typeface="Calibri" panose="020F0502020204030204" pitchFamily="34" charset="0"/>
              </a:rPr>
              <a:t>y</a:t>
            </a:r>
            <a:r>
              <a:rPr sz="2400" spc="-15" dirty="0">
                <a:solidFill>
                  <a:srgbClr val="5E5E5E"/>
                </a:solidFill>
                <a:latin typeface="Comic Sans MS" panose="030F0702030302020204" pitchFamily="66" charset="0"/>
                <a:cs typeface="Calibri" panose="020F0502020204030204" pitchFamily="34" charset="0"/>
              </a:rPr>
              <a:t>s</a:t>
            </a:r>
            <a:r>
              <a:rPr sz="2400" spc="-5" dirty="0">
                <a:solidFill>
                  <a:srgbClr val="5E5E5E"/>
                </a:solidFill>
                <a:latin typeface="Comic Sans MS" panose="030F0702030302020204" pitchFamily="66" charset="0"/>
                <a:cs typeface="Calibri" panose="020F0502020204030204" pitchFamily="34" charset="0"/>
              </a:rPr>
              <a:t>i</a:t>
            </a:r>
            <a:r>
              <a:rPr sz="2400" spc="-10" dirty="0">
                <a:solidFill>
                  <a:srgbClr val="5E5E5E"/>
                </a:solidFill>
                <a:latin typeface="Comic Sans MS" panose="030F0702030302020204" pitchFamily="66" charset="0"/>
                <a:cs typeface="Calibri" panose="020F0502020204030204" pitchFamily="34" charset="0"/>
              </a:rPr>
              <a:t>s </a:t>
            </a:r>
            <a:r>
              <a:rPr sz="2400" spc="-5" dirty="0">
                <a:solidFill>
                  <a:srgbClr val="5E5E5E"/>
                </a:solidFill>
                <a:latin typeface="Comic Sans MS" panose="030F0702030302020204" pitchFamily="66" charset="0"/>
                <a:cs typeface="Calibri" panose="020F0502020204030204" pitchFamily="34" charset="0"/>
              </a:rPr>
              <a:t>D</a:t>
            </a:r>
            <a:r>
              <a:rPr sz="2400" spc="-10" dirty="0">
                <a:solidFill>
                  <a:srgbClr val="5E5E5E"/>
                </a:solidFill>
                <a:latin typeface="Comic Sans MS" panose="030F0702030302020204" pitchFamily="66" charset="0"/>
                <a:cs typeface="Calibri" panose="020F0502020204030204" pitchFamily="34" charset="0"/>
              </a:rPr>
              <a:t>r</a:t>
            </a:r>
            <a:r>
              <a:rPr sz="2400" spc="-15" dirty="0">
                <a:solidFill>
                  <a:srgbClr val="5E5E5E"/>
                </a:solidFill>
                <a:latin typeface="Comic Sans MS" panose="030F0702030302020204" pitchFamily="66" charset="0"/>
                <a:cs typeface="Calibri" panose="020F0502020204030204" pitchFamily="34" charset="0"/>
              </a:rPr>
              <a:t>i</a:t>
            </a:r>
            <a:r>
              <a:rPr sz="2400" spc="-5" dirty="0">
                <a:solidFill>
                  <a:srgbClr val="5E5E5E"/>
                </a:solidFill>
                <a:latin typeface="Comic Sans MS" panose="030F0702030302020204" pitchFamily="66" charset="0"/>
                <a:cs typeface="Calibri" panose="020F0502020204030204" pitchFamily="34" charset="0"/>
              </a:rPr>
              <a:t>v</a:t>
            </a:r>
            <a:r>
              <a:rPr sz="2400" spc="5" dirty="0">
                <a:solidFill>
                  <a:srgbClr val="5E5E5E"/>
                </a:solidFill>
                <a:latin typeface="Comic Sans MS" panose="030F0702030302020204" pitchFamily="66" charset="0"/>
                <a:cs typeface="Calibri" panose="020F0502020204030204" pitchFamily="34" charset="0"/>
              </a:rPr>
              <a:t>e</a:t>
            </a:r>
            <a:r>
              <a:rPr sz="2400" dirty="0">
                <a:solidFill>
                  <a:srgbClr val="5E5E5E"/>
                </a:solidFill>
                <a:latin typeface="Comic Sans MS" panose="030F0702030302020204" pitchFamily="66" charset="0"/>
                <a:cs typeface="Calibri" panose="020F0502020204030204" pitchFamily="34" charset="0"/>
              </a:rPr>
              <a:t>n</a:t>
            </a:r>
            <a:r>
              <a:rPr sz="2400" spc="-5" dirty="0">
                <a:solidFill>
                  <a:srgbClr val="5E5E5E"/>
                </a:solidFill>
                <a:latin typeface="Comic Sans MS" panose="030F0702030302020204" pitchFamily="66" charset="0"/>
                <a:cs typeface="Calibri" panose="020F0502020204030204" pitchFamily="34" charset="0"/>
              </a:rPr>
              <a:t> </a:t>
            </a:r>
            <a:r>
              <a:rPr sz="2400" spc="-20" dirty="0">
                <a:solidFill>
                  <a:srgbClr val="5E5E5E"/>
                </a:solidFill>
                <a:latin typeface="Comic Sans MS" panose="030F0702030302020204" pitchFamily="66" charset="0"/>
                <a:cs typeface="Calibri" panose="020F0502020204030204" pitchFamily="34" charset="0"/>
              </a:rPr>
              <a:t>O</a:t>
            </a:r>
            <a:r>
              <a:rPr sz="2400" spc="-5" dirty="0">
                <a:solidFill>
                  <a:srgbClr val="5E5E5E"/>
                </a:solidFill>
                <a:latin typeface="Comic Sans MS" panose="030F0702030302020204" pitchFamily="66" charset="0"/>
                <a:cs typeface="Calibri" panose="020F0502020204030204" pitchFamily="34" charset="0"/>
              </a:rPr>
              <a:t>pti</a:t>
            </a:r>
            <a:r>
              <a:rPr sz="2400" spc="5" dirty="0">
                <a:solidFill>
                  <a:srgbClr val="5E5E5E"/>
                </a:solidFill>
                <a:latin typeface="Comic Sans MS" panose="030F0702030302020204" pitchFamily="66" charset="0"/>
                <a:cs typeface="Calibri" panose="020F0502020204030204" pitchFamily="34" charset="0"/>
              </a:rPr>
              <a:t>m</a:t>
            </a:r>
            <a:r>
              <a:rPr sz="2400" spc="-5" dirty="0">
                <a:solidFill>
                  <a:srgbClr val="5E5E5E"/>
                </a:solidFill>
                <a:latin typeface="Comic Sans MS" panose="030F0702030302020204" pitchFamily="66" charset="0"/>
                <a:cs typeface="Calibri" panose="020F0502020204030204" pitchFamily="34" charset="0"/>
              </a:rPr>
              <a:t>i</a:t>
            </a:r>
            <a:r>
              <a:rPr sz="2400" spc="-15" dirty="0">
                <a:solidFill>
                  <a:srgbClr val="5E5E5E"/>
                </a:solidFill>
                <a:latin typeface="Comic Sans MS" panose="030F0702030302020204" pitchFamily="66" charset="0"/>
                <a:cs typeface="Calibri" panose="020F0502020204030204" pitchFamily="34" charset="0"/>
              </a:rPr>
              <a:t>z</a:t>
            </a:r>
            <a:r>
              <a:rPr sz="2400" spc="5"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ti</a:t>
            </a:r>
            <a:r>
              <a:rPr sz="2400" spc="-15" dirty="0">
                <a:solidFill>
                  <a:srgbClr val="5E5E5E"/>
                </a:solidFill>
                <a:latin typeface="Comic Sans MS" panose="030F0702030302020204" pitchFamily="66" charset="0"/>
                <a:cs typeface="Calibri" panose="020F0502020204030204" pitchFamily="34" charset="0"/>
              </a:rPr>
              <a:t>o</a:t>
            </a:r>
            <a:r>
              <a:rPr sz="2400" dirty="0">
                <a:solidFill>
                  <a:srgbClr val="5E5E5E"/>
                </a:solidFill>
                <a:latin typeface="Comic Sans MS" panose="030F0702030302020204" pitchFamily="66" charset="0"/>
                <a:cs typeface="Calibri" panose="020F0502020204030204" pitchFamily="34" charset="0"/>
              </a:rPr>
              <a:t>n</a:t>
            </a:r>
            <a:endParaRPr sz="2400" dirty="0">
              <a:latin typeface="Comic Sans MS" panose="030F0702030302020204" pitchFamily="66" charset="0"/>
              <a:cs typeface="Calibri" panose="020F0502020204030204" pitchFamily="34" charset="0"/>
            </a:endParaRPr>
          </a:p>
          <a:p>
            <a:pPr marL="355600" indent="-342900">
              <a:lnSpc>
                <a:spcPct val="100000"/>
              </a:lnSpc>
              <a:spcBef>
                <a:spcPts val="1130"/>
              </a:spcBef>
              <a:buFont typeface="Arial" panose="020B0604020202020204" pitchFamily="34" charset="0"/>
              <a:buChar char="•"/>
            </a:pPr>
            <a:r>
              <a:rPr sz="2400" spc="-15" dirty="0">
                <a:solidFill>
                  <a:srgbClr val="5E5E5E"/>
                </a:solidFill>
                <a:latin typeface="Comic Sans MS" panose="030F0702030302020204" pitchFamily="66" charset="0"/>
                <a:cs typeface="Calibri" panose="020F0502020204030204" pitchFamily="34" charset="0"/>
              </a:rPr>
              <a:t>Coo</a:t>
            </a:r>
            <a:r>
              <a:rPr sz="2400" spc="-5" dirty="0">
                <a:solidFill>
                  <a:srgbClr val="5E5E5E"/>
                </a:solidFill>
                <a:latin typeface="Comic Sans MS" panose="030F0702030302020204" pitchFamily="66" charset="0"/>
                <a:cs typeface="Calibri" panose="020F0502020204030204" pitchFamily="34" charset="0"/>
              </a:rPr>
              <a:t>p</a:t>
            </a:r>
            <a:r>
              <a:rPr sz="2400" spc="5" dirty="0">
                <a:solidFill>
                  <a:srgbClr val="5E5E5E"/>
                </a:solidFill>
                <a:latin typeface="Comic Sans MS" panose="030F0702030302020204" pitchFamily="66" charset="0"/>
                <a:cs typeface="Calibri" panose="020F0502020204030204" pitchFamily="34" charset="0"/>
              </a:rPr>
              <a:t>e</a:t>
            </a:r>
            <a:r>
              <a:rPr sz="2400" spc="-10" dirty="0">
                <a:solidFill>
                  <a:srgbClr val="5E5E5E"/>
                </a:solidFill>
                <a:latin typeface="Comic Sans MS" panose="030F0702030302020204" pitchFamily="66" charset="0"/>
                <a:cs typeface="Calibri" panose="020F0502020204030204" pitchFamily="34" charset="0"/>
              </a:rPr>
              <a:t>r</a:t>
            </a:r>
            <a:r>
              <a:rPr sz="2400" spc="5" dirty="0">
                <a:solidFill>
                  <a:srgbClr val="5E5E5E"/>
                </a:solidFill>
                <a:latin typeface="Comic Sans MS" panose="030F0702030302020204" pitchFamily="66" charset="0"/>
                <a:cs typeface="Calibri" panose="020F0502020204030204" pitchFamily="34" charset="0"/>
              </a:rPr>
              <a:t>a</a:t>
            </a:r>
            <a:r>
              <a:rPr sz="2400" spc="-5" dirty="0">
                <a:solidFill>
                  <a:srgbClr val="5E5E5E"/>
                </a:solidFill>
                <a:latin typeface="Comic Sans MS" panose="030F0702030302020204" pitchFamily="66" charset="0"/>
                <a:cs typeface="Calibri" panose="020F0502020204030204" pitchFamily="34" charset="0"/>
              </a:rPr>
              <a:t>t</a:t>
            </a:r>
            <a:r>
              <a:rPr sz="2400" dirty="0">
                <a:solidFill>
                  <a:srgbClr val="5E5E5E"/>
                </a:solidFill>
                <a:latin typeface="Comic Sans MS" panose="030F0702030302020204" pitchFamily="66" charset="0"/>
                <a:cs typeface="Calibri" panose="020F0502020204030204" pitchFamily="34" charset="0"/>
              </a:rPr>
              <a:t>i</a:t>
            </a:r>
            <a:r>
              <a:rPr sz="2400" spc="-5" dirty="0">
                <a:solidFill>
                  <a:srgbClr val="5E5E5E"/>
                </a:solidFill>
                <a:latin typeface="Comic Sans MS" panose="030F0702030302020204" pitchFamily="66" charset="0"/>
                <a:cs typeface="Calibri" panose="020F0502020204030204" pitchFamily="34" charset="0"/>
              </a:rPr>
              <a:t>v</a:t>
            </a:r>
            <a:r>
              <a:rPr sz="2400" dirty="0">
                <a:solidFill>
                  <a:srgbClr val="5E5E5E"/>
                </a:solidFill>
                <a:latin typeface="Comic Sans MS" panose="030F0702030302020204" pitchFamily="66" charset="0"/>
                <a:cs typeface="Calibri" panose="020F0502020204030204" pitchFamily="34" charset="0"/>
              </a:rPr>
              <a:t>e </a:t>
            </a:r>
            <a:r>
              <a:rPr sz="2400" spc="-10" dirty="0">
                <a:solidFill>
                  <a:srgbClr val="5E5E5E"/>
                </a:solidFill>
                <a:latin typeface="Comic Sans MS" panose="030F0702030302020204" pitchFamily="66" charset="0"/>
                <a:cs typeface="Calibri" panose="020F0502020204030204" pitchFamily="34" charset="0"/>
              </a:rPr>
              <a:t>Gr</a:t>
            </a:r>
            <a:r>
              <a:rPr sz="2400" spc="-15" dirty="0">
                <a:solidFill>
                  <a:srgbClr val="5E5E5E"/>
                </a:solidFill>
                <a:latin typeface="Comic Sans MS" panose="030F0702030302020204" pitchFamily="66" charset="0"/>
                <a:cs typeface="Calibri" panose="020F0502020204030204" pitchFamily="34" charset="0"/>
              </a:rPr>
              <a:t>o</a:t>
            </a:r>
            <a:r>
              <a:rPr sz="2400" dirty="0">
                <a:solidFill>
                  <a:srgbClr val="5E5E5E"/>
                </a:solidFill>
                <a:latin typeface="Comic Sans MS" panose="030F0702030302020204" pitchFamily="66" charset="0"/>
                <a:cs typeface="Calibri" panose="020F0502020204030204" pitchFamily="34" charset="0"/>
              </a:rPr>
              <a:t>u</a:t>
            </a:r>
            <a:r>
              <a:rPr sz="2400" spc="-5" dirty="0">
                <a:solidFill>
                  <a:srgbClr val="5E5E5E"/>
                </a:solidFill>
                <a:latin typeface="Comic Sans MS" panose="030F0702030302020204" pitchFamily="66" charset="0"/>
                <a:cs typeface="Calibri" panose="020F0502020204030204" pitchFamily="34" charset="0"/>
              </a:rPr>
              <a:t>p</a:t>
            </a:r>
            <a:r>
              <a:rPr sz="2400" spc="-10" dirty="0">
                <a:solidFill>
                  <a:srgbClr val="5E5E5E"/>
                </a:solidFill>
                <a:latin typeface="Comic Sans MS" panose="030F0702030302020204" pitchFamily="66" charset="0"/>
                <a:cs typeface="Calibri" panose="020F0502020204030204" pitchFamily="34" charset="0"/>
              </a:rPr>
              <a:t>s</a:t>
            </a:r>
            <a:endParaRPr sz="2400" dirty="0">
              <a:latin typeface="Comic Sans MS" panose="030F0702030302020204" pitchFamily="66" charset="0"/>
              <a:cs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90282"/>
            <a:ext cx="10268972" cy="553998"/>
          </a:xfrm>
          <a:prstGeom prst="rect">
            <a:avLst/>
          </a:prstGeom>
        </p:spPr>
        <p:txBody>
          <a:bodyPr vert="horz" wrap="square" lIns="0" tIns="0" rIns="0" bIns="0" rtlCol="0">
            <a:spAutoFit/>
          </a:bodyPr>
          <a:lstStyle/>
          <a:p>
            <a:pPr marL="2757805">
              <a:lnSpc>
                <a:spcPct val="100000"/>
              </a:lnSpc>
            </a:pPr>
            <a:r>
              <a:rPr sz="3600" b="1" spc="-5" dirty="0">
                <a:latin typeface="Comic Sans MS" panose="030F0702030302020204" pitchFamily="66" charset="0"/>
              </a:rPr>
              <a:t>F</a:t>
            </a:r>
            <a:r>
              <a:rPr sz="3600" b="1" dirty="0">
                <a:latin typeface="Comic Sans MS" panose="030F0702030302020204" pitchFamily="66" charset="0"/>
              </a:rPr>
              <a:t>UR</a:t>
            </a:r>
            <a:r>
              <a:rPr sz="3600" b="1" spc="-30" dirty="0">
                <a:latin typeface="Comic Sans MS" panose="030F0702030302020204" pitchFamily="66" charset="0"/>
              </a:rPr>
              <a:t>T</a:t>
            </a:r>
            <a:r>
              <a:rPr sz="3600" b="1" spc="-35" dirty="0">
                <a:latin typeface="Comic Sans MS" panose="030F0702030302020204" pitchFamily="66" charset="0"/>
              </a:rPr>
              <a:t>H</a:t>
            </a:r>
            <a:r>
              <a:rPr sz="3600" b="1" spc="-25" dirty="0">
                <a:latin typeface="Comic Sans MS" panose="030F0702030302020204" pitchFamily="66" charset="0"/>
              </a:rPr>
              <a:t>E</a:t>
            </a:r>
            <a:r>
              <a:rPr sz="3600" b="1" dirty="0">
                <a:latin typeface="Comic Sans MS" panose="030F0702030302020204" pitchFamily="66" charset="0"/>
              </a:rPr>
              <a:t>R</a:t>
            </a:r>
            <a:r>
              <a:rPr sz="3600" b="1" spc="5" dirty="0">
                <a:latin typeface="Comic Sans MS" panose="030F0702030302020204" pitchFamily="66" charset="0"/>
              </a:rPr>
              <a:t> </a:t>
            </a:r>
            <a:r>
              <a:rPr sz="3600" b="1" spc="-20" dirty="0">
                <a:latin typeface="Comic Sans MS" panose="030F0702030302020204" pitchFamily="66" charset="0"/>
              </a:rPr>
              <a:t>S</a:t>
            </a:r>
            <a:r>
              <a:rPr sz="3600" b="1" spc="-5" dirty="0">
                <a:latin typeface="Comic Sans MS" panose="030F0702030302020204" pitchFamily="66" charset="0"/>
              </a:rPr>
              <a:t>T</a:t>
            </a:r>
            <a:r>
              <a:rPr sz="3600" b="1" dirty="0">
                <a:latin typeface="Comic Sans MS" panose="030F0702030302020204" pitchFamily="66" charset="0"/>
              </a:rPr>
              <a:t>UDY</a:t>
            </a:r>
          </a:p>
        </p:txBody>
      </p:sp>
      <p:sp>
        <p:nvSpPr>
          <p:cNvPr id="3" name="object 3"/>
          <p:cNvSpPr txBox="1"/>
          <p:nvPr/>
        </p:nvSpPr>
        <p:spPr>
          <a:xfrm>
            <a:off x="424650" y="1225855"/>
            <a:ext cx="10395749" cy="4626651"/>
          </a:xfrm>
          <a:prstGeom prst="rect">
            <a:avLst/>
          </a:prstGeom>
        </p:spPr>
        <p:txBody>
          <a:bodyPr vert="horz" wrap="square" lIns="0" tIns="0" rIns="0" bIns="0" rtlCol="0">
            <a:spAutoFit/>
          </a:bodyPr>
          <a:lstStyle/>
          <a:p>
            <a:pPr marL="12700">
              <a:lnSpc>
                <a:spcPct val="100000"/>
              </a:lnSpc>
            </a:pPr>
            <a:r>
              <a:rPr spc="-5" dirty="0">
                <a:solidFill>
                  <a:srgbClr val="5E5E5E"/>
                </a:solidFill>
                <a:latin typeface="Comic Sans MS" panose="030F0702030302020204" pitchFamily="66" charset="0"/>
                <a:cs typeface="Calibri" panose="020F0502020204030204" pitchFamily="34" charset="0"/>
              </a:rPr>
              <a:t>U</a:t>
            </a:r>
            <a:r>
              <a:rPr dirty="0">
                <a:solidFill>
                  <a:srgbClr val="5E5E5E"/>
                </a:solidFill>
                <a:latin typeface="Comic Sans MS" panose="030F0702030302020204" pitchFamily="66" charset="0"/>
                <a:cs typeface="Calibri" panose="020F0502020204030204" pitchFamily="34" charset="0"/>
              </a:rPr>
              <a:t>M</a:t>
            </a:r>
            <a:r>
              <a:rPr spc="-10"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b</a:t>
            </a:r>
            <a:r>
              <a:rPr dirty="0">
                <a:solidFill>
                  <a:srgbClr val="5E5E5E"/>
                </a:solidFill>
                <a:latin typeface="Comic Sans MS" panose="030F0702030302020204" pitchFamily="66" charset="0"/>
                <a:cs typeface="Calibri" panose="020F0502020204030204" pitchFamily="34" charset="0"/>
              </a:rPr>
              <a:t>a</a:t>
            </a:r>
            <a:r>
              <a:rPr spc="-15" dirty="0">
                <a:solidFill>
                  <a:srgbClr val="5E5E5E"/>
                </a:solidFill>
                <a:latin typeface="Comic Sans MS" panose="030F0702030302020204" pitchFamily="66" charset="0"/>
                <a:cs typeface="Calibri" panose="020F0502020204030204" pitchFamily="34" charset="0"/>
              </a:rPr>
              <a:t>si</a:t>
            </a:r>
            <a:r>
              <a:rPr spc="-5" dirty="0">
                <a:solidFill>
                  <a:srgbClr val="5E5E5E"/>
                </a:solidFill>
                <a:latin typeface="Comic Sans MS" panose="030F0702030302020204" pitchFamily="66" charset="0"/>
                <a:cs typeface="Calibri" panose="020F0502020204030204" pitchFamily="34" charset="0"/>
              </a:rPr>
              <a:t>cs:</a:t>
            </a:r>
            <a:endParaRPr dirty="0">
              <a:latin typeface="Comic Sans MS" panose="030F0702030302020204" pitchFamily="66" charset="0"/>
              <a:cs typeface="Calibri" panose="020F0502020204030204" pitchFamily="34" charset="0"/>
            </a:endParaRPr>
          </a:p>
          <a:p>
            <a:pPr marL="584200" marR="3246120">
              <a:lnSpc>
                <a:spcPct val="151000"/>
              </a:lnSpc>
              <a:spcBef>
                <a:spcPts val="55"/>
              </a:spcBef>
            </a:pPr>
            <a:r>
              <a:rPr sz="1600" u="heavy" dirty="0">
                <a:solidFill>
                  <a:srgbClr val="76B900"/>
                </a:solidFill>
                <a:latin typeface="Comic Sans MS" panose="030F0702030302020204" pitchFamily="66" charset="0"/>
                <a:cs typeface="Calibri" panose="020F0502020204030204" pitchFamily="34" charset="0"/>
              </a:rPr>
              <a:t>htt</a:t>
            </a:r>
            <a:r>
              <a:rPr sz="1600" u="heavy" spc="-5" dirty="0">
                <a:solidFill>
                  <a:srgbClr val="76B900"/>
                </a:solidFill>
                <a:latin typeface="Comic Sans MS" panose="030F0702030302020204" pitchFamily="66" charset="0"/>
                <a:cs typeface="Calibri" panose="020F0502020204030204" pitchFamily="34" charset="0"/>
              </a:rPr>
              <a:t>p</a:t>
            </a:r>
            <a:r>
              <a:rPr sz="1600" u="heavy" spc="-10" dirty="0">
                <a:solidFill>
                  <a:srgbClr val="76B900"/>
                </a:solidFill>
                <a:latin typeface="Comic Sans MS" panose="030F0702030302020204" pitchFamily="66" charset="0"/>
                <a:cs typeface="Calibri" panose="020F0502020204030204" pitchFamily="34" charset="0"/>
              </a:rPr>
              <a:t>s</a:t>
            </a:r>
            <a:r>
              <a:rPr sz="1600" u="heavy" spc="-15"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e</a:t>
            </a:r>
            <a:r>
              <a:rPr sz="1600" u="heavy" spc="-10" dirty="0">
                <a:solidFill>
                  <a:srgbClr val="76B900"/>
                </a:solidFill>
                <a:latin typeface="Comic Sans MS" panose="030F0702030302020204" pitchFamily="66" charset="0"/>
                <a:cs typeface="Calibri" panose="020F0502020204030204" pitchFamily="34" charset="0"/>
              </a:rPr>
              <a:t>v</a:t>
            </a:r>
            <a:r>
              <a:rPr sz="1600" u="heavy" spc="-5" dirty="0">
                <a:solidFill>
                  <a:srgbClr val="76B900"/>
                </a:solidFill>
                <a:latin typeface="Comic Sans MS" panose="030F0702030302020204" pitchFamily="66" charset="0"/>
                <a:cs typeface="Calibri" panose="020F0502020204030204" pitchFamily="34" charset="0"/>
              </a:rPr>
              <a:t>b</a:t>
            </a:r>
            <a:r>
              <a:rPr sz="1600" u="heavy" spc="-10" dirty="0">
                <a:solidFill>
                  <a:srgbClr val="76B900"/>
                </a:solidFill>
                <a:latin typeface="Comic Sans MS" panose="030F0702030302020204" pitchFamily="66" charset="0"/>
                <a:cs typeface="Calibri" panose="020F0502020204030204" pitchFamily="34" charset="0"/>
              </a:rPr>
              <a:t>lo</a:t>
            </a:r>
            <a:r>
              <a:rPr sz="1600" u="heavy" spc="-15" dirty="0">
                <a:solidFill>
                  <a:srgbClr val="76B900"/>
                </a:solidFill>
                <a:latin typeface="Comic Sans MS" panose="030F0702030302020204" pitchFamily="66" charset="0"/>
                <a:cs typeface="Calibri" panose="020F0502020204030204" pitchFamily="34" charset="0"/>
              </a:rPr>
              <a:t>g</a:t>
            </a:r>
            <a:r>
              <a:rPr sz="1600" u="heavy" spc="-10" dirty="0">
                <a:solidFill>
                  <a:srgbClr val="76B900"/>
                </a:solidFill>
                <a:latin typeface="Comic Sans MS" panose="030F0702030302020204" pitchFamily="66" charset="0"/>
                <a:cs typeface="Calibri" panose="020F0502020204030204" pitchFamily="34" charset="0"/>
              </a:rPr>
              <a:t>s</a:t>
            </a:r>
            <a:r>
              <a:rPr sz="1600" u="heavy" spc="-15" dirty="0">
                <a:solidFill>
                  <a:srgbClr val="76B900"/>
                </a:solidFill>
                <a:latin typeface="Comic Sans MS" panose="030F0702030302020204" pitchFamily="66" charset="0"/>
                <a:cs typeface="Calibri" panose="020F0502020204030204" pitchFamily="34" charset="0"/>
              </a:rPr>
              <a:t>.</a:t>
            </a:r>
            <a:r>
              <a:rPr sz="1600" u="heavy" dirty="0">
                <a:solidFill>
                  <a:srgbClr val="76B900"/>
                </a:solidFill>
                <a:latin typeface="Comic Sans MS" panose="030F0702030302020204" pitchFamily="66" charset="0"/>
                <a:cs typeface="Calibri" panose="020F0502020204030204" pitchFamily="34" charset="0"/>
              </a:rPr>
              <a:t>nv</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d</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a.</a:t>
            </a:r>
            <a:r>
              <a:rPr sz="1600" u="heavy" spc="-10" dirty="0">
                <a:solidFill>
                  <a:srgbClr val="76B900"/>
                </a:solidFill>
                <a:latin typeface="Comic Sans MS" panose="030F0702030302020204" pitchFamily="66" charset="0"/>
                <a:cs typeface="Calibri" panose="020F0502020204030204" pitchFamily="34" charset="0"/>
              </a:rPr>
              <a:t>co</a:t>
            </a:r>
            <a:r>
              <a:rPr sz="1600" u="heavy" spc="-5" dirty="0">
                <a:solidFill>
                  <a:srgbClr val="76B900"/>
                </a:solidFill>
                <a:latin typeface="Comic Sans MS" panose="030F0702030302020204" pitchFamily="66" charset="0"/>
                <a:cs typeface="Calibri" panose="020F0502020204030204" pitchFamily="34" charset="0"/>
              </a:rPr>
              <a:t>m/</a:t>
            </a:r>
            <a:r>
              <a:rPr sz="1600" u="heavy" dirty="0">
                <a:solidFill>
                  <a:srgbClr val="76B900"/>
                </a:solidFill>
                <a:latin typeface="Comic Sans MS" panose="030F0702030302020204" pitchFamily="66" charset="0"/>
                <a:cs typeface="Calibri" panose="020F0502020204030204" pitchFamily="34" charset="0"/>
              </a:rPr>
              <a:t>un</a:t>
            </a:r>
            <a:r>
              <a:rPr sz="1600" u="heavy" spc="5" dirty="0">
                <a:solidFill>
                  <a:srgbClr val="76B900"/>
                </a:solidFill>
                <a:latin typeface="Comic Sans MS" panose="030F0702030302020204" pitchFamily="66" charset="0"/>
                <a:cs typeface="Calibri" panose="020F0502020204030204" pitchFamily="34" charset="0"/>
              </a:rPr>
              <a:t>i</a:t>
            </a:r>
            <a:r>
              <a:rPr sz="1600" u="heavy" spc="-15" dirty="0">
                <a:solidFill>
                  <a:srgbClr val="76B900"/>
                </a:solidFill>
                <a:latin typeface="Comic Sans MS" panose="030F0702030302020204" pitchFamily="66" charset="0"/>
                <a:cs typeface="Calibri" panose="020F0502020204030204" pitchFamily="34" charset="0"/>
              </a:rPr>
              <a:t>f</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ed-</a:t>
            </a:r>
            <a:r>
              <a:rPr sz="1600" u="heavy" spc="-5" dirty="0">
                <a:solidFill>
                  <a:srgbClr val="76B900"/>
                </a:solidFill>
                <a:latin typeface="Comic Sans MS" panose="030F0702030302020204" pitchFamily="66" charset="0"/>
                <a:cs typeface="Calibri" panose="020F0502020204030204" pitchFamily="34" charset="0"/>
              </a:rPr>
              <a:t>m</a:t>
            </a:r>
            <a:r>
              <a:rPr sz="1600" u="heavy" dirty="0">
                <a:solidFill>
                  <a:srgbClr val="76B900"/>
                </a:solidFill>
                <a:latin typeface="Comic Sans MS" panose="030F0702030302020204" pitchFamily="66" charset="0"/>
                <a:cs typeface="Calibri" panose="020F0502020204030204" pitchFamily="34" charset="0"/>
              </a:rPr>
              <a:t>e</a:t>
            </a:r>
            <a:r>
              <a:rPr sz="1600" u="heavy" spc="-20" dirty="0">
                <a:solidFill>
                  <a:srgbClr val="76B900"/>
                </a:solidFill>
                <a:latin typeface="Comic Sans MS" panose="030F0702030302020204" pitchFamily="66" charset="0"/>
                <a:cs typeface="Calibri" panose="020F0502020204030204" pitchFamily="34" charset="0"/>
              </a:rPr>
              <a:t>m</a:t>
            </a:r>
            <a:r>
              <a:rPr sz="1600" u="heavy" spc="-10" dirty="0">
                <a:solidFill>
                  <a:srgbClr val="76B900"/>
                </a:solidFill>
                <a:latin typeface="Comic Sans MS" panose="030F0702030302020204" pitchFamily="66" charset="0"/>
                <a:cs typeface="Calibri" panose="020F0502020204030204" pitchFamily="34" charset="0"/>
              </a:rPr>
              <a:t>or</a:t>
            </a:r>
            <a:r>
              <a:rPr sz="1600" u="heavy" spc="-5" dirty="0">
                <a:solidFill>
                  <a:srgbClr val="76B900"/>
                </a:solidFill>
                <a:latin typeface="Comic Sans MS" panose="030F0702030302020204" pitchFamily="66" charset="0"/>
                <a:cs typeface="Calibri" panose="020F0502020204030204" pitchFamily="34" charset="0"/>
              </a:rPr>
              <a:t>y</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c</a:t>
            </a:r>
            <a:r>
              <a:rPr sz="1600" u="heavy" dirty="0">
                <a:solidFill>
                  <a:srgbClr val="76B900"/>
                </a:solidFill>
                <a:latin typeface="Comic Sans MS" panose="030F0702030302020204" pitchFamily="66" charset="0"/>
                <a:cs typeface="Calibri" panose="020F0502020204030204" pitchFamily="34" charset="0"/>
              </a:rPr>
              <a:t>u</a:t>
            </a:r>
            <a:r>
              <a:rPr sz="1600" u="heavy" spc="-5" dirty="0">
                <a:solidFill>
                  <a:srgbClr val="76B900"/>
                </a:solidFill>
                <a:latin typeface="Comic Sans MS" panose="030F0702030302020204" pitchFamily="66" charset="0"/>
                <a:cs typeface="Calibri" panose="020F0502020204030204" pitchFamily="34" charset="0"/>
              </a:rPr>
              <a:t>da</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b</a:t>
            </a:r>
            <a:r>
              <a:rPr sz="1600" u="heavy" dirty="0">
                <a:solidFill>
                  <a:srgbClr val="76B900"/>
                </a:solidFill>
                <a:latin typeface="Comic Sans MS" panose="030F0702030302020204" pitchFamily="66" charset="0"/>
                <a:cs typeface="Calibri" panose="020F0502020204030204" pitchFamily="34" charset="0"/>
              </a:rPr>
              <a:t>e</a:t>
            </a:r>
            <a:r>
              <a:rPr sz="1600" u="heavy" spc="-5" dirty="0">
                <a:solidFill>
                  <a:srgbClr val="76B900"/>
                </a:solidFill>
                <a:latin typeface="Comic Sans MS" panose="030F0702030302020204" pitchFamily="66" charset="0"/>
                <a:cs typeface="Calibri" panose="020F0502020204030204" pitchFamily="34" charset="0"/>
              </a:rPr>
              <a:t>g</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nne</a:t>
            </a:r>
            <a:r>
              <a:rPr sz="1600" u="heavy" spc="-10" dirty="0">
                <a:solidFill>
                  <a:srgbClr val="76B900"/>
                </a:solidFill>
                <a:latin typeface="Comic Sans MS" panose="030F0702030302020204" pitchFamily="66" charset="0"/>
                <a:cs typeface="Calibri" panose="020F0502020204030204" pitchFamily="34" charset="0"/>
              </a:rPr>
              <a:t>rs</a:t>
            </a:r>
            <a:r>
              <a:rPr sz="1600" u="heavy" dirty="0">
                <a:solidFill>
                  <a:srgbClr val="76B900"/>
                </a:solidFill>
                <a:latin typeface="Comic Sans MS" panose="030F0702030302020204" pitchFamily="66" charset="0"/>
                <a:cs typeface="Calibri" panose="020F0502020204030204" pitchFamily="34" charset="0"/>
              </a:rPr>
              <a:t>/</a:t>
            </a:r>
            <a:r>
              <a:rPr sz="1600" dirty="0">
                <a:solidFill>
                  <a:srgbClr val="76B900"/>
                </a:solidFill>
                <a:latin typeface="Comic Sans MS" panose="030F0702030302020204" pitchFamily="66" charset="0"/>
                <a:cs typeface="Calibri" panose="020F0502020204030204" pitchFamily="34" charset="0"/>
              </a:rPr>
              <a:t> </a:t>
            </a:r>
            <a:r>
              <a:rPr sz="1600" u="heavy" dirty="0">
                <a:solidFill>
                  <a:srgbClr val="76B900"/>
                </a:solidFill>
                <a:latin typeface="Comic Sans MS" panose="030F0702030302020204" pitchFamily="66" charset="0"/>
                <a:cs typeface="Calibri" panose="020F0502020204030204" pitchFamily="34" charset="0"/>
              </a:rPr>
              <a:t>htt</a:t>
            </a:r>
            <a:r>
              <a:rPr sz="1600" u="heavy" spc="-5" dirty="0">
                <a:solidFill>
                  <a:srgbClr val="76B900"/>
                </a:solidFill>
                <a:latin typeface="Comic Sans MS" panose="030F0702030302020204" pitchFamily="66" charset="0"/>
                <a:cs typeface="Calibri" panose="020F0502020204030204" pitchFamily="34" charset="0"/>
              </a:rPr>
              <a:t>p</a:t>
            </a:r>
            <a:r>
              <a:rPr sz="1600" u="heavy" spc="-10" dirty="0">
                <a:solidFill>
                  <a:srgbClr val="76B900"/>
                </a:solidFill>
                <a:latin typeface="Comic Sans MS" panose="030F0702030302020204" pitchFamily="66" charset="0"/>
                <a:cs typeface="Calibri" panose="020F0502020204030204" pitchFamily="34" charset="0"/>
              </a:rPr>
              <a:t>s</a:t>
            </a:r>
            <a:r>
              <a:rPr sz="1600" u="heavy" spc="-15"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e</a:t>
            </a:r>
            <a:r>
              <a:rPr sz="1600" u="heavy" spc="-10" dirty="0">
                <a:solidFill>
                  <a:srgbClr val="76B900"/>
                </a:solidFill>
                <a:latin typeface="Comic Sans MS" panose="030F0702030302020204" pitchFamily="66" charset="0"/>
                <a:cs typeface="Calibri" panose="020F0502020204030204" pitchFamily="34" charset="0"/>
              </a:rPr>
              <a:t>v</a:t>
            </a:r>
            <a:r>
              <a:rPr sz="1600" u="heavy" spc="-5" dirty="0">
                <a:solidFill>
                  <a:srgbClr val="76B900"/>
                </a:solidFill>
                <a:latin typeface="Comic Sans MS" panose="030F0702030302020204" pitchFamily="66" charset="0"/>
                <a:cs typeface="Calibri" panose="020F0502020204030204" pitchFamily="34" charset="0"/>
              </a:rPr>
              <a:t>b</a:t>
            </a:r>
            <a:r>
              <a:rPr sz="1600" u="heavy" spc="-10" dirty="0">
                <a:solidFill>
                  <a:srgbClr val="76B900"/>
                </a:solidFill>
                <a:latin typeface="Comic Sans MS" panose="030F0702030302020204" pitchFamily="66" charset="0"/>
                <a:cs typeface="Calibri" panose="020F0502020204030204" pitchFamily="34" charset="0"/>
              </a:rPr>
              <a:t>lo</a:t>
            </a:r>
            <a:r>
              <a:rPr sz="1600" u="heavy" spc="-15" dirty="0">
                <a:solidFill>
                  <a:srgbClr val="76B900"/>
                </a:solidFill>
                <a:latin typeface="Comic Sans MS" panose="030F0702030302020204" pitchFamily="66" charset="0"/>
                <a:cs typeface="Calibri" panose="020F0502020204030204" pitchFamily="34" charset="0"/>
              </a:rPr>
              <a:t>g</a:t>
            </a:r>
            <a:r>
              <a:rPr sz="1600" u="heavy" spc="-10" dirty="0">
                <a:solidFill>
                  <a:srgbClr val="76B900"/>
                </a:solidFill>
                <a:latin typeface="Comic Sans MS" panose="030F0702030302020204" pitchFamily="66" charset="0"/>
                <a:cs typeface="Calibri" panose="020F0502020204030204" pitchFamily="34" charset="0"/>
              </a:rPr>
              <a:t>s</a:t>
            </a:r>
            <a:r>
              <a:rPr sz="1600" u="heavy" spc="-15" dirty="0">
                <a:solidFill>
                  <a:srgbClr val="76B900"/>
                </a:solidFill>
                <a:latin typeface="Comic Sans MS" panose="030F0702030302020204" pitchFamily="66" charset="0"/>
                <a:cs typeface="Calibri" panose="020F0502020204030204" pitchFamily="34" charset="0"/>
              </a:rPr>
              <a:t>.</a:t>
            </a:r>
            <a:r>
              <a:rPr sz="1600" u="heavy" dirty="0">
                <a:solidFill>
                  <a:srgbClr val="76B900"/>
                </a:solidFill>
                <a:latin typeface="Comic Sans MS" panose="030F0702030302020204" pitchFamily="66" charset="0"/>
                <a:cs typeface="Calibri" panose="020F0502020204030204" pitchFamily="34" charset="0"/>
              </a:rPr>
              <a:t>nv</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d</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a.</a:t>
            </a:r>
            <a:r>
              <a:rPr sz="1600" u="heavy" spc="-10" dirty="0">
                <a:solidFill>
                  <a:srgbClr val="76B900"/>
                </a:solidFill>
                <a:latin typeface="Comic Sans MS" panose="030F0702030302020204" pitchFamily="66" charset="0"/>
                <a:cs typeface="Calibri" panose="020F0502020204030204" pitchFamily="34" charset="0"/>
              </a:rPr>
              <a:t>co</a:t>
            </a:r>
            <a:r>
              <a:rPr sz="1600" u="heavy" spc="-5" dirty="0">
                <a:solidFill>
                  <a:srgbClr val="76B900"/>
                </a:solidFill>
                <a:latin typeface="Comic Sans MS" panose="030F0702030302020204" pitchFamily="66" charset="0"/>
                <a:cs typeface="Calibri" panose="020F0502020204030204" pitchFamily="34" charset="0"/>
              </a:rPr>
              <a:t>m/</a:t>
            </a:r>
            <a:r>
              <a:rPr sz="1600" u="heavy" dirty="0">
                <a:solidFill>
                  <a:srgbClr val="76B900"/>
                </a:solidFill>
                <a:latin typeface="Comic Sans MS" panose="030F0702030302020204" pitchFamily="66" charset="0"/>
                <a:cs typeface="Calibri" panose="020F0502020204030204" pitchFamily="34" charset="0"/>
              </a:rPr>
              <a:t>un</a:t>
            </a:r>
            <a:r>
              <a:rPr sz="1600" u="heavy" spc="5" dirty="0">
                <a:solidFill>
                  <a:srgbClr val="76B900"/>
                </a:solidFill>
                <a:latin typeface="Comic Sans MS" panose="030F0702030302020204" pitchFamily="66" charset="0"/>
                <a:cs typeface="Calibri" panose="020F0502020204030204" pitchFamily="34" charset="0"/>
              </a:rPr>
              <a:t>i</a:t>
            </a:r>
            <a:r>
              <a:rPr sz="1600" u="heavy" spc="-15" dirty="0">
                <a:solidFill>
                  <a:srgbClr val="76B900"/>
                </a:solidFill>
                <a:latin typeface="Comic Sans MS" panose="030F0702030302020204" pitchFamily="66" charset="0"/>
                <a:cs typeface="Calibri" panose="020F0502020204030204" pitchFamily="34" charset="0"/>
              </a:rPr>
              <a:t>f</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ed-</a:t>
            </a:r>
            <a:r>
              <a:rPr sz="1600" u="heavy" spc="-5" dirty="0">
                <a:solidFill>
                  <a:srgbClr val="76B900"/>
                </a:solidFill>
                <a:latin typeface="Comic Sans MS" panose="030F0702030302020204" pitchFamily="66" charset="0"/>
                <a:cs typeface="Calibri" panose="020F0502020204030204" pitchFamily="34" charset="0"/>
              </a:rPr>
              <a:t>m</a:t>
            </a:r>
            <a:r>
              <a:rPr sz="1600" u="heavy" dirty="0">
                <a:solidFill>
                  <a:srgbClr val="76B900"/>
                </a:solidFill>
                <a:latin typeface="Comic Sans MS" panose="030F0702030302020204" pitchFamily="66" charset="0"/>
                <a:cs typeface="Calibri" panose="020F0502020204030204" pitchFamily="34" charset="0"/>
              </a:rPr>
              <a:t>e</a:t>
            </a:r>
            <a:r>
              <a:rPr sz="1600" u="heavy" spc="-20" dirty="0">
                <a:solidFill>
                  <a:srgbClr val="76B900"/>
                </a:solidFill>
                <a:latin typeface="Comic Sans MS" panose="030F0702030302020204" pitchFamily="66" charset="0"/>
                <a:cs typeface="Calibri" panose="020F0502020204030204" pitchFamily="34" charset="0"/>
              </a:rPr>
              <a:t>m</a:t>
            </a:r>
            <a:r>
              <a:rPr sz="1600" u="heavy" spc="-10" dirty="0">
                <a:solidFill>
                  <a:srgbClr val="76B900"/>
                </a:solidFill>
                <a:latin typeface="Comic Sans MS" panose="030F0702030302020204" pitchFamily="66" charset="0"/>
                <a:cs typeface="Calibri" panose="020F0502020204030204" pitchFamily="34" charset="0"/>
              </a:rPr>
              <a:t>or</a:t>
            </a:r>
            <a:r>
              <a:rPr sz="1600" u="heavy" spc="-5" dirty="0">
                <a:solidFill>
                  <a:srgbClr val="76B900"/>
                </a:solidFill>
                <a:latin typeface="Comic Sans MS" panose="030F0702030302020204" pitchFamily="66" charset="0"/>
                <a:cs typeface="Calibri" panose="020F0502020204030204" pitchFamily="34" charset="0"/>
              </a:rPr>
              <a:t>y</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n-</a:t>
            </a:r>
            <a:r>
              <a:rPr sz="1600" u="heavy" spc="-5" dirty="0">
                <a:solidFill>
                  <a:srgbClr val="76B900"/>
                </a:solidFill>
                <a:latin typeface="Comic Sans MS" panose="030F0702030302020204" pitchFamily="66" charset="0"/>
                <a:cs typeface="Calibri" panose="020F0502020204030204" pitchFamily="34" charset="0"/>
              </a:rPr>
              <a:t>c</a:t>
            </a:r>
            <a:r>
              <a:rPr sz="1600" u="heavy" dirty="0">
                <a:solidFill>
                  <a:srgbClr val="76B900"/>
                </a:solidFill>
                <a:latin typeface="Comic Sans MS" panose="030F0702030302020204" pitchFamily="66" charset="0"/>
                <a:cs typeface="Calibri" panose="020F0502020204030204" pitchFamily="34" charset="0"/>
              </a:rPr>
              <a:t>u</a:t>
            </a:r>
            <a:r>
              <a:rPr sz="1600" u="heavy" spc="-5" dirty="0">
                <a:solidFill>
                  <a:srgbClr val="76B900"/>
                </a:solidFill>
                <a:latin typeface="Comic Sans MS" panose="030F0702030302020204" pitchFamily="66" charset="0"/>
                <a:cs typeface="Calibri" panose="020F0502020204030204" pitchFamily="34" charset="0"/>
              </a:rPr>
              <a:t>da</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6/</a:t>
            </a:r>
            <a:endParaRPr sz="1600" dirty="0">
              <a:latin typeface="Comic Sans MS" panose="030F0702030302020204" pitchFamily="66" charset="0"/>
              <a:cs typeface="Calibri" panose="020F0502020204030204" pitchFamily="34" charset="0"/>
            </a:endParaRPr>
          </a:p>
          <a:p>
            <a:pPr marL="12700">
              <a:lnSpc>
                <a:spcPct val="100000"/>
              </a:lnSpc>
              <a:spcBef>
                <a:spcPts val="975"/>
              </a:spcBef>
            </a:pPr>
            <a:r>
              <a:rPr spc="-15" dirty="0">
                <a:solidFill>
                  <a:srgbClr val="5E5E5E"/>
                </a:solidFill>
                <a:latin typeface="Comic Sans MS" panose="030F0702030302020204" pitchFamily="66" charset="0"/>
                <a:cs typeface="Calibri" panose="020F0502020204030204" pitchFamily="34" charset="0"/>
              </a:rPr>
              <a:t>op</a:t>
            </a:r>
            <a:r>
              <a:rPr spc="-5" dirty="0">
                <a:solidFill>
                  <a:srgbClr val="5E5E5E"/>
                </a:solidFill>
                <a:latin typeface="Comic Sans MS" panose="030F0702030302020204" pitchFamily="66" charset="0"/>
                <a:cs typeface="Calibri" panose="020F0502020204030204" pitchFamily="34" charset="0"/>
              </a:rPr>
              <a:t>ti</a:t>
            </a:r>
            <a:r>
              <a:rPr spc="5" dirty="0">
                <a:solidFill>
                  <a:srgbClr val="5E5E5E"/>
                </a:solidFill>
                <a:latin typeface="Comic Sans MS" panose="030F0702030302020204" pitchFamily="66" charset="0"/>
                <a:cs typeface="Calibri" panose="020F0502020204030204" pitchFamily="34" charset="0"/>
              </a:rPr>
              <a:t>m</a:t>
            </a:r>
            <a:r>
              <a:rPr spc="-5" dirty="0">
                <a:solidFill>
                  <a:srgbClr val="5E5E5E"/>
                </a:solidFill>
                <a:latin typeface="Comic Sans MS" panose="030F0702030302020204" pitchFamily="66" charset="0"/>
                <a:cs typeface="Calibri" panose="020F0502020204030204" pitchFamily="34" charset="0"/>
              </a:rPr>
              <a:t>i</a:t>
            </a:r>
            <a:r>
              <a:rPr spc="-20" dirty="0">
                <a:solidFill>
                  <a:srgbClr val="5E5E5E"/>
                </a:solidFill>
                <a:latin typeface="Comic Sans MS" panose="030F0702030302020204" pitchFamily="66" charset="0"/>
                <a:cs typeface="Calibri" panose="020F0502020204030204" pitchFamily="34" charset="0"/>
              </a:rPr>
              <a:t>z</a:t>
            </a:r>
            <a:r>
              <a:rPr dirty="0">
                <a:solidFill>
                  <a:srgbClr val="5E5E5E"/>
                </a:solidFill>
                <a:latin typeface="Comic Sans MS" panose="030F0702030302020204" pitchFamily="66" charset="0"/>
                <a:cs typeface="Calibri" panose="020F0502020204030204" pitchFamily="34" charset="0"/>
              </a:rPr>
              <a:t>a</a:t>
            </a:r>
            <a:r>
              <a:rPr spc="-5" dirty="0">
                <a:solidFill>
                  <a:srgbClr val="5E5E5E"/>
                </a:solidFill>
                <a:latin typeface="Comic Sans MS" panose="030F0702030302020204" pitchFamily="66" charset="0"/>
                <a:cs typeface="Calibri" panose="020F0502020204030204" pitchFamily="34" charset="0"/>
              </a:rPr>
              <a:t>tio</a:t>
            </a:r>
            <a:r>
              <a:rPr dirty="0">
                <a:solidFill>
                  <a:srgbClr val="5E5E5E"/>
                </a:solidFill>
                <a:latin typeface="Comic Sans MS" panose="030F0702030302020204" pitchFamily="66" charset="0"/>
                <a:cs typeface="Calibri" panose="020F0502020204030204" pitchFamily="34" charset="0"/>
              </a:rPr>
              <a:t>n:</a:t>
            </a:r>
            <a:endParaRPr dirty="0">
              <a:latin typeface="Comic Sans MS" panose="030F0702030302020204" pitchFamily="66" charset="0"/>
              <a:cs typeface="Calibri" panose="020F0502020204030204" pitchFamily="34" charset="0"/>
            </a:endParaRPr>
          </a:p>
          <a:p>
            <a:pPr marL="584200">
              <a:lnSpc>
                <a:spcPct val="100000"/>
              </a:lnSpc>
              <a:spcBef>
                <a:spcPts val="1040"/>
              </a:spcBef>
            </a:pPr>
            <a:r>
              <a:rPr sz="1600" u="heavy" dirty="0">
                <a:solidFill>
                  <a:srgbClr val="76B900"/>
                </a:solidFill>
                <a:latin typeface="Comic Sans MS" panose="030F0702030302020204" pitchFamily="66" charset="0"/>
                <a:cs typeface="Calibri" panose="020F0502020204030204" pitchFamily="34" charset="0"/>
              </a:rPr>
              <a:t>htt</a:t>
            </a:r>
            <a:r>
              <a:rPr sz="1600" u="heavy" spc="-5" dirty="0">
                <a:solidFill>
                  <a:srgbClr val="76B900"/>
                </a:solidFill>
                <a:latin typeface="Comic Sans MS" panose="030F0702030302020204" pitchFamily="66" charset="0"/>
                <a:cs typeface="Calibri" panose="020F0502020204030204" pitchFamily="34" charset="0"/>
              </a:rPr>
              <a:t>p</a:t>
            </a:r>
            <a:r>
              <a:rPr sz="1600" u="heavy" spc="-10" dirty="0">
                <a:solidFill>
                  <a:srgbClr val="76B900"/>
                </a:solidFill>
                <a:latin typeface="Comic Sans MS" panose="030F0702030302020204" pitchFamily="66" charset="0"/>
                <a:cs typeface="Calibri" panose="020F0502020204030204" pitchFamily="34" charset="0"/>
              </a:rPr>
              <a:t>s</a:t>
            </a:r>
            <a:r>
              <a:rPr sz="1600" u="heavy" spc="-15"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e</a:t>
            </a:r>
            <a:r>
              <a:rPr sz="1600" u="heavy" spc="-10" dirty="0">
                <a:solidFill>
                  <a:srgbClr val="76B900"/>
                </a:solidFill>
                <a:latin typeface="Comic Sans MS" panose="030F0702030302020204" pitchFamily="66" charset="0"/>
                <a:cs typeface="Calibri" panose="020F0502020204030204" pitchFamily="34" charset="0"/>
              </a:rPr>
              <a:t>v</a:t>
            </a:r>
            <a:r>
              <a:rPr sz="1600" u="heavy" spc="-5" dirty="0">
                <a:solidFill>
                  <a:srgbClr val="76B900"/>
                </a:solidFill>
                <a:latin typeface="Comic Sans MS" panose="030F0702030302020204" pitchFamily="66" charset="0"/>
                <a:cs typeface="Calibri" panose="020F0502020204030204" pitchFamily="34" charset="0"/>
              </a:rPr>
              <a:t>b</a:t>
            </a:r>
            <a:r>
              <a:rPr sz="1600" u="heavy" spc="-10" dirty="0">
                <a:solidFill>
                  <a:srgbClr val="76B900"/>
                </a:solidFill>
                <a:latin typeface="Comic Sans MS" panose="030F0702030302020204" pitchFamily="66" charset="0"/>
                <a:cs typeface="Calibri" panose="020F0502020204030204" pitchFamily="34" charset="0"/>
              </a:rPr>
              <a:t>lo</a:t>
            </a:r>
            <a:r>
              <a:rPr sz="1600" u="heavy" spc="-15" dirty="0">
                <a:solidFill>
                  <a:srgbClr val="76B900"/>
                </a:solidFill>
                <a:latin typeface="Comic Sans MS" panose="030F0702030302020204" pitchFamily="66" charset="0"/>
                <a:cs typeface="Calibri" panose="020F0502020204030204" pitchFamily="34" charset="0"/>
              </a:rPr>
              <a:t>g</a:t>
            </a:r>
            <a:r>
              <a:rPr sz="1600" u="heavy" spc="-10" dirty="0">
                <a:solidFill>
                  <a:srgbClr val="76B900"/>
                </a:solidFill>
                <a:latin typeface="Comic Sans MS" panose="030F0702030302020204" pitchFamily="66" charset="0"/>
                <a:cs typeface="Calibri" panose="020F0502020204030204" pitchFamily="34" charset="0"/>
              </a:rPr>
              <a:t>s</a:t>
            </a:r>
            <a:r>
              <a:rPr sz="1600" u="heavy" spc="-15" dirty="0">
                <a:solidFill>
                  <a:srgbClr val="76B900"/>
                </a:solidFill>
                <a:latin typeface="Comic Sans MS" panose="030F0702030302020204" pitchFamily="66" charset="0"/>
                <a:cs typeface="Calibri" panose="020F0502020204030204" pitchFamily="34" charset="0"/>
              </a:rPr>
              <a:t>.</a:t>
            </a:r>
            <a:r>
              <a:rPr sz="1600" u="heavy" dirty="0">
                <a:solidFill>
                  <a:srgbClr val="76B900"/>
                </a:solidFill>
                <a:latin typeface="Comic Sans MS" panose="030F0702030302020204" pitchFamily="66" charset="0"/>
                <a:cs typeface="Calibri" panose="020F0502020204030204" pitchFamily="34" charset="0"/>
              </a:rPr>
              <a:t>nv</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d</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a.</a:t>
            </a:r>
            <a:r>
              <a:rPr sz="1600" u="heavy" spc="-10" dirty="0">
                <a:solidFill>
                  <a:srgbClr val="76B900"/>
                </a:solidFill>
                <a:latin typeface="Comic Sans MS" panose="030F0702030302020204" pitchFamily="66" charset="0"/>
                <a:cs typeface="Calibri" panose="020F0502020204030204" pitchFamily="34" charset="0"/>
              </a:rPr>
              <a:t>co</a:t>
            </a:r>
            <a:r>
              <a:rPr sz="1600" u="heavy" spc="-5" dirty="0">
                <a:solidFill>
                  <a:srgbClr val="76B900"/>
                </a:solidFill>
                <a:latin typeface="Comic Sans MS" panose="030F0702030302020204" pitchFamily="66" charset="0"/>
                <a:cs typeface="Calibri" panose="020F0502020204030204" pitchFamily="34" charset="0"/>
              </a:rPr>
              <a:t>m/ma</a:t>
            </a:r>
            <a:r>
              <a:rPr sz="1600" u="heavy" spc="-15" dirty="0">
                <a:solidFill>
                  <a:srgbClr val="76B900"/>
                </a:solidFill>
                <a:latin typeface="Comic Sans MS" panose="030F0702030302020204" pitchFamily="66" charset="0"/>
                <a:cs typeface="Calibri" panose="020F0502020204030204" pitchFamily="34" charset="0"/>
              </a:rPr>
              <a:t>x</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m</a:t>
            </a:r>
            <a:r>
              <a:rPr sz="1600" u="heavy" spc="5" dirty="0">
                <a:solidFill>
                  <a:srgbClr val="76B900"/>
                </a:solidFill>
                <a:latin typeface="Comic Sans MS" panose="030F0702030302020204" pitchFamily="66" charset="0"/>
                <a:cs typeface="Calibri" panose="020F0502020204030204" pitchFamily="34" charset="0"/>
              </a:rPr>
              <a:t>i</a:t>
            </a:r>
            <a:r>
              <a:rPr sz="1600" u="heavy" spc="-10" dirty="0">
                <a:solidFill>
                  <a:srgbClr val="76B900"/>
                </a:solidFill>
                <a:latin typeface="Comic Sans MS" panose="030F0702030302020204" pitchFamily="66" charset="0"/>
                <a:cs typeface="Calibri" panose="020F0502020204030204" pitchFamily="34" charset="0"/>
              </a:rPr>
              <a:t>z</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ng-un</a:t>
            </a:r>
            <a:r>
              <a:rPr sz="1600" u="heavy" spc="5" dirty="0">
                <a:solidFill>
                  <a:srgbClr val="76B900"/>
                </a:solidFill>
                <a:latin typeface="Comic Sans MS" panose="030F0702030302020204" pitchFamily="66" charset="0"/>
                <a:cs typeface="Calibri" panose="020F0502020204030204" pitchFamily="34" charset="0"/>
              </a:rPr>
              <a:t>i</a:t>
            </a:r>
            <a:r>
              <a:rPr sz="1600" u="heavy" spc="-15" dirty="0">
                <a:solidFill>
                  <a:srgbClr val="76B900"/>
                </a:solidFill>
                <a:latin typeface="Comic Sans MS" panose="030F0702030302020204" pitchFamily="66" charset="0"/>
                <a:cs typeface="Calibri" panose="020F0502020204030204" pitchFamily="34" charset="0"/>
              </a:rPr>
              <a:t>f</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e</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m</a:t>
            </a:r>
            <a:r>
              <a:rPr sz="1600" u="heavy" dirty="0">
                <a:solidFill>
                  <a:srgbClr val="76B900"/>
                </a:solidFill>
                <a:latin typeface="Comic Sans MS" panose="030F0702030302020204" pitchFamily="66" charset="0"/>
                <a:cs typeface="Calibri" panose="020F0502020204030204" pitchFamily="34" charset="0"/>
              </a:rPr>
              <a:t>e</a:t>
            </a:r>
            <a:r>
              <a:rPr sz="1600" u="heavy" spc="-20" dirty="0">
                <a:solidFill>
                  <a:srgbClr val="76B900"/>
                </a:solidFill>
                <a:latin typeface="Comic Sans MS" panose="030F0702030302020204" pitchFamily="66" charset="0"/>
                <a:cs typeface="Calibri" panose="020F0502020204030204" pitchFamily="34" charset="0"/>
              </a:rPr>
              <a:t>m</a:t>
            </a:r>
            <a:r>
              <a:rPr sz="1600" u="heavy" spc="-10" dirty="0">
                <a:solidFill>
                  <a:srgbClr val="76B900"/>
                </a:solidFill>
                <a:latin typeface="Comic Sans MS" panose="030F0702030302020204" pitchFamily="66" charset="0"/>
                <a:cs typeface="Calibri" panose="020F0502020204030204" pitchFamily="34" charset="0"/>
              </a:rPr>
              <a:t>or</a:t>
            </a:r>
            <a:r>
              <a:rPr sz="1600" u="heavy" spc="-5" dirty="0">
                <a:solidFill>
                  <a:srgbClr val="76B900"/>
                </a:solidFill>
                <a:latin typeface="Comic Sans MS" panose="030F0702030302020204" pitchFamily="66" charset="0"/>
                <a:cs typeface="Calibri" panose="020F0502020204030204" pitchFamily="34" charset="0"/>
              </a:rPr>
              <a:t>y</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p</a:t>
            </a:r>
            <a:r>
              <a:rPr sz="1600" u="heavy" dirty="0">
                <a:solidFill>
                  <a:srgbClr val="76B900"/>
                </a:solidFill>
                <a:latin typeface="Comic Sans MS" panose="030F0702030302020204" pitchFamily="66" charset="0"/>
                <a:cs typeface="Calibri" panose="020F0502020204030204" pitchFamily="34" charset="0"/>
              </a:rPr>
              <a:t>e</a:t>
            </a:r>
            <a:r>
              <a:rPr sz="1600" u="heavy" spc="-10" dirty="0">
                <a:solidFill>
                  <a:srgbClr val="76B900"/>
                </a:solidFill>
                <a:latin typeface="Comic Sans MS" panose="030F0702030302020204" pitchFamily="66" charset="0"/>
                <a:cs typeface="Calibri" panose="020F0502020204030204" pitchFamily="34" charset="0"/>
              </a:rPr>
              <a:t>r</a:t>
            </a:r>
            <a:r>
              <a:rPr sz="1600" u="heavy" spc="-15" dirty="0">
                <a:solidFill>
                  <a:srgbClr val="76B900"/>
                </a:solidFill>
                <a:latin typeface="Comic Sans MS" panose="030F0702030302020204" pitchFamily="66" charset="0"/>
                <a:cs typeface="Calibri" panose="020F0502020204030204" pitchFamily="34" charset="0"/>
              </a:rPr>
              <a:t>f</a:t>
            </a:r>
            <a:r>
              <a:rPr sz="1600" u="heavy" spc="-10" dirty="0">
                <a:solidFill>
                  <a:srgbClr val="76B900"/>
                </a:solidFill>
                <a:latin typeface="Comic Sans MS" panose="030F0702030302020204" pitchFamily="66" charset="0"/>
                <a:cs typeface="Calibri" panose="020F0502020204030204" pitchFamily="34" charset="0"/>
              </a:rPr>
              <a:t>or</a:t>
            </a:r>
            <a:r>
              <a:rPr sz="1600" u="heavy" spc="-5" dirty="0">
                <a:solidFill>
                  <a:srgbClr val="76B900"/>
                </a:solidFill>
                <a:latin typeface="Comic Sans MS" panose="030F0702030302020204" pitchFamily="66" charset="0"/>
                <a:cs typeface="Calibri" panose="020F0502020204030204" pitchFamily="34" charset="0"/>
              </a:rPr>
              <a:t>ma</a:t>
            </a:r>
            <a:r>
              <a:rPr sz="1600" u="heavy" dirty="0">
                <a:solidFill>
                  <a:srgbClr val="76B900"/>
                </a:solidFill>
                <a:latin typeface="Comic Sans MS" panose="030F0702030302020204" pitchFamily="66" charset="0"/>
                <a:cs typeface="Calibri" panose="020F0502020204030204" pitchFamily="34" charset="0"/>
              </a:rPr>
              <a:t>n</a:t>
            </a:r>
            <a:r>
              <a:rPr sz="1600" u="heavy" spc="-10" dirty="0">
                <a:solidFill>
                  <a:srgbClr val="76B900"/>
                </a:solidFill>
                <a:latin typeface="Comic Sans MS" panose="030F0702030302020204" pitchFamily="66" charset="0"/>
                <a:cs typeface="Calibri" panose="020F0502020204030204" pitchFamily="34" charset="0"/>
              </a:rPr>
              <a:t>c</a:t>
            </a:r>
            <a:r>
              <a:rPr sz="1600" u="heavy" spc="5" dirty="0">
                <a:solidFill>
                  <a:srgbClr val="76B900"/>
                </a:solidFill>
                <a:latin typeface="Comic Sans MS" panose="030F0702030302020204" pitchFamily="66" charset="0"/>
                <a:cs typeface="Calibri" panose="020F0502020204030204" pitchFamily="34" charset="0"/>
              </a:rPr>
              <a:t>e</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c</a:t>
            </a:r>
            <a:r>
              <a:rPr sz="1600" u="heavy" dirty="0">
                <a:solidFill>
                  <a:srgbClr val="76B900"/>
                </a:solidFill>
                <a:latin typeface="Comic Sans MS" panose="030F0702030302020204" pitchFamily="66" charset="0"/>
                <a:cs typeface="Calibri" panose="020F0502020204030204" pitchFamily="34" charset="0"/>
              </a:rPr>
              <a:t>u</a:t>
            </a:r>
            <a:r>
              <a:rPr sz="1600" u="heavy" spc="-5" dirty="0">
                <a:solidFill>
                  <a:srgbClr val="76B900"/>
                </a:solidFill>
                <a:latin typeface="Comic Sans MS" panose="030F0702030302020204" pitchFamily="66" charset="0"/>
                <a:cs typeface="Calibri" panose="020F0502020204030204" pitchFamily="34" charset="0"/>
              </a:rPr>
              <a:t>da</a:t>
            </a:r>
            <a:r>
              <a:rPr sz="1600" u="heavy" dirty="0">
                <a:solidFill>
                  <a:srgbClr val="76B900"/>
                </a:solidFill>
                <a:latin typeface="Comic Sans MS" panose="030F0702030302020204" pitchFamily="66" charset="0"/>
                <a:cs typeface="Calibri" panose="020F0502020204030204" pitchFamily="34" charset="0"/>
              </a:rPr>
              <a:t>/</a:t>
            </a:r>
            <a:endParaRPr sz="1600" dirty="0">
              <a:latin typeface="Comic Sans MS" panose="030F0702030302020204" pitchFamily="66" charset="0"/>
              <a:cs typeface="Calibri" panose="020F0502020204030204" pitchFamily="34" charset="0"/>
            </a:endParaRPr>
          </a:p>
          <a:p>
            <a:pPr marL="12700">
              <a:lnSpc>
                <a:spcPct val="100000"/>
              </a:lnSpc>
              <a:spcBef>
                <a:spcPts val="975"/>
              </a:spcBef>
            </a:pPr>
            <a:r>
              <a:rPr spc="-5" dirty="0">
                <a:solidFill>
                  <a:srgbClr val="5E5E5E"/>
                </a:solidFill>
                <a:latin typeface="Comic Sans MS" panose="030F0702030302020204" pitchFamily="66" charset="0"/>
                <a:cs typeface="Calibri" panose="020F0502020204030204" pitchFamily="34" charset="0"/>
              </a:rPr>
              <a:t>U</a:t>
            </a:r>
            <a:r>
              <a:rPr dirty="0">
                <a:solidFill>
                  <a:srgbClr val="5E5E5E"/>
                </a:solidFill>
                <a:latin typeface="Comic Sans MS" panose="030F0702030302020204" pitchFamily="66" charset="0"/>
                <a:cs typeface="Calibri" panose="020F0502020204030204" pitchFamily="34" charset="0"/>
              </a:rPr>
              <a:t>M</a:t>
            </a:r>
            <a:r>
              <a:rPr spc="-10" dirty="0">
                <a:solidFill>
                  <a:srgbClr val="5E5E5E"/>
                </a:solidFill>
                <a:latin typeface="Comic Sans MS" panose="030F0702030302020204" pitchFamily="66" charset="0"/>
                <a:cs typeface="Calibri" panose="020F0502020204030204" pitchFamily="34" charset="0"/>
              </a:rPr>
              <a:t> </a:t>
            </a:r>
            <a:r>
              <a:rPr dirty="0">
                <a:solidFill>
                  <a:srgbClr val="5E5E5E"/>
                </a:solidFill>
                <a:latin typeface="Comic Sans MS" panose="030F0702030302020204" pitchFamily="66" charset="0"/>
                <a:cs typeface="Calibri" panose="020F0502020204030204" pitchFamily="34" charset="0"/>
              </a:rPr>
              <a:t>a</a:t>
            </a:r>
            <a:r>
              <a:rPr spc="-10" dirty="0">
                <a:solidFill>
                  <a:srgbClr val="5E5E5E"/>
                </a:solidFill>
                <a:latin typeface="Comic Sans MS" panose="030F0702030302020204" pitchFamily="66" charset="0"/>
                <a:cs typeface="Calibri" panose="020F0502020204030204" pitchFamily="34" charset="0"/>
              </a:rPr>
              <a:t>r</a:t>
            </a:r>
            <a:r>
              <a:rPr spc="-5" dirty="0">
                <a:solidFill>
                  <a:srgbClr val="5E5E5E"/>
                </a:solidFill>
                <a:latin typeface="Comic Sans MS" panose="030F0702030302020204" pitchFamily="66" charset="0"/>
                <a:cs typeface="Calibri" panose="020F0502020204030204" pitchFamily="34" charset="0"/>
              </a:rPr>
              <a:t>c</a:t>
            </a:r>
            <a:r>
              <a:rPr dirty="0">
                <a:solidFill>
                  <a:srgbClr val="5E5E5E"/>
                </a:solidFill>
                <a:latin typeface="Comic Sans MS" panose="030F0702030302020204" pitchFamily="66" charset="0"/>
                <a:cs typeface="Calibri" panose="020F0502020204030204" pitchFamily="34" charset="0"/>
              </a:rPr>
              <a:t>h</a:t>
            </a:r>
            <a:r>
              <a:rPr spc="-5" dirty="0">
                <a:solidFill>
                  <a:srgbClr val="5E5E5E"/>
                </a:solidFill>
                <a:latin typeface="Comic Sans MS" panose="030F0702030302020204" pitchFamily="66" charset="0"/>
                <a:cs typeface="Calibri" panose="020F0502020204030204" pitchFamily="34" charset="0"/>
              </a:rPr>
              <a:t>it</a:t>
            </a:r>
            <a:r>
              <a:rPr spc="5"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ct</a:t>
            </a:r>
            <a:r>
              <a:rPr dirty="0">
                <a:solidFill>
                  <a:srgbClr val="5E5E5E"/>
                </a:solidFill>
                <a:latin typeface="Comic Sans MS" panose="030F0702030302020204" pitchFamily="66" charset="0"/>
                <a:cs typeface="Calibri" panose="020F0502020204030204" pitchFamily="34" charset="0"/>
              </a:rPr>
              <a:t>u</a:t>
            </a:r>
            <a:r>
              <a:rPr spc="-10" dirty="0">
                <a:solidFill>
                  <a:srgbClr val="5E5E5E"/>
                </a:solidFill>
                <a:latin typeface="Comic Sans MS" panose="030F0702030302020204" pitchFamily="66" charset="0"/>
                <a:cs typeface="Calibri" panose="020F0502020204030204" pitchFamily="34" charset="0"/>
              </a:rPr>
              <a:t>r</a:t>
            </a:r>
            <a:r>
              <a:rPr spc="5" dirty="0">
                <a:solidFill>
                  <a:srgbClr val="5E5E5E"/>
                </a:solidFill>
                <a:latin typeface="Comic Sans MS" panose="030F0702030302020204" pitchFamily="66" charset="0"/>
                <a:cs typeface="Calibri" panose="020F0502020204030204" pitchFamily="34" charset="0"/>
              </a:rPr>
              <a:t>e</a:t>
            </a:r>
            <a:r>
              <a:rPr dirty="0">
                <a:solidFill>
                  <a:srgbClr val="5E5E5E"/>
                </a:solidFill>
                <a:latin typeface="Comic Sans MS" panose="030F0702030302020204" pitchFamily="66" charset="0"/>
                <a:cs typeface="Calibri" panose="020F0502020204030204" pitchFamily="34" charset="0"/>
              </a:rPr>
              <a:t>:</a:t>
            </a:r>
            <a:endParaRPr dirty="0">
              <a:latin typeface="Comic Sans MS" panose="030F0702030302020204" pitchFamily="66" charset="0"/>
              <a:cs typeface="Calibri" panose="020F0502020204030204" pitchFamily="34" charset="0"/>
            </a:endParaRPr>
          </a:p>
          <a:p>
            <a:pPr marL="584200" marR="5080">
              <a:lnSpc>
                <a:spcPts val="1700"/>
              </a:lnSpc>
              <a:spcBef>
                <a:spcPts val="1280"/>
              </a:spcBef>
            </a:pPr>
            <a:r>
              <a:rPr sz="1600" u="heavy" dirty="0">
                <a:solidFill>
                  <a:srgbClr val="76B900"/>
                </a:solidFill>
                <a:latin typeface="Comic Sans MS" panose="030F0702030302020204" pitchFamily="66" charset="0"/>
                <a:cs typeface="Calibri" panose="020F0502020204030204" pitchFamily="34" charset="0"/>
                <a:hlinkClick r:id="rId3"/>
              </a:rPr>
              <a:t>htt</a:t>
            </a:r>
            <a:r>
              <a:rPr sz="1600" u="heavy" spc="-5" dirty="0">
                <a:solidFill>
                  <a:srgbClr val="76B900"/>
                </a:solidFill>
                <a:latin typeface="Comic Sans MS" panose="030F0702030302020204" pitchFamily="66" charset="0"/>
                <a:cs typeface="Calibri" panose="020F0502020204030204" pitchFamily="34" charset="0"/>
                <a:hlinkClick r:id="rId3"/>
              </a:rPr>
              <a:t>p://</a:t>
            </a:r>
            <a:r>
              <a:rPr sz="1600" u="heavy" spc="-10" dirty="0">
                <a:solidFill>
                  <a:srgbClr val="76B900"/>
                </a:solidFill>
                <a:latin typeface="Comic Sans MS" panose="030F0702030302020204" pitchFamily="66" charset="0"/>
                <a:cs typeface="Calibri" panose="020F0502020204030204" pitchFamily="34" charset="0"/>
                <a:hlinkClick r:id="rId3"/>
              </a:rPr>
              <a:t>o</a:t>
            </a:r>
            <a:r>
              <a:rPr sz="1600" u="heavy" dirty="0">
                <a:solidFill>
                  <a:srgbClr val="76B900"/>
                </a:solidFill>
                <a:latin typeface="Comic Sans MS" panose="030F0702030302020204" pitchFamily="66" charset="0"/>
                <a:cs typeface="Calibri" panose="020F0502020204030204" pitchFamily="34" charset="0"/>
                <a:hlinkClick r:id="rId3"/>
              </a:rPr>
              <a:t>n-</a:t>
            </a:r>
            <a:r>
              <a:rPr sz="1600" u="heavy" spc="-5" dirty="0">
                <a:solidFill>
                  <a:srgbClr val="76B900"/>
                </a:solidFill>
                <a:latin typeface="Comic Sans MS" panose="030F0702030302020204" pitchFamily="66" charset="0"/>
                <a:cs typeface="Calibri" panose="020F0502020204030204" pitchFamily="34" charset="0"/>
                <a:hlinkClick r:id="rId3"/>
              </a:rPr>
              <a:t>d</a:t>
            </a:r>
            <a:r>
              <a:rPr sz="1600" u="heavy" dirty="0">
                <a:solidFill>
                  <a:srgbClr val="76B900"/>
                </a:solidFill>
                <a:latin typeface="Comic Sans MS" panose="030F0702030302020204" pitchFamily="66" charset="0"/>
                <a:cs typeface="Calibri" panose="020F0502020204030204" pitchFamily="34" charset="0"/>
                <a:hlinkClick r:id="rId3"/>
              </a:rPr>
              <a:t>e</a:t>
            </a:r>
            <a:r>
              <a:rPr sz="1600" u="heavy" spc="-5" dirty="0">
                <a:solidFill>
                  <a:srgbClr val="76B900"/>
                </a:solidFill>
                <a:latin typeface="Comic Sans MS" panose="030F0702030302020204" pitchFamily="66" charset="0"/>
                <a:cs typeface="Calibri" panose="020F0502020204030204" pitchFamily="34" charset="0"/>
                <a:hlinkClick r:id="rId3"/>
              </a:rPr>
              <a:t>ma</a:t>
            </a:r>
            <a:r>
              <a:rPr sz="1600" u="heavy" dirty="0">
                <a:solidFill>
                  <a:srgbClr val="76B900"/>
                </a:solidFill>
                <a:latin typeface="Comic Sans MS" panose="030F0702030302020204" pitchFamily="66" charset="0"/>
                <a:cs typeface="Calibri" panose="020F0502020204030204" pitchFamily="34" charset="0"/>
                <a:hlinkClick r:id="rId3"/>
              </a:rPr>
              <a:t>n</a:t>
            </a:r>
            <a:r>
              <a:rPr sz="1600" u="heavy" spc="-5" dirty="0">
                <a:solidFill>
                  <a:srgbClr val="76B900"/>
                </a:solidFill>
                <a:latin typeface="Comic Sans MS" panose="030F0702030302020204" pitchFamily="66" charset="0"/>
                <a:cs typeface="Calibri" panose="020F0502020204030204" pitchFamily="34" charset="0"/>
                <a:hlinkClick r:id="rId3"/>
              </a:rPr>
              <a:t>d</a:t>
            </a:r>
            <a:r>
              <a:rPr sz="1600" u="heavy" dirty="0">
                <a:solidFill>
                  <a:srgbClr val="76B900"/>
                </a:solidFill>
                <a:latin typeface="Comic Sans MS" panose="030F0702030302020204" pitchFamily="66" charset="0"/>
                <a:cs typeface="Calibri" panose="020F0502020204030204" pitchFamily="34" charset="0"/>
                <a:hlinkClick r:id="rId3"/>
              </a:rPr>
              <a:t>.</a:t>
            </a:r>
            <a:r>
              <a:rPr sz="1600" u="heavy" spc="-5" dirty="0">
                <a:solidFill>
                  <a:srgbClr val="76B900"/>
                </a:solidFill>
                <a:latin typeface="Comic Sans MS" panose="030F0702030302020204" pitchFamily="66" charset="0"/>
                <a:cs typeface="Calibri" panose="020F0502020204030204" pitchFamily="34" charset="0"/>
                <a:hlinkClick r:id="rId3"/>
              </a:rPr>
              <a:t>gp</a:t>
            </a:r>
            <a:r>
              <a:rPr sz="1600" u="heavy" dirty="0">
                <a:solidFill>
                  <a:srgbClr val="76B900"/>
                </a:solidFill>
                <a:latin typeface="Comic Sans MS" panose="030F0702030302020204" pitchFamily="66" charset="0"/>
                <a:cs typeface="Calibri" panose="020F0502020204030204" pitchFamily="34" charset="0"/>
                <a:hlinkClick r:id="rId3"/>
              </a:rPr>
              <a:t>ute</a:t>
            </a:r>
            <a:r>
              <a:rPr sz="1600" u="heavy" spc="-10" dirty="0">
                <a:solidFill>
                  <a:srgbClr val="76B900"/>
                </a:solidFill>
                <a:latin typeface="Comic Sans MS" panose="030F0702030302020204" pitchFamily="66" charset="0"/>
                <a:cs typeface="Calibri" panose="020F0502020204030204" pitchFamily="34" charset="0"/>
                <a:hlinkClick r:id="rId3"/>
              </a:rPr>
              <a:t>c</a:t>
            </a:r>
            <a:r>
              <a:rPr sz="1600" u="heavy" dirty="0">
                <a:solidFill>
                  <a:srgbClr val="76B900"/>
                </a:solidFill>
                <a:latin typeface="Comic Sans MS" panose="030F0702030302020204" pitchFamily="66" charset="0"/>
                <a:cs typeface="Calibri" panose="020F0502020204030204" pitchFamily="34" charset="0"/>
                <a:hlinkClick r:id="rId3"/>
              </a:rPr>
              <a:t>h</a:t>
            </a:r>
            <a:r>
              <a:rPr sz="1600" u="heavy" spc="-10" dirty="0">
                <a:solidFill>
                  <a:srgbClr val="76B900"/>
                </a:solidFill>
                <a:latin typeface="Comic Sans MS" panose="030F0702030302020204" pitchFamily="66" charset="0"/>
                <a:cs typeface="Calibri" panose="020F0502020204030204" pitchFamily="34" charset="0"/>
                <a:hlinkClick r:id="rId3"/>
              </a:rPr>
              <a:t>co</a:t>
            </a:r>
            <a:r>
              <a:rPr sz="1600" u="heavy" dirty="0">
                <a:solidFill>
                  <a:srgbClr val="76B900"/>
                </a:solidFill>
                <a:latin typeface="Comic Sans MS" panose="030F0702030302020204" pitchFamily="66" charset="0"/>
                <a:cs typeface="Calibri" panose="020F0502020204030204" pitchFamily="34" charset="0"/>
                <a:hlinkClick r:id="rId3"/>
              </a:rPr>
              <a:t>n</a:t>
            </a:r>
            <a:r>
              <a:rPr sz="1600" u="heavy" spc="-15" dirty="0">
                <a:solidFill>
                  <a:srgbClr val="76B900"/>
                </a:solidFill>
                <a:latin typeface="Comic Sans MS" panose="030F0702030302020204" pitchFamily="66" charset="0"/>
                <a:cs typeface="Calibri" panose="020F0502020204030204" pitchFamily="34" charset="0"/>
                <a:hlinkClick r:id="rId3"/>
              </a:rPr>
              <a:t>f</a:t>
            </a:r>
            <a:r>
              <a:rPr sz="1600" u="heavy" dirty="0">
                <a:solidFill>
                  <a:srgbClr val="76B900"/>
                </a:solidFill>
                <a:latin typeface="Comic Sans MS" panose="030F0702030302020204" pitchFamily="66" charset="0"/>
                <a:cs typeface="Calibri" panose="020F0502020204030204" pitchFamily="34" charset="0"/>
                <a:hlinkClick r:id="rId3"/>
              </a:rPr>
              <a:t>.</a:t>
            </a:r>
            <a:r>
              <a:rPr sz="1600" u="heavy" spc="-10" dirty="0">
                <a:solidFill>
                  <a:srgbClr val="76B900"/>
                </a:solidFill>
                <a:latin typeface="Comic Sans MS" panose="030F0702030302020204" pitchFamily="66" charset="0"/>
                <a:cs typeface="Calibri" panose="020F0502020204030204" pitchFamily="34" charset="0"/>
                <a:hlinkClick r:id="rId3"/>
              </a:rPr>
              <a:t>co</a:t>
            </a:r>
            <a:r>
              <a:rPr sz="1600" u="heavy" spc="-5" dirty="0">
                <a:solidFill>
                  <a:srgbClr val="76B900"/>
                </a:solidFill>
                <a:latin typeface="Comic Sans MS" panose="030F0702030302020204" pitchFamily="66" charset="0"/>
                <a:cs typeface="Calibri" panose="020F0502020204030204" pitchFamily="34" charset="0"/>
                <a:hlinkClick r:id="rId3"/>
              </a:rPr>
              <a:t>m/g</a:t>
            </a:r>
            <a:r>
              <a:rPr sz="1600" u="heavy" dirty="0">
                <a:solidFill>
                  <a:srgbClr val="76B900"/>
                </a:solidFill>
                <a:latin typeface="Comic Sans MS" panose="030F0702030302020204" pitchFamily="66" charset="0"/>
                <a:cs typeface="Calibri" panose="020F0502020204030204" pitchFamily="34" charset="0"/>
                <a:hlinkClick r:id="rId3"/>
              </a:rPr>
              <a:t>t</a:t>
            </a:r>
            <a:r>
              <a:rPr sz="1600" u="heavy" spc="-10" dirty="0">
                <a:solidFill>
                  <a:srgbClr val="76B900"/>
                </a:solidFill>
                <a:latin typeface="Comic Sans MS" panose="030F0702030302020204" pitchFamily="66" charset="0"/>
                <a:cs typeface="Calibri" panose="020F0502020204030204" pitchFamily="34" charset="0"/>
                <a:hlinkClick r:id="rId3"/>
              </a:rPr>
              <a:t>c</a:t>
            </a:r>
            <a:r>
              <a:rPr sz="1600" u="heavy" spc="-5" dirty="0">
                <a:solidFill>
                  <a:srgbClr val="76B900"/>
                </a:solidFill>
                <a:latin typeface="Comic Sans MS" panose="030F0702030302020204" pitchFamily="66" charset="0"/>
                <a:cs typeface="Calibri" panose="020F0502020204030204" pitchFamily="34" charset="0"/>
                <a:hlinkClick r:id="rId3"/>
              </a:rPr>
              <a:t>/2018/</a:t>
            </a:r>
            <a:r>
              <a:rPr sz="1600" u="heavy" spc="-15" dirty="0">
                <a:solidFill>
                  <a:srgbClr val="76B900"/>
                </a:solidFill>
                <a:latin typeface="Comic Sans MS" panose="030F0702030302020204" pitchFamily="66" charset="0"/>
                <a:cs typeface="Calibri" panose="020F0502020204030204" pitchFamily="34" charset="0"/>
                <a:hlinkClick r:id="rId3"/>
              </a:rPr>
              <a:t>p</a:t>
            </a:r>
            <a:r>
              <a:rPr sz="1600" u="heavy" spc="-10" dirty="0">
                <a:solidFill>
                  <a:srgbClr val="76B900"/>
                </a:solidFill>
                <a:latin typeface="Comic Sans MS" panose="030F0702030302020204" pitchFamily="66" charset="0"/>
                <a:cs typeface="Calibri" panose="020F0502020204030204" pitchFamily="34" charset="0"/>
                <a:hlinkClick r:id="rId3"/>
              </a:rPr>
              <a:t>r</a:t>
            </a:r>
            <a:r>
              <a:rPr sz="1600" u="heavy" dirty="0">
                <a:solidFill>
                  <a:srgbClr val="76B900"/>
                </a:solidFill>
                <a:latin typeface="Comic Sans MS" panose="030F0702030302020204" pitchFamily="66" charset="0"/>
                <a:cs typeface="Calibri" panose="020F0502020204030204" pitchFamily="34" charset="0"/>
                <a:hlinkClick r:id="rId3"/>
              </a:rPr>
              <a:t>e</a:t>
            </a:r>
            <a:r>
              <a:rPr sz="1600" u="heavy" spc="-10" dirty="0">
                <a:solidFill>
                  <a:srgbClr val="76B900"/>
                </a:solidFill>
                <a:latin typeface="Comic Sans MS" panose="030F0702030302020204" pitchFamily="66" charset="0"/>
                <a:cs typeface="Calibri" panose="020F0502020204030204" pitchFamily="34" charset="0"/>
                <a:hlinkClick r:id="rId3"/>
              </a:rPr>
              <a:t>s</a:t>
            </a:r>
            <a:r>
              <a:rPr sz="1600" u="heavy" dirty="0">
                <a:solidFill>
                  <a:srgbClr val="76B900"/>
                </a:solidFill>
                <a:latin typeface="Comic Sans MS" panose="030F0702030302020204" pitchFamily="66" charset="0"/>
                <a:cs typeface="Calibri" panose="020F0502020204030204" pitchFamily="34" charset="0"/>
                <a:hlinkClick r:id="rId3"/>
              </a:rPr>
              <a:t>ent</a:t>
            </a:r>
            <a:r>
              <a:rPr sz="1600" u="heavy" spc="-5" dirty="0">
                <a:solidFill>
                  <a:srgbClr val="76B900"/>
                </a:solidFill>
                <a:latin typeface="Comic Sans MS" panose="030F0702030302020204" pitchFamily="66" charset="0"/>
                <a:cs typeface="Calibri" panose="020F0502020204030204" pitchFamily="34" charset="0"/>
                <a:hlinkClick r:id="rId3"/>
              </a:rPr>
              <a:t>a</a:t>
            </a:r>
            <a:r>
              <a:rPr sz="1600" u="heavy" dirty="0">
                <a:solidFill>
                  <a:srgbClr val="76B900"/>
                </a:solidFill>
                <a:latin typeface="Comic Sans MS" panose="030F0702030302020204" pitchFamily="66" charset="0"/>
                <a:cs typeface="Calibri" panose="020F0502020204030204" pitchFamily="34" charset="0"/>
                <a:hlinkClick r:id="rId3"/>
              </a:rPr>
              <a:t>t</a:t>
            </a:r>
            <a:r>
              <a:rPr sz="1600" u="heavy" spc="5" dirty="0">
                <a:solidFill>
                  <a:srgbClr val="76B900"/>
                </a:solidFill>
                <a:latin typeface="Comic Sans MS" panose="030F0702030302020204" pitchFamily="66" charset="0"/>
                <a:cs typeface="Calibri" panose="020F0502020204030204" pitchFamily="34" charset="0"/>
                <a:hlinkClick r:id="rId3"/>
              </a:rPr>
              <a:t>i</a:t>
            </a:r>
            <a:r>
              <a:rPr sz="1600" u="heavy" spc="-10" dirty="0">
                <a:solidFill>
                  <a:srgbClr val="76B900"/>
                </a:solidFill>
                <a:latin typeface="Comic Sans MS" panose="030F0702030302020204" pitchFamily="66" charset="0"/>
                <a:cs typeface="Calibri" panose="020F0502020204030204" pitchFamily="34" charset="0"/>
                <a:hlinkClick r:id="rId3"/>
              </a:rPr>
              <a:t>o</a:t>
            </a:r>
            <a:r>
              <a:rPr sz="1600" u="heavy" dirty="0">
                <a:solidFill>
                  <a:srgbClr val="76B900"/>
                </a:solidFill>
                <a:latin typeface="Comic Sans MS" panose="030F0702030302020204" pitchFamily="66" charset="0"/>
                <a:cs typeface="Calibri" panose="020F0502020204030204" pitchFamily="34" charset="0"/>
                <a:hlinkClick r:id="rId3"/>
              </a:rPr>
              <a:t>n</a:t>
            </a:r>
            <a:r>
              <a:rPr sz="1600" u="heavy" spc="-5" dirty="0">
                <a:solidFill>
                  <a:srgbClr val="76B900"/>
                </a:solidFill>
                <a:latin typeface="Comic Sans MS" panose="030F0702030302020204" pitchFamily="66" charset="0"/>
                <a:cs typeface="Calibri" panose="020F0502020204030204" pitchFamily="34" charset="0"/>
                <a:hlinkClick r:id="rId3"/>
              </a:rPr>
              <a:t>/</a:t>
            </a:r>
            <a:r>
              <a:rPr sz="1600" u="heavy" spc="-10" dirty="0">
                <a:solidFill>
                  <a:srgbClr val="76B900"/>
                </a:solidFill>
                <a:latin typeface="Comic Sans MS" panose="030F0702030302020204" pitchFamily="66" charset="0"/>
                <a:cs typeface="Calibri" panose="020F0502020204030204" pitchFamily="34" charset="0"/>
                <a:hlinkClick r:id="rId3"/>
              </a:rPr>
              <a:t>s</a:t>
            </a:r>
            <a:r>
              <a:rPr sz="1600" u="heavy" spc="-5" dirty="0">
                <a:solidFill>
                  <a:srgbClr val="76B900"/>
                </a:solidFill>
                <a:latin typeface="Comic Sans MS" panose="030F0702030302020204" pitchFamily="66" charset="0"/>
                <a:cs typeface="Calibri" panose="020F0502020204030204" pitchFamily="34" charset="0"/>
                <a:hlinkClick r:id="rId3"/>
              </a:rPr>
              <a:t>8430</a:t>
            </a:r>
            <a:r>
              <a:rPr sz="1600" u="heavy" dirty="0">
                <a:solidFill>
                  <a:srgbClr val="76B900"/>
                </a:solidFill>
                <a:latin typeface="Comic Sans MS" panose="030F0702030302020204" pitchFamily="66" charset="0"/>
                <a:cs typeface="Calibri" panose="020F0502020204030204" pitchFamily="34" charset="0"/>
                <a:hlinkClick r:id="rId3"/>
              </a:rPr>
              <a:t>-everyth</a:t>
            </a:r>
            <a:r>
              <a:rPr sz="1600" u="heavy" spc="5" dirty="0">
                <a:solidFill>
                  <a:srgbClr val="76B900"/>
                </a:solidFill>
                <a:latin typeface="Comic Sans MS" panose="030F0702030302020204" pitchFamily="66" charset="0"/>
                <a:cs typeface="Calibri" panose="020F0502020204030204" pitchFamily="34" charset="0"/>
                <a:hlinkClick r:id="rId3"/>
              </a:rPr>
              <a:t>i</a:t>
            </a:r>
            <a:r>
              <a:rPr sz="1600" u="heavy" dirty="0">
                <a:solidFill>
                  <a:srgbClr val="76B900"/>
                </a:solidFill>
                <a:latin typeface="Comic Sans MS" panose="030F0702030302020204" pitchFamily="66" charset="0"/>
                <a:cs typeface="Calibri" panose="020F0502020204030204" pitchFamily="34" charset="0"/>
                <a:hlinkClick r:id="rId3"/>
              </a:rPr>
              <a:t>n</a:t>
            </a:r>
            <a:r>
              <a:rPr sz="1600" u="heavy" spc="-15" dirty="0">
                <a:solidFill>
                  <a:srgbClr val="76B900"/>
                </a:solidFill>
                <a:latin typeface="Comic Sans MS" panose="030F0702030302020204" pitchFamily="66" charset="0"/>
                <a:cs typeface="Calibri" panose="020F0502020204030204" pitchFamily="34" charset="0"/>
                <a:hlinkClick r:id="rId3"/>
              </a:rPr>
              <a:t>g</a:t>
            </a:r>
            <a:r>
              <a:rPr sz="1600" u="heavy" dirty="0">
                <a:solidFill>
                  <a:srgbClr val="76B900"/>
                </a:solidFill>
                <a:latin typeface="Comic Sans MS" panose="030F0702030302020204" pitchFamily="66" charset="0"/>
                <a:cs typeface="Calibri" panose="020F0502020204030204" pitchFamily="34" charset="0"/>
                <a:hlinkClick r:id="rId3"/>
              </a:rPr>
              <a:t>-</a:t>
            </a:r>
            <a:r>
              <a:rPr sz="1600" u="heavy" spc="-15" dirty="0">
                <a:solidFill>
                  <a:srgbClr val="76B900"/>
                </a:solidFill>
                <a:latin typeface="Comic Sans MS" panose="030F0702030302020204" pitchFamily="66" charset="0"/>
                <a:cs typeface="Calibri" panose="020F0502020204030204" pitchFamily="34" charset="0"/>
                <a:hlinkClick r:id="rId3"/>
              </a:rPr>
              <a:t>y</a:t>
            </a:r>
            <a:r>
              <a:rPr sz="1600" u="heavy" spc="-10" dirty="0">
                <a:solidFill>
                  <a:srgbClr val="76B900"/>
                </a:solidFill>
                <a:latin typeface="Comic Sans MS" panose="030F0702030302020204" pitchFamily="66" charset="0"/>
                <a:cs typeface="Calibri" panose="020F0502020204030204" pitchFamily="34" charset="0"/>
                <a:hlinkClick r:id="rId3"/>
              </a:rPr>
              <a:t>o</a:t>
            </a:r>
            <a:r>
              <a:rPr sz="1600" u="heavy" dirty="0">
                <a:solidFill>
                  <a:srgbClr val="76B900"/>
                </a:solidFill>
                <a:latin typeface="Comic Sans MS" panose="030F0702030302020204" pitchFamily="66" charset="0"/>
                <a:cs typeface="Calibri" panose="020F0502020204030204" pitchFamily="34" charset="0"/>
                <a:hlinkClick r:id="rId3"/>
              </a:rPr>
              <a:t>u-nee</a:t>
            </a:r>
            <a:r>
              <a:rPr sz="1600" u="heavy" spc="-5" dirty="0">
                <a:solidFill>
                  <a:srgbClr val="76B900"/>
                </a:solidFill>
                <a:latin typeface="Comic Sans MS" panose="030F0702030302020204" pitchFamily="66" charset="0"/>
                <a:cs typeface="Calibri" panose="020F0502020204030204" pitchFamily="34" charset="0"/>
                <a:hlinkClick r:id="rId3"/>
              </a:rPr>
              <a:t>d</a:t>
            </a:r>
            <a:r>
              <a:rPr sz="1600" u="heavy" dirty="0">
                <a:solidFill>
                  <a:srgbClr val="76B900"/>
                </a:solidFill>
                <a:latin typeface="Comic Sans MS" panose="030F0702030302020204" pitchFamily="66" charset="0"/>
                <a:cs typeface="Calibri" panose="020F0502020204030204" pitchFamily="34" charset="0"/>
                <a:hlinkClick r:id="rId3"/>
              </a:rPr>
              <a:t>-to-</a:t>
            </a:r>
            <a:r>
              <a:rPr sz="1600" u="heavy" spc="5" dirty="0">
                <a:solidFill>
                  <a:srgbClr val="76B900"/>
                </a:solidFill>
                <a:latin typeface="Comic Sans MS" panose="030F0702030302020204" pitchFamily="66" charset="0"/>
                <a:cs typeface="Calibri" panose="020F0502020204030204" pitchFamily="34" charset="0"/>
                <a:hlinkClick r:id="rId3"/>
              </a:rPr>
              <a:t>k</a:t>
            </a:r>
            <a:r>
              <a:rPr sz="1600" u="heavy" dirty="0">
                <a:solidFill>
                  <a:srgbClr val="76B900"/>
                </a:solidFill>
                <a:latin typeface="Comic Sans MS" panose="030F0702030302020204" pitchFamily="66" charset="0"/>
                <a:cs typeface="Calibri" panose="020F0502020204030204" pitchFamily="34" charset="0"/>
                <a:hlinkClick r:id="rId3"/>
              </a:rPr>
              <a:t>n</a:t>
            </a:r>
            <a:r>
              <a:rPr sz="1600" u="heavy" spc="-10" dirty="0">
                <a:solidFill>
                  <a:srgbClr val="76B900"/>
                </a:solidFill>
                <a:latin typeface="Comic Sans MS" panose="030F0702030302020204" pitchFamily="66" charset="0"/>
                <a:cs typeface="Calibri" panose="020F0502020204030204" pitchFamily="34" charset="0"/>
                <a:hlinkClick r:id="rId3"/>
              </a:rPr>
              <a:t>o</a:t>
            </a:r>
            <a:r>
              <a:rPr sz="1600" u="heavy" spc="-5" dirty="0">
                <a:solidFill>
                  <a:srgbClr val="76B900"/>
                </a:solidFill>
                <a:latin typeface="Comic Sans MS" panose="030F0702030302020204" pitchFamily="66" charset="0"/>
                <a:cs typeface="Calibri" panose="020F0502020204030204" pitchFamily="34" charset="0"/>
                <a:hlinkClick r:id="rId3"/>
              </a:rPr>
              <a:t>w</a:t>
            </a:r>
            <a:r>
              <a:rPr sz="1600" u="heavy" dirty="0">
                <a:solidFill>
                  <a:srgbClr val="76B900"/>
                </a:solidFill>
                <a:latin typeface="Comic Sans MS" panose="030F0702030302020204" pitchFamily="66" charset="0"/>
                <a:cs typeface="Calibri" panose="020F0502020204030204" pitchFamily="34" charset="0"/>
                <a:hlinkClick r:id="rId3"/>
              </a:rPr>
              <a:t>-</a:t>
            </a:r>
            <a:r>
              <a:rPr sz="1600" dirty="0">
                <a:solidFill>
                  <a:srgbClr val="76B900"/>
                </a:solidFill>
                <a:latin typeface="Comic Sans MS" panose="030F0702030302020204" pitchFamily="66" charset="0"/>
                <a:cs typeface="Calibri" panose="020F0502020204030204" pitchFamily="34" charset="0"/>
              </a:rPr>
              <a:t> </a:t>
            </a:r>
            <a:r>
              <a:rPr sz="1600" u="heavy" spc="-5" dirty="0">
                <a:solidFill>
                  <a:srgbClr val="76B900"/>
                </a:solidFill>
                <a:latin typeface="Comic Sans MS" panose="030F0702030302020204" pitchFamily="66" charset="0"/>
                <a:cs typeface="Calibri" panose="020F0502020204030204" pitchFamily="34" charset="0"/>
              </a:rPr>
              <a:t>ab</a:t>
            </a:r>
            <a:r>
              <a:rPr sz="1600" u="heavy" spc="-10" dirty="0">
                <a:solidFill>
                  <a:srgbClr val="76B900"/>
                </a:solidFill>
                <a:latin typeface="Comic Sans MS" panose="030F0702030302020204" pitchFamily="66" charset="0"/>
                <a:cs typeface="Calibri" panose="020F0502020204030204" pitchFamily="34" charset="0"/>
              </a:rPr>
              <a:t>o</a:t>
            </a:r>
            <a:r>
              <a:rPr sz="1600" u="heavy" dirty="0">
                <a:solidFill>
                  <a:srgbClr val="76B900"/>
                </a:solidFill>
                <a:latin typeface="Comic Sans MS" panose="030F0702030302020204" pitchFamily="66" charset="0"/>
                <a:cs typeface="Calibri" panose="020F0502020204030204" pitchFamily="34" charset="0"/>
              </a:rPr>
              <a:t>ut-un</a:t>
            </a:r>
            <a:r>
              <a:rPr sz="1600" u="heavy" spc="5" dirty="0">
                <a:solidFill>
                  <a:srgbClr val="76B900"/>
                </a:solidFill>
                <a:latin typeface="Comic Sans MS" panose="030F0702030302020204" pitchFamily="66" charset="0"/>
                <a:cs typeface="Calibri" panose="020F0502020204030204" pitchFamily="34" charset="0"/>
              </a:rPr>
              <a:t>i</a:t>
            </a:r>
            <a:r>
              <a:rPr sz="1600" u="heavy" spc="-15" dirty="0">
                <a:solidFill>
                  <a:srgbClr val="76B900"/>
                </a:solidFill>
                <a:latin typeface="Comic Sans MS" panose="030F0702030302020204" pitchFamily="66" charset="0"/>
                <a:cs typeface="Calibri" panose="020F0502020204030204" pitchFamily="34" charset="0"/>
              </a:rPr>
              <a:t>f</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e</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m</a:t>
            </a:r>
            <a:r>
              <a:rPr sz="1600" u="heavy" dirty="0">
                <a:solidFill>
                  <a:srgbClr val="76B900"/>
                </a:solidFill>
                <a:latin typeface="Comic Sans MS" panose="030F0702030302020204" pitchFamily="66" charset="0"/>
                <a:cs typeface="Calibri" panose="020F0502020204030204" pitchFamily="34" charset="0"/>
              </a:rPr>
              <a:t>e</a:t>
            </a:r>
            <a:r>
              <a:rPr sz="1600" u="heavy" spc="-20" dirty="0">
                <a:solidFill>
                  <a:srgbClr val="76B900"/>
                </a:solidFill>
                <a:latin typeface="Comic Sans MS" panose="030F0702030302020204" pitchFamily="66" charset="0"/>
                <a:cs typeface="Calibri" panose="020F0502020204030204" pitchFamily="34" charset="0"/>
              </a:rPr>
              <a:t>m</a:t>
            </a:r>
            <a:r>
              <a:rPr sz="1600" u="heavy" spc="-10" dirty="0">
                <a:solidFill>
                  <a:srgbClr val="76B900"/>
                </a:solidFill>
                <a:latin typeface="Comic Sans MS" panose="030F0702030302020204" pitchFamily="66" charset="0"/>
                <a:cs typeface="Calibri" panose="020F0502020204030204" pitchFamily="34" charset="0"/>
              </a:rPr>
              <a:t>or</a:t>
            </a:r>
            <a:r>
              <a:rPr sz="1600" u="heavy" spc="-5" dirty="0">
                <a:solidFill>
                  <a:srgbClr val="76B900"/>
                </a:solidFill>
                <a:latin typeface="Comic Sans MS" panose="030F0702030302020204" pitchFamily="66" charset="0"/>
                <a:cs typeface="Calibri" panose="020F0502020204030204" pitchFamily="34" charset="0"/>
              </a:rPr>
              <a:t>y.</a:t>
            </a:r>
            <a:r>
              <a:rPr sz="1600" u="heavy" spc="-15" dirty="0">
                <a:solidFill>
                  <a:srgbClr val="76B900"/>
                </a:solidFill>
                <a:latin typeface="Comic Sans MS" panose="030F0702030302020204" pitchFamily="66" charset="0"/>
                <a:cs typeface="Calibri" panose="020F0502020204030204" pitchFamily="34" charset="0"/>
              </a:rPr>
              <a:t>pdf</a:t>
            </a:r>
            <a:endParaRPr sz="1600" dirty="0">
              <a:latin typeface="Comic Sans MS" panose="030F0702030302020204" pitchFamily="66" charset="0"/>
              <a:cs typeface="Calibri" panose="020F0502020204030204" pitchFamily="34" charset="0"/>
            </a:endParaRPr>
          </a:p>
          <a:p>
            <a:pPr marL="12700">
              <a:lnSpc>
                <a:spcPct val="100000"/>
              </a:lnSpc>
              <a:spcBef>
                <a:spcPts val="955"/>
              </a:spcBef>
            </a:pPr>
            <a:r>
              <a:rPr spc="-15" dirty="0">
                <a:solidFill>
                  <a:srgbClr val="5E5E5E"/>
                </a:solidFill>
                <a:latin typeface="Comic Sans MS" panose="030F0702030302020204" pitchFamily="66" charset="0"/>
                <a:cs typeface="Calibri" panose="020F0502020204030204" pitchFamily="34" charset="0"/>
              </a:rPr>
              <a:t>Progr</a:t>
            </a:r>
            <a:r>
              <a:rPr dirty="0">
                <a:solidFill>
                  <a:srgbClr val="5E5E5E"/>
                </a:solidFill>
                <a:latin typeface="Comic Sans MS" panose="030F0702030302020204" pitchFamily="66" charset="0"/>
                <a:cs typeface="Calibri" panose="020F0502020204030204" pitchFamily="34" charset="0"/>
              </a:rPr>
              <a:t>a</a:t>
            </a:r>
            <a:r>
              <a:rPr spc="5" dirty="0">
                <a:solidFill>
                  <a:srgbClr val="5E5E5E"/>
                </a:solidFill>
                <a:latin typeface="Comic Sans MS" panose="030F0702030302020204" pitchFamily="66" charset="0"/>
                <a:cs typeface="Calibri" panose="020F0502020204030204" pitchFamily="34" charset="0"/>
              </a:rPr>
              <a:t>mm</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n</a:t>
            </a:r>
            <a:r>
              <a:rPr spc="-10" dirty="0">
                <a:solidFill>
                  <a:srgbClr val="5E5E5E"/>
                </a:solidFill>
                <a:latin typeface="Comic Sans MS" panose="030F0702030302020204" pitchFamily="66" charset="0"/>
                <a:cs typeface="Calibri" panose="020F0502020204030204" pitchFamily="34" charset="0"/>
              </a:rPr>
              <a:t>g </a:t>
            </a:r>
            <a:r>
              <a:rPr spc="-5" dirty="0">
                <a:solidFill>
                  <a:srgbClr val="5E5E5E"/>
                </a:solidFill>
                <a:latin typeface="Comic Sans MS" panose="030F0702030302020204" pitchFamily="66" charset="0"/>
                <a:cs typeface="Calibri" panose="020F0502020204030204" pitchFamily="34" charset="0"/>
              </a:rPr>
              <a:t>G</a:t>
            </a:r>
            <a:r>
              <a:rPr dirty="0">
                <a:solidFill>
                  <a:srgbClr val="5E5E5E"/>
                </a:solidFill>
                <a:latin typeface="Comic Sans MS" panose="030F0702030302020204" pitchFamily="66" charset="0"/>
                <a:cs typeface="Calibri" panose="020F0502020204030204" pitchFamily="34" charset="0"/>
              </a:rPr>
              <a:t>u</a:t>
            </a:r>
            <a:r>
              <a:rPr spc="-5" dirty="0">
                <a:solidFill>
                  <a:srgbClr val="5E5E5E"/>
                </a:solidFill>
                <a:latin typeface="Comic Sans MS" panose="030F0702030302020204" pitchFamily="66" charset="0"/>
                <a:cs typeface="Calibri" panose="020F0502020204030204" pitchFamily="34" charset="0"/>
              </a:rPr>
              <a:t>id</a:t>
            </a:r>
            <a:r>
              <a:rPr spc="5" dirty="0">
                <a:solidFill>
                  <a:srgbClr val="5E5E5E"/>
                </a:solidFill>
                <a:latin typeface="Comic Sans MS" panose="030F0702030302020204" pitchFamily="66" charset="0"/>
                <a:cs typeface="Calibri" panose="020F0502020204030204" pitchFamily="34" charset="0"/>
              </a:rPr>
              <a:t>e</a:t>
            </a:r>
            <a:r>
              <a:rPr dirty="0">
                <a:solidFill>
                  <a:srgbClr val="5E5E5E"/>
                </a:solidFill>
                <a:latin typeface="Comic Sans MS" panose="030F0702030302020204" pitchFamily="66" charset="0"/>
                <a:cs typeface="Calibri" panose="020F0502020204030204" pitchFamily="34" charset="0"/>
              </a:rPr>
              <a:t>:</a:t>
            </a:r>
            <a:endParaRPr dirty="0">
              <a:latin typeface="Comic Sans MS" panose="030F0702030302020204" pitchFamily="66" charset="0"/>
              <a:cs typeface="Calibri" panose="020F0502020204030204" pitchFamily="34" charset="0"/>
            </a:endParaRPr>
          </a:p>
          <a:p>
            <a:pPr marL="584200" marR="583565">
              <a:lnSpc>
                <a:spcPts val="1700"/>
              </a:lnSpc>
              <a:spcBef>
                <a:spcPts val="1280"/>
              </a:spcBef>
            </a:pPr>
            <a:r>
              <a:rPr sz="1600" u="heavy" dirty="0">
                <a:solidFill>
                  <a:srgbClr val="76B900"/>
                </a:solidFill>
                <a:latin typeface="Comic Sans MS" panose="030F0702030302020204" pitchFamily="66" charset="0"/>
                <a:cs typeface="Calibri" panose="020F0502020204030204" pitchFamily="34" charset="0"/>
              </a:rPr>
              <a:t>htt</a:t>
            </a:r>
            <a:r>
              <a:rPr sz="1600" u="heavy" spc="-5" dirty="0">
                <a:solidFill>
                  <a:srgbClr val="76B900"/>
                </a:solidFill>
                <a:latin typeface="Comic Sans MS" panose="030F0702030302020204" pitchFamily="66" charset="0"/>
                <a:cs typeface="Calibri" panose="020F0502020204030204" pitchFamily="34" charset="0"/>
              </a:rPr>
              <a:t>p</a:t>
            </a:r>
            <a:r>
              <a:rPr sz="1600" u="heavy" spc="-10" dirty="0">
                <a:solidFill>
                  <a:srgbClr val="76B900"/>
                </a:solidFill>
                <a:latin typeface="Comic Sans MS" panose="030F0702030302020204" pitchFamily="66" charset="0"/>
                <a:cs typeface="Calibri" panose="020F0502020204030204" pitchFamily="34" charset="0"/>
              </a:rPr>
              <a:t>s</a:t>
            </a:r>
            <a:r>
              <a:rPr sz="1600" u="heavy" spc="-15"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//d</a:t>
            </a:r>
            <a:r>
              <a:rPr sz="1600" u="heavy" spc="-10" dirty="0">
                <a:solidFill>
                  <a:srgbClr val="76B900"/>
                </a:solidFill>
                <a:latin typeface="Comic Sans MS" panose="030F0702030302020204" pitchFamily="66" charset="0"/>
                <a:cs typeface="Calibri" panose="020F0502020204030204" pitchFamily="34" charset="0"/>
              </a:rPr>
              <a:t>ocs</a:t>
            </a:r>
            <a:r>
              <a:rPr sz="1600" u="heavy" spc="-15" dirty="0">
                <a:solidFill>
                  <a:srgbClr val="76B900"/>
                </a:solidFill>
                <a:latin typeface="Comic Sans MS" panose="030F0702030302020204" pitchFamily="66" charset="0"/>
                <a:cs typeface="Calibri" panose="020F0502020204030204" pitchFamily="34" charset="0"/>
              </a:rPr>
              <a:t>.</a:t>
            </a:r>
            <a:r>
              <a:rPr sz="1600" u="heavy" dirty="0">
                <a:solidFill>
                  <a:srgbClr val="76B900"/>
                </a:solidFill>
                <a:latin typeface="Comic Sans MS" panose="030F0702030302020204" pitchFamily="66" charset="0"/>
                <a:cs typeface="Calibri" panose="020F0502020204030204" pitchFamily="34" charset="0"/>
              </a:rPr>
              <a:t>nv</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d</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a.</a:t>
            </a:r>
            <a:r>
              <a:rPr sz="1600" u="heavy" spc="-10" dirty="0">
                <a:solidFill>
                  <a:srgbClr val="76B900"/>
                </a:solidFill>
                <a:latin typeface="Comic Sans MS" panose="030F0702030302020204" pitchFamily="66" charset="0"/>
                <a:cs typeface="Calibri" panose="020F0502020204030204" pitchFamily="34" charset="0"/>
              </a:rPr>
              <a:t>co</a:t>
            </a:r>
            <a:r>
              <a:rPr sz="1600" u="heavy" spc="-5" dirty="0">
                <a:solidFill>
                  <a:srgbClr val="76B900"/>
                </a:solidFill>
                <a:latin typeface="Comic Sans MS" panose="030F0702030302020204" pitchFamily="66" charset="0"/>
                <a:cs typeface="Calibri" panose="020F0502020204030204" pitchFamily="34" charset="0"/>
              </a:rPr>
              <a:t>m/</a:t>
            </a:r>
            <a:r>
              <a:rPr sz="1600" u="heavy" spc="-10" dirty="0">
                <a:solidFill>
                  <a:srgbClr val="76B900"/>
                </a:solidFill>
                <a:latin typeface="Comic Sans MS" panose="030F0702030302020204" pitchFamily="66" charset="0"/>
                <a:cs typeface="Calibri" panose="020F0502020204030204" pitchFamily="34" charset="0"/>
              </a:rPr>
              <a:t>c</a:t>
            </a:r>
            <a:r>
              <a:rPr sz="1600" u="heavy" dirty="0">
                <a:solidFill>
                  <a:srgbClr val="76B900"/>
                </a:solidFill>
                <a:latin typeface="Comic Sans MS" panose="030F0702030302020204" pitchFamily="66" charset="0"/>
                <a:cs typeface="Calibri" panose="020F0502020204030204" pitchFamily="34" charset="0"/>
              </a:rPr>
              <a:t>u</a:t>
            </a:r>
            <a:r>
              <a:rPr sz="1600" u="heavy" spc="-5" dirty="0">
                <a:solidFill>
                  <a:srgbClr val="76B900"/>
                </a:solidFill>
                <a:latin typeface="Comic Sans MS" panose="030F0702030302020204" pitchFamily="66" charset="0"/>
                <a:cs typeface="Calibri" panose="020F0502020204030204" pitchFamily="34" charset="0"/>
              </a:rPr>
              <a:t>da/</a:t>
            </a:r>
            <a:r>
              <a:rPr sz="1600" u="heavy" spc="-10" dirty="0">
                <a:solidFill>
                  <a:srgbClr val="76B900"/>
                </a:solidFill>
                <a:latin typeface="Comic Sans MS" panose="030F0702030302020204" pitchFamily="66" charset="0"/>
                <a:cs typeface="Calibri" panose="020F0502020204030204" pitchFamily="34" charset="0"/>
              </a:rPr>
              <a:t>c</a:t>
            </a:r>
            <a:r>
              <a:rPr sz="1600" u="heavy" dirty="0">
                <a:solidFill>
                  <a:srgbClr val="76B900"/>
                </a:solidFill>
                <a:latin typeface="Comic Sans MS" panose="030F0702030302020204" pitchFamily="66" charset="0"/>
                <a:cs typeface="Calibri" panose="020F0502020204030204" pitchFamily="34" charset="0"/>
              </a:rPr>
              <a:t>u</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a-</a:t>
            </a:r>
            <a:r>
              <a:rPr sz="1600" u="heavy" spc="-5" dirty="0">
                <a:solidFill>
                  <a:srgbClr val="76B900"/>
                </a:solidFill>
                <a:latin typeface="Comic Sans MS" panose="030F0702030302020204" pitchFamily="66" charset="0"/>
                <a:cs typeface="Calibri" panose="020F0502020204030204" pitchFamily="34" charset="0"/>
              </a:rPr>
              <a:t>c</a:t>
            </a:r>
            <a:r>
              <a:rPr sz="1600" u="heavy" dirty="0">
                <a:solidFill>
                  <a:srgbClr val="76B900"/>
                </a:solidFill>
                <a:latin typeface="Comic Sans MS" panose="030F0702030302020204" pitchFamily="66" charset="0"/>
                <a:cs typeface="Calibri" panose="020F0502020204030204" pitchFamily="34" charset="0"/>
              </a:rPr>
              <a:t>-</a:t>
            </a:r>
            <a:r>
              <a:rPr sz="1600" u="heavy" spc="-15" dirty="0">
                <a:solidFill>
                  <a:srgbClr val="76B900"/>
                </a:solidFill>
                <a:latin typeface="Comic Sans MS" panose="030F0702030302020204" pitchFamily="66" charset="0"/>
                <a:cs typeface="Calibri" panose="020F0502020204030204" pitchFamily="34" charset="0"/>
              </a:rPr>
              <a:t>p</a:t>
            </a:r>
            <a:r>
              <a:rPr sz="1600" u="heavy" spc="-10" dirty="0">
                <a:solidFill>
                  <a:srgbClr val="76B900"/>
                </a:solidFill>
                <a:latin typeface="Comic Sans MS" panose="030F0702030302020204" pitchFamily="66" charset="0"/>
                <a:cs typeface="Calibri" panose="020F0502020204030204" pitchFamily="34" charset="0"/>
              </a:rPr>
              <a:t>ro</a:t>
            </a:r>
            <a:r>
              <a:rPr sz="1600" u="heavy" spc="-15" dirty="0">
                <a:solidFill>
                  <a:srgbClr val="76B900"/>
                </a:solidFill>
                <a:latin typeface="Comic Sans MS" panose="030F0702030302020204" pitchFamily="66" charset="0"/>
                <a:cs typeface="Calibri" panose="020F0502020204030204" pitchFamily="34" charset="0"/>
              </a:rPr>
              <a:t>g</a:t>
            </a:r>
            <a:r>
              <a:rPr sz="1600" u="heavy" spc="-10" dirty="0">
                <a:solidFill>
                  <a:srgbClr val="76B900"/>
                </a:solidFill>
                <a:latin typeface="Comic Sans MS" panose="030F0702030302020204" pitchFamily="66" charset="0"/>
                <a:cs typeface="Calibri" panose="020F0502020204030204" pitchFamily="34" charset="0"/>
              </a:rPr>
              <a:t>r</a:t>
            </a:r>
            <a:r>
              <a:rPr sz="1600" u="heavy" spc="-5" dirty="0">
                <a:solidFill>
                  <a:srgbClr val="76B900"/>
                </a:solidFill>
                <a:latin typeface="Comic Sans MS" panose="030F0702030302020204" pitchFamily="66" charset="0"/>
                <a:cs typeface="Calibri" panose="020F0502020204030204" pitchFamily="34" charset="0"/>
              </a:rPr>
              <a:t>amm</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n</a:t>
            </a:r>
            <a:r>
              <a:rPr sz="1600" u="heavy" spc="-15" dirty="0">
                <a:solidFill>
                  <a:srgbClr val="76B900"/>
                </a:solidFill>
                <a:latin typeface="Comic Sans MS" panose="030F0702030302020204" pitchFamily="66" charset="0"/>
                <a:cs typeface="Calibri" panose="020F0502020204030204" pitchFamily="34" charset="0"/>
              </a:rPr>
              <a:t>g</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g</a:t>
            </a:r>
            <a:r>
              <a:rPr sz="1600" u="heavy" dirty="0">
                <a:solidFill>
                  <a:srgbClr val="76B900"/>
                </a:solidFill>
                <a:latin typeface="Comic Sans MS" panose="030F0702030302020204" pitchFamily="66" charset="0"/>
                <a:cs typeface="Calibri" panose="020F0502020204030204" pitchFamily="34" charset="0"/>
              </a:rPr>
              <a:t>u</a:t>
            </a:r>
            <a:r>
              <a:rPr sz="1600" u="heavy" spc="5"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e</a:t>
            </a:r>
            <a:r>
              <a:rPr sz="1600" u="heavy" spc="-5"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n</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e</a:t>
            </a:r>
            <a:r>
              <a:rPr sz="1600" u="heavy" spc="-15" dirty="0">
                <a:solidFill>
                  <a:srgbClr val="76B900"/>
                </a:solidFill>
                <a:latin typeface="Comic Sans MS" panose="030F0702030302020204" pitchFamily="66" charset="0"/>
                <a:cs typeface="Calibri" panose="020F0502020204030204" pitchFamily="34" charset="0"/>
              </a:rPr>
              <a:t>x</a:t>
            </a:r>
            <a:r>
              <a:rPr sz="1600" u="heavy" spc="-5" dirty="0">
                <a:solidFill>
                  <a:srgbClr val="76B900"/>
                </a:solidFill>
                <a:latin typeface="Comic Sans MS" panose="030F0702030302020204" pitchFamily="66" charset="0"/>
                <a:cs typeface="Calibri" panose="020F0502020204030204" pitchFamily="34" charset="0"/>
              </a:rPr>
              <a:t>.</a:t>
            </a:r>
            <a:r>
              <a:rPr sz="1600" u="heavy" dirty="0">
                <a:solidFill>
                  <a:srgbClr val="76B900"/>
                </a:solidFill>
                <a:latin typeface="Comic Sans MS" panose="030F0702030302020204" pitchFamily="66" charset="0"/>
                <a:cs typeface="Calibri" panose="020F0502020204030204" pitchFamily="34" charset="0"/>
              </a:rPr>
              <a:t>ht</a:t>
            </a:r>
            <a:r>
              <a:rPr sz="1600" u="heavy" spc="-5" dirty="0">
                <a:solidFill>
                  <a:srgbClr val="76B900"/>
                </a:solidFill>
                <a:latin typeface="Comic Sans MS" panose="030F0702030302020204" pitchFamily="66" charset="0"/>
                <a:cs typeface="Calibri" panose="020F0502020204030204" pitchFamily="34" charset="0"/>
              </a:rPr>
              <a:t>m</a:t>
            </a:r>
            <a:r>
              <a:rPr sz="1600" u="heavy" dirty="0">
                <a:solidFill>
                  <a:srgbClr val="76B900"/>
                </a:solidFill>
                <a:latin typeface="Comic Sans MS" panose="030F0702030302020204" pitchFamily="66" charset="0"/>
                <a:cs typeface="Calibri" panose="020F0502020204030204" pitchFamily="34" charset="0"/>
              </a:rPr>
              <a:t>l</a:t>
            </a:r>
            <a:r>
              <a:rPr sz="1600" u="heavy" spc="-5" dirty="0">
                <a:solidFill>
                  <a:srgbClr val="76B900"/>
                </a:solidFill>
                <a:latin typeface="Comic Sans MS" panose="030F0702030302020204" pitchFamily="66" charset="0"/>
                <a:cs typeface="Calibri" panose="020F0502020204030204" pitchFamily="34" charset="0"/>
              </a:rPr>
              <a:t>#</a:t>
            </a:r>
            <a:r>
              <a:rPr sz="1600" u="heavy" dirty="0">
                <a:solidFill>
                  <a:srgbClr val="76B900"/>
                </a:solidFill>
                <a:latin typeface="Comic Sans MS" panose="030F0702030302020204" pitchFamily="66" charset="0"/>
                <a:cs typeface="Calibri" panose="020F0502020204030204" pitchFamily="34" charset="0"/>
              </a:rPr>
              <a:t>u</a:t>
            </a:r>
            <a:r>
              <a:rPr sz="1600" u="heavy" spc="-5" dirty="0">
                <a:solidFill>
                  <a:srgbClr val="76B900"/>
                </a:solidFill>
                <a:latin typeface="Comic Sans MS" panose="030F0702030302020204" pitchFamily="66" charset="0"/>
                <a:cs typeface="Calibri" panose="020F0502020204030204" pitchFamily="34" charset="0"/>
              </a:rPr>
              <a:t>m</a:t>
            </a:r>
            <a:r>
              <a:rPr sz="1600" u="heavy" dirty="0">
                <a:solidFill>
                  <a:srgbClr val="76B900"/>
                </a:solidFill>
                <a:latin typeface="Comic Sans MS" panose="030F0702030302020204" pitchFamily="66" charset="0"/>
                <a:cs typeface="Calibri" panose="020F0502020204030204" pitchFamily="34" charset="0"/>
              </a:rPr>
              <a:t>-un</a:t>
            </a:r>
            <a:r>
              <a:rPr sz="1600" u="heavy" spc="5" dirty="0">
                <a:solidFill>
                  <a:srgbClr val="76B900"/>
                </a:solidFill>
                <a:latin typeface="Comic Sans MS" panose="030F0702030302020204" pitchFamily="66" charset="0"/>
                <a:cs typeface="Calibri" panose="020F0502020204030204" pitchFamily="34" charset="0"/>
              </a:rPr>
              <a:t>i</a:t>
            </a:r>
            <a:r>
              <a:rPr sz="1600" u="heavy" spc="-15" dirty="0">
                <a:solidFill>
                  <a:srgbClr val="76B900"/>
                </a:solidFill>
                <a:latin typeface="Comic Sans MS" panose="030F0702030302020204" pitchFamily="66" charset="0"/>
                <a:cs typeface="Calibri" panose="020F0502020204030204" pitchFamily="34" charset="0"/>
              </a:rPr>
              <a:t>f</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e</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m</a:t>
            </a:r>
            <a:r>
              <a:rPr sz="1600" u="heavy" dirty="0">
                <a:solidFill>
                  <a:srgbClr val="76B900"/>
                </a:solidFill>
                <a:latin typeface="Comic Sans MS" panose="030F0702030302020204" pitchFamily="66" charset="0"/>
                <a:cs typeface="Calibri" panose="020F0502020204030204" pitchFamily="34" charset="0"/>
              </a:rPr>
              <a:t>e</a:t>
            </a:r>
            <a:r>
              <a:rPr sz="1600" u="heavy" spc="-20" dirty="0">
                <a:solidFill>
                  <a:srgbClr val="76B900"/>
                </a:solidFill>
                <a:latin typeface="Comic Sans MS" panose="030F0702030302020204" pitchFamily="66" charset="0"/>
                <a:cs typeface="Calibri" panose="020F0502020204030204" pitchFamily="34" charset="0"/>
              </a:rPr>
              <a:t>m</a:t>
            </a:r>
            <a:r>
              <a:rPr sz="1600" u="heavy" spc="-10" dirty="0">
                <a:solidFill>
                  <a:srgbClr val="76B900"/>
                </a:solidFill>
                <a:latin typeface="Comic Sans MS" panose="030F0702030302020204" pitchFamily="66" charset="0"/>
                <a:cs typeface="Calibri" panose="020F0502020204030204" pitchFamily="34" charset="0"/>
              </a:rPr>
              <a:t>or</a:t>
            </a:r>
            <a:r>
              <a:rPr sz="1600" u="heavy" spc="-5" dirty="0">
                <a:solidFill>
                  <a:srgbClr val="76B900"/>
                </a:solidFill>
                <a:latin typeface="Comic Sans MS" panose="030F0702030302020204" pitchFamily="66" charset="0"/>
                <a:cs typeface="Calibri" panose="020F0502020204030204" pitchFamily="34" charset="0"/>
              </a:rPr>
              <a:t>y</a:t>
            </a:r>
            <a:r>
              <a:rPr sz="1600" u="heavy" dirty="0">
                <a:solidFill>
                  <a:srgbClr val="76B900"/>
                </a:solidFill>
                <a:latin typeface="Comic Sans MS" panose="030F0702030302020204" pitchFamily="66" charset="0"/>
                <a:cs typeface="Calibri" panose="020F0502020204030204" pitchFamily="34" charset="0"/>
              </a:rPr>
              <a:t>-</a:t>
            </a:r>
            <a:r>
              <a:rPr sz="1600" dirty="0">
                <a:solidFill>
                  <a:srgbClr val="76B900"/>
                </a:solidFill>
                <a:latin typeface="Comic Sans MS" panose="030F0702030302020204" pitchFamily="66" charset="0"/>
                <a:cs typeface="Calibri" panose="020F0502020204030204" pitchFamily="34" charset="0"/>
              </a:rPr>
              <a:t> </a:t>
            </a:r>
            <a:r>
              <a:rPr sz="1600" u="heavy" spc="-15" dirty="0">
                <a:solidFill>
                  <a:srgbClr val="76B900"/>
                </a:solidFill>
                <a:latin typeface="Comic Sans MS" panose="030F0702030302020204" pitchFamily="66" charset="0"/>
                <a:cs typeface="Calibri" panose="020F0502020204030204" pitchFamily="34" charset="0"/>
              </a:rPr>
              <a:t>p</a:t>
            </a:r>
            <a:r>
              <a:rPr sz="1600" u="heavy" spc="-10" dirty="0">
                <a:solidFill>
                  <a:srgbClr val="76B900"/>
                </a:solidFill>
                <a:latin typeface="Comic Sans MS" panose="030F0702030302020204" pitchFamily="66" charset="0"/>
                <a:cs typeface="Calibri" panose="020F0502020204030204" pitchFamily="34" charset="0"/>
              </a:rPr>
              <a:t>ro</a:t>
            </a:r>
            <a:r>
              <a:rPr sz="1600" u="heavy" spc="-15" dirty="0">
                <a:solidFill>
                  <a:srgbClr val="76B900"/>
                </a:solidFill>
                <a:latin typeface="Comic Sans MS" panose="030F0702030302020204" pitchFamily="66" charset="0"/>
                <a:cs typeface="Calibri" panose="020F0502020204030204" pitchFamily="34" charset="0"/>
              </a:rPr>
              <a:t>g</a:t>
            </a:r>
            <a:r>
              <a:rPr sz="1600" u="heavy" spc="-10" dirty="0">
                <a:solidFill>
                  <a:srgbClr val="76B900"/>
                </a:solidFill>
                <a:latin typeface="Comic Sans MS" panose="030F0702030302020204" pitchFamily="66" charset="0"/>
                <a:cs typeface="Calibri" panose="020F0502020204030204" pitchFamily="34" charset="0"/>
              </a:rPr>
              <a:t>r</a:t>
            </a:r>
            <a:r>
              <a:rPr sz="1600" u="heavy" spc="-5" dirty="0">
                <a:solidFill>
                  <a:srgbClr val="76B900"/>
                </a:solidFill>
                <a:latin typeface="Comic Sans MS" panose="030F0702030302020204" pitchFamily="66" charset="0"/>
                <a:cs typeface="Calibri" panose="020F0502020204030204" pitchFamily="34" charset="0"/>
              </a:rPr>
              <a:t>amm</a:t>
            </a:r>
            <a:r>
              <a:rPr sz="1600" u="heavy" spc="5" dirty="0">
                <a:solidFill>
                  <a:srgbClr val="76B900"/>
                </a:solidFill>
                <a:latin typeface="Comic Sans MS" panose="030F0702030302020204" pitchFamily="66" charset="0"/>
                <a:cs typeface="Calibri" panose="020F0502020204030204" pitchFamily="34" charset="0"/>
              </a:rPr>
              <a:t>i</a:t>
            </a:r>
            <a:r>
              <a:rPr sz="1600" u="heavy" dirty="0">
                <a:solidFill>
                  <a:srgbClr val="76B900"/>
                </a:solidFill>
                <a:latin typeface="Comic Sans MS" panose="030F0702030302020204" pitchFamily="66" charset="0"/>
                <a:cs typeface="Calibri" panose="020F0502020204030204" pitchFamily="34" charset="0"/>
              </a:rPr>
              <a:t>n</a:t>
            </a:r>
            <a:r>
              <a:rPr sz="1600" u="heavy" spc="-15" dirty="0">
                <a:solidFill>
                  <a:srgbClr val="76B900"/>
                </a:solidFill>
                <a:latin typeface="Comic Sans MS" panose="030F0702030302020204" pitchFamily="66" charset="0"/>
                <a:cs typeface="Calibri" panose="020F0502020204030204" pitchFamily="34" charset="0"/>
              </a:rPr>
              <a:t>g</a:t>
            </a:r>
            <a:r>
              <a:rPr sz="1600" u="heavy" dirty="0">
                <a:solidFill>
                  <a:srgbClr val="76B900"/>
                </a:solidFill>
                <a:latin typeface="Comic Sans MS" panose="030F0702030302020204" pitchFamily="66" charset="0"/>
                <a:cs typeface="Calibri" panose="020F0502020204030204" pitchFamily="34" charset="0"/>
              </a:rPr>
              <a:t>-hd</a:t>
            </a:r>
            <a:endParaRPr sz="1600" dirty="0">
              <a:latin typeface="Comic Sans MS" panose="030F0702030302020204" pitchFamily="66" charset="0"/>
              <a:cs typeface="Calibri" panose="020F0502020204030204" pitchFamily="34" charset="0"/>
            </a:endParaRPr>
          </a:p>
          <a:p>
            <a:pPr marL="12700">
              <a:lnSpc>
                <a:spcPct val="100000"/>
              </a:lnSpc>
              <a:spcBef>
                <a:spcPts val="955"/>
              </a:spcBef>
              <a:tabLst>
                <a:tab pos="2179320" algn="l"/>
              </a:tabLst>
            </a:pPr>
            <a:r>
              <a:rPr spc="-5" dirty="0">
                <a:solidFill>
                  <a:srgbClr val="5E5E5E"/>
                </a:solidFill>
                <a:latin typeface="Comic Sans MS" panose="030F0702030302020204" pitchFamily="66" charset="0"/>
                <a:cs typeface="Calibri" panose="020F0502020204030204" pitchFamily="34" charset="0"/>
              </a:rPr>
              <a:t>CUD</a:t>
            </a:r>
            <a:r>
              <a:rPr spc="-15" dirty="0">
                <a:solidFill>
                  <a:srgbClr val="5E5E5E"/>
                </a:solidFill>
                <a:latin typeface="Comic Sans MS" panose="030F0702030302020204" pitchFamily="66" charset="0"/>
                <a:cs typeface="Calibri" panose="020F0502020204030204" pitchFamily="34" charset="0"/>
              </a:rPr>
              <a:t>A</a:t>
            </a:r>
            <a:r>
              <a:rPr spc="-5" dirty="0">
                <a:solidFill>
                  <a:srgbClr val="5E5E5E"/>
                </a:solidFill>
                <a:latin typeface="Comic Sans MS" panose="030F0702030302020204" pitchFamily="66" charset="0"/>
                <a:cs typeface="Calibri" panose="020F0502020204030204" pitchFamily="34" charset="0"/>
              </a:rPr>
              <a:t> </a:t>
            </a:r>
            <a:r>
              <a:rPr spc="-15" dirty="0">
                <a:solidFill>
                  <a:srgbClr val="5E5E5E"/>
                </a:solidFill>
                <a:latin typeface="Comic Sans MS" panose="030F0702030302020204" pitchFamily="66" charset="0"/>
                <a:cs typeface="Calibri" panose="020F0502020204030204" pitchFamily="34" charset="0"/>
              </a:rPr>
              <a:t>S</a:t>
            </a:r>
            <a:r>
              <a:rPr spc="5" dirty="0">
                <a:solidFill>
                  <a:srgbClr val="5E5E5E"/>
                </a:solidFill>
                <a:latin typeface="Comic Sans MS" panose="030F0702030302020204" pitchFamily="66" charset="0"/>
                <a:cs typeface="Calibri" panose="020F0502020204030204" pitchFamily="34" charset="0"/>
              </a:rPr>
              <a:t>am</a:t>
            </a:r>
            <a:r>
              <a:rPr spc="-5" dirty="0">
                <a:solidFill>
                  <a:srgbClr val="5E5E5E"/>
                </a:solidFill>
                <a:latin typeface="Comic Sans MS" panose="030F0702030302020204" pitchFamily="66" charset="0"/>
                <a:cs typeface="Calibri" panose="020F0502020204030204" pitchFamily="34" charset="0"/>
              </a:rPr>
              <a:t>p</a:t>
            </a:r>
            <a:r>
              <a:rPr spc="-20" dirty="0">
                <a:solidFill>
                  <a:srgbClr val="5E5E5E"/>
                </a:solidFill>
                <a:latin typeface="Comic Sans MS" panose="030F0702030302020204" pitchFamily="66" charset="0"/>
                <a:cs typeface="Calibri" panose="020F0502020204030204" pitchFamily="34" charset="0"/>
              </a:rPr>
              <a:t>l</a:t>
            </a:r>
            <a:r>
              <a:rPr dirty="0">
                <a:solidFill>
                  <a:srgbClr val="5E5E5E"/>
                </a:solidFill>
                <a:latin typeface="Comic Sans MS" panose="030F0702030302020204" pitchFamily="66" charset="0"/>
                <a:cs typeface="Calibri" panose="020F0502020204030204" pitchFamily="34" charset="0"/>
              </a:rPr>
              <a:t>e </a:t>
            </a:r>
            <a:r>
              <a:rPr spc="-20" dirty="0">
                <a:solidFill>
                  <a:srgbClr val="5E5E5E"/>
                </a:solidFill>
                <a:latin typeface="Comic Sans MS" panose="030F0702030302020204" pitchFamily="66" charset="0"/>
                <a:cs typeface="Calibri" panose="020F0502020204030204" pitchFamily="34" charset="0"/>
              </a:rPr>
              <a:t>Co</a:t>
            </a:r>
            <a:r>
              <a:rPr spc="-5" dirty="0">
                <a:solidFill>
                  <a:srgbClr val="5E5E5E"/>
                </a:solidFill>
                <a:latin typeface="Comic Sans MS" panose="030F0702030302020204" pitchFamily="66" charset="0"/>
                <a:cs typeface="Calibri" panose="020F0502020204030204" pitchFamily="34" charset="0"/>
              </a:rPr>
              <a:t>d</a:t>
            </a:r>
            <a:r>
              <a:rPr spc="5" dirty="0">
                <a:solidFill>
                  <a:srgbClr val="5E5E5E"/>
                </a:solidFill>
                <a:latin typeface="Comic Sans MS" panose="030F0702030302020204" pitchFamily="66" charset="0"/>
                <a:cs typeface="Calibri" panose="020F0502020204030204" pitchFamily="34" charset="0"/>
              </a:rPr>
              <a:t>e</a:t>
            </a:r>
            <a:r>
              <a:rPr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co</a:t>
            </a:r>
            <a:r>
              <a:rPr spc="5" dirty="0">
                <a:solidFill>
                  <a:srgbClr val="5E5E5E"/>
                </a:solidFill>
                <a:latin typeface="Comic Sans MS" panose="030F0702030302020204" pitchFamily="66" charset="0"/>
                <a:cs typeface="Calibri" panose="020F0502020204030204" pitchFamily="34" charset="0"/>
              </a:rPr>
              <a:t>n</a:t>
            </a:r>
            <a:r>
              <a:rPr spc="-10" dirty="0">
                <a:solidFill>
                  <a:srgbClr val="5E5E5E"/>
                </a:solidFill>
                <a:latin typeface="Comic Sans MS" panose="030F0702030302020204" pitchFamily="66" charset="0"/>
                <a:cs typeface="Calibri" panose="020F0502020204030204" pitchFamily="34" charset="0"/>
              </a:rPr>
              <a:t>j</a:t>
            </a:r>
            <a:r>
              <a:rPr dirty="0">
                <a:solidFill>
                  <a:srgbClr val="5E5E5E"/>
                </a:solidFill>
                <a:latin typeface="Comic Sans MS" panose="030F0702030302020204" pitchFamily="66" charset="0"/>
                <a:cs typeface="Calibri" panose="020F0502020204030204" pitchFamily="34" charset="0"/>
              </a:rPr>
              <a:t>u</a:t>
            </a:r>
            <a:r>
              <a:rPr spc="-5" dirty="0">
                <a:solidFill>
                  <a:srgbClr val="5E5E5E"/>
                </a:solidFill>
                <a:latin typeface="Comic Sans MS" panose="030F0702030302020204" pitchFamily="66" charset="0"/>
                <a:cs typeface="Calibri" panose="020F0502020204030204" pitchFamily="34" charset="0"/>
              </a:rPr>
              <a:t>g</a:t>
            </a:r>
            <a:r>
              <a:rPr dirty="0">
                <a:solidFill>
                  <a:srgbClr val="5E5E5E"/>
                </a:solidFill>
                <a:latin typeface="Comic Sans MS" panose="030F0702030302020204" pitchFamily="66" charset="0"/>
                <a:cs typeface="Calibri" panose="020F0502020204030204" pitchFamily="34" charset="0"/>
              </a:rPr>
              <a:t>a</a:t>
            </a:r>
            <a:r>
              <a:rPr spc="-5" dirty="0">
                <a:solidFill>
                  <a:srgbClr val="5E5E5E"/>
                </a:solidFill>
                <a:latin typeface="Comic Sans MS" panose="030F0702030302020204" pitchFamily="66" charset="0"/>
                <a:cs typeface="Calibri" panose="020F0502020204030204" pitchFamily="34" charset="0"/>
              </a:rPr>
              <a:t>t</a:t>
            </a:r>
            <a:r>
              <a:rPr spc="5" dirty="0">
                <a:solidFill>
                  <a:srgbClr val="5E5E5E"/>
                </a:solidFill>
                <a:latin typeface="Comic Sans MS" panose="030F0702030302020204" pitchFamily="66" charset="0"/>
                <a:cs typeface="Calibri" panose="020F0502020204030204" pitchFamily="34" charset="0"/>
              </a:rPr>
              <a:t>e</a:t>
            </a:r>
            <a:r>
              <a:rPr spc="-10" dirty="0">
                <a:solidFill>
                  <a:srgbClr val="5E5E5E"/>
                </a:solidFill>
                <a:latin typeface="Comic Sans MS" panose="030F0702030302020204" pitchFamily="66" charset="0"/>
                <a:cs typeface="Calibri" panose="020F0502020204030204" pitchFamily="34" charset="0"/>
              </a:rPr>
              <a:t>Gr</a:t>
            </a:r>
            <a:r>
              <a:rPr dirty="0">
                <a:solidFill>
                  <a:srgbClr val="5E5E5E"/>
                </a:solidFill>
                <a:latin typeface="Comic Sans MS" panose="030F0702030302020204" pitchFamily="66" charset="0"/>
                <a:cs typeface="Calibri" panose="020F0502020204030204" pitchFamily="34" charset="0"/>
              </a:rPr>
              <a:t>a</a:t>
            </a:r>
            <a:r>
              <a:rPr spc="-5" dirty="0">
                <a:solidFill>
                  <a:srgbClr val="5E5E5E"/>
                </a:solidFill>
                <a:latin typeface="Comic Sans MS" panose="030F0702030302020204" pitchFamily="66" charset="0"/>
                <a:cs typeface="Calibri" panose="020F0502020204030204" pitchFamily="34" charset="0"/>
              </a:rPr>
              <a:t>di</a:t>
            </a:r>
            <a:r>
              <a:rPr spc="5" dirty="0">
                <a:solidFill>
                  <a:srgbClr val="5E5E5E"/>
                </a:solidFill>
                <a:latin typeface="Comic Sans MS" panose="030F0702030302020204" pitchFamily="66" charset="0"/>
                <a:cs typeface="Calibri" panose="020F0502020204030204" pitchFamily="34" charset="0"/>
              </a:rPr>
              <a:t>e</a:t>
            </a:r>
            <a:r>
              <a:rPr dirty="0">
                <a:solidFill>
                  <a:srgbClr val="5E5E5E"/>
                </a:solidFill>
                <a:latin typeface="Comic Sans MS" panose="030F0702030302020204" pitchFamily="66" charset="0"/>
                <a:cs typeface="Calibri" panose="020F0502020204030204" pitchFamily="34" charset="0"/>
              </a:rPr>
              <a:t>n</a:t>
            </a:r>
            <a:r>
              <a:rPr spc="-5" dirty="0">
                <a:solidFill>
                  <a:srgbClr val="5E5E5E"/>
                </a:solidFill>
                <a:latin typeface="Comic Sans MS" panose="030F0702030302020204" pitchFamily="66" charset="0"/>
                <a:cs typeface="Calibri" panose="020F0502020204030204" pitchFamily="34" charset="0"/>
              </a:rPr>
              <a:t>tUM</a:t>
            </a:r>
            <a:endParaRPr dirty="0">
              <a:latin typeface="Comic Sans MS" panose="030F0702030302020204" pitchFamily="66" charset="0"/>
              <a:cs typeface="Calibri" panose="020F0502020204030204" pitchFamily="34" charset="0"/>
            </a:endParaRPr>
          </a:p>
          <a:p>
            <a:pPr marL="12700">
              <a:lnSpc>
                <a:spcPct val="100000"/>
              </a:lnSpc>
              <a:spcBef>
                <a:spcPts val="935"/>
              </a:spcBef>
            </a:pPr>
            <a:r>
              <a:rPr spc="-5" dirty="0">
                <a:solidFill>
                  <a:srgbClr val="5E5E5E"/>
                </a:solidFill>
                <a:latin typeface="Comic Sans MS" panose="030F0702030302020204" pitchFamily="66" charset="0"/>
                <a:cs typeface="Calibri" panose="020F0502020204030204" pitchFamily="34" charset="0"/>
              </a:rPr>
              <a:t>D</a:t>
            </a:r>
            <a:r>
              <a:rPr dirty="0">
                <a:solidFill>
                  <a:srgbClr val="5E5E5E"/>
                </a:solidFill>
                <a:latin typeface="Comic Sans MS" panose="030F0702030302020204" pitchFamily="66" charset="0"/>
                <a:cs typeface="Calibri" panose="020F0502020204030204" pitchFamily="34" charset="0"/>
              </a:rPr>
              <a:t>L</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a:t>
            </a:r>
            <a:r>
              <a:rPr spc="-5" dirty="0">
                <a:solidFill>
                  <a:srgbClr val="5E5E5E"/>
                </a:solidFill>
                <a:latin typeface="Comic Sans MS" panose="030F0702030302020204" pitchFamily="66" charset="0"/>
                <a:cs typeface="Calibri" panose="020F0502020204030204" pitchFamily="34" charset="0"/>
              </a:rPr>
              <a:t> I</a:t>
            </a:r>
            <a:r>
              <a:rPr dirty="0">
                <a:solidFill>
                  <a:srgbClr val="5E5E5E"/>
                </a:solidFill>
                <a:latin typeface="Comic Sans MS" panose="030F0702030302020204" pitchFamily="66" charset="0"/>
                <a:cs typeface="Calibri" panose="020F0502020204030204" pitchFamily="34" charset="0"/>
              </a:rPr>
              <a:t>n</a:t>
            </a:r>
            <a:r>
              <a:rPr spc="-5" dirty="0">
                <a:solidFill>
                  <a:srgbClr val="5E5E5E"/>
                </a:solidFill>
                <a:latin typeface="Comic Sans MS" panose="030F0702030302020204" pitchFamily="66" charset="0"/>
                <a:cs typeface="Calibri" panose="020F0502020204030204" pitchFamily="34" charset="0"/>
              </a:rPr>
              <a:t>t</a:t>
            </a:r>
            <a:r>
              <a:rPr spc="-10" dirty="0">
                <a:solidFill>
                  <a:srgbClr val="5E5E5E"/>
                </a:solidFill>
                <a:latin typeface="Comic Sans MS" panose="030F0702030302020204" pitchFamily="66" charset="0"/>
                <a:cs typeface="Calibri" panose="020F0502020204030204" pitchFamily="34" charset="0"/>
              </a:rPr>
              <a:t>r</a:t>
            </a:r>
            <a:r>
              <a:rPr spc="-15" dirty="0">
                <a:solidFill>
                  <a:srgbClr val="5E5E5E"/>
                </a:solidFill>
                <a:latin typeface="Comic Sans MS" panose="030F0702030302020204" pitchFamily="66" charset="0"/>
                <a:cs typeface="Calibri" panose="020F0502020204030204" pitchFamily="34" charset="0"/>
              </a:rPr>
              <a:t>od</a:t>
            </a:r>
            <a:r>
              <a:rPr dirty="0">
                <a:solidFill>
                  <a:srgbClr val="5E5E5E"/>
                </a:solidFill>
                <a:latin typeface="Comic Sans MS" panose="030F0702030302020204" pitchFamily="66" charset="0"/>
                <a:cs typeface="Calibri" panose="020F0502020204030204" pitchFamily="34" charset="0"/>
              </a:rPr>
              <a:t>u</a:t>
            </a:r>
            <a:r>
              <a:rPr spc="-5" dirty="0">
                <a:solidFill>
                  <a:srgbClr val="5E5E5E"/>
                </a:solidFill>
                <a:latin typeface="Comic Sans MS" panose="030F0702030302020204" pitchFamily="66" charset="0"/>
                <a:cs typeface="Calibri" panose="020F0502020204030204" pitchFamily="34" charset="0"/>
              </a:rPr>
              <a:t>ctio</a:t>
            </a:r>
            <a:r>
              <a:rPr dirty="0">
                <a:solidFill>
                  <a:srgbClr val="5E5E5E"/>
                </a:solidFill>
                <a:latin typeface="Comic Sans MS" panose="030F0702030302020204" pitchFamily="66" charset="0"/>
                <a:cs typeface="Calibri" panose="020F0502020204030204" pitchFamily="34" charset="0"/>
              </a:rPr>
              <a:t>n</a:t>
            </a:r>
            <a:r>
              <a:rPr spc="-5" dirty="0">
                <a:solidFill>
                  <a:srgbClr val="5E5E5E"/>
                </a:solidFill>
                <a:latin typeface="Comic Sans MS" panose="030F0702030302020204" pitchFamily="66" charset="0"/>
                <a:cs typeface="Calibri" panose="020F0502020204030204" pitchFamily="34" charset="0"/>
              </a:rPr>
              <a:t> t</a:t>
            </a:r>
            <a:r>
              <a:rPr spc="-10" dirty="0">
                <a:solidFill>
                  <a:srgbClr val="5E5E5E"/>
                </a:solidFill>
                <a:latin typeface="Comic Sans MS" panose="030F0702030302020204" pitchFamily="66" charset="0"/>
                <a:cs typeface="Calibri" panose="020F0502020204030204" pitchFamily="34" charset="0"/>
              </a:rPr>
              <a:t>o </a:t>
            </a:r>
            <a:r>
              <a:rPr spc="-15" dirty="0">
                <a:solidFill>
                  <a:srgbClr val="5E5E5E"/>
                </a:solidFill>
                <a:latin typeface="Comic Sans MS" panose="030F0702030302020204" pitchFamily="66" charset="0"/>
                <a:cs typeface="Calibri" panose="020F0502020204030204" pitchFamily="34" charset="0"/>
              </a:rPr>
              <a:t>A</a:t>
            </a:r>
            <a:r>
              <a:rPr spc="-5" dirty="0">
                <a:solidFill>
                  <a:srgbClr val="5E5E5E"/>
                </a:solidFill>
                <a:latin typeface="Comic Sans MS" panose="030F0702030302020204" pitchFamily="66" charset="0"/>
                <a:cs typeface="Calibri" panose="020F0502020204030204" pitchFamily="34" charset="0"/>
              </a:rPr>
              <a:t>cc</a:t>
            </a:r>
            <a:r>
              <a:rPr spc="5" dirty="0">
                <a:solidFill>
                  <a:srgbClr val="5E5E5E"/>
                </a:solidFill>
                <a:latin typeface="Comic Sans MS" panose="030F0702030302020204" pitchFamily="66" charset="0"/>
                <a:cs typeface="Calibri" panose="020F0502020204030204" pitchFamily="34" charset="0"/>
              </a:rPr>
              <a:t>e</a:t>
            </a:r>
            <a:r>
              <a:rPr spc="-15" dirty="0">
                <a:solidFill>
                  <a:srgbClr val="5E5E5E"/>
                </a:solidFill>
                <a:latin typeface="Comic Sans MS" panose="030F0702030302020204" pitchFamily="66" charset="0"/>
                <a:cs typeface="Calibri" panose="020F0502020204030204" pitchFamily="34" charset="0"/>
              </a:rPr>
              <a:t>l</a:t>
            </a:r>
            <a:r>
              <a:rPr spc="5" dirty="0">
                <a:solidFill>
                  <a:srgbClr val="5E5E5E"/>
                </a:solidFill>
                <a:latin typeface="Comic Sans MS" panose="030F0702030302020204" pitchFamily="66" charset="0"/>
                <a:cs typeface="Calibri" panose="020F0502020204030204" pitchFamily="34" charset="0"/>
              </a:rPr>
              <a:t>e</a:t>
            </a:r>
            <a:r>
              <a:rPr spc="-10" dirty="0">
                <a:solidFill>
                  <a:srgbClr val="5E5E5E"/>
                </a:solidFill>
                <a:latin typeface="Comic Sans MS" panose="030F0702030302020204" pitchFamily="66" charset="0"/>
                <a:cs typeface="Calibri" panose="020F0502020204030204" pitchFamily="34" charset="0"/>
              </a:rPr>
              <a:t>r</a:t>
            </a:r>
            <a:r>
              <a:rPr dirty="0">
                <a:solidFill>
                  <a:srgbClr val="5E5E5E"/>
                </a:solidFill>
                <a:latin typeface="Comic Sans MS" panose="030F0702030302020204" pitchFamily="66" charset="0"/>
                <a:cs typeface="Calibri" panose="020F0502020204030204" pitchFamily="34" charset="0"/>
              </a:rPr>
              <a:t>a</a:t>
            </a:r>
            <a:r>
              <a:rPr spc="-5" dirty="0">
                <a:solidFill>
                  <a:srgbClr val="5E5E5E"/>
                </a:solidFill>
                <a:latin typeface="Comic Sans MS" panose="030F0702030302020204" pitchFamily="66" charset="0"/>
                <a:cs typeface="Calibri" panose="020F0502020204030204" pitchFamily="34" charset="0"/>
              </a:rPr>
              <a:t>t</a:t>
            </a:r>
            <a:r>
              <a:rPr spc="5" dirty="0">
                <a:solidFill>
                  <a:srgbClr val="5E5E5E"/>
                </a:solidFill>
                <a:latin typeface="Comic Sans MS" panose="030F0702030302020204" pitchFamily="66" charset="0"/>
                <a:cs typeface="Calibri" panose="020F0502020204030204" pitchFamily="34" charset="0"/>
              </a:rPr>
              <a:t>e</a:t>
            </a:r>
            <a:r>
              <a:rPr dirty="0">
                <a:solidFill>
                  <a:srgbClr val="5E5E5E"/>
                </a:solidFill>
                <a:latin typeface="Comic Sans MS" panose="030F0702030302020204" pitchFamily="66" charset="0"/>
                <a:cs typeface="Calibri" panose="020F0502020204030204" pitchFamily="34" charset="0"/>
              </a:rPr>
              <a:t>d</a:t>
            </a:r>
            <a:r>
              <a:rPr spc="-10"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C</a:t>
            </a:r>
            <a:r>
              <a:rPr spc="-15" dirty="0">
                <a:solidFill>
                  <a:srgbClr val="5E5E5E"/>
                </a:solidFill>
                <a:latin typeface="Comic Sans MS" panose="030F0702030302020204" pitchFamily="66" charset="0"/>
                <a:cs typeface="Calibri" panose="020F0502020204030204" pitchFamily="34" charset="0"/>
              </a:rPr>
              <a:t>o</a:t>
            </a:r>
            <a:r>
              <a:rPr spc="-10" dirty="0">
                <a:solidFill>
                  <a:srgbClr val="5E5E5E"/>
                </a:solidFill>
                <a:latin typeface="Comic Sans MS" panose="030F0702030302020204" pitchFamily="66" charset="0"/>
                <a:cs typeface="Calibri" panose="020F0502020204030204" pitchFamily="34" charset="0"/>
              </a:rPr>
              <a:t>m</a:t>
            </a:r>
            <a:r>
              <a:rPr spc="-5" dirty="0">
                <a:solidFill>
                  <a:srgbClr val="5E5E5E"/>
                </a:solidFill>
                <a:latin typeface="Comic Sans MS" panose="030F0702030302020204" pitchFamily="66" charset="0"/>
                <a:cs typeface="Calibri" panose="020F0502020204030204" pitchFamily="34" charset="0"/>
              </a:rPr>
              <a:t>p</a:t>
            </a:r>
            <a:r>
              <a:rPr dirty="0">
                <a:solidFill>
                  <a:srgbClr val="5E5E5E"/>
                </a:solidFill>
                <a:latin typeface="Comic Sans MS" panose="030F0702030302020204" pitchFamily="66" charset="0"/>
                <a:cs typeface="Calibri" panose="020F0502020204030204" pitchFamily="34" charset="0"/>
              </a:rPr>
              <a:t>u</a:t>
            </a:r>
            <a:r>
              <a:rPr spc="-5" dirty="0">
                <a:solidFill>
                  <a:srgbClr val="5E5E5E"/>
                </a:solidFill>
                <a:latin typeface="Comic Sans MS" panose="030F0702030302020204" pitchFamily="66" charset="0"/>
                <a:cs typeface="Calibri" panose="020F0502020204030204" pitchFamily="34" charset="0"/>
              </a:rPr>
              <a:t>ti</a:t>
            </a:r>
            <a:r>
              <a:rPr dirty="0">
                <a:solidFill>
                  <a:srgbClr val="5E5E5E"/>
                </a:solidFill>
                <a:latin typeface="Comic Sans MS" panose="030F0702030302020204" pitchFamily="66" charset="0"/>
                <a:cs typeface="Calibri" panose="020F0502020204030204" pitchFamily="34" charset="0"/>
              </a:rPr>
              <a:t>n</a:t>
            </a:r>
            <a:r>
              <a:rPr spc="-10" dirty="0">
                <a:solidFill>
                  <a:srgbClr val="5E5E5E"/>
                </a:solidFill>
                <a:latin typeface="Comic Sans MS" panose="030F0702030302020204" pitchFamily="66" charset="0"/>
                <a:cs typeface="Calibri" panose="020F0502020204030204" pitchFamily="34" charset="0"/>
              </a:rPr>
              <a:t>g </a:t>
            </a:r>
            <a:r>
              <a:rPr spc="-5" dirty="0">
                <a:solidFill>
                  <a:srgbClr val="5E5E5E"/>
                </a:solidFill>
                <a:latin typeface="Comic Sans MS" panose="030F0702030302020204" pitchFamily="66" charset="0"/>
                <a:cs typeface="Calibri" panose="020F0502020204030204" pitchFamily="34" charset="0"/>
              </a:rPr>
              <a:t>wit</a:t>
            </a:r>
            <a:r>
              <a:rPr dirty="0">
                <a:solidFill>
                  <a:srgbClr val="5E5E5E"/>
                </a:solidFill>
                <a:latin typeface="Comic Sans MS" panose="030F0702030302020204" pitchFamily="66" charset="0"/>
                <a:cs typeface="Calibri" panose="020F0502020204030204" pitchFamily="34" charset="0"/>
              </a:rPr>
              <a:t>h</a:t>
            </a:r>
            <a:r>
              <a:rPr spc="-5" dirty="0">
                <a:solidFill>
                  <a:srgbClr val="5E5E5E"/>
                </a:solidFill>
                <a:latin typeface="Comic Sans MS" panose="030F0702030302020204" pitchFamily="66" charset="0"/>
                <a:cs typeface="Calibri" panose="020F0502020204030204" pitchFamily="34" charset="0"/>
              </a:rPr>
              <a:t> CUD</a:t>
            </a:r>
            <a:r>
              <a:rPr dirty="0">
                <a:solidFill>
                  <a:srgbClr val="5E5E5E"/>
                </a:solidFill>
                <a:latin typeface="Comic Sans MS" panose="030F0702030302020204" pitchFamily="66" charset="0"/>
                <a:cs typeface="Calibri" panose="020F0502020204030204" pitchFamily="34" charset="0"/>
              </a:rPr>
              <a:t>A</a:t>
            </a:r>
            <a:r>
              <a:rPr spc="-5" dirty="0">
                <a:solidFill>
                  <a:srgbClr val="5E5E5E"/>
                </a:solidFill>
                <a:latin typeface="Comic Sans MS" panose="030F0702030302020204" pitchFamily="66" charset="0"/>
                <a:cs typeface="Calibri" panose="020F0502020204030204" pitchFamily="34" charset="0"/>
              </a:rPr>
              <a:t> C</a:t>
            </a:r>
            <a:r>
              <a:rPr spc="5" dirty="0">
                <a:solidFill>
                  <a:srgbClr val="5E5E5E"/>
                </a:solidFill>
                <a:latin typeface="Comic Sans MS" panose="030F0702030302020204" pitchFamily="66" charset="0"/>
                <a:cs typeface="Calibri" panose="020F0502020204030204" pitchFamily="34" charset="0"/>
              </a:rPr>
              <a:t>+</a:t>
            </a:r>
            <a:r>
              <a:rPr dirty="0">
                <a:solidFill>
                  <a:srgbClr val="5E5E5E"/>
                </a:solidFill>
                <a:latin typeface="Comic Sans MS" panose="030F0702030302020204" pitchFamily="66" charset="0"/>
                <a:cs typeface="Calibri" panose="020F0502020204030204" pitchFamily="34" charset="0"/>
              </a:rPr>
              <a:t>+ (3 </a:t>
            </a:r>
            <a:r>
              <a:rPr spc="-15" dirty="0">
                <a:solidFill>
                  <a:srgbClr val="5E5E5E"/>
                </a:solidFill>
                <a:latin typeface="Comic Sans MS" panose="030F0702030302020204" pitchFamily="66" charset="0"/>
                <a:cs typeface="Calibri" panose="020F0502020204030204" pitchFamily="34" charset="0"/>
              </a:rPr>
              <a:t>l</a:t>
            </a:r>
            <a:r>
              <a:rPr dirty="0">
                <a:solidFill>
                  <a:srgbClr val="5E5E5E"/>
                </a:solidFill>
                <a:latin typeface="Comic Sans MS" panose="030F0702030302020204" pitchFamily="66" charset="0"/>
                <a:cs typeface="Calibri" panose="020F0502020204030204" pitchFamily="34" charset="0"/>
              </a:rPr>
              <a:t>a</a:t>
            </a:r>
            <a:r>
              <a:rPr spc="-5" dirty="0">
                <a:solidFill>
                  <a:srgbClr val="5E5E5E"/>
                </a:solidFill>
                <a:latin typeface="Comic Sans MS" panose="030F0702030302020204" pitchFamily="66" charset="0"/>
                <a:cs typeface="Calibri" panose="020F0502020204030204" pitchFamily="34" charset="0"/>
              </a:rPr>
              <a:t>b</a:t>
            </a:r>
            <a:r>
              <a:rPr spc="-15" dirty="0">
                <a:solidFill>
                  <a:srgbClr val="5E5E5E"/>
                </a:solidFill>
                <a:latin typeface="Comic Sans MS" panose="030F0702030302020204" pitchFamily="66" charset="0"/>
                <a:cs typeface="Calibri" panose="020F0502020204030204" pitchFamily="34" charset="0"/>
              </a:rPr>
              <a:t>s)</a:t>
            </a:r>
            <a:endParaRPr dirty="0">
              <a:latin typeface="Comic Sans MS" panose="030F0702030302020204" pitchFamily="66" charset="0"/>
              <a:cs typeface="Calibri" panose="020F0502020204030204" pitchFamily="34" charset="0"/>
            </a:endParaRPr>
          </a:p>
        </p:txBody>
      </p:sp>
      <p:sp>
        <p:nvSpPr>
          <p:cNvPr id="5" name="object 7"/>
          <p:cNvSpPr txBox="1">
            <a:spLocks noGrp="1"/>
          </p:cNvSpPr>
          <p:nvPr>
            <p:ph type="sldNum" sz="quarter" idx="12"/>
          </p:nvPr>
        </p:nvSpPr>
        <p:spPr>
          <a:xfrm>
            <a:off x="7749540" y="5786148"/>
            <a:ext cx="2678862"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31</a:t>
            </a:fld>
            <a:endParaRPr dirty="0">
              <a:latin typeface="Comic Sans MS" panose="030F0702030302020204" pitchFamily="66"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90282"/>
            <a:ext cx="9464040" cy="553998"/>
          </a:xfrm>
          <a:prstGeom prst="rect">
            <a:avLst/>
          </a:prstGeom>
        </p:spPr>
        <p:txBody>
          <a:bodyPr vert="horz" wrap="square" lIns="0" tIns="0" rIns="0" bIns="0" rtlCol="0">
            <a:spAutoFit/>
          </a:bodyPr>
          <a:lstStyle/>
          <a:p>
            <a:pPr marL="3227070">
              <a:lnSpc>
                <a:spcPct val="100000"/>
              </a:lnSpc>
            </a:pPr>
            <a:r>
              <a:rPr sz="3600" b="1" spc="-10" dirty="0">
                <a:latin typeface="Comic Sans MS" panose="030F0702030302020204" pitchFamily="66" charset="0"/>
              </a:rPr>
              <a:t>H</a:t>
            </a:r>
            <a:r>
              <a:rPr sz="3600" b="1" spc="-5" dirty="0">
                <a:latin typeface="Comic Sans MS" panose="030F0702030302020204" pitchFamily="66" charset="0"/>
              </a:rPr>
              <a:t>OM</a:t>
            </a:r>
            <a:r>
              <a:rPr sz="3600" b="1" spc="-30" dirty="0">
                <a:latin typeface="Comic Sans MS" panose="030F0702030302020204" pitchFamily="66" charset="0"/>
              </a:rPr>
              <a:t>EWO</a:t>
            </a:r>
            <a:r>
              <a:rPr sz="3600" b="1" spc="5" dirty="0">
                <a:latin typeface="Comic Sans MS" panose="030F0702030302020204" pitchFamily="66" charset="0"/>
              </a:rPr>
              <a:t>R</a:t>
            </a:r>
            <a:r>
              <a:rPr sz="3600" b="1" spc="-25" dirty="0">
                <a:latin typeface="Comic Sans MS" panose="030F0702030302020204" pitchFamily="66" charset="0"/>
              </a:rPr>
              <a:t>K</a:t>
            </a:r>
          </a:p>
        </p:txBody>
      </p:sp>
      <p:sp>
        <p:nvSpPr>
          <p:cNvPr id="10" name="object 10"/>
          <p:cNvSpPr txBox="1"/>
          <p:nvPr/>
        </p:nvSpPr>
        <p:spPr>
          <a:xfrm>
            <a:off x="579036" y="4355918"/>
            <a:ext cx="10075292" cy="441959"/>
          </a:xfrm>
          <a:prstGeom prst="rect">
            <a:avLst/>
          </a:prstGeom>
        </p:spPr>
        <p:txBody>
          <a:bodyPr vert="horz" wrap="square" lIns="0" tIns="0" rIns="0" bIns="0" rtlCol="0">
            <a:spAutoFit/>
          </a:bodyPr>
          <a:lstStyle/>
          <a:p>
            <a:pPr marL="298450" marR="5080" indent="-285750">
              <a:lnSpc>
                <a:spcPts val="1680"/>
              </a:lnSpc>
              <a:buFont typeface="Arial" panose="020B0604020202020204" pitchFamily="34" charset="0"/>
              <a:buChar char="•"/>
            </a:pPr>
            <a:r>
              <a:rPr spc="-15" dirty="0">
                <a:solidFill>
                  <a:srgbClr val="5E5E5E"/>
                </a:solidFill>
                <a:latin typeface="Comic Sans MS" panose="030F0702030302020204" pitchFamily="66" charset="0"/>
                <a:cs typeface="Calibri" panose="020F0502020204030204" pitchFamily="34" charset="0"/>
              </a:rPr>
              <a:t>P</a:t>
            </a:r>
            <a:r>
              <a:rPr spc="-10" dirty="0">
                <a:solidFill>
                  <a:srgbClr val="5E5E5E"/>
                </a:solidFill>
                <a:latin typeface="Comic Sans MS" panose="030F0702030302020204" pitchFamily="66" charset="0"/>
                <a:cs typeface="Calibri" panose="020F0502020204030204" pitchFamily="34" charset="0"/>
              </a:rPr>
              <a:t>r</a:t>
            </a:r>
            <a:r>
              <a:rPr dirty="0">
                <a:solidFill>
                  <a:srgbClr val="5E5E5E"/>
                </a:solidFill>
                <a:latin typeface="Comic Sans MS" panose="030F0702030302020204" pitchFamily="66" charset="0"/>
                <a:cs typeface="Calibri" panose="020F0502020204030204" pitchFamily="34" charset="0"/>
              </a:rPr>
              <a:t>e</a:t>
            </a:r>
            <a:r>
              <a:rPr spc="-10" dirty="0">
                <a:solidFill>
                  <a:srgbClr val="5E5E5E"/>
                </a:solidFill>
                <a:latin typeface="Comic Sans MS" panose="030F0702030302020204" pitchFamily="66" charset="0"/>
                <a:cs typeface="Calibri" panose="020F0502020204030204" pitchFamily="34" charset="0"/>
              </a:rPr>
              <a:t>r</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q</a:t>
            </a:r>
            <a:r>
              <a:rPr dirty="0">
                <a:solidFill>
                  <a:srgbClr val="5E5E5E"/>
                </a:solidFill>
                <a:latin typeface="Comic Sans MS" panose="030F0702030302020204" pitchFamily="66" charset="0"/>
                <a:cs typeface="Calibri" panose="020F0502020204030204" pitchFamily="34" charset="0"/>
              </a:rPr>
              <a:t>u</a:t>
            </a:r>
            <a:r>
              <a:rPr spc="5" dirty="0">
                <a:solidFill>
                  <a:srgbClr val="5E5E5E"/>
                </a:solidFill>
                <a:latin typeface="Comic Sans MS" panose="030F0702030302020204" pitchFamily="66" charset="0"/>
                <a:cs typeface="Calibri" panose="020F0502020204030204" pitchFamily="34" charset="0"/>
              </a:rPr>
              <a:t>i</a:t>
            </a:r>
            <a:r>
              <a:rPr spc="-10" dirty="0">
                <a:solidFill>
                  <a:srgbClr val="5E5E5E"/>
                </a:solidFill>
                <a:latin typeface="Comic Sans MS" panose="030F0702030302020204" pitchFamily="66" charset="0"/>
                <a:cs typeface="Calibri" panose="020F0502020204030204" pitchFamily="34" charset="0"/>
              </a:rPr>
              <a:t>s</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te</a:t>
            </a:r>
            <a:r>
              <a:rPr spc="-10" dirty="0">
                <a:solidFill>
                  <a:srgbClr val="5E5E5E"/>
                </a:solidFill>
                <a:latin typeface="Comic Sans MS" panose="030F0702030302020204" pitchFamily="66" charset="0"/>
                <a:cs typeface="Calibri" panose="020F0502020204030204" pitchFamily="34" charset="0"/>
              </a:rPr>
              <a:t>s</a:t>
            </a:r>
            <a:r>
              <a:rPr dirty="0">
                <a:solidFill>
                  <a:srgbClr val="5E5E5E"/>
                </a:solidFill>
                <a:latin typeface="Comic Sans MS" panose="030F0702030302020204" pitchFamily="66" charset="0"/>
                <a:cs typeface="Calibri" panose="020F0502020204030204" pitchFamily="34" charset="0"/>
              </a:rPr>
              <a:t>:</a:t>
            </a:r>
            <a:r>
              <a:rPr spc="5"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ba</a:t>
            </a:r>
            <a:r>
              <a:rPr spc="-10" dirty="0">
                <a:solidFill>
                  <a:srgbClr val="5E5E5E"/>
                </a:solidFill>
                <a:latin typeface="Comic Sans MS" panose="030F0702030302020204" pitchFamily="66" charset="0"/>
                <a:cs typeface="Calibri" panose="020F0502020204030204" pitchFamily="34" charset="0"/>
              </a:rPr>
              <a:t>s</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c l</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nu</a:t>
            </a:r>
            <a:r>
              <a:rPr spc="-10" dirty="0">
                <a:solidFill>
                  <a:srgbClr val="5E5E5E"/>
                </a:solidFill>
                <a:latin typeface="Comic Sans MS" panose="030F0702030302020204" pitchFamily="66" charset="0"/>
                <a:cs typeface="Calibri" panose="020F0502020204030204" pitchFamily="34" charset="0"/>
              </a:rPr>
              <a:t>x</a:t>
            </a:r>
            <a:r>
              <a:rPr dirty="0">
                <a:solidFill>
                  <a:srgbClr val="5E5E5E"/>
                </a:solidFill>
                <a:latin typeface="Comic Sans MS" panose="030F0702030302020204" pitchFamily="66" charset="0"/>
                <a:cs typeface="Calibri" panose="020F0502020204030204" pitchFamily="34" charset="0"/>
              </a:rPr>
              <a:t> s</a:t>
            </a:r>
            <a:r>
              <a:rPr spc="5" dirty="0">
                <a:solidFill>
                  <a:srgbClr val="5E5E5E"/>
                </a:solidFill>
                <a:latin typeface="Comic Sans MS" panose="030F0702030302020204" pitchFamily="66" charset="0"/>
                <a:cs typeface="Calibri" panose="020F0502020204030204" pitchFamily="34" charset="0"/>
              </a:rPr>
              <a:t>ki</a:t>
            </a:r>
            <a:r>
              <a:rPr spc="-10" dirty="0">
                <a:solidFill>
                  <a:srgbClr val="5E5E5E"/>
                </a:solidFill>
                <a:latin typeface="Comic Sans MS" panose="030F0702030302020204" pitchFamily="66" charset="0"/>
                <a:cs typeface="Calibri" panose="020F0502020204030204" pitchFamily="34" charset="0"/>
              </a:rPr>
              <a:t>lls,</a:t>
            </a:r>
            <a:r>
              <a:rPr spc="5" dirty="0">
                <a:solidFill>
                  <a:srgbClr val="5E5E5E"/>
                </a:solidFill>
                <a:latin typeface="Comic Sans MS" panose="030F0702030302020204" pitchFamily="66" charset="0"/>
                <a:cs typeface="Calibri" panose="020F0502020204030204" pitchFamily="34" charset="0"/>
              </a:rPr>
              <a:t> </a:t>
            </a:r>
            <a:r>
              <a:rPr dirty="0">
                <a:solidFill>
                  <a:srgbClr val="5E5E5E"/>
                </a:solidFill>
                <a:latin typeface="Comic Sans MS" panose="030F0702030302020204" pitchFamily="66" charset="0"/>
                <a:cs typeface="Calibri" panose="020F0502020204030204" pitchFamily="34" charset="0"/>
              </a:rPr>
              <a:t>e.</a:t>
            </a:r>
            <a:r>
              <a:rPr spc="-15" dirty="0">
                <a:solidFill>
                  <a:srgbClr val="5E5E5E"/>
                </a:solidFill>
                <a:latin typeface="Comic Sans MS" panose="030F0702030302020204" pitchFamily="66" charset="0"/>
                <a:cs typeface="Calibri" panose="020F0502020204030204" pitchFamily="34" charset="0"/>
              </a:rPr>
              <a:t>g</a:t>
            </a:r>
            <a:r>
              <a:rPr dirty="0">
                <a:solidFill>
                  <a:srgbClr val="5E5E5E"/>
                </a:solidFill>
                <a:latin typeface="Comic Sans MS" panose="030F0702030302020204" pitchFamily="66" charset="0"/>
                <a:cs typeface="Calibri" panose="020F0502020204030204" pitchFamily="34" charset="0"/>
              </a:rPr>
              <a:t>.</a:t>
            </a:r>
            <a:r>
              <a:rPr spc="5" dirty="0">
                <a:solidFill>
                  <a:srgbClr val="5E5E5E"/>
                </a:solidFill>
                <a:latin typeface="Comic Sans MS" panose="030F0702030302020204" pitchFamily="66" charset="0"/>
                <a:cs typeface="Calibri" panose="020F0502020204030204" pitchFamily="34" charset="0"/>
              </a:rPr>
              <a:t> </a:t>
            </a:r>
            <a:r>
              <a:rPr spc="-10" dirty="0">
                <a:solidFill>
                  <a:srgbClr val="5E5E5E"/>
                </a:solidFill>
                <a:latin typeface="Comic Sans MS" panose="030F0702030302020204" pitchFamily="66" charset="0"/>
                <a:cs typeface="Calibri" panose="020F0502020204030204" pitchFamily="34" charset="0"/>
              </a:rPr>
              <a:t>ls,</a:t>
            </a:r>
            <a:r>
              <a:rPr spc="5"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cd</a:t>
            </a:r>
            <a:r>
              <a:rPr dirty="0">
                <a:solidFill>
                  <a:srgbClr val="5E5E5E"/>
                </a:solidFill>
                <a:latin typeface="Comic Sans MS" panose="030F0702030302020204" pitchFamily="66" charset="0"/>
                <a:cs typeface="Calibri" panose="020F0502020204030204" pitchFamily="34" charset="0"/>
              </a:rPr>
              <a:t>,</a:t>
            </a:r>
            <a:r>
              <a:rPr spc="5" dirty="0">
                <a:solidFill>
                  <a:srgbClr val="5E5E5E"/>
                </a:solidFill>
                <a:latin typeface="Comic Sans MS" panose="030F0702030302020204" pitchFamily="66" charset="0"/>
                <a:cs typeface="Calibri" panose="020F0502020204030204" pitchFamily="34" charset="0"/>
              </a:rPr>
              <a:t> </a:t>
            </a:r>
            <a:r>
              <a:rPr dirty="0">
                <a:solidFill>
                  <a:srgbClr val="5E5E5E"/>
                </a:solidFill>
                <a:latin typeface="Comic Sans MS" panose="030F0702030302020204" pitchFamily="66" charset="0"/>
                <a:cs typeface="Calibri" panose="020F0502020204030204" pitchFamily="34" charset="0"/>
              </a:rPr>
              <a:t>et</a:t>
            </a:r>
            <a:r>
              <a:rPr spc="-5" dirty="0">
                <a:solidFill>
                  <a:srgbClr val="5E5E5E"/>
                </a:solidFill>
                <a:latin typeface="Comic Sans MS" panose="030F0702030302020204" pitchFamily="66" charset="0"/>
                <a:cs typeface="Calibri" panose="020F0502020204030204" pitchFamily="34" charset="0"/>
              </a:rPr>
              <a:t>c</a:t>
            </a:r>
            <a:r>
              <a:rPr dirty="0">
                <a:solidFill>
                  <a:srgbClr val="5E5E5E"/>
                </a:solidFill>
                <a:latin typeface="Comic Sans MS" panose="030F0702030302020204" pitchFamily="66" charset="0"/>
                <a:cs typeface="Calibri" panose="020F0502020204030204" pitchFamily="34" charset="0"/>
              </a:rPr>
              <a:t>.,</a:t>
            </a:r>
            <a:r>
              <a:rPr spc="5" dirty="0">
                <a:solidFill>
                  <a:srgbClr val="5E5E5E"/>
                </a:solidFill>
                <a:latin typeface="Comic Sans MS" panose="030F0702030302020204" pitchFamily="66" charset="0"/>
                <a:cs typeface="Calibri" panose="020F0502020204030204" pitchFamily="34" charset="0"/>
              </a:rPr>
              <a:t> k</a:t>
            </a:r>
            <a:r>
              <a:rPr dirty="0">
                <a:solidFill>
                  <a:srgbClr val="5E5E5E"/>
                </a:solidFill>
                <a:latin typeface="Comic Sans MS" panose="030F0702030302020204" pitchFamily="66" charset="0"/>
                <a:cs typeface="Calibri" panose="020F0502020204030204" pitchFamily="34" charset="0"/>
              </a:rPr>
              <a:t>no</a:t>
            </a:r>
            <a:r>
              <a:rPr spc="-5" dirty="0">
                <a:solidFill>
                  <a:srgbClr val="5E5E5E"/>
                </a:solidFill>
                <a:latin typeface="Comic Sans MS" panose="030F0702030302020204" pitchFamily="66" charset="0"/>
                <a:cs typeface="Calibri" panose="020F0502020204030204" pitchFamily="34" charset="0"/>
              </a:rPr>
              <a:t>wl</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d</a:t>
            </a:r>
            <a:r>
              <a:rPr spc="-15" dirty="0">
                <a:solidFill>
                  <a:srgbClr val="5E5E5E"/>
                </a:solidFill>
                <a:latin typeface="Comic Sans MS" panose="030F0702030302020204" pitchFamily="66" charset="0"/>
                <a:cs typeface="Calibri" panose="020F0502020204030204" pitchFamily="34" charset="0"/>
              </a:rPr>
              <a:t>g</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 </a:t>
            </a:r>
            <a:r>
              <a:rPr spc="-10" dirty="0">
                <a:solidFill>
                  <a:srgbClr val="5E5E5E"/>
                </a:solidFill>
                <a:latin typeface="Comic Sans MS" panose="030F0702030302020204" pitchFamily="66" charset="0"/>
                <a:cs typeface="Calibri" panose="020F0502020204030204" pitchFamily="34" charset="0"/>
              </a:rPr>
              <a:t>of</a:t>
            </a:r>
            <a:r>
              <a:rPr dirty="0">
                <a:solidFill>
                  <a:srgbClr val="5E5E5E"/>
                </a:solidFill>
                <a:latin typeface="Comic Sans MS" panose="030F0702030302020204" pitchFamily="66" charset="0"/>
                <a:cs typeface="Calibri" panose="020F0502020204030204" pitchFamily="34" charset="0"/>
              </a:rPr>
              <a:t> a te</a:t>
            </a:r>
            <a:r>
              <a:rPr spc="-15" dirty="0">
                <a:solidFill>
                  <a:srgbClr val="5E5E5E"/>
                </a:solidFill>
                <a:latin typeface="Comic Sans MS" panose="030F0702030302020204" pitchFamily="66" charset="0"/>
                <a:cs typeface="Calibri" panose="020F0502020204030204" pitchFamily="34" charset="0"/>
              </a:rPr>
              <a:t>x</a:t>
            </a:r>
            <a:r>
              <a:rPr dirty="0">
                <a:solidFill>
                  <a:srgbClr val="5E5E5E"/>
                </a:solidFill>
                <a:latin typeface="Comic Sans MS" panose="030F0702030302020204" pitchFamily="66" charset="0"/>
                <a:cs typeface="Calibri" panose="020F0502020204030204" pitchFamily="34" charset="0"/>
              </a:rPr>
              <a:t>t</a:t>
            </a:r>
            <a:r>
              <a:rPr spc="5" dirty="0">
                <a:solidFill>
                  <a:srgbClr val="5E5E5E"/>
                </a:solidFill>
                <a:latin typeface="Comic Sans MS" panose="030F0702030302020204" pitchFamily="66" charset="0"/>
                <a:cs typeface="Calibri" panose="020F0502020204030204" pitchFamily="34" charset="0"/>
              </a:rPr>
              <a:t> </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d</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t</a:t>
            </a:r>
            <a:r>
              <a:rPr spc="-10" dirty="0">
                <a:solidFill>
                  <a:srgbClr val="5E5E5E"/>
                </a:solidFill>
                <a:latin typeface="Comic Sans MS" panose="030F0702030302020204" pitchFamily="66" charset="0"/>
                <a:cs typeface="Calibri" panose="020F0502020204030204" pitchFamily="34" charset="0"/>
              </a:rPr>
              <a:t>or</a:t>
            </a:r>
            <a:r>
              <a:rPr spc="5"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l</a:t>
            </a:r>
            <a:r>
              <a:rPr spc="5" dirty="0">
                <a:solidFill>
                  <a:srgbClr val="5E5E5E"/>
                </a:solidFill>
                <a:latin typeface="Comic Sans MS" panose="030F0702030302020204" pitchFamily="66" charset="0"/>
                <a:cs typeface="Calibri" panose="020F0502020204030204" pitchFamily="34" charset="0"/>
              </a:rPr>
              <a:t>ik</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 </a:t>
            </a:r>
            <a:r>
              <a:rPr spc="-10" dirty="0">
                <a:solidFill>
                  <a:srgbClr val="5E5E5E"/>
                </a:solidFill>
                <a:latin typeface="Comic Sans MS" panose="030F0702030302020204" pitchFamily="66" charset="0"/>
                <a:cs typeface="Calibri" panose="020F0502020204030204" pitchFamily="34" charset="0"/>
              </a:rPr>
              <a:t>v</a:t>
            </a:r>
            <a:r>
              <a:rPr spc="5" dirty="0">
                <a:solidFill>
                  <a:srgbClr val="5E5E5E"/>
                </a:solidFill>
                <a:latin typeface="Comic Sans MS" panose="030F0702030302020204" pitchFamily="66" charset="0"/>
                <a:cs typeface="Calibri" panose="020F0502020204030204" pitchFamily="34" charset="0"/>
              </a:rPr>
              <a:t>i</a:t>
            </a:r>
            <a:r>
              <a:rPr spc="-5" dirty="0">
                <a:solidFill>
                  <a:srgbClr val="5E5E5E"/>
                </a:solidFill>
                <a:latin typeface="Comic Sans MS" panose="030F0702030302020204" pitchFamily="66" charset="0"/>
                <a:cs typeface="Calibri" panose="020F0502020204030204" pitchFamily="34" charset="0"/>
              </a:rPr>
              <a:t>/</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mac</a:t>
            </a:r>
            <a:r>
              <a:rPr spc="-10" dirty="0">
                <a:solidFill>
                  <a:srgbClr val="5E5E5E"/>
                </a:solidFill>
                <a:latin typeface="Comic Sans MS" panose="030F0702030302020204" pitchFamily="66" charset="0"/>
                <a:cs typeface="Calibri" panose="020F0502020204030204" pitchFamily="34" charset="0"/>
              </a:rPr>
              <a:t>s,</a:t>
            </a:r>
            <a:r>
              <a:rPr spc="5"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a</a:t>
            </a:r>
            <a:r>
              <a:rPr dirty="0">
                <a:solidFill>
                  <a:srgbClr val="5E5E5E"/>
                </a:solidFill>
                <a:latin typeface="Comic Sans MS" panose="030F0702030302020204" pitchFamily="66" charset="0"/>
                <a:cs typeface="Calibri" panose="020F0502020204030204" pitchFamily="34" charset="0"/>
              </a:rPr>
              <a:t>nd </a:t>
            </a:r>
            <a:r>
              <a:rPr spc="-10" dirty="0">
                <a:solidFill>
                  <a:srgbClr val="5E5E5E"/>
                </a:solidFill>
                <a:latin typeface="Comic Sans MS" panose="030F0702030302020204" pitchFamily="66" charset="0"/>
                <a:cs typeface="Calibri" panose="020F0502020204030204" pitchFamily="34" charset="0"/>
              </a:rPr>
              <a:t>so</a:t>
            </a:r>
            <a:r>
              <a:rPr spc="-5" dirty="0">
                <a:solidFill>
                  <a:srgbClr val="5E5E5E"/>
                </a:solidFill>
                <a:latin typeface="Comic Sans MS" panose="030F0702030302020204" pitchFamily="66" charset="0"/>
                <a:cs typeface="Calibri" panose="020F0502020204030204" pitchFamily="34" charset="0"/>
              </a:rPr>
              <a:t>m</a:t>
            </a:r>
            <a:r>
              <a:rPr dirty="0">
                <a:solidFill>
                  <a:srgbClr val="5E5E5E"/>
                </a:solidFill>
                <a:latin typeface="Comic Sans MS" panose="030F0702030302020204" pitchFamily="66" charset="0"/>
                <a:cs typeface="Calibri" panose="020F0502020204030204" pitchFamily="34" charset="0"/>
              </a:rPr>
              <a:t>e </a:t>
            </a:r>
            <a:r>
              <a:rPr spc="5" dirty="0">
                <a:solidFill>
                  <a:srgbClr val="5E5E5E"/>
                </a:solidFill>
                <a:latin typeface="Comic Sans MS" panose="030F0702030302020204" pitchFamily="66" charset="0"/>
                <a:cs typeface="Calibri" panose="020F0502020204030204" pitchFamily="34" charset="0"/>
              </a:rPr>
              <a:t>k</a:t>
            </a:r>
            <a:r>
              <a:rPr dirty="0">
                <a:solidFill>
                  <a:srgbClr val="5E5E5E"/>
                </a:solidFill>
                <a:latin typeface="Comic Sans MS" panose="030F0702030302020204" pitchFamily="66" charset="0"/>
                <a:cs typeface="Calibri" panose="020F0502020204030204" pitchFamily="34" charset="0"/>
              </a:rPr>
              <a:t>n</a:t>
            </a:r>
            <a:r>
              <a:rPr spc="-10" dirty="0">
                <a:solidFill>
                  <a:srgbClr val="5E5E5E"/>
                </a:solidFill>
                <a:latin typeface="Comic Sans MS" panose="030F0702030302020204" pitchFamily="66" charset="0"/>
                <a:cs typeface="Calibri" panose="020F0502020204030204" pitchFamily="34" charset="0"/>
              </a:rPr>
              <a:t>o</a:t>
            </a:r>
            <a:r>
              <a:rPr spc="-5" dirty="0">
                <a:solidFill>
                  <a:srgbClr val="5E5E5E"/>
                </a:solidFill>
                <a:latin typeface="Comic Sans MS" panose="030F0702030302020204" pitchFamily="66" charset="0"/>
                <a:cs typeface="Calibri" panose="020F0502020204030204" pitchFamily="34" charset="0"/>
              </a:rPr>
              <a:t>wl</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d</a:t>
            </a:r>
            <a:r>
              <a:rPr spc="-15" dirty="0">
                <a:solidFill>
                  <a:srgbClr val="5E5E5E"/>
                </a:solidFill>
                <a:latin typeface="Comic Sans MS" panose="030F0702030302020204" pitchFamily="66" charset="0"/>
                <a:cs typeface="Calibri" panose="020F0502020204030204" pitchFamily="34" charset="0"/>
              </a:rPr>
              <a:t>g</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 </a:t>
            </a:r>
            <a:r>
              <a:rPr spc="-10" dirty="0">
                <a:solidFill>
                  <a:srgbClr val="5E5E5E"/>
                </a:solidFill>
                <a:latin typeface="Comic Sans MS" panose="030F0702030302020204" pitchFamily="66" charset="0"/>
                <a:cs typeface="Calibri" panose="020F0502020204030204" pitchFamily="34" charset="0"/>
              </a:rPr>
              <a:t>of</a:t>
            </a:r>
            <a:r>
              <a:rPr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C</a:t>
            </a:r>
            <a:r>
              <a:rPr spc="-5" dirty="0">
                <a:solidFill>
                  <a:srgbClr val="5E5E5E"/>
                </a:solidFill>
                <a:latin typeface="Comic Sans MS" panose="030F0702030302020204" pitchFamily="66" charset="0"/>
                <a:cs typeface="Calibri" panose="020F0502020204030204" pitchFamily="34" charset="0"/>
              </a:rPr>
              <a:t>/</a:t>
            </a:r>
            <a:r>
              <a:rPr spc="5" dirty="0">
                <a:solidFill>
                  <a:srgbClr val="5E5E5E"/>
                </a:solidFill>
                <a:latin typeface="Comic Sans MS" panose="030F0702030302020204" pitchFamily="66" charset="0"/>
                <a:cs typeface="Calibri" panose="020F0502020204030204" pitchFamily="34" charset="0"/>
              </a:rPr>
              <a:t>C</a:t>
            </a:r>
            <a:r>
              <a:rPr spc="-5" dirty="0">
                <a:solidFill>
                  <a:srgbClr val="5E5E5E"/>
                </a:solidFill>
                <a:latin typeface="Comic Sans MS" panose="030F0702030302020204" pitchFamily="66" charset="0"/>
                <a:cs typeface="Calibri" panose="020F0502020204030204" pitchFamily="34" charset="0"/>
              </a:rPr>
              <a:t>+</a:t>
            </a:r>
            <a:r>
              <a:rPr dirty="0">
                <a:solidFill>
                  <a:srgbClr val="5E5E5E"/>
                </a:solidFill>
                <a:latin typeface="Comic Sans MS" panose="030F0702030302020204" pitchFamily="66" charset="0"/>
                <a:cs typeface="Calibri" panose="020F0502020204030204" pitchFamily="34" charset="0"/>
              </a:rPr>
              <a:t>+</a:t>
            </a:r>
            <a:r>
              <a:rPr spc="5"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p</a:t>
            </a:r>
            <a:r>
              <a:rPr spc="-10" dirty="0">
                <a:solidFill>
                  <a:srgbClr val="5E5E5E"/>
                </a:solidFill>
                <a:latin typeface="Comic Sans MS" panose="030F0702030302020204" pitchFamily="66" charset="0"/>
                <a:cs typeface="Calibri" panose="020F0502020204030204" pitchFamily="34" charset="0"/>
              </a:rPr>
              <a:t>ro</a:t>
            </a:r>
            <a:r>
              <a:rPr spc="-15" dirty="0">
                <a:solidFill>
                  <a:srgbClr val="5E5E5E"/>
                </a:solidFill>
                <a:latin typeface="Comic Sans MS" panose="030F0702030302020204" pitchFamily="66" charset="0"/>
                <a:cs typeface="Calibri" panose="020F0502020204030204" pitchFamily="34" charset="0"/>
              </a:rPr>
              <a:t>g</a:t>
            </a:r>
            <a:r>
              <a:rPr spc="-10" dirty="0">
                <a:solidFill>
                  <a:srgbClr val="5E5E5E"/>
                </a:solidFill>
                <a:latin typeface="Comic Sans MS" panose="030F0702030302020204" pitchFamily="66" charset="0"/>
                <a:cs typeface="Calibri" panose="020F0502020204030204" pitchFamily="34" charset="0"/>
              </a:rPr>
              <a:t>r</a:t>
            </a:r>
            <a:r>
              <a:rPr spc="-5" dirty="0">
                <a:solidFill>
                  <a:srgbClr val="5E5E5E"/>
                </a:solidFill>
                <a:latin typeface="Comic Sans MS" panose="030F0702030302020204" pitchFamily="66" charset="0"/>
                <a:cs typeface="Calibri" panose="020F0502020204030204" pitchFamily="34" charset="0"/>
              </a:rPr>
              <a:t>amm</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n</a:t>
            </a:r>
            <a:r>
              <a:rPr spc="-10" dirty="0">
                <a:solidFill>
                  <a:srgbClr val="5E5E5E"/>
                </a:solidFill>
                <a:latin typeface="Comic Sans MS" panose="030F0702030302020204" pitchFamily="66" charset="0"/>
                <a:cs typeface="Calibri" panose="020F0502020204030204" pitchFamily="34" charset="0"/>
              </a:rPr>
              <a:t>g</a:t>
            </a:r>
            <a:endParaRPr dirty="0">
              <a:latin typeface="Comic Sans MS" panose="030F0702030302020204" pitchFamily="66" charset="0"/>
              <a:cs typeface="Calibri" panose="020F0502020204030204" pitchFamily="34" charset="0"/>
            </a:endParaRPr>
          </a:p>
        </p:txBody>
      </p:sp>
      <p:sp>
        <p:nvSpPr>
          <p:cNvPr id="12" name="object 7"/>
          <p:cNvSpPr txBox="1">
            <a:spLocks noGrp="1"/>
          </p:cNvSpPr>
          <p:nvPr>
            <p:ph type="sldNum" sz="quarter" idx="12"/>
          </p:nvPr>
        </p:nvSpPr>
        <p:spPr>
          <a:xfrm>
            <a:off x="7749540" y="5786148"/>
            <a:ext cx="2468880" cy="197746"/>
          </a:xfrm>
          <a:prstGeom prst="rect">
            <a:avLst/>
          </a:prstGeom>
        </p:spPr>
        <p:txBody>
          <a:bodyPr vert="horz" wrap="square" lIns="0" tIns="0" rIns="0" bIns="0" rtlCol="0">
            <a:spAutoFit/>
          </a:bodyPr>
          <a:lstStyle/>
          <a:p>
            <a:pPr marL="25400">
              <a:lnSpc>
                <a:spcPct val="100000"/>
              </a:lnSpc>
            </a:pPr>
            <a:fld id="{81D60167-4931-47E6-BA6A-407CBD079E47}" type="slidenum">
              <a:rPr dirty="0">
                <a:latin typeface="Comic Sans MS" panose="030F0702030302020204" pitchFamily="66" charset="0"/>
              </a:rPr>
              <a:t>32</a:t>
            </a:fld>
            <a:endParaRPr dirty="0">
              <a:latin typeface="Comic Sans MS" panose="030F0702030302020204" pitchFamily="66" charset="0"/>
            </a:endParaRPr>
          </a:p>
        </p:txBody>
      </p:sp>
      <p:sp>
        <p:nvSpPr>
          <p:cNvPr id="13" name="object 8"/>
          <p:cNvSpPr txBox="1"/>
          <p:nvPr/>
        </p:nvSpPr>
        <p:spPr>
          <a:xfrm>
            <a:off x="579036" y="1203040"/>
            <a:ext cx="9160892" cy="2762295"/>
          </a:xfrm>
          <a:prstGeom prst="rect">
            <a:avLst/>
          </a:prstGeom>
        </p:spPr>
        <p:txBody>
          <a:bodyPr vert="horz" wrap="square" lIns="0" tIns="0" rIns="0" bIns="0" rtlCol="0">
            <a:spAutoFit/>
          </a:bodyPr>
          <a:lstStyle/>
          <a:p>
            <a:pPr marL="298450" marR="1466215" indent="-285750">
              <a:lnSpc>
                <a:spcPts val="3500"/>
              </a:lnSpc>
              <a:buFont typeface="Arial" panose="020B0604020202020204" pitchFamily="34" charset="0"/>
              <a:buChar char="•"/>
            </a:pPr>
            <a:r>
              <a:rPr spc="-10" dirty="0">
                <a:solidFill>
                  <a:srgbClr val="5E5E5E"/>
                </a:solidFill>
                <a:latin typeface="Comic Sans MS" panose="030F0702030302020204" pitchFamily="66" charset="0"/>
                <a:cs typeface="Calibri" panose="020F0502020204030204" pitchFamily="34" charset="0"/>
              </a:rPr>
              <a:t>Log </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nt</a:t>
            </a:r>
            <a:r>
              <a:rPr spc="-10" dirty="0">
                <a:solidFill>
                  <a:srgbClr val="5E5E5E"/>
                </a:solidFill>
                <a:latin typeface="Comic Sans MS" panose="030F0702030302020204" pitchFamily="66" charset="0"/>
                <a:cs typeface="Calibri" panose="020F0502020204030204" pitchFamily="34" charset="0"/>
              </a:rPr>
              <a:t>o</a:t>
            </a:r>
            <a:r>
              <a:rPr spc="5"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S</a:t>
            </a:r>
            <a:r>
              <a:rPr dirty="0">
                <a:solidFill>
                  <a:srgbClr val="5E5E5E"/>
                </a:solidFill>
                <a:latin typeface="Comic Sans MS" panose="030F0702030302020204" pitchFamily="66" charset="0"/>
                <a:cs typeface="Calibri" panose="020F0502020204030204" pitchFamily="34" charset="0"/>
              </a:rPr>
              <a:t>u</a:t>
            </a:r>
            <a:r>
              <a:rPr spc="-5" dirty="0">
                <a:solidFill>
                  <a:srgbClr val="5E5E5E"/>
                </a:solidFill>
                <a:latin typeface="Comic Sans MS" panose="030F0702030302020204" pitchFamily="66" charset="0"/>
                <a:cs typeface="Calibri" panose="020F0502020204030204" pitchFamily="34" charset="0"/>
              </a:rPr>
              <a:t>mm</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t</a:t>
            </a:r>
            <a:r>
              <a:rPr spc="5" dirty="0">
                <a:solidFill>
                  <a:srgbClr val="5E5E5E"/>
                </a:solidFill>
                <a:latin typeface="Comic Sans MS" panose="030F0702030302020204" pitchFamily="66" charset="0"/>
                <a:cs typeface="Calibri" panose="020F0502020204030204" pitchFamily="34" charset="0"/>
              </a:rPr>
              <a:t> </a:t>
            </a:r>
            <a:r>
              <a:rPr dirty="0">
                <a:solidFill>
                  <a:srgbClr val="5E5E5E"/>
                </a:solidFill>
                <a:latin typeface="Comic Sans MS" panose="030F0702030302020204" pitchFamily="66" charset="0"/>
                <a:cs typeface="Calibri" panose="020F0502020204030204" pitchFamily="34" charset="0"/>
              </a:rPr>
              <a:t>(</a:t>
            </a:r>
            <a:r>
              <a:rPr spc="-10" dirty="0">
                <a:solidFill>
                  <a:srgbClr val="5E5E5E"/>
                </a:solidFill>
                <a:latin typeface="Comic Sans MS" panose="030F0702030302020204" pitchFamily="66" charset="0"/>
                <a:cs typeface="Calibri" panose="020F0502020204030204" pitchFamily="34" charset="0"/>
              </a:rPr>
              <a:t>ssh</a:t>
            </a:r>
            <a:r>
              <a:rPr spc="5" dirty="0">
                <a:solidFill>
                  <a:srgbClr val="5E5E5E"/>
                </a:solidFill>
                <a:latin typeface="Comic Sans MS" panose="030F0702030302020204" pitchFamily="66" charset="0"/>
                <a:cs typeface="Calibri" panose="020F0502020204030204" pitchFamily="34" charset="0"/>
              </a:rPr>
              <a:t> </a:t>
            </a:r>
            <a:r>
              <a:rPr u="heavy" dirty="0">
                <a:solidFill>
                  <a:srgbClr val="76B900"/>
                </a:solidFill>
                <a:latin typeface="Comic Sans MS" panose="030F0702030302020204" pitchFamily="66" charset="0"/>
                <a:cs typeface="Calibri" panose="020F0502020204030204" pitchFamily="34" charset="0"/>
                <a:hlinkClick r:id="rId3"/>
              </a:rPr>
              <a:t>use</a:t>
            </a:r>
            <a:r>
              <a:rPr u="heavy" spc="-10" dirty="0">
                <a:solidFill>
                  <a:srgbClr val="76B900"/>
                </a:solidFill>
                <a:latin typeface="Comic Sans MS" panose="030F0702030302020204" pitchFamily="66" charset="0"/>
                <a:cs typeface="Calibri" panose="020F0502020204030204" pitchFamily="34" charset="0"/>
                <a:hlinkClick r:id="rId3"/>
              </a:rPr>
              <a:t>r</a:t>
            </a:r>
            <a:r>
              <a:rPr u="heavy" dirty="0">
                <a:solidFill>
                  <a:srgbClr val="76B900"/>
                </a:solidFill>
                <a:latin typeface="Comic Sans MS" panose="030F0702030302020204" pitchFamily="66" charset="0"/>
                <a:cs typeface="Calibri" panose="020F0502020204030204" pitchFamily="34" charset="0"/>
                <a:hlinkClick r:id="rId3"/>
              </a:rPr>
              <a:t>n</a:t>
            </a:r>
            <a:r>
              <a:rPr u="heavy" spc="-5" dirty="0">
                <a:solidFill>
                  <a:srgbClr val="76B900"/>
                </a:solidFill>
                <a:latin typeface="Comic Sans MS" panose="030F0702030302020204" pitchFamily="66" charset="0"/>
                <a:cs typeface="Calibri" panose="020F0502020204030204" pitchFamily="34" charset="0"/>
                <a:hlinkClick r:id="rId3"/>
              </a:rPr>
              <a:t>am</a:t>
            </a:r>
            <a:r>
              <a:rPr u="heavy" dirty="0">
                <a:solidFill>
                  <a:srgbClr val="76B900"/>
                </a:solidFill>
                <a:latin typeface="Comic Sans MS" panose="030F0702030302020204" pitchFamily="66" charset="0"/>
                <a:cs typeface="Calibri" panose="020F0502020204030204" pitchFamily="34" charset="0"/>
                <a:hlinkClick r:id="rId3"/>
              </a:rPr>
              <a:t>e</a:t>
            </a:r>
            <a:r>
              <a:rPr u="heavy" spc="-10" dirty="0">
                <a:solidFill>
                  <a:srgbClr val="76B900"/>
                </a:solidFill>
                <a:latin typeface="Comic Sans MS" panose="030F0702030302020204" pitchFamily="66" charset="0"/>
                <a:cs typeface="Calibri" panose="020F0502020204030204" pitchFamily="34" charset="0"/>
                <a:hlinkClick r:id="rId3"/>
              </a:rPr>
              <a:t>@</a:t>
            </a:r>
            <a:r>
              <a:rPr u="heavy" dirty="0">
                <a:solidFill>
                  <a:srgbClr val="76B900"/>
                </a:solidFill>
                <a:latin typeface="Comic Sans MS" panose="030F0702030302020204" pitchFamily="66" charset="0"/>
                <a:cs typeface="Calibri" panose="020F0502020204030204" pitchFamily="34" charset="0"/>
                <a:hlinkClick r:id="rId3"/>
              </a:rPr>
              <a:t>ho</a:t>
            </a:r>
            <a:r>
              <a:rPr u="heavy" spc="-5" dirty="0">
                <a:solidFill>
                  <a:srgbClr val="76B900"/>
                </a:solidFill>
                <a:latin typeface="Comic Sans MS" panose="030F0702030302020204" pitchFamily="66" charset="0"/>
                <a:cs typeface="Calibri" panose="020F0502020204030204" pitchFamily="34" charset="0"/>
                <a:hlinkClick r:id="rId3"/>
              </a:rPr>
              <a:t>m</a:t>
            </a:r>
            <a:r>
              <a:rPr u="heavy" dirty="0">
                <a:solidFill>
                  <a:srgbClr val="76B900"/>
                </a:solidFill>
                <a:latin typeface="Comic Sans MS" panose="030F0702030302020204" pitchFamily="66" charset="0"/>
                <a:cs typeface="Calibri" panose="020F0502020204030204" pitchFamily="34" charset="0"/>
                <a:hlinkClick r:id="rId3"/>
              </a:rPr>
              <a:t>e</a:t>
            </a:r>
            <a:r>
              <a:rPr u="heavy" spc="-5" dirty="0">
                <a:solidFill>
                  <a:srgbClr val="76B900"/>
                </a:solidFill>
                <a:latin typeface="Comic Sans MS" panose="030F0702030302020204" pitchFamily="66" charset="0"/>
                <a:cs typeface="Calibri" panose="020F0502020204030204" pitchFamily="34" charset="0"/>
                <a:hlinkClick r:id="rId3"/>
              </a:rPr>
              <a:t>.</a:t>
            </a:r>
            <a:r>
              <a:rPr u="heavy" spc="-10" dirty="0">
                <a:solidFill>
                  <a:srgbClr val="76B900"/>
                </a:solidFill>
                <a:latin typeface="Comic Sans MS" panose="030F0702030302020204" pitchFamily="66" charset="0"/>
                <a:cs typeface="Calibri" panose="020F0502020204030204" pitchFamily="34" charset="0"/>
                <a:hlinkClick r:id="rId3"/>
              </a:rPr>
              <a:t>ccs</a:t>
            </a:r>
            <a:r>
              <a:rPr u="heavy" spc="-15" dirty="0">
                <a:solidFill>
                  <a:srgbClr val="76B900"/>
                </a:solidFill>
                <a:latin typeface="Comic Sans MS" panose="030F0702030302020204" pitchFamily="66" charset="0"/>
                <a:cs typeface="Calibri" panose="020F0502020204030204" pitchFamily="34" charset="0"/>
                <a:hlinkClick r:id="rId3"/>
              </a:rPr>
              <a:t>.</a:t>
            </a:r>
            <a:r>
              <a:rPr u="heavy" spc="-10" dirty="0">
                <a:solidFill>
                  <a:srgbClr val="76B900"/>
                </a:solidFill>
                <a:latin typeface="Comic Sans MS" panose="030F0702030302020204" pitchFamily="66" charset="0"/>
                <a:cs typeface="Calibri" panose="020F0502020204030204" pitchFamily="34" charset="0"/>
                <a:hlinkClick r:id="rId3"/>
              </a:rPr>
              <a:t>or</a:t>
            </a:r>
            <a:r>
              <a:rPr u="heavy" dirty="0">
                <a:solidFill>
                  <a:srgbClr val="76B900"/>
                </a:solidFill>
                <a:latin typeface="Comic Sans MS" panose="030F0702030302020204" pitchFamily="66" charset="0"/>
                <a:cs typeface="Calibri" panose="020F0502020204030204" pitchFamily="34" charset="0"/>
                <a:hlinkClick r:id="rId3"/>
              </a:rPr>
              <a:t>nl</a:t>
            </a:r>
            <a:r>
              <a:rPr u="heavy" spc="-5" dirty="0">
                <a:solidFill>
                  <a:srgbClr val="76B900"/>
                </a:solidFill>
                <a:latin typeface="Comic Sans MS" panose="030F0702030302020204" pitchFamily="66" charset="0"/>
                <a:cs typeface="Calibri" panose="020F0502020204030204" pitchFamily="34" charset="0"/>
                <a:hlinkClick r:id="rId3"/>
              </a:rPr>
              <a:t>.</a:t>
            </a:r>
            <a:r>
              <a:rPr u="heavy" spc="-15" dirty="0">
                <a:solidFill>
                  <a:srgbClr val="76B900"/>
                </a:solidFill>
                <a:latin typeface="Comic Sans MS" panose="030F0702030302020204" pitchFamily="66" charset="0"/>
                <a:cs typeface="Calibri" panose="020F0502020204030204" pitchFamily="34" charset="0"/>
                <a:hlinkClick r:id="rId3"/>
              </a:rPr>
              <a:t>g</a:t>
            </a:r>
            <a:r>
              <a:rPr u="heavy" spc="-10" dirty="0">
                <a:solidFill>
                  <a:srgbClr val="76B900"/>
                </a:solidFill>
                <a:latin typeface="Comic Sans MS" panose="030F0702030302020204" pitchFamily="66" charset="0"/>
                <a:cs typeface="Calibri" panose="020F0502020204030204" pitchFamily="34" charset="0"/>
                <a:hlinkClick r:id="rId3"/>
              </a:rPr>
              <a:t>ov</a:t>
            </a:r>
            <a:r>
              <a:rPr spc="10" dirty="0">
                <a:solidFill>
                  <a:srgbClr val="76B900"/>
                </a:solidFill>
                <a:latin typeface="Comic Sans MS" panose="030F0702030302020204" pitchFamily="66" charset="0"/>
                <a:cs typeface="Calibri" panose="020F0502020204030204" pitchFamily="34" charset="0"/>
                <a:hlinkClick r:id="rId3"/>
              </a:rPr>
              <a:t> </a:t>
            </a:r>
            <a:r>
              <a:rPr dirty="0">
                <a:solidFill>
                  <a:srgbClr val="5E5E5E"/>
                </a:solidFill>
                <a:latin typeface="Comic Sans MS" panose="030F0702030302020204" pitchFamily="66" charset="0"/>
                <a:cs typeface="Calibri" panose="020F0502020204030204" pitchFamily="34" charset="0"/>
              </a:rPr>
              <a:t>-&gt; </a:t>
            </a:r>
            <a:r>
              <a:rPr spc="-10" dirty="0">
                <a:solidFill>
                  <a:srgbClr val="5E5E5E"/>
                </a:solidFill>
                <a:latin typeface="Comic Sans MS" panose="030F0702030302020204" pitchFamily="66" charset="0"/>
                <a:cs typeface="Calibri" panose="020F0502020204030204" pitchFamily="34" charset="0"/>
              </a:rPr>
              <a:t>ssh</a:t>
            </a:r>
            <a:r>
              <a:rPr spc="5" dirty="0">
                <a:solidFill>
                  <a:srgbClr val="5E5E5E"/>
                </a:solidFill>
                <a:latin typeface="Comic Sans MS" panose="030F0702030302020204" pitchFamily="66" charset="0"/>
                <a:cs typeface="Calibri" panose="020F0502020204030204" pitchFamily="34" charset="0"/>
              </a:rPr>
              <a:t> </a:t>
            </a:r>
            <a:r>
              <a:rPr dirty="0">
                <a:solidFill>
                  <a:srgbClr val="5E5E5E"/>
                </a:solidFill>
                <a:latin typeface="Comic Sans MS" panose="030F0702030302020204" pitchFamily="66" charset="0"/>
                <a:cs typeface="Calibri" panose="020F0502020204030204" pitchFamily="34" charset="0"/>
              </a:rPr>
              <a:t>su</a:t>
            </a:r>
            <a:r>
              <a:rPr spc="-5" dirty="0">
                <a:solidFill>
                  <a:srgbClr val="5E5E5E"/>
                </a:solidFill>
                <a:latin typeface="Comic Sans MS" panose="030F0702030302020204" pitchFamily="66" charset="0"/>
                <a:cs typeface="Calibri" panose="020F0502020204030204" pitchFamily="34" charset="0"/>
              </a:rPr>
              <a:t>mm</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t) </a:t>
            </a:r>
            <a:r>
              <a:rPr spc="5" dirty="0">
                <a:solidFill>
                  <a:srgbClr val="5E5E5E"/>
                </a:solidFill>
                <a:latin typeface="Comic Sans MS" panose="030F0702030302020204" pitchFamily="66" charset="0"/>
                <a:cs typeface="Calibri" panose="020F0502020204030204" pitchFamily="34" charset="0"/>
              </a:rPr>
              <a:t>C</a:t>
            </a:r>
            <a:r>
              <a:rPr dirty="0">
                <a:solidFill>
                  <a:srgbClr val="5E5E5E"/>
                </a:solidFill>
                <a:latin typeface="Comic Sans MS" panose="030F0702030302020204" pitchFamily="66" charset="0"/>
                <a:cs typeface="Calibri" panose="020F0502020204030204" pitchFamily="34" charset="0"/>
              </a:rPr>
              <a:t>l</a:t>
            </a:r>
            <a:r>
              <a:rPr spc="-10" dirty="0">
                <a:solidFill>
                  <a:srgbClr val="5E5E5E"/>
                </a:solidFill>
                <a:latin typeface="Comic Sans MS" panose="030F0702030302020204" pitchFamily="66" charset="0"/>
                <a:cs typeface="Calibri" panose="020F0502020204030204" pitchFamily="34" charset="0"/>
              </a:rPr>
              <a:t>o</a:t>
            </a:r>
            <a:r>
              <a:rPr dirty="0">
                <a:solidFill>
                  <a:srgbClr val="5E5E5E"/>
                </a:solidFill>
                <a:latin typeface="Comic Sans MS" panose="030F0702030302020204" pitchFamily="66" charset="0"/>
                <a:cs typeface="Calibri" panose="020F0502020204030204" pitchFamily="34" charset="0"/>
              </a:rPr>
              <a:t>ne</a:t>
            </a:r>
            <a:r>
              <a:rPr spc="5" dirty="0">
                <a:solidFill>
                  <a:srgbClr val="5E5E5E"/>
                </a:solidFill>
                <a:latin typeface="Comic Sans MS" panose="030F0702030302020204" pitchFamily="66" charset="0"/>
                <a:cs typeface="Calibri" panose="020F0502020204030204" pitchFamily="34" charset="0"/>
              </a:rPr>
              <a:t> </a:t>
            </a:r>
            <a:endParaRPr lang="en-US" spc="5" dirty="0">
              <a:solidFill>
                <a:srgbClr val="5E5E5E"/>
              </a:solidFill>
              <a:latin typeface="Comic Sans MS" panose="030F0702030302020204" pitchFamily="66" charset="0"/>
              <a:cs typeface="Calibri" panose="020F0502020204030204" pitchFamily="34" charset="0"/>
            </a:endParaRPr>
          </a:p>
          <a:p>
            <a:pPr marL="298450" marR="1466215" indent="-285750">
              <a:lnSpc>
                <a:spcPts val="3500"/>
              </a:lnSpc>
              <a:buFont typeface="Arial" panose="020B0604020202020204" pitchFamily="34" charset="0"/>
              <a:buChar char="•"/>
            </a:pPr>
            <a:r>
              <a:rPr spc="5" dirty="0">
                <a:solidFill>
                  <a:srgbClr val="5E5E5E"/>
                </a:solidFill>
                <a:latin typeface="Comic Sans MS" panose="030F0702030302020204" pitchFamily="66" charset="0"/>
                <a:cs typeface="Calibri" panose="020F0502020204030204" pitchFamily="34" charset="0"/>
              </a:rPr>
              <a:t>Gi</a:t>
            </a:r>
            <a:r>
              <a:rPr dirty="0">
                <a:solidFill>
                  <a:srgbClr val="5E5E5E"/>
                </a:solidFill>
                <a:latin typeface="Comic Sans MS" panose="030F0702030302020204" pitchFamily="66" charset="0"/>
                <a:cs typeface="Calibri" panose="020F0502020204030204" pitchFamily="34" charset="0"/>
              </a:rPr>
              <a:t>tHub </a:t>
            </a:r>
            <a:r>
              <a:rPr spc="-10" dirty="0">
                <a:solidFill>
                  <a:srgbClr val="5E5E5E"/>
                </a:solidFill>
                <a:latin typeface="Comic Sans MS" panose="030F0702030302020204" pitchFamily="66" charset="0"/>
                <a:cs typeface="Calibri" panose="020F0502020204030204" pitchFamily="34" charset="0"/>
              </a:rPr>
              <a:t>r</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p</a:t>
            </a:r>
            <a:r>
              <a:rPr spc="-10" dirty="0">
                <a:solidFill>
                  <a:srgbClr val="5E5E5E"/>
                </a:solidFill>
                <a:latin typeface="Comic Sans MS" panose="030F0702030302020204" pitchFamily="66" charset="0"/>
                <a:cs typeface="Calibri" panose="020F0502020204030204" pitchFamily="34" charset="0"/>
              </a:rPr>
              <a:t>os</a:t>
            </a:r>
            <a:r>
              <a:rPr spc="5" dirty="0">
                <a:solidFill>
                  <a:srgbClr val="5E5E5E"/>
                </a:solidFill>
                <a:latin typeface="Comic Sans MS" panose="030F0702030302020204" pitchFamily="66" charset="0"/>
                <a:cs typeface="Calibri" panose="020F0502020204030204" pitchFamily="34" charset="0"/>
              </a:rPr>
              <a:t>i</a:t>
            </a:r>
            <a:r>
              <a:rPr dirty="0">
                <a:solidFill>
                  <a:srgbClr val="5E5E5E"/>
                </a:solidFill>
                <a:latin typeface="Comic Sans MS" panose="030F0702030302020204" pitchFamily="66" charset="0"/>
                <a:cs typeface="Calibri" panose="020F0502020204030204" pitchFamily="34" charset="0"/>
              </a:rPr>
              <a:t>t</a:t>
            </a:r>
            <a:r>
              <a:rPr spc="-10" dirty="0">
                <a:solidFill>
                  <a:srgbClr val="5E5E5E"/>
                </a:solidFill>
                <a:latin typeface="Comic Sans MS" panose="030F0702030302020204" pitchFamily="66" charset="0"/>
                <a:cs typeface="Calibri" panose="020F0502020204030204" pitchFamily="34" charset="0"/>
              </a:rPr>
              <a:t>or</a:t>
            </a:r>
            <a:r>
              <a:rPr spc="-5" dirty="0">
                <a:solidFill>
                  <a:srgbClr val="5E5E5E"/>
                </a:solidFill>
                <a:latin typeface="Comic Sans MS" panose="030F0702030302020204" pitchFamily="66" charset="0"/>
                <a:cs typeface="Calibri" panose="020F0502020204030204" pitchFamily="34" charset="0"/>
              </a:rPr>
              <a:t>y</a:t>
            </a:r>
            <a:r>
              <a:rPr dirty="0">
                <a:solidFill>
                  <a:srgbClr val="5E5E5E"/>
                </a:solidFill>
                <a:latin typeface="Comic Sans MS" panose="030F0702030302020204" pitchFamily="66" charset="0"/>
                <a:cs typeface="Calibri" panose="020F0502020204030204" pitchFamily="34" charset="0"/>
              </a:rPr>
              <a:t>:</a:t>
            </a:r>
            <a:endParaRPr lang="en-US" sz="1600" dirty="0">
              <a:solidFill>
                <a:srgbClr val="5E5E5E"/>
              </a:solidFill>
              <a:latin typeface="Comic Sans MS" panose="030F0702030302020204" pitchFamily="66" charset="0"/>
              <a:cs typeface="Calibri" panose="020F0502020204030204" pitchFamily="34" charset="0"/>
            </a:endParaRPr>
          </a:p>
          <a:p>
            <a:pPr marL="755650" lvl="1" indent="-285750">
              <a:spcBef>
                <a:spcPts val="1185"/>
              </a:spcBef>
              <a:buFont typeface="Arial" panose="020B0604020202020204" pitchFamily="34" charset="0"/>
              <a:buChar char="•"/>
            </a:pPr>
            <a:r>
              <a:rPr sz="1600" dirty="0">
                <a:solidFill>
                  <a:srgbClr val="5E5E5E"/>
                </a:solidFill>
                <a:latin typeface="Comic Sans MS" panose="030F0702030302020204" pitchFamily="66" charset="0"/>
                <a:cs typeface="Calibri" panose="020F0502020204030204" pitchFamily="34" charset="0"/>
              </a:rPr>
              <a:t>Git</a:t>
            </a:r>
            <a:r>
              <a:rPr sz="1600" spc="-5" dirty="0">
                <a:solidFill>
                  <a:srgbClr val="5E5E5E"/>
                </a:solidFill>
                <a:latin typeface="Comic Sans MS" panose="030F0702030302020204" pitchFamily="66" charset="0"/>
                <a:cs typeface="Calibri" panose="020F0502020204030204" pitchFamily="34" charset="0"/>
              </a:rPr>
              <a:t> </a:t>
            </a:r>
            <a:r>
              <a:rPr sz="1600" spc="-10" dirty="0">
                <a:solidFill>
                  <a:srgbClr val="5E5E5E"/>
                </a:solidFill>
                <a:latin typeface="Comic Sans MS" panose="030F0702030302020204" pitchFamily="66" charset="0"/>
                <a:cs typeface="Calibri" panose="020F0502020204030204" pitchFamily="34" charset="0"/>
              </a:rPr>
              <a:t>c</a:t>
            </a:r>
            <a:r>
              <a:rPr sz="1600" spc="-15" dirty="0">
                <a:solidFill>
                  <a:srgbClr val="5E5E5E"/>
                </a:solidFill>
                <a:latin typeface="Comic Sans MS" panose="030F0702030302020204" pitchFamily="66" charset="0"/>
                <a:cs typeface="Calibri" panose="020F0502020204030204" pitchFamily="34" charset="0"/>
              </a:rPr>
              <a:t>lo</a:t>
            </a:r>
            <a:r>
              <a:rPr sz="1600" spc="-5" dirty="0">
                <a:solidFill>
                  <a:srgbClr val="5E5E5E"/>
                </a:solidFill>
                <a:latin typeface="Comic Sans MS" panose="030F0702030302020204" pitchFamily="66" charset="0"/>
                <a:cs typeface="Calibri" panose="020F0502020204030204" pitchFamily="34" charset="0"/>
              </a:rPr>
              <a:t>n</a:t>
            </a:r>
            <a:r>
              <a:rPr sz="1600" dirty="0">
                <a:solidFill>
                  <a:srgbClr val="5E5E5E"/>
                </a:solidFill>
                <a:latin typeface="Comic Sans MS" panose="030F0702030302020204" pitchFamily="66" charset="0"/>
                <a:cs typeface="Calibri" panose="020F0502020204030204" pitchFamily="34" charset="0"/>
              </a:rPr>
              <a:t>e </a:t>
            </a:r>
            <a:r>
              <a:rPr sz="1600" u="heavy" spc="-5" dirty="0">
                <a:solidFill>
                  <a:srgbClr val="76B900"/>
                </a:solidFill>
                <a:latin typeface="Comic Sans MS" panose="030F0702030302020204" pitchFamily="66" charset="0"/>
                <a:cs typeface="Calibri" panose="020F0502020204030204" pitchFamily="34" charset="0"/>
              </a:rPr>
              <a:t>g</a:t>
            </a:r>
            <a:r>
              <a:rPr sz="1600" u="heavy"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t</a:t>
            </a:r>
            <a:r>
              <a:rPr sz="1600" u="heavy" spc="-20"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g</a:t>
            </a:r>
            <a:r>
              <a:rPr sz="1600" u="heavy"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thub.</a:t>
            </a:r>
            <a:r>
              <a:rPr sz="1600" u="heavy" spc="-10" dirty="0">
                <a:solidFill>
                  <a:srgbClr val="76B900"/>
                </a:solidFill>
                <a:latin typeface="Comic Sans MS" panose="030F0702030302020204" pitchFamily="66" charset="0"/>
                <a:cs typeface="Calibri" panose="020F0502020204030204" pitchFamily="34" charset="0"/>
              </a:rPr>
              <a:t>c</a:t>
            </a:r>
            <a:r>
              <a:rPr sz="1600" u="heavy" spc="-15" dirty="0">
                <a:solidFill>
                  <a:srgbClr val="76B900"/>
                </a:solidFill>
                <a:latin typeface="Comic Sans MS" panose="030F0702030302020204" pitchFamily="66" charset="0"/>
                <a:cs typeface="Calibri" panose="020F0502020204030204" pitchFamily="34" charset="0"/>
              </a:rPr>
              <a:t>o</a:t>
            </a:r>
            <a:r>
              <a:rPr sz="1600" u="heavy" spc="-5" dirty="0">
                <a:solidFill>
                  <a:srgbClr val="76B900"/>
                </a:solidFill>
                <a:latin typeface="Comic Sans MS" panose="030F0702030302020204" pitchFamily="66" charset="0"/>
                <a:cs typeface="Calibri" panose="020F0502020204030204" pitchFamily="34" charset="0"/>
              </a:rPr>
              <a:t>m:</a:t>
            </a:r>
            <a:r>
              <a:rPr sz="1600" u="heavy" spc="-15" dirty="0">
                <a:solidFill>
                  <a:srgbClr val="76B900"/>
                </a:solidFill>
                <a:latin typeface="Comic Sans MS" panose="030F0702030302020204" pitchFamily="66" charset="0"/>
                <a:cs typeface="Calibri" panose="020F0502020204030204" pitchFamily="34" charset="0"/>
              </a:rPr>
              <a:t>o</a:t>
            </a:r>
            <a:r>
              <a:rPr sz="1600" u="heavy" spc="-5" dirty="0">
                <a:solidFill>
                  <a:srgbClr val="76B900"/>
                </a:solidFill>
                <a:latin typeface="Comic Sans MS" panose="030F0702030302020204" pitchFamily="66" charset="0"/>
                <a:cs typeface="Calibri" panose="020F0502020204030204" pitchFamily="34" charset="0"/>
              </a:rPr>
              <a:t>l</a:t>
            </a:r>
            <a:r>
              <a:rPr sz="1600" u="heavy" spc="-10" dirty="0">
                <a:solidFill>
                  <a:srgbClr val="76B900"/>
                </a:solidFill>
                <a:latin typeface="Comic Sans MS" panose="030F0702030302020204" pitchFamily="66" charset="0"/>
                <a:cs typeface="Calibri" panose="020F0502020204030204" pitchFamily="34" charset="0"/>
              </a:rPr>
              <a:t>c</a:t>
            </a:r>
            <a:r>
              <a:rPr sz="1600" u="heavy" spc="-15" dirty="0">
                <a:solidFill>
                  <a:srgbClr val="76B900"/>
                </a:solidFill>
                <a:latin typeface="Comic Sans MS" panose="030F0702030302020204" pitchFamily="66" charset="0"/>
                <a:cs typeface="Calibri" panose="020F0502020204030204" pitchFamily="34" charset="0"/>
              </a:rPr>
              <a:t>f</a:t>
            </a:r>
            <a:r>
              <a:rPr sz="1600" u="heavy" dirty="0">
                <a:solidFill>
                  <a:srgbClr val="76B900"/>
                </a:solidFill>
                <a:latin typeface="Comic Sans MS" panose="030F0702030302020204" pitchFamily="66" charset="0"/>
                <a:cs typeface="Calibri" panose="020F0502020204030204" pitchFamily="34" charset="0"/>
              </a:rPr>
              <a:t>/</a:t>
            </a:r>
            <a:r>
              <a:rPr sz="1600" u="heavy" spc="-10" dirty="0">
                <a:solidFill>
                  <a:srgbClr val="76B900"/>
                </a:solidFill>
                <a:latin typeface="Comic Sans MS" panose="030F0702030302020204" pitchFamily="66" charset="0"/>
                <a:cs typeface="Calibri" panose="020F0502020204030204" pitchFamily="34" charset="0"/>
              </a:rPr>
              <a:t>c</a:t>
            </a:r>
            <a:r>
              <a:rPr sz="1600" u="heavy" spc="-5" dirty="0">
                <a:solidFill>
                  <a:srgbClr val="76B900"/>
                </a:solidFill>
                <a:latin typeface="Comic Sans MS" panose="030F0702030302020204" pitchFamily="66" charset="0"/>
                <a:cs typeface="Calibri" panose="020F0502020204030204" pitchFamily="34" charset="0"/>
              </a:rPr>
              <a:t>uda-t</a:t>
            </a:r>
            <a:r>
              <a:rPr sz="1600" u="heavy" spc="5" dirty="0">
                <a:solidFill>
                  <a:srgbClr val="76B900"/>
                </a:solidFill>
                <a:latin typeface="Comic Sans MS" panose="030F0702030302020204" pitchFamily="66" charset="0"/>
                <a:cs typeface="Calibri" panose="020F0502020204030204" pitchFamily="34" charset="0"/>
              </a:rPr>
              <a:t>r</a:t>
            </a:r>
            <a:r>
              <a:rPr sz="1600" u="heavy" dirty="0">
                <a:solidFill>
                  <a:srgbClr val="76B900"/>
                </a:solidFill>
                <a:latin typeface="Comic Sans MS" panose="030F0702030302020204" pitchFamily="66" charset="0"/>
                <a:cs typeface="Calibri" panose="020F0502020204030204" pitchFamily="34" charset="0"/>
              </a:rPr>
              <a:t>ai</a:t>
            </a:r>
            <a:r>
              <a:rPr sz="1600" u="heavy" spc="-5" dirty="0">
                <a:solidFill>
                  <a:srgbClr val="76B900"/>
                </a:solidFill>
                <a:latin typeface="Comic Sans MS" panose="030F0702030302020204" pitchFamily="66" charset="0"/>
                <a:cs typeface="Calibri" panose="020F0502020204030204" pitchFamily="34" charset="0"/>
              </a:rPr>
              <a:t>n</a:t>
            </a:r>
            <a:r>
              <a:rPr sz="1600" u="heavy"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n</a:t>
            </a:r>
            <a:r>
              <a:rPr sz="1600" u="heavy" spc="-15" dirty="0">
                <a:solidFill>
                  <a:srgbClr val="76B900"/>
                </a:solidFill>
                <a:latin typeface="Comic Sans MS" panose="030F0702030302020204" pitchFamily="66" charset="0"/>
                <a:cs typeface="Calibri" panose="020F0502020204030204" pitchFamily="34" charset="0"/>
              </a:rPr>
              <a:t>g</a:t>
            </a:r>
            <a:r>
              <a:rPr sz="1600" u="heavy" spc="-5" dirty="0">
                <a:solidFill>
                  <a:srgbClr val="76B900"/>
                </a:solidFill>
                <a:latin typeface="Comic Sans MS" panose="030F0702030302020204" pitchFamily="66" charset="0"/>
                <a:cs typeface="Calibri" panose="020F0502020204030204" pitchFamily="34" charset="0"/>
              </a:rPr>
              <a:t>-ser</a:t>
            </a:r>
            <a:r>
              <a:rPr sz="1600" u="heavy"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e</a:t>
            </a:r>
            <a:r>
              <a:rPr sz="1600" u="heavy" spc="-15" dirty="0">
                <a:solidFill>
                  <a:srgbClr val="76B900"/>
                </a:solidFill>
                <a:latin typeface="Comic Sans MS" panose="030F0702030302020204" pitchFamily="66" charset="0"/>
                <a:cs typeface="Calibri" panose="020F0502020204030204" pitchFamily="34" charset="0"/>
              </a:rPr>
              <a:t>s.g</a:t>
            </a:r>
            <a:r>
              <a:rPr sz="1600" u="heavy" dirty="0">
                <a:solidFill>
                  <a:srgbClr val="76B900"/>
                </a:solidFill>
                <a:latin typeface="Comic Sans MS" panose="030F0702030302020204" pitchFamily="66" charset="0"/>
                <a:cs typeface="Calibri" panose="020F0502020204030204" pitchFamily="34" charset="0"/>
              </a:rPr>
              <a:t>it</a:t>
            </a:r>
            <a:endParaRPr sz="1600" dirty="0">
              <a:latin typeface="Comic Sans MS" panose="030F0702030302020204" pitchFamily="66" charset="0"/>
              <a:cs typeface="Calibri" panose="020F0502020204030204" pitchFamily="34" charset="0"/>
            </a:endParaRPr>
          </a:p>
          <a:p>
            <a:pPr>
              <a:lnSpc>
                <a:spcPct val="100000"/>
              </a:lnSpc>
              <a:spcBef>
                <a:spcPts val="15"/>
              </a:spcBef>
            </a:pPr>
            <a:endParaRPr sz="1600" dirty="0">
              <a:latin typeface="Comic Sans MS" panose="030F0702030302020204" pitchFamily="66" charset="0"/>
              <a:cs typeface="Times New Roman" panose="02020603050405020304"/>
            </a:endParaRPr>
          </a:p>
          <a:p>
            <a:pPr marL="298450" indent="-285750">
              <a:lnSpc>
                <a:spcPct val="100000"/>
              </a:lnSpc>
              <a:buFont typeface="Arial" panose="020B0604020202020204" pitchFamily="34" charset="0"/>
              <a:buChar char="•"/>
            </a:pPr>
            <a:r>
              <a:rPr spc="-15" dirty="0">
                <a:solidFill>
                  <a:srgbClr val="5E5E5E"/>
                </a:solidFill>
                <a:latin typeface="Comic Sans MS" panose="030F0702030302020204" pitchFamily="66" charset="0"/>
                <a:cs typeface="Calibri" panose="020F0502020204030204" pitchFamily="34" charset="0"/>
              </a:rPr>
              <a:t>F</a:t>
            </a:r>
            <a:r>
              <a:rPr spc="-10" dirty="0">
                <a:solidFill>
                  <a:srgbClr val="5E5E5E"/>
                </a:solidFill>
                <a:latin typeface="Comic Sans MS" panose="030F0702030302020204" pitchFamily="66" charset="0"/>
                <a:cs typeface="Calibri" panose="020F0502020204030204" pitchFamily="34" charset="0"/>
              </a:rPr>
              <a:t>ollo</a:t>
            </a:r>
            <a:r>
              <a:rPr dirty="0">
                <a:solidFill>
                  <a:srgbClr val="5E5E5E"/>
                </a:solidFill>
                <a:latin typeface="Comic Sans MS" panose="030F0702030302020204" pitchFamily="66" charset="0"/>
                <a:cs typeface="Calibri" panose="020F0502020204030204" pitchFamily="34" charset="0"/>
              </a:rPr>
              <a:t>w the</a:t>
            </a:r>
            <a:r>
              <a:rPr spc="5" dirty="0">
                <a:solidFill>
                  <a:srgbClr val="5E5E5E"/>
                </a:solidFill>
                <a:latin typeface="Comic Sans MS" panose="030F0702030302020204" pitchFamily="66" charset="0"/>
                <a:cs typeface="Calibri" panose="020F0502020204030204" pitchFamily="34" charset="0"/>
              </a:rPr>
              <a:t> i</a:t>
            </a:r>
            <a:r>
              <a:rPr dirty="0">
                <a:solidFill>
                  <a:srgbClr val="5E5E5E"/>
                </a:solidFill>
                <a:latin typeface="Comic Sans MS" panose="030F0702030302020204" pitchFamily="66" charset="0"/>
                <a:cs typeface="Calibri" panose="020F0502020204030204" pitchFamily="34" charset="0"/>
              </a:rPr>
              <a:t>n</a:t>
            </a:r>
            <a:r>
              <a:rPr spc="-10" dirty="0">
                <a:solidFill>
                  <a:srgbClr val="5E5E5E"/>
                </a:solidFill>
                <a:latin typeface="Comic Sans MS" panose="030F0702030302020204" pitchFamily="66" charset="0"/>
                <a:cs typeface="Calibri" panose="020F0502020204030204" pitchFamily="34" charset="0"/>
              </a:rPr>
              <a:t>s</a:t>
            </a:r>
            <a:r>
              <a:rPr dirty="0">
                <a:solidFill>
                  <a:srgbClr val="5E5E5E"/>
                </a:solidFill>
                <a:latin typeface="Comic Sans MS" panose="030F0702030302020204" pitchFamily="66" charset="0"/>
                <a:cs typeface="Calibri" panose="020F0502020204030204" pitchFamily="34" charset="0"/>
              </a:rPr>
              <a:t>t</a:t>
            </a:r>
            <a:r>
              <a:rPr spc="-10" dirty="0">
                <a:solidFill>
                  <a:srgbClr val="5E5E5E"/>
                </a:solidFill>
                <a:latin typeface="Comic Sans MS" panose="030F0702030302020204" pitchFamily="66" charset="0"/>
                <a:cs typeface="Calibri" panose="020F0502020204030204" pitchFamily="34" charset="0"/>
              </a:rPr>
              <a:t>r</a:t>
            </a:r>
            <a:r>
              <a:rPr dirty="0">
                <a:solidFill>
                  <a:srgbClr val="5E5E5E"/>
                </a:solidFill>
                <a:latin typeface="Comic Sans MS" panose="030F0702030302020204" pitchFamily="66" charset="0"/>
                <a:cs typeface="Calibri" panose="020F0502020204030204" pitchFamily="34" charset="0"/>
              </a:rPr>
              <a:t>u</a:t>
            </a:r>
            <a:r>
              <a:rPr spc="-5" dirty="0">
                <a:solidFill>
                  <a:srgbClr val="5E5E5E"/>
                </a:solidFill>
                <a:latin typeface="Comic Sans MS" panose="030F0702030302020204" pitchFamily="66" charset="0"/>
                <a:cs typeface="Calibri" panose="020F0502020204030204" pitchFamily="34" charset="0"/>
              </a:rPr>
              <a:t>c</a:t>
            </a:r>
            <a:r>
              <a:rPr dirty="0">
                <a:solidFill>
                  <a:srgbClr val="5E5E5E"/>
                </a:solidFill>
                <a:latin typeface="Comic Sans MS" panose="030F0702030302020204" pitchFamily="66" charset="0"/>
                <a:cs typeface="Calibri" panose="020F0502020204030204" pitchFamily="34" charset="0"/>
              </a:rPr>
              <a:t>t</a:t>
            </a:r>
            <a:r>
              <a:rPr spc="5" dirty="0">
                <a:solidFill>
                  <a:srgbClr val="5E5E5E"/>
                </a:solidFill>
                <a:latin typeface="Comic Sans MS" panose="030F0702030302020204" pitchFamily="66" charset="0"/>
                <a:cs typeface="Calibri" panose="020F0502020204030204" pitchFamily="34" charset="0"/>
              </a:rPr>
              <a:t>i</a:t>
            </a:r>
            <a:r>
              <a:rPr spc="-10" dirty="0">
                <a:solidFill>
                  <a:srgbClr val="5E5E5E"/>
                </a:solidFill>
                <a:latin typeface="Comic Sans MS" panose="030F0702030302020204" pitchFamily="66" charset="0"/>
                <a:cs typeface="Calibri" panose="020F0502020204030204" pitchFamily="34" charset="0"/>
              </a:rPr>
              <a:t>o</a:t>
            </a:r>
            <a:r>
              <a:rPr dirty="0">
                <a:solidFill>
                  <a:srgbClr val="5E5E5E"/>
                </a:solidFill>
                <a:latin typeface="Comic Sans MS" panose="030F0702030302020204" pitchFamily="66" charset="0"/>
                <a:cs typeface="Calibri" panose="020F0502020204030204" pitchFamily="34" charset="0"/>
              </a:rPr>
              <a:t>n</a:t>
            </a:r>
            <a:r>
              <a:rPr spc="-10" dirty="0">
                <a:solidFill>
                  <a:srgbClr val="5E5E5E"/>
                </a:solidFill>
                <a:latin typeface="Comic Sans MS" panose="030F0702030302020204" pitchFamily="66" charset="0"/>
                <a:cs typeface="Calibri" panose="020F0502020204030204" pitchFamily="34" charset="0"/>
              </a:rPr>
              <a:t>s</a:t>
            </a:r>
            <a:r>
              <a:rPr spc="5" dirty="0">
                <a:solidFill>
                  <a:srgbClr val="5E5E5E"/>
                </a:solidFill>
                <a:latin typeface="Comic Sans MS" panose="030F0702030302020204" pitchFamily="66" charset="0"/>
                <a:cs typeface="Calibri" panose="020F0502020204030204" pitchFamily="34" charset="0"/>
              </a:rPr>
              <a:t> i</a:t>
            </a:r>
            <a:r>
              <a:rPr dirty="0">
                <a:solidFill>
                  <a:srgbClr val="5E5E5E"/>
                </a:solidFill>
                <a:latin typeface="Comic Sans MS" panose="030F0702030302020204" pitchFamily="66" charset="0"/>
                <a:cs typeface="Calibri" panose="020F0502020204030204" pitchFamily="34" charset="0"/>
              </a:rPr>
              <a:t>n</a:t>
            </a:r>
            <a:r>
              <a:rPr spc="5" dirty="0">
                <a:solidFill>
                  <a:srgbClr val="5E5E5E"/>
                </a:solidFill>
                <a:latin typeface="Comic Sans MS" panose="030F0702030302020204" pitchFamily="66" charset="0"/>
                <a:cs typeface="Calibri" panose="020F0502020204030204" pitchFamily="34" charset="0"/>
              </a:rPr>
              <a:t> </a:t>
            </a:r>
            <a:r>
              <a:rPr dirty="0">
                <a:solidFill>
                  <a:srgbClr val="5E5E5E"/>
                </a:solidFill>
                <a:latin typeface="Comic Sans MS" panose="030F0702030302020204" pitchFamily="66" charset="0"/>
                <a:cs typeface="Calibri" panose="020F0502020204030204" pitchFamily="34" charset="0"/>
              </a:rPr>
              <a:t>the</a:t>
            </a:r>
            <a:r>
              <a:rPr spc="-5" dirty="0">
                <a:solidFill>
                  <a:srgbClr val="5E5E5E"/>
                </a:solidFill>
                <a:latin typeface="Comic Sans MS" panose="030F0702030302020204" pitchFamily="66" charset="0"/>
                <a:cs typeface="Calibri" panose="020F0502020204030204" pitchFamily="34" charset="0"/>
              </a:rPr>
              <a:t> </a:t>
            </a:r>
            <a:r>
              <a:rPr dirty="0">
                <a:solidFill>
                  <a:srgbClr val="5E5E5E"/>
                </a:solidFill>
                <a:latin typeface="Comic Sans MS" panose="030F0702030302020204" pitchFamily="66" charset="0"/>
                <a:cs typeface="Calibri" panose="020F0502020204030204" pitchFamily="34" charset="0"/>
              </a:rPr>
              <a:t>re</a:t>
            </a:r>
            <a:r>
              <a:rPr spc="-5" dirty="0">
                <a:solidFill>
                  <a:srgbClr val="5E5E5E"/>
                </a:solidFill>
                <a:latin typeface="Comic Sans MS" panose="030F0702030302020204" pitchFamily="66" charset="0"/>
                <a:cs typeface="Calibri" panose="020F0502020204030204" pitchFamily="34" charset="0"/>
              </a:rPr>
              <a:t>adm</a:t>
            </a:r>
            <a:r>
              <a:rPr dirty="0">
                <a:solidFill>
                  <a:srgbClr val="5E5E5E"/>
                </a:solidFill>
                <a:latin typeface="Comic Sans MS" panose="030F0702030302020204" pitchFamily="66" charset="0"/>
                <a:cs typeface="Calibri" panose="020F0502020204030204" pitchFamily="34" charset="0"/>
              </a:rPr>
              <a:t>e.</a:t>
            </a:r>
            <a:r>
              <a:rPr spc="-5" dirty="0">
                <a:solidFill>
                  <a:srgbClr val="5E5E5E"/>
                </a:solidFill>
                <a:latin typeface="Comic Sans MS" panose="030F0702030302020204" pitchFamily="66" charset="0"/>
                <a:cs typeface="Calibri" panose="020F0502020204030204" pitchFamily="34" charset="0"/>
              </a:rPr>
              <a:t>m</a:t>
            </a:r>
            <a:r>
              <a:rPr dirty="0">
                <a:solidFill>
                  <a:srgbClr val="5E5E5E"/>
                </a:solidFill>
                <a:latin typeface="Comic Sans MS" panose="030F0702030302020204" pitchFamily="66" charset="0"/>
                <a:cs typeface="Calibri" panose="020F0502020204030204" pitchFamily="34" charset="0"/>
              </a:rPr>
              <a:t>d </a:t>
            </a:r>
            <a:r>
              <a:rPr spc="-15" dirty="0">
                <a:solidFill>
                  <a:srgbClr val="5E5E5E"/>
                </a:solidFill>
                <a:latin typeface="Comic Sans MS" panose="030F0702030302020204" pitchFamily="66" charset="0"/>
                <a:cs typeface="Calibri" panose="020F0502020204030204" pitchFamily="34" charset="0"/>
              </a:rPr>
              <a:t>f</a:t>
            </a:r>
            <a:r>
              <a:rPr dirty="0">
                <a:solidFill>
                  <a:srgbClr val="5E5E5E"/>
                </a:solidFill>
                <a:latin typeface="Comic Sans MS" panose="030F0702030302020204" pitchFamily="66" charset="0"/>
                <a:cs typeface="Calibri" panose="020F0502020204030204" pitchFamily="34" charset="0"/>
              </a:rPr>
              <a:t>i</a:t>
            </a:r>
            <a:r>
              <a:rPr spc="-5" dirty="0">
                <a:solidFill>
                  <a:srgbClr val="5E5E5E"/>
                </a:solidFill>
                <a:latin typeface="Comic Sans MS" panose="030F0702030302020204" pitchFamily="66" charset="0"/>
                <a:cs typeface="Calibri" panose="020F0502020204030204" pitchFamily="34" charset="0"/>
              </a:rPr>
              <a:t>l</a:t>
            </a:r>
            <a:r>
              <a:rPr dirty="0">
                <a:solidFill>
                  <a:srgbClr val="5E5E5E"/>
                </a:solidFill>
                <a:latin typeface="Comic Sans MS" panose="030F0702030302020204" pitchFamily="66" charset="0"/>
                <a:cs typeface="Calibri" panose="020F0502020204030204" pitchFamily="34" charset="0"/>
              </a:rPr>
              <a:t>e:</a:t>
            </a:r>
            <a:endParaRPr dirty="0">
              <a:latin typeface="Comic Sans MS" panose="030F0702030302020204" pitchFamily="66" charset="0"/>
              <a:cs typeface="Calibri" panose="020F0502020204030204" pitchFamily="34" charset="0"/>
            </a:endParaRPr>
          </a:p>
          <a:p>
            <a:pPr>
              <a:lnSpc>
                <a:spcPct val="100000"/>
              </a:lnSpc>
              <a:spcBef>
                <a:spcPts val="20"/>
              </a:spcBef>
            </a:pPr>
            <a:endParaRPr sz="1600" dirty="0">
              <a:latin typeface="Comic Sans MS" panose="030F0702030302020204" pitchFamily="66" charset="0"/>
              <a:cs typeface="Times New Roman" panose="02020603050405020304"/>
            </a:endParaRPr>
          </a:p>
          <a:p>
            <a:pPr marL="867410" indent="-285750">
              <a:lnSpc>
                <a:spcPct val="100000"/>
              </a:lnSpc>
              <a:buFont typeface="Arial" panose="020B0604020202020204" pitchFamily="34" charset="0"/>
              <a:buChar char="•"/>
            </a:pPr>
            <a:r>
              <a:rPr sz="1600" u="heavy" spc="-5" dirty="0">
                <a:solidFill>
                  <a:srgbClr val="76B900"/>
                </a:solidFill>
                <a:latin typeface="Comic Sans MS" panose="030F0702030302020204" pitchFamily="66" charset="0"/>
                <a:cs typeface="Calibri" panose="020F0502020204030204" pitchFamily="34" charset="0"/>
              </a:rPr>
              <a:t>h</a:t>
            </a:r>
            <a:r>
              <a:rPr sz="1600" u="heavy" spc="-10" dirty="0">
                <a:solidFill>
                  <a:srgbClr val="76B900"/>
                </a:solidFill>
                <a:latin typeface="Comic Sans MS" panose="030F0702030302020204" pitchFamily="66" charset="0"/>
                <a:cs typeface="Calibri" panose="020F0502020204030204" pitchFamily="34" charset="0"/>
              </a:rPr>
              <a:t>tt</a:t>
            </a:r>
            <a:r>
              <a:rPr sz="1600" u="heavy" spc="-5" dirty="0">
                <a:solidFill>
                  <a:srgbClr val="76B900"/>
                </a:solidFill>
                <a:latin typeface="Comic Sans MS" panose="030F0702030302020204" pitchFamily="66" charset="0"/>
                <a:cs typeface="Calibri" panose="020F0502020204030204" pitchFamily="34" charset="0"/>
              </a:rPr>
              <a:t>p</a:t>
            </a:r>
            <a:r>
              <a:rPr sz="1600" u="heavy" spc="-15" dirty="0">
                <a:solidFill>
                  <a:srgbClr val="76B900"/>
                </a:solidFill>
                <a:latin typeface="Comic Sans MS" panose="030F0702030302020204" pitchFamily="66" charset="0"/>
                <a:cs typeface="Calibri" panose="020F0502020204030204" pitchFamily="34" charset="0"/>
              </a:rPr>
              <a:t>s</a:t>
            </a:r>
            <a:r>
              <a:rPr sz="1600" u="heavy" spc="-5" dirty="0">
                <a:solidFill>
                  <a:srgbClr val="76B900"/>
                </a:solidFill>
                <a:latin typeface="Comic Sans MS" panose="030F0702030302020204" pitchFamily="66" charset="0"/>
                <a:cs typeface="Calibri" panose="020F0502020204030204" pitchFamily="34" charset="0"/>
              </a:rPr>
              <a:t>:</a:t>
            </a:r>
            <a:r>
              <a:rPr sz="1600" u="heavy" dirty="0">
                <a:solidFill>
                  <a:srgbClr val="76B900"/>
                </a:solidFill>
                <a:latin typeface="Comic Sans MS" panose="030F0702030302020204" pitchFamily="66" charset="0"/>
                <a:cs typeface="Calibri" panose="020F0502020204030204" pitchFamily="34" charset="0"/>
              </a:rPr>
              <a:t>//</a:t>
            </a:r>
            <a:r>
              <a:rPr sz="1600" u="heavy" spc="-15" dirty="0">
                <a:solidFill>
                  <a:srgbClr val="76B900"/>
                </a:solidFill>
                <a:latin typeface="Comic Sans MS" panose="030F0702030302020204" pitchFamily="66" charset="0"/>
                <a:cs typeface="Calibri" panose="020F0502020204030204" pitchFamily="34" charset="0"/>
              </a:rPr>
              <a:t>g</a:t>
            </a:r>
            <a:r>
              <a:rPr sz="1600" u="heavy" dirty="0">
                <a:solidFill>
                  <a:srgbClr val="76B900"/>
                </a:solidFill>
                <a:latin typeface="Comic Sans MS" panose="030F0702030302020204" pitchFamily="66" charset="0"/>
                <a:cs typeface="Calibri" panose="020F0502020204030204" pitchFamily="34" charset="0"/>
              </a:rPr>
              <a:t>i</a:t>
            </a:r>
            <a:r>
              <a:rPr sz="1600" u="heavy" spc="-10" dirty="0">
                <a:solidFill>
                  <a:srgbClr val="76B900"/>
                </a:solidFill>
                <a:latin typeface="Comic Sans MS" panose="030F0702030302020204" pitchFamily="66" charset="0"/>
                <a:cs typeface="Calibri" panose="020F0502020204030204" pitchFamily="34" charset="0"/>
              </a:rPr>
              <a:t>t</a:t>
            </a:r>
            <a:r>
              <a:rPr sz="1600" u="heavy" spc="-5" dirty="0">
                <a:solidFill>
                  <a:srgbClr val="76B900"/>
                </a:solidFill>
                <a:latin typeface="Comic Sans MS" panose="030F0702030302020204" pitchFamily="66" charset="0"/>
                <a:cs typeface="Calibri" panose="020F0502020204030204" pitchFamily="34" charset="0"/>
              </a:rPr>
              <a:t>hub.</a:t>
            </a:r>
            <a:r>
              <a:rPr sz="1600" u="heavy" spc="-10" dirty="0">
                <a:solidFill>
                  <a:srgbClr val="76B900"/>
                </a:solidFill>
                <a:latin typeface="Comic Sans MS" panose="030F0702030302020204" pitchFamily="66" charset="0"/>
                <a:cs typeface="Calibri" panose="020F0502020204030204" pitchFamily="34" charset="0"/>
              </a:rPr>
              <a:t>c</a:t>
            </a:r>
            <a:r>
              <a:rPr sz="1600" u="heavy" spc="-15" dirty="0">
                <a:solidFill>
                  <a:srgbClr val="76B900"/>
                </a:solidFill>
                <a:latin typeface="Comic Sans MS" panose="030F0702030302020204" pitchFamily="66" charset="0"/>
                <a:cs typeface="Calibri" panose="020F0502020204030204" pitchFamily="34" charset="0"/>
              </a:rPr>
              <a:t>om</a:t>
            </a:r>
            <a:r>
              <a:rPr sz="1600" u="heavy" dirty="0">
                <a:solidFill>
                  <a:srgbClr val="76B900"/>
                </a:solidFill>
                <a:latin typeface="Comic Sans MS" panose="030F0702030302020204" pitchFamily="66" charset="0"/>
                <a:cs typeface="Calibri" panose="020F0502020204030204" pitchFamily="34" charset="0"/>
              </a:rPr>
              <a:t>/</a:t>
            </a:r>
            <a:r>
              <a:rPr sz="1600" u="heavy" spc="-15" dirty="0">
                <a:solidFill>
                  <a:srgbClr val="76B900"/>
                </a:solidFill>
                <a:latin typeface="Comic Sans MS" panose="030F0702030302020204" pitchFamily="66" charset="0"/>
                <a:cs typeface="Calibri" panose="020F0502020204030204" pitchFamily="34" charset="0"/>
              </a:rPr>
              <a:t>ol</a:t>
            </a:r>
            <a:r>
              <a:rPr sz="1600" u="heavy" spc="-10" dirty="0">
                <a:solidFill>
                  <a:srgbClr val="76B900"/>
                </a:solidFill>
                <a:latin typeface="Comic Sans MS" panose="030F0702030302020204" pitchFamily="66" charset="0"/>
                <a:cs typeface="Calibri" panose="020F0502020204030204" pitchFamily="34" charset="0"/>
              </a:rPr>
              <a:t>c</a:t>
            </a:r>
            <a:r>
              <a:rPr sz="1600" u="heavy" spc="-20" dirty="0">
                <a:solidFill>
                  <a:srgbClr val="76B900"/>
                </a:solidFill>
                <a:latin typeface="Comic Sans MS" panose="030F0702030302020204" pitchFamily="66" charset="0"/>
                <a:cs typeface="Calibri" panose="020F0502020204030204" pitchFamily="34" charset="0"/>
              </a:rPr>
              <a:t>f</a:t>
            </a:r>
            <a:r>
              <a:rPr sz="1600" u="heavy" dirty="0">
                <a:solidFill>
                  <a:srgbClr val="76B900"/>
                </a:solidFill>
                <a:latin typeface="Comic Sans MS" panose="030F0702030302020204" pitchFamily="66" charset="0"/>
                <a:cs typeface="Calibri" panose="020F0502020204030204" pitchFamily="34" charset="0"/>
              </a:rPr>
              <a:t>/</a:t>
            </a:r>
            <a:r>
              <a:rPr sz="1600" u="heavy" spc="-10" dirty="0">
                <a:solidFill>
                  <a:srgbClr val="76B900"/>
                </a:solidFill>
                <a:latin typeface="Comic Sans MS" panose="030F0702030302020204" pitchFamily="66" charset="0"/>
                <a:cs typeface="Calibri" panose="020F0502020204030204" pitchFamily="34" charset="0"/>
              </a:rPr>
              <a:t>c</a:t>
            </a:r>
            <a:r>
              <a:rPr sz="1600" u="heavy" spc="-5" dirty="0">
                <a:solidFill>
                  <a:srgbClr val="76B900"/>
                </a:solidFill>
                <a:latin typeface="Comic Sans MS" panose="030F0702030302020204" pitchFamily="66" charset="0"/>
                <a:cs typeface="Calibri" panose="020F0502020204030204" pitchFamily="34" charset="0"/>
              </a:rPr>
              <a:t>ud</a:t>
            </a:r>
            <a:r>
              <a:rPr sz="1600" u="heavy" spc="5" dirty="0">
                <a:solidFill>
                  <a:srgbClr val="76B900"/>
                </a:solidFill>
                <a:latin typeface="Comic Sans MS" panose="030F0702030302020204" pitchFamily="66" charset="0"/>
                <a:cs typeface="Calibri" panose="020F0502020204030204" pitchFamily="34" charset="0"/>
              </a:rPr>
              <a:t>a</a:t>
            </a:r>
            <a:r>
              <a:rPr sz="1600" u="heavy" spc="-5" dirty="0">
                <a:solidFill>
                  <a:srgbClr val="76B900"/>
                </a:solidFill>
                <a:latin typeface="Comic Sans MS" panose="030F0702030302020204" pitchFamily="66" charset="0"/>
                <a:cs typeface="Calibri" panose="020F0502020204030204" pitchFamily="34" charset="0"/>
              </a:rPr>
              <a:t>-t</a:t>
            </a:r>
            <a:r>
              <a:rPr sz="1600" u="heavy" spc="5" dirty="0">
                <a:solidFill>
                  <a:srgbClr val="76B900"/>
                </a:solidFill>
                <a:latin typeface="Comic Sans MS" panose="030F0702030302020204" pitchFamily="66" charset="0"/>
                <a:cs typeface="Calibri" panose="020F0502020204030204" pitchFamily="34" charset="0"/>
              </a:rPr>
              <a:t>r</a:t>
            </a:r>
            <a:r>
              <a:rPr sz="1600" u="heavy" dirty="0">
                <a:solidFill>
                  <a:srgbClr val="76B900"/>
                </a:solidFill>
                <a:latin typeface="Comic Sans MS" panose="030F0702030302020204" pitchFamily="66" charset="0"/>
                <a:cs typeface="Calibri" panose="020F0502020204030204" pitchFamily="34" charset="0"/>
              </a:rPr>
              <a:t>ai</a:t>
            </a:r>
            <a:r>
              <a:rPr sz="1600" u="heavy" spc="-5" dirty="0">
                <a:solidFill>
                  <a:srgbClr val="76B900"/>
                </a:solidFill>
                <a:latin typeface="Comic Sans MS" panose="030F0702030302020204" pitchFamily="66" charset="0"/>
                <a:cs typeface="Calibri" panose="020F0502020204030204" pitchFamily="34" charset="0"/>
              </a:rPr>
              <a:t>n</a:t>
            </a:r>
            <a:r>
              <a:rPr sz="1600" u="heavy"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n</a:t>
            </a:r>
            <a:r>
              <a:rPr sz="1600" u="heavy" spc="-15" dirty="0">
                <a:solidFill>
                  <a:srgbClr val="76B900"/>
                </a:solidFill>
                <a:latin typeface="Comic Sans MS" panose="030F0702030302020204" pitchFamily="66" charset="0"/>
                <a:cs typeface="Calibri" panose="020F0502020204030204" pitchFamily="34" charset="0"/>
              </a:rPr>
              <a:t>g</a:t>
            </a:r>
            <a:r>
              <a:rPr sz="1600" u="heavy" spc="-5" dirty="0">
                <a:solidFill>
                  <a:srgbClr val="76B900"/>
                </a:solidFill>
                <a:latin typeface="Comic Sans MS" panose="030F0702030302020204" pitchFamily="66" charset="0"/>
                <a:cs typeface="Calibri" panose="020F0502020204030204" pitchFamily="34" charset="0"/>
              </a:rPr>
              <a:t>-ser</a:t>
            </a:r>
            <a:r>
              <a:rPr sz="1600" u="heavy"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es</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bl</a:t>
            </a:r>
            <a:r>
              <a:rPr sz="1600" u="heavy" spc="-15" dirty="0">
                <a:solidFill>
                  <a:srgbClr val="76B900"/>
                </a:solidFill>
                <a:latin typeface="Comic Sans MS" panose="030F0702030302020204" pitchFamily="66" charset="0"/>
                <a:cs typeface="Calibri" panose="020F0502020204030204" pitchFamily="34" charset="0"/>
              </a:rPr>
              <a:t>o</a:t>
            </a:r>
            <a:r>
              <a:rPr sz="1600" u="heavy" spc="-5" dirty="0">
                <a:solidFill>
                  <a:srgbClr val="76B900"/>
                </a:solidFill>
                <a:latin typeface="Comic Sans MS" panose="030F0702030302020204" pitchFamily="66" charset="0"/>
                <a:cs typeface="Calibri" panose="020F0502020204030204" pitchFamily="34" charset="0"/>
              </a:rPr>
              <a:t>b</a:t>
            </a:r>
            <a:r>
              <a:rPr sz="1600" u="heavy" dirty="0">
                <a:solidFill>
                  <a:srgbClr val="76B900"/>
                </a:solidFill>
                <a:latin typeface="Comic Sans MS" panose="030F0702030302020204" pitchFamily="66" charset="0"/>
                <a:cs typeface="Calibri" panose="020F0502020204030204" pitchFamily="34" charset="0"/>
              </a:rPr>
              <a:t>/ma</a:t>
            </a:r>
            <a:r>
              <a:rPr sz="1600" u="heavy" spc="-5" dirty="0">
                <a:solidFill>
                  <a:srgbClr val="76B900"/>
                </a:solidFill>
                <a:latin typeface="Comic Sans MS" panose="030F0702030302020204" pitchFamily="66" charset="0"/>
                <a:cs typeface="Calibri" panose="020F0502020204030204" pitchFamily="34" charset="0"/>
              </a:rPr>
              <a:t>ster</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e</a:t>
            </a:r>
            <a:r>
              <a:rPr sz="1600" u="heavy" spc="-15" dirty="0">
                <a:solidFill>
                  <a:srgbClr val="76B900"/>
                </a:solidFill>
                <a:latin typeface="Comic Sans MS" panose="030F0702030302020204" pitchFamily="66" charset="0"/>
                <a:cs typeface="Calibri" panose="020F0502020204030204" pitchFamily="34" charset="0"/>
              </a:rPr>
              <a:t>x</a:t>
            </a:r>
            <a:r>
              <a:rPr sz="1600" u="heavy" spc="-5" dirty="0">
                <a:solidFill>
                  <a:srgbClr val="76B900"/>
                </a:solidFill>
                <a:latin typeface="Comic Sans MS" panose="030F0702030302020204" pitchFamily="66" charset="0"/>
                <a:cs typeface="Calibri" panose="020F0502020204030204" pitchFamily="34" charset="0"/>
              </a:rPr>
              <a:t>er</a:t>
            </a:r>
            <a:r>
              <a:rPr sz="1600" u="heavy" spc="-10" dirty="0">
                <a:solidFill>
                  <a:srgbClr val="76B900"/>
                </a:solidFill>
                <a:latin typeface="Comic Sans MS" panose="030F0702030302020204" pitchFamily="66" charset="0"/>
                <a:cs typeface="Calibri" panose="020F0502020204030204" pitchFamily="34" charset="0"/>
              </a:rPr>
              <a:t>c</a:t>
            </a:r>
            <a:r>
              <a:rPr sz="1600" u="heavy" dirty="0">
                <a:solidFill>
                  <a:srgbClr val="76B900"/>
                </a:solidFill>
                <a:latin typeface="Comic Sans MS" panose="030F0702030302020204" pitchFamily="66" charset="0"/>
                <a:cs typeface="Calibri" panose="020F0502020204030204" pitchFamily="34" charset="0"/>
              </a:rPr>
              <a:t>i</a:t>
            </a:r>
            <a:r>
              <a:rPr sz="1600" u="heavy" spc="-5" dirty="0">
                <a:solidFill>
                  <a:srgbClr val="76B900"/>
                </a:solidFill>
                <a:latin typeface="Comic Sans MS" panose="030F0702030302020204" pitchFamily="66" charset="0"/>
                <a:cs typeface="Calibri" panose="020F0502020204030204" pitchFamily="34" charset="0"/>
              </a:rPr>
              <a:t>ses</a:t>
            </a:r>
            <a:r>
              <a:rPr sz="1600" u="heavy" dirty="0">
                <a:solidFill>
                  <a:srgbClr val="76B900"/>
                </a:solidFill>
                <a:latin typeface="Comic Sans MS" panose="030F0702030302020204" pitchFamily="66" charset="0"/>
                <a:cs typeface="Calibri" panose="020F0502020204030204" pitchFamily="34" charset="0"/>
              </a:rPr>
              <a:t>/</a:t>
            </a:r>
            <a:r>
              <a:rPr sz="1600" u="heavy" spc="-5" dirty="0">
                <a:solidFill>
                  <a:srgbClr val="76B900"/>
                </a:solidFill>
                <a:latin typeface="Comic Sans MS" panose="030F0702030302020204" pitchFamily="66" charset="0"/>
                <a:cs typeface="Calibri" panose="020F0502020204030204" pitchFamily="34" charset="0"/>
              </a:rPr>
              <a:t>hw</a:t>
            </a:r>
            <a:r>
              <a:rPr sz="1600" u="heavy" dirty="0">
                <a:solidFill>
                  <a:srgbClr val="76B900"/>
                </a:solidFill>
                <a:latin typeface="Comic Sans MS" panose="030F0702030302020204" pitchFamily="66" charset="0"/>
                <a:cs typeface="Calibri" panose="020F0502020204030204" pitchFamily="34" charset="0"/>
              </a:rPr>
              <a:t>6/</a:t>
            </a:r>
            <a:r>
              <a:rPr sz="1600" u="heavy" spc="-5" dirty="0">
                <a:solidFill>
                  <a:srgbClr val="76B900"/>
                </a:solidFill>
                <a:latin typeface="Comic Sans MS" panose="030F0702030302020204" pitchFamily="66" charset="0"/>
                <a:cs typeface="Calibri" panose="020F0502020204030204" pitchFamily="34" charset="0"/>
              </a:rPr>
              <a:t>re</a:t>
            </a:r>
            <a:r>
              <a:rPr sz="1600" u="heavy" dirty="0">
                <a:solidFill>
                  <a:srgbClr val="76B900"/>
                </a:solidFill>
                <a:latin typeface="Comic Sans MS" panose="030F0702030302020204" pitchFamily="66" charset="0"/>
                <a:cs typeface="Calibri" panose="020F0502020204030204" pitchFamily="34" charset="0"/>
              </a:rPr>
              <a:t>a</a:t>
            </a:r>
            <a:r>
              <a:rPr sz="1600" u="heavy" spc="-5" dirty="0">
                <a:solidFill>
                  <a:srgbClr val="76B900"/>
                </a:solidFill>
                <a:latin typeface="Comic Sans MS" panose="030F0702030302020204" pitchFamily="66" charset="0"/>
                <a:cs typeface="Calibri" panose="020F0502020204030204" pitchFamily="34" charset="0"/>
              </a:rPr>
              <a:t>d</a:t>
            </a:r>
            <a:r>
              <a:rPr sz="1600" u="heavy" dirty="0">
                <a:solidFill>
                  <a:srgbClr val="76B900"/>
                </a:solidFill>
                <a:latin typeface="Comic Sans MS" panose="030F0702030302020204" pitchFamily="66" charset="0"/>
                <a:cs typeface="Calibri" panose="020F0502020204030204" pitchFamily="34" charset="0"/>
              </a:rPr>
              <a:t>m</a:t>
            </a:r>
            <a:r>
              <a:rPr sz="1600" u="heavy" spc="-5" dirty="0">
                <a:solidFill>
                  <a:srgbClr val="76B900"/>
                </a:solidFill>
                <a:latin typeface="Comic Sans MS" panose="030F0702030302020204" pitchFamily="66" charset="0"/>
                <a:cs typeface="Calibri" panose="020F0502020204030204" pitchFamily="34" charset="0"/>
              </a:rPr>
              <a:t>e.</a:t>
            </a:r>
            <a:r>
              <a:rPr sz="1600" u="heavy" dirty="0">
                <a:solidFill>
                  <a:srgbClr val="76B900"/>
                </a:solidFill>
                <a:latin typeface="Comic Sans MS" panose="030F0702030302020204" pitchFamily="66" charset="0"/>
                <a:cs typeface="Calibri" panose="020F0502020204030204" pitchFamily="34" charset="0"/>
              </a:rPr>
              <a:t>md</a:t>
            </a:r>
            <a:endParaRPr sz="1600" dirty="0">
              <a:latin typeface="Comic Sans MS" panose="030F0702030302020204" pitchFamily="66" charset="0"/>
              <a:cs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71600" y="1850761"/>
            <a:ext cx="8229600" cy="1231106"/>
          </a:xfrm>
        </p:spPr>
        <p:txBody>
          <a:bodyPr>
            <a:noAutofit/>
          </a:bodyPr>
          <a:lstStyle/>
          <a:p>
            <a:pPr marL="12700">
              <a:lnSpc>
                <a:spcPct val="100000"/>
              </a:lnSpc>
              <a:spcBef>
                <a:spcPts val="515"/>
              </a:spcBef>
            </a:pPr>
            <a:r>
              <a:rPr lang="en-US" altLang="zh-CN" sz="4000" b="1" spc="-5" dirty="0">
                <a:latin typeface="Comic Sans MS" panose="030F0702030302020204" pitchFamily="66" charset="0"/>
                <a:cs typeface="Calibri Light" panose="020F0302020204030204" pitchFamily="34" charset="0"/>
              </a:rPr>
              <a:t>BACKUP</a:t>
            </a:r>
          </a:p>
        </p:txBody>
      </p:sp>
      <p:sp>
        <p:nvSpPr>
          <p:cNvPr id="5"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33</a:t>
            </a:fld>
            <a:endParaRPr spc="-5" dirty="0">
              <a:latin typeface="Comic Sans MS" panose="030F0702030302020204" pitchFamily="66"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961891" y="5880345"/>
            <a:ext cx="120650" cy="215444"/>
          </a:xfrm>
          <a:prstGeom prst="rect">
            <a:avLst/>
          </a:prstGeom>
        </p:spPr>
        <p:txBody>
          <a:bodyPr vert="horz" wrap="square" lIns="0" tIns="0" rIns="0" bIns="0" rtlCol="0">
            <a:spAutoFit/>
          </a:bodyPr>
          <a:lstStyle/>
          <a:p>
            <a:pPr marL="12700">
              <a:lnSpc>
                <a:spcPct val="100000"/>
              </a:lnSpc>
            </a:pPr>
            <a:r>
              <a:rPr sz="700" spc="5" dirty="0">
                <a:solidFill>
                  <a:srgbClr val="8C8C8C"/>
                </a:solidFill>
                <a:latin typeface="Comic Sans MS" panose="030F0702030302020204" pitchFamily="66" charset="0"/>
                <a:cs typeface="Calibri" panose="020F0502020204030204" pitchFamily="34" charset="0"/>
              </a:rPr>
              <a:t>34</a:t>
            </a:r>
            <a:endParaRPr sz="700" dirty="0">
              <a:latin typeface="Comic Sans MS" panose="030F0702030302020204" pitchFamily="66" charset="0"/>
              <a:cs typeface="Calibri" panose="020F0502020204030204" pitchFamily="34" charset="0"/>
            </a:endParaRPr>
          </a:p>
        </p:txBody>
      </p:sp>
      <p:sp>
        <p:nvSpPr>
          <p:cNvPr id="4" name="object 4"/>
          <p:cNvSpPr txBox="1">
            <a:spLocks noGrp="1"/>
          </p:cNvSpPr>
          <p:nvPr>
            <p:ph type="title"/>
          </p:nvPr>
        </p:nvSpPr>
        <p:spPr>
          <a:xfrm>
            <a:off x="1143000" y="221219"/>
            <a:ext cx="9464040" cy="747395"/>
          </a:xfrm>
          <a:prstGeom prst="rect">
            <a:avLst/>
          </a:prstGeom>
        </p:spPr>
        <p:txBody>
          <a:bodyPr vert="horz" wrap="square" lIns="0" tIns="0" rIns="0" bIns="0" rtlCol="0">
            <a:spAutoFit/>
          </a:bodyPr>
          <a:lstStyle/>
          <a:p>
            <a:pPr marL="0" algn="ctr">
              <a:lnSpc>
                <a:spcPct val="100000"/>
              </a:lnSpc>
            </a:pPr>
            <a:r>
              <a:rPr sz="2800" spc="-10" dirty="0">
                <a:latin typeface="Comic Sans MS" panose="030F0702030302020204" pitchFamily="66" charset="0"/>
              </a:rPr>
              <a:t>H</a:t>
            </a:r>
            <a:r>
              <a:rPr sz="2800" spc="-5" dirty="0">
                <a:latin typeface="Comic Sans MS" panose="030F0702030302020204" pitchFamily="66" charset="0"/>
              </a:rPr>
              <a:t>O</a:t>
            </a:r>
            <a:r>
              <a:rPr sz="2800" dirty="0">
                <a:latin typeface="Comic Sans MS" panose="030F0702030302020204" pitchFamily="66" charset="0"/>
              </a:rPr>
              <a:t>W</a:t>
            </a:r>
            <a:r>
              <a:rPr sz="2800" spc="-5" dirty="0">
                <a:latin typeface="Comic Sans MS" panose="030F0702030302020204" pitchFamily="66" charset="0"/>
              </a:rPr>
              <a:t> </a:t>
            </a:r>
            <a:r>
              <a:rPr sz="2800" spc="5" dirty="0">
                <a:latin typeface="Comic Sans MS" panose="030F0702030302020204" pitchFamily="66" charset="0"/>
              </a:rPr>
              <a:t>U</a:t>
            </a:r>
            <a:r>
              <a:rPr sz="2800" dirty="0">
                <a:latin typeface="Comic Sans MS" panose="030F0702030302020204" pitchFamily="66" charset="0"/>
              </a:rPr>
              <a:t>N</a:t>
            </a:r>
            <a:r>
              <a:rPr sz="2800" spc="-5" dirty="0">
                <a:latin typeface="Comic Sans MS" panose="030F0702030302020204" pitchFamily="66" charset="0"/>
              </a:rPr>
              <a:t>I</a:t>
            </a:r>
            <a:r>
              <a:rPr sz="2800" spc="-25" dirty="0">
                <a:latin typeface="Comic Sans MS" panose="030F0702030302020204" pitchFamily="66" charset="0"/>
              </a:rPr>
              <a:t>F</a:t>
            </a:r>
            <a:r>
              <a:rPr sz="2800" spc="-5" dirty="0">
                <a:latin typeface="Comic Sans MS" panose="030F0702030302020204" pitchFamily="66" charset="0"/>
              </a:rPr>
              <a:t>I</a:t>
            </a:r>
            <a:r>
              <a:rPr sz="2800" spc="-25" dirty="0">
                <a:latin typeface="Comic Sans MS" panose="030F0702030302020204" pitchFamily="66" charset="0"/>
              </a:rPr>
              <a:t>ED</a:t>
            </a:r>
            <a:r>
              <a:rPr sz="2800" spc="5" dirty="0">
                <a:latin typeface="Comic Sans MS" panose="030F0702030302020204" pitchFamily="66" charset="0"/>
              </a:rPr>
              <a:t> </a:t>
            </a:r>
            <a:r>
              <a:rPr sz="2800" spc="-5" dirty="0">
                <a:latin typeface="Comic Sans MS" panose="030F0702030302020204" pitchFamily="66" charset="0"/>
              </a:rPr>
              <a:t>MEM</a:t>
            </a:r>
            <a:r>
              <a:rPr sz="2800" spc="-30" dirty="0">
                <a:latin typeface="Comic Sans MS" panose="030F0702030302020204" pitchFamily="66" charset="0"/>
              </a:rPr>
              <a:t>O</a:t>
            </a:r>
            <a:r>
              <a:rPr sz="2800" spc="5" dirty="0">
                <a:latin typeface="Comic Sans MS" panose="030F0702030302020204" pitchFamily="66" charset="0"/>
              </a:rPr>
              <a:t>R</a:t>
            </a:r>
            <a:r>
              <a:rPr sz="2800" dirty="0">
                <a:latin typeface="Comic Sans MS" panose="030F0702030302020204" pitchFamily="66" charset="0"/>
              </a:rPr>
              <a:t>Y </a:t>
            </a:r>
            <a:r>
              <a:rPr sz="2800" spc="-35" dirty="0">
                <a:latin typeface="Comic Sans MS" panose="030F0702030302020204" pitchFamily="66" charset="0"/>
              </a:rPr>
              <a:t>WO</a:t>
            </a:r>
            <a:r>
              <a:rPr sz="2800" spc="5" dirty="0">
                <a:latin typeface="Comic Sans MS" panose="030F0702030302020204" pitchFamily="66" charset="0"/>
              </a:rPr>
              <a:t>R</a:t>
            </a:r>
            <a:r>
              <a:rPr sz="2800" spc="-20" dirty="0">
                <a:latin typeface="Comic Sans MS" panose="030F0702030302020204" pitchFamily="66" charset="0"/>
              </a:rPr>
              <a:t>KS</a:t>
            </a:r>
            <a:r>
              <a:rPr sz="2800" spc="5" dirty="0">
                <a:latin typeface="Comic Sans MS" panose="030F0702030302020204" pitchFamily="66" charset="0"/>
              </a:rPr>
              <a:t> </a:t>
            </a:r>
            <a:r>
              <a:rPr sz="2800" spc="-5" dirty="0">
                <a:latin typeface="Comic Sans MS" panose="030F0702030302020204" pitchFamily="66" charset="0"/>
              </a:rPr>
              <a:t>I</a:t>
            </a:r>
            <a:r>
              <a:rPr sz="2800" dirty="0">
                <a:latin typeface="Comic Sans MS" panose="030F0702030302020204" pitchFamily="66" charset="0"/>
              </a:rPr>
              <a:t>N</a:t>
            </a:r>
            <a:r>
              <a:rPr sz="2800" spc="-10" dirty="0">
                <a:latin typeface="Comic Sans MS" panose="030F0702030302020204" pitchFamily="66" charset="0"/>
              </a:rPr>
              <a:t> </a:t>
            </a:r>
            <a:r>
              <a:rPr sz="2800" spc="-5" dirty="0">
                <a:latin typeface="Comic Sans MS" panose="030F0702030302020204" pitchFamily="66" charset="0"/>
              </a:rPr>
              <a:t>C</a:t>
            </a:r>
            <a:r>
              <a:rPr sz="2800" dirty="0">
                <a:latin typeface="Comic Sans MS" panose="030F0702030302020204" pitchFamily="66" charset="0"/>
              </a:rPr>
              <a:t>UD</a:t>
            </a:r>
            <a:r>
              <a:rPr sz="2800" spc="-25" dirty="0">
                <a:latin typeface="Comic Sans MS" panose="030F0702030302020204" pitchFamily="66" charset="0"/>
              </a:rPr>
              <a:t>A</a:t>
            </a:r>
            <a:r>
              <a:rPr sz="2800" spc="5" dirty="0">
                <a:latin typeface="Comic Sans MS" panose="030F0702030302020204" pitchFamily="66" charset="0"/>
              </a:rPr>
              <a:t> </a:t>
            </a:r>
            <a:r>
              <a:rPr sz="2800" dirty="0">
                <a:latin typeface="Comic Sans MS" panose="030F0702030302020204" pitchFamily="66" charset="0"/>
              </a:rPr>
              <a:t>6</a:t>
            </a:r>
            <a:endParaRPr sz="3200" dirty="0">
              <a:latin typeface="Comic Sans MS" panose="030F0702030302020204" pitchFamily="66" charset="0"/>
            </a:endParaRPr>
          </a:p>
          <a:p>
            <a:pPr marL="0" algn="ctr">
              <a:lnSpc>
                <a:spcPct val="100000"/>
              </a:lnSpc>
              <a:spcBef>
                <a:spcPts val="310"/>
              </a:spcBef>
            </a:pPr>
            <a:r>
              <a:rPr sz="1800" spc="-5" dirty="0">
                <a:solidFill>
                  <a:srgbClr val="76B900"/>
                </a:solidFill>
                <a:latin typeface="Comic Sans MS" panose="030F0702030302020204" pitchFamily="66" charset="0"/>
              </a:rPr>
              <a:t>E</a:t>
            </a:r>
            <a:r>
              <a:rPr sz="1800" dirty="0">
                <a:solidFill>
                  <a:srgbClr val="76B900"/>
                </a:solidFill>
                <a:latin typeface="Comic Sans MS" panose="030F0702030302020204" pitchFamily="66" charset="0"/>
              </a:rPr>
              <a:t>n-</a:t>
            </a:r>
            <a:r>
              <a:rPr sz="1800" spc="5" dirty="0">
                <a:solidFill>
                  <a:srgbClr val="76B900"/>
                </a:solidFill>
                <a:latin typeface="Comic Sans MS" panose="030F0702030302020204" pitchFamily="66" charset="0"/>
              </a:rPr>
              <a:t>m</a:t>
            </a:r>
            <a:r>
              <a:rPr sz="1800" dirty="0">
                <a:solidFill>
                  <a:srgbClr val="76B900"/>
                </a:solidFill>
                <a:latin typeface="Comic Sans MS" panose="030F0702030302020204" pitchFamily="66" charset="0"/>
              </a:rPr>
              <a:t>a</a:t>
            </a:r>
            <a:r>
              <a:rPr sz="1800" spc="-15" dirty="0">
                <a:solidFill>
                  <a:srgbClr val="76B900"/>
                </a:solidFill>
                <a:latin typeface="Comic Sans MS" panose="030F0702030302020204" pitchFamily="66" charset="0"/>
              </a:rPr>
              <a:t>ss</a:t>
            </a:r>
            <a:r>
              <a:rPr sz="1800" dirty="0">
                <a:solidFill>
                  <a:srgbClr val="76B900"/>
                </a:solidFill>
                <a:latin typeface="Comic Sans MS" panose="030F0702030302020204" pitchFamily="66" charset="0"/>
              </a:rPr>
              <a:t>e </a:t>
            </a:r>
            <a:r>
              <a:rPr sz="1800" spc="-5" dirty="0">
                <a:solidFill>
                  <a:srgbClr val="76B900"/>
                </a:solidFill>
                <a:latin typeface="Comic Sans MS" panose="030F0702030302020204" pitchFamily="66" charset="0"/>
              </a:rPr>
              <a:t>M</a:t>
            </a:r>
            <a:r>
              <a:rPr sz="1800" spc="-15" dirty="0">
                <a:solidFill>
                  <a:srgbClr val="76B900"/>
                </a:solidFill>
                <a:latin typeface="Comic Sans MS" panose="030F0702030302020204" pitchFamily="66" charset="0"/>
              </a:rPr>
              <a:t>o</a:t>
            </a:r>
            <a:r>
              <a:rPr sz="1800" spc="5" dirty="0">
                <a:solidFill>
                  <a:srgbClr val="76B900"/>
                </a:solidFill>
                <a:latin typeface="Comic Sans MS" panose="030F0702030302020204" pitchFamily="66" charset="0"/>
              </a:rPr>
              <a:t>veme</a:t>
            </a:r>
            <a:r>
              <a:rPr sz="1800" dirty="0">
                <a:solidFill>
                  <a:srgbClr val="76B900"/>
                </a:solidFill>
                <a:latin typeface="Comic Sans MS" panose="030F0702030302020204" pitchFamily="66" charset="0"/>
              </a:rPr>
              <a:t>nt</a:t>
            </a:r>
            <a:r>
              <a:rPr sz="1800" spc="-10" dirty="0">
                <a:solidFill>
                  <a:srgbClr val="76B900"/>
                </a:solidFill>
                <a:latin typeface="Comic Sans MS" panose="030F0702030302020204" pitchFamily="66" charset="0"/>
              </a:rPr>
              <a:t> </a:t>
            </a:r>
            <a:r>
              <a:rPr sz="1800" spc="-15" dirty="0">
                <a:solidFill>
                  <a:srgbClr val="76B900"/>
                </a:solidFill>
                <a:latin typeface="Comic Sans MS" panose="030F0702030302020204" pitchFamily="66" charset="0"/>
              </a:rPr>
              <a:t>o</a:t>
            </a:r>
            <a:r>
              <a:rPr sz="1800" spc="-10" dirty="0">
                <a:solidFill>
                  <a:srgbClr val="76B900"/>
                </a:solidFill>
                <a:latin typeface="Comic Sans MS" panose="030F0702030302020204" pitchFamily="66" charset="0"/>
              </a:rPr>
              <a:t>f </a:t>
            </a:r>
            <a:r>
              <a:rPr sz="1800" spc="-5" dirty="0">
                <a:solidFill>
                  <a:srgbClr val="76B900"/>
                </a:solidFill>
                <a:latin typeface="Comic Sans MS" panose="030F0702030302020204" pitchFamily="66" charset="0"/>
              </a:rPr>
              <a:t>D</a:t>
            </a:r>
            <a:r>
              <a:rPr sz="1800" dirty="0">
                <a:solidFill>
                  <a:srgbClr val="76B900"/>
                </a:solidFill>
                <a:latin typeface="Comic Sans MS" panose="030F0702030302020204" pitchFamily="66" charset="0"/>
              </a:rPr>
              <a:t>a</a:t>
            </a:r>
            <a:r>
              <a:rPr sz="1800" spc="-5" dirty="0">
                <a:solidFill>
                  <a:srgbClr val="76B900"/>
                </a:solidFill>
                <a:latin typeface="Comic Sans MS" panose="030F0702030302020204" pitchFamily="66" charset="0"/>
              </a:rPr>
              <a:t>t</a:t>
            </a:r>
            <a:r>
              <a:rPr sz="1800" dirty="0">
                <a:solidFill>
                  <a:srgbClr val="76B900"/>
                </a:solidFill>
                <a:latin typeface="Comic Sans MS" panose="030F0702030302020204" pitchFamily="66" charset="0"/>
              </a:rPr>
              <a:t>a</a:t>
            </a:r>
            <a:r>
              <a:rPr sz="1800" spc="-5" dirty="0">
                <a:solidFill>
                  <a:srgbClr val="76B900"/>
                </a:solidFill>
                <a:latin typeface="Comic Sans MS" panose="030F0702030302020204" pitchFamily="66" charset="0"/>
              </a:rPr>
              <a:t> t</a:t>
            </a:r>
            <a:r>
              <a:rPr sz="1800" spc="-10" dirty="0">
                <a:solidFill>
                  <a:srgbClr val="76B900"/>
                </a:solidFill>
                <a:latin typeface="Comic Sans MS" panose="030F0702030302020204" pitchFamily="66" charset="0"/>
              </a:rPr>
              <a:t>o G</a:t>
            </a:r>
            <a:r>
              <a:rPr sz="1800" spc="-15" dirty="0">
                <a:solidFill>
                  <a:srgbClr val="76B900"/>
                </a:solidFill>
                <a:latin typeface="Comic Sans MS" panose="030F0702030302020204" pitchFamily="66" charset="0"/>
              </a:rPr>
              <a:t>P</a:t>
            </a:r>
            <a:r>
              <a:rPr sz="1800" dirty="0">
                <a:solidFill>
                  <a:srgbClr val="76B900"/>
                </a:solidFill>
                <a:latin typeface="Comic Sans MS" panose="030F0702030302020204" pitchFamily="66" charset="0"/>
              </a:rPr>
              <a:t>U</a:t>
            </a:r>
            <a:endParaRPr sz="1800" dirty="0">
              <a:latin typeface="Comic Sans MS" panose="030F0702030302020204" pitchFamily="66" charset="0"/>
            </a:endParaRPr>
          </a:p>
        </p:txBody>
      </p:sp>
      <p:sp>
        <p:nvSpPr>
          <p:cNvPr id="5" name="object 5"/>
          <p:cNvSpPr/>
          <p:nvPr/>
        </p:nvSpPr>
        <p:spPr>
          <a:xfrm>
            <a:off x="2822759" y="3440102"/>
            <a:ext cx="1806575" cy="309245"/>
          </a:xfrm>
          <a:custGeom>
            <a:avLst/>
            <a:gdLst/>
            <a:ahLst/>
            <a:cxnLst/>
            <a:rect l="l" t="t" r="r" b="b"/>
            <a:pathLst>
              <a:path w="1806575" h="309245">
                <a:moveTo>
                  <a:pt x="0" y="308897"/>
                </a:moveTo>
                <a:lnTo>
                  <a:pt x="1806221" y="308897"/>
                </a:lnTo>
                <a:lnTo>
                  <a:pt x="1806221" y="0"/>
                </a:lnTo>
                <a:lnTo>
                  <a:pt x="0" y="0"/>
                </a:lnTo>
                <a:lnTo>
                  <a:pt x="0" y="308897"/>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6" name="object 6"/>
          <p:cNvSpPr/>
          <p:nvPr/>
        </p:nvSpPr>
        <p:spPr>
          <a:xfrm>
            <a:off x="2822759" y="4012805"/>
            <a:ext cx="1806575" cy="27940"/>
          </a:xfrm>
          <a:custGeom>
            <a:avLst/>
            <a:gdLst/>
            <a:ahLst/>
            <a:cxnLst/>
            <a:rect l="l" t="t" r="r" b="b"/>
            <a:pathLst>
              <a:path w="1806575" h="27939">
                <a:moveTo>
                  <a:pt x="0" y="27362"/>
                </a:moveTo>
                <a:lnTo>
                  <a:pt x="1806221" y="27362"/>
                </a:lnTo>
                <a:lnTo>
                  <a:pt x="1806221" y="0"/>
                </a:lnTo>
                <a:lnTo>
                  <a:pt x="0" y="0"/>
                </a:lnTo>
                <a:lnTo>
                  <a:pt x="0" y="27362"/>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7" name="object 7"/>
          <p:cNvSpPr/>
          <p:nvPr/>
        </p:nvSpPr>
        <p:spPr>
          <a:xfrm>
            <a:off x="2822759" y="4303974"/>
            <a:ext cx="1806575" cy="27940"/>
          </a:xfrm>
          <a:custGeom>
            <a:avLst/>
            <a:gdLst/>
            <a:ahLst/>
            <a:cxnLst/>
            <a:rect l="l" t="t" r="r" b="b"/>
            <a:pathLst>
              <a:path w="1806575" h="27939">
                <a:moveTo>
                  <a:pt x="0" y="27363"/>
                </a:moveTo>
                <a:lnTo>
                  <a:pt x="1806221" y="27363"/>
                </a:lnTo>
                <a:lnTo>
                  <a:pt x="1806221" y="0"/>
                </a:lnTo>
                <a:lnTo>
                  <a:pt x="0" y="0"/>
                </a:lnTo>
                <a:lnTo>
                  <a:pt x="0" y="27363"/>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8" name="object 8"/>
          <p:cNvSpPr/>
          <p:nvPr/>
        </p:nvSpPr>
        <p:spPr>
          <a:xfrm>
            <a:off x="2822759" y="4595143"/>
            <a:ext cx="1806575" cy="27940"/>
          </a:xfrm>
          <a:custGeom>
            <a:avLst/>
            <a:gdLst/>
            <a:ahLst/>
            <a:cxnLst/>
            <a:rect l="l" t="t" r="r" b="b"/>
            <a:pathLst>
              <a:path w="1806575" h="27939">
                <a:moveTo>
                  <a:pt x="0" y="27362"/>
                </a:moveTo>
                <a:lnTo>
                  <a:pt x="1806221" y="27362"/>
                </a:lnTo>
                <a:lnTo>
                  <a:pt x="1806221" y="0"/>
                </a:lnTo>
                <a:lnTo>
                  <a:pt x="0" y="0"/>
                </a:lnTo>
                <a:lnTo>
                  <a:pt x="0" y="27362"/>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9" name="object 9"/>
          <p:cNvSpPr/>
          <p:nvPr/>
        </p:nvSpPr>
        <p:spPr>
          <a:xfrm>
            <a:off x="2822759" y="4886312"/>
            <a:ext cx="1806575" cy="27940"/>
          </a:xfrm>
          <a:custGeom>
            <a:avLst/>
            <a:gdLst/>
            <a:ahLst/>
            <a:cxnLst/>
            <a:rect l="l" t="t" r="r" b="b"/>
            <a:pathLst>
              <a:path w="1806575" h="27939">
                <a:moveTo>
                  <a:pt x="0" y="27362"/>
                </a:moveTo>
                <a:lnTo>
                  <a:pt x="1806221" y="27362"/>
                </a:lnTo>
                <a:lnTo>
                  <a:pt x="1806221" y="0"/>
                </a:lnTo>
                <a:lnTo>
                  <a:pt x="0" y="0"/>
                </a:lnTo>
                <a:lnTo>
                  <a:pt x="0" y="27362"/>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10" name="object 10"/>
          <p:cNvSpPr/>
          <p:nvPr/>
        </p:nvSpPr>
        <p:spPr>
          <a:xfrm>
            <a:off x="2822759" y="5177480"/>
            <a:ext cx="1806575" cy="257175"/>
          </a:xfrm>
          <a:custGeom>
            <a:avLst/>
            <a:gdLst/>
            <a:ahLst/>
            <a:cxnLst/>
            <a:rect l="l" t="t" r="r" b="b"/>
            <a:pathLst>
              <a:path w="1806575" h="257175">
                <a:moveTo>
                  <a:pt x="0" y="256961"/>
                </a:moveTo>
                <a:lnTo>
                  <a:pt x="1806221" y="256961"/>
                </a:lnTo>
                <a:lnTo>
                  <a:pt x="1806221" y="0"/>
                </a:lnTo>
                <a:lnTo>
                  <a:pt x="0" y="0"/>
                </a:lnTo>
                <a:lnTo>
                  <a:pt x="0" y="256961"/>
                </a:lnTo>
                <a:close/>
              </a:path>
            </a:pathLst>
          </a:custGeom>
          <a:solidFill>
            <a:srgbClr val="76B900"/>
          </a:solidFill>
        </p:spPr>
        <p:txBody>
          <a:bodyPr wrap="square" lIns="0" tIns="0" rIns="0" bIns="0" rtlCol="0"/>
          <a:lstStyle/>
          <a:p>
            <a:endParaRPr>
              <a:latin typeface="Comic Sans MS" panose="030F0702030302020204" pitchFamily="66" charset="0"/>
            </a:endParaRPr>
          </a:p>
        </p:txBody>
      </p:sp>
      <p:sp>
        <p:nvSpPr>
          <p:cNvPr id="11" name="object 11"/>
          <p:cNvSpPr/>
          <p:nvPr/>
        </p:nvSpPr>
        <p:spPr>
          <a:xfrm>
            <a:off x="6397973" y="3440102"/>
            <a:ext cx="1806575" cy="1994535"/>
          </a:xfrm>
          <a:custGeom>
            <a:avLst/>
            <a:gdLst/>
            <a:ahLst/>
            <a:cxnLst/>
            <a:rect l="l" t="t" r="r" b="b"/>
            <a:pathLst>
              <a:path w="1806575" h="1994535">
                <a:moveTo>
                  <a:pt x="0" y="0"/>
                </a:moveTo>
                <a:lnTo>
                  <a:pt x="1806221" y="0"/>
                </a:lnTo>
                <a:lnTo>
                  <a:pt x="1806221" y="1994340"/>
                </a:lnTo>
                <a:lnTo>
                  <a:pt x="0" y="1994340"/>
                </a:lnTo>
                <a:lnTo>
                  <a:pt x="0" y="0"/>
                </a:lnTo>
                <a:close/>
              </a:path>
            </a:pathLst>
          </a:custGeom>
          <a:solidFill>
            <a:srgbClr val="B4FFEC"/>
          </a:solidFill>
        </p:spPr>
        <p:txBody>
          <a:bodyPr wrap="square" lIns="0" tIns="0" rIns="0" bIns="0" rtlCol="0"/>
          <a:lstStyle/>
          <a:p>
            <a:endParaRPr>
              <a:latin typeface="Comic Sans MS" panose="030F0702030302020204" pitchFamily="66" charset="0"/>
            </a:endParaRPr>
          </a:p>
        </p:txBody>
      </p:sp>
      <p:sp>
        <p:nvSpPr>
          <p:cNvPr id="12" name="object 12"/>
          <p:cNvSpPr txBox="1"/>
          <p:nvPr/>
        </p:nvSpPr>
        <p:spPr>
          <a:xfrm>
            <a:off x="2621305" y="3124759"/>
            <a:ext cx="2690025" cy="307777"/>
          </a:xfrm>
          <a:prstGeom prst="rect">
            <a:avLst/>
          </a:prstGeom>
        </p:spPr>
        <p:txBody>
          <a:bodyPr vert="horz" wrap="square" lIns="0" tIns="0" rIns="0" bIns="0" rtlCol="0">
            <a:spAutoFit/>
          </a:bodyPr>
          <a:lstStyle/>
          <a:p>
            <a:pPr marL="12700">
              <a:lnSpc>
                <a:spcPct val="100000"/>
              </a:lnSpc>
            </a:pPr>
            <a:r>
              <a:rPr sz="2000" spc="-10" dirty="0">
                <a:latin typeface="Comic Sans MS" panose="030F0702030302020204" pitchFamily="66" charset="0"/>
                <a:cs typeface="Calibri" panose="020F0502020204030204" pitchFamily="34" charset="0"/>
              </a:rPr>
              <a:t>GP</a:t>
            </a:r>
            <a:r>
              <a:rPr sz="2000" dirty="0">
                <a:latin typeface="Comic Sans MS" panose="030F0702030302020204" pitchFamily="66" charset="0"/>
                <a:cs typeface="Calibri" panose="020F0502020204030204" pitchFamily="34" charset="0"/>
              </a:rPr>
              <a:t>U</a:t>
            </a:r>
            <a:r>
              <a:rPr sz="2000" spc="-10" dirty="0">
                <a:latin typeface="Comic Sans MS" panose="030F0702030302020204" pitchFamily="66" charset="0"/>
                <a:cs typeface="Calibri" panose="020F0502020204030204" pitchFamily="34" charset="0"/>
              </a:rPr>
              <a:t> </a:t>
            </a:r>
            <a:r>
              <a:rPr sz="2000" spc="-5" dirty="0">
                <a:latin typeface="Comic Sans MS" panose="030F0702030302020204" pitchFamily="66" charset="0"/>
                <a:cs typeface="Calibri" panose="020F0502020204030204" pitchFamily="34" charset="0"/>
              </a:rPr>
              <a:t>M</a:t>
            </a:r>
            <a:r>
              <a:rPr sz="2000" spc="5" dirty="0">
                <a:latin typeface="Comic Sans MS" panose="030F0702030302020204" pitchFamily="66" charset="0"/>
                <a:cs typeface="Calibri" panose="020F0502020204030204" pitchFamily="34" charset="0"/>
              </a:rPr>
              <a:t>em</a:t>
            </a:r>
            <a:r>
              <a:rPr sz="2000" spc="-15" dirty="0">
                <a:latin typeface="Comic Sans MS" panose="030F0702030302020204" pitchFamily="66" charset="0"/>
                <a:cs typeface="Calibri" panose="020F0502020204030204" pitchFamily="34" charset="0"/>
              </a:rPr>
              <a:t>or</a:t>
            </a:r>
            <a:r>
              <a:rPr sz="2000" dirty="0">
                <a:latin typeface="Comic Sans MS" panose="030F0702030302020204" pitchFamily="66" charset="0"/>
                <a:cs typeface="Calibri" panose="020F0502020204030204" pitchFamily="34" charset="0"/>
              </a:rPr>
              <a:t>y</a:t>
            </a:r>
            <a:r>
              <a:rPr sz="2000" spc="-5" dirty="0">
                <a:latin typeface="Comic Sans MS" panose="030F0702030302020204" pitchFamily="66" charset="0"/>
                <a:cs typeface="Calibri" panose="020F0502020204030204" pitchFamily="34" charset="0"/>
              </a:rPr>
              <a:t> M</a:t>
            </a:r>
            <a:r>
              <a:rPr sz="2000" dirty="0">
                <a:latin typeface="Comic Sans MS" panose="030F0702030302020204" pitchFamily="66" charset="0"/>
                <a:cs typeface="Calibri" panose="020F0502020204030204" pitchFamily="34" charset="0"/>
              </a:rPr>
              <a:t>a</a:t>
            </a:r>
            <a:r>
              <a:rPr sz="2000" spc="-5" dirty="0">
                <a:latin typeface="Comic Sans MS" panose="030F0702030302020204" pitchFamily="66" charset="0"/>
                <a:cs typeface="Calibri" panose="020F0502020204030204" pitchFamily="34" charset="0"/>
              </a:rPr>
              <a:t>ppi</a:t>
            </a:r>
            <a:r>
              <a:rPr sz="2000" dirty="0">
                <a:latin typeface="Comic Sans MS" panose="030F0702030302020204" pitchFamily="66" charset="0"/>
                <a:cs typeface="Calibri" panose="020F0502020204030204" pitchFamily="34" charset="0"/>
              </a:rPr>
              <a:t>n</a:t>
            </a:r>
            <a:r>
              <a:rPr sz="2000" spc="-10" dirty="0">
                <a:latin typeface="Comic Sans MS" panose="030F0702030302020204" pitchFamily="66" charset="0"/>
                <a:cs typeface="Calibri" panose="020F0502020204030204" pitchFamily="34" charset="0"/>
              </a:rPr>
              <a:t>g</a:t>
            </a:r>
            <a:endParaRPr sz="2000" dirty="0">
              <a:latin typeface="Comic Sans MS" panose="030F0702030302020204" pitchFamily="66" charset="0"/>
              <a:cs typeface="Calibri" panose="020F0502020204030204" pitchFamily="34" charset="0"/>
            </a:endParaRPr>
          </a:p>
        </p:txBody>
      </p:sp>
      <p:sp>
        <p:nvSpPr>
          <p:cNvPr id="13" name="object 13"/>
          <p:cNvSpPr txBox="1"/>
          <p:nvPr/>
        </p:nvSpPr>
        <p:spPr>
          <a:xfrm>
            <a:off x="4967287" y="5604239"/>
            <a:ext cx="1039494" cy="430887"/>
          </a:xfrm>
          <a:prstGeom prst="rect">
            <a:avLst/>
          </a:prstGeom>
        </p:spPr>
        <p:txBody>
          <a:bodyPr vert="horz" wrap="square" lIns="0" tIns="0" rIns="0" bIns="0" rtlCol="0">
            <a:spAutoFit/>
          </a:bodyPr>
          <a:lstStyle/>
          <a:p>
            <a:pPr marL="12700">
              <a:lnSpc>
                <a:spcPct val="100000"/>
              </a:lnSpc>
            </a:pPr>
            <a:r>
              <a:rPr sz="1400" spc="-5" dirty="0">
                <a:latin typeface="Comic Sans MS" panose="030F0702030302020204" pitchFamily="66" charset="0"/>
                <a:cs typeface="Calibri" panose="020F0502020204030204" pitchFamily="34" charset="0"/>
              </a:rPr>
              <a:t>In</a:t>
            </a:r>
            <a:r>
              <a:rPr sz="1400" spc="-10" dirty="0">
                <a:latin typeface="Comic Sans MS" panose="030F0702030302020204" pitchFamily="66" charset="0"/>
                <a:cs typeface="Calibri" panose="020F0502020204030204" pitchFamily="34" charset="0"/>
              </a:rPr>
              <a:t>t</a:t>
            </a:r>
            <a:r>
              <a:rPr sz="1400" spc="-5" dirty="0">
                <a:latin typeface="Comic Sans MS" panose="030F0702030302020204" pitchFamily="66" charset="0"/>
                <a:cs typeface="Calibri" panose="020F0502020204030204" pitchFamily="34" charset="0"/>
              </a:rPr>
              <a:t>er</a:t>
            </a:r>
            <a:r>
              <a:rPr sz="1400" spc="-10" dirty="0">
                <a:latin typeface="Comic Sans MS" panose="030F0702030302020204" pitchFamily="66" charset="0"/>
                <a:cs typeface="Calibri" panose="020F0502020204030204" pitchFamily="34" charset="0"/>
              </a:rPr>
              <a:t>c</a:t>
            </a:r>
            <a:r>
              <a:rPr sz="1400" spc="-5" dirty="0">
                <a:latin typeface="Comic Sans MS" panose="030F0702030302020204" pitchFamily="66" charset="0"/>
                <a:cs typeface="Calibri" panose="020F0502020204030204" pitchFamily="34" charset="0"/>
              </a:rPr>
              <a:t>onne</a:t>
            </a:r>
            <a:r>
              <a:rPr sz="1400" spc="-10" dirty="0">
                <a:latin typeface="Comic Sans MS" panose="030F0702030302020204" pitchFamily="66" charset="0"/>
                <a:cs typeface="Calibri" panose="020F0502020204030204" pitchFamily="34" charset="0"/>
              </a:rPr>
              <a:t>c</a:t>
            </a:r>
            <a:r>
              <a:rPr sz="1400" dirty="0">
                <a:latin typeface="Comic Sans MS" panose="030F0702030302020204" pitchFamily="66" charset="0"/>
                <a:cs typeface="Calibri" panose="020F0502020204030204" pitchFamily="34" charset="0"/>
              </a:rPr>
              <a:t>t</a:t>
            </a:r>
          </a:p>
        </p:txBody>
      </p:sp>
      <p:sp>
        <p:nvSpPr>
          <p:cNvPr id="14" name="object 14"/>
          <p:cNvSpPr/>
          <p:nvPr/>
        </p:nvSpPr>
        <p:spPr>
          <a:xfrm>
            <a:off x="5827515" y="3731482"/>
            <a:ext cx="470534" cy="302895"/>
          </a:xfrm>
          <a:custGeom>
            <a:avLst/>
            <a:gdLst/>
            <a:ahLst/>
            <a:cxnLst/>
            <a:rect l="l" t="t" r="r" b="b"/>
            <a:pathLst>
              <a:path w="470535" h="302895">
                <a:moveTo>
                  <a:pt x="318579" y="0"/>
                </a:moveTo>
                <a:lnTo>
                  <a:pt x="318579" y="75679"/>
                </a:lnTo>
                <a:lnTo>
                  <a:pt x="0" y="75679"/>
                </a:lnTo>
                <a:lnTo>
                  <a:pt x="0" y="227039"/>
                </a:lnTo>
                <a:lnTo>
                  <a:pt x="318579" y="227039"/>
                </a:lnTo>
                <a:lnTo>
                  <a:pt x="318579" y="302718"/>
                </a:lnTo>
                <a:lnTo>
                  <a:pt x="469938" y="151358"/>
                </a:lnTo>
                <a:lnTo>
                  <a:pt x="318579" y="0"/>
                </a:lnTo>
                <a:close/>
              </a:path>
            </a:pathLst>
          </a:custGeom>
          <a:solidFill>
            <a:srgbClr val="008564"/>
          </a:solidFill>
        </p:spPr>
        <p:txBody>
          <a:bodyPr wrap="square" lIns="0" tIns="0" rIns="0" bIns="0" rtlCol="0"/>
          <a:lstStyle/>
          <a:p>
            <a:endParaRPr>
              <a:latin typeface="Comic Sans MS" panose="030F0702030302020204" pitchFamily="66" charset="0"/>
            </a:endParaRPr>
          </a:p>
        </p:txBody>
      </p:sp>
      <p:sp>
        <p:nvSpPr>
          <p:cNvPr id="15" name="object 15"/>
          <p:cNvSpPr txBox="1"/>
          <p:nvPr/>
        </p:nvSpPr>
        <p:spPr>
          <a:xfrm>
            <a:off x="5255657" y="3627679"/>
            <a:ext cx="560070" cy="769441"/>
          </a:xfrm>
          <a:prstGeom prst="rect">
            <a:avLst/>
          </a:prstGeom>
        </p:spPr>
        <p:txBody>
          <a:bodyPr vert="horz" wrap="square" lIns="0" tIns="0" rIns="0" bIns="0" rtlCol="0">
            <a:spAutoFit/>
          </a:bodyPr>
          <a:lstStyle/>
          <a:p>
            <a:pPr marL="22860" marR="5080" indent="-10795">
              <a:lnSpc>
                <a:spcPts val="2020"/>
              </a:lnSpc>
            </a:pPr>
            <a:r>
              <a:rPr sz="1800" spc="-90" dirty="0">
                <a:latin typeface="Comic Sans MS" panose="030F0702030302020204" pitchFamily="66" charset="0"/>
                <a:cs typeface="Calibri" panose="020F0502020204030204" pitchFamily="34" charset="0"/>
              </a:rPr>
              <a:t>P</a:t>
            </a:r>
            <a:r>
              <a:rPr sz="1800" dirty="0">
                <a:latin typeface="Comic Sans MS" panose="030F0702030302020204" pitchFamily="66" charset="0"/>
                <a:cs typeface="Calibri" panose="020F0502020204030204" pitchFamily="34" charset="0"/>
              </a:rPr>
              <a:t>a</a:t>
            </a:r>
            <a:r>
              <a:rPr sz="1800" spc="-15" dirty="0">
                <a:latin typeface="Comic Sans MS" panose="030F0702030302020204" pitchFamily="66" charset="0"/>
                <a:cs typeface="Calibri" panose="020F0502020204030204" pitchFamily="34" charset="0"/>
              </a:rPr>
              <a:t>g</a:t>
            </a:r>
            <a:r>
              <a:rPr sz="1800" dirty="0">
                <a:latin typeface="Comic Sans MS" panose="030F0702030302020204" pitchFamily="66" charset="0"/>
                <a:cs typeface="Calibri" panose="020F0502020204030204" pitchFamily="34" charset="0"/>
              </a:rPr>
              <a:t>e </a:t>
            </a:r>
            <a:r>
              <a:rPr sz="1800" spc="5" dirty="0">
                <a:latin typeface="Comic Sans MS" panose="030F0702030302020204" pitchFamily="66" charset="0"/>
                <a:cs typeface="Calibri" panose="020F0502020204030204" pitchFamily="34" charset="0"/>
              </a:rPr>
              <a:t>Fau</a:t>
            </a:r>
            <a:r>
              <a:rPr sz="1800" spc="-10" dirty="0">
                <a:latin typeface="Comic Sans MS" panose="030F0702030302020204" pitchFamily="66" charset="0"/>
                <a:cs typeface="Calibri" panose="020F0502020204030204" pitchFamily="34" charset="0"/>
              </a:rPr>
              <a:t>l</a:t>
            </a:r>
            <a:r>
              <a:rPr sz="1800" dirty="0">
                <a:latin typeface="Comic Sans MS" panose="030F0702030302020204" pitchFamily="66" charset="0"/>
                <a:cs typeface="Calibri" panose="020F0502020204030204" pitchFamily="34" charset="0"/>
              </a:rPr>
              <a:t>t</a:t>
            </a:r>
          </a:p>
        </p:txBody>
      </p:sp>
      <p:sp>
        <p:nvSpPr>
          <p:cNvPr id="16" name="object 16"/>
          <p:cNvSpPr/>
          <p:nvPr/>
        </p:nvSpPr>
        <p:spPr>
          <a:xfrm>
            <a:off x="3801211" y="5445873"/>
            <a:ext cx="1373505" cy="586105"/>
          </a:xfrm>
          <a:custGeom>
            <a:avLst/>
            <a:gdLst/>
            <a:ahLst/>
            <a:cxnLst/>
            <a:rect l="l" t="t" r="r" b="b"/>
            <a:pathLst>
              <a:path w="1373504" h="586104">
                <a:moveTo>
                  <a:pt x="219656" y="146436"/>
                </a:moveTo>
                <a:lnTo>
                  <a:pt x="73218" y="146436"/>
                </a:lnTo>
                <a:lnTo>
                  <a:pt x="73218" y="329483"/>
                </a:lnTo>
                <a:lnTo>
                  <a:pt x="76572" y="371051"/>
                </a:lnTo>
                <a:lnTo>
                  <a:pt x="86282" y="410483"/>
                </a:lnTo>
                <a:lnTo>
                  <a:pt x="101822" y="447252"/>
                </a:lnTo>
                <a:lnTo>
                  <a:pt x="122662" y="480830"/>
                </a:lnTo>
                <a:lnTo>
                  <a:pt x="148276" y="510690"/>
                </a:lnTo>
                <a:lnTo>
                  <a:pt x="178136" y="536304"/>
                </a:lnTo>
                <a:lnTo>
                  <a:pt x="211715" y="557145"/>
                </a:lnTo>
                <a:lnTo>
                  <a:pt x="248484" y="572684"/>
                </a:lnTo>
                <a:lnTo>
                  <a:pt x="287916" y="582394"/>
                </a:lnTo>
                <a:lnTo>
                  <a:pt x="329483" y="585749"/>
                </a:lnTo>
                <a:lnTo>
                  <a:pt x="1373461" y="585749"/>
                </a:lnTo>
                <a:lnTo>
                  <a:pt x="1373461" y="439311"/>
                </a:lnTo>
                <a:lnTo>
                  <a:pt x="326076" y="439259"/>
                </a:lnTo>
                <a:lnTo>
                  <a:pt x="311571" y="437857"/>
                </a:lnTo>
                <a:lnTo>
                  <a:pt x="272228" y="423224"/>
                </a:lnTo>
                <a:lnTo>
                  <a:pt x="241737" y="395544"/>
                </a:lnTo>
                <a:lnTo>
                  <a:pt x="223436" y="358155"/>
                </a:lnTo>
                <a:lnTo>
                  <a:pt x="219656" y="329483"/>
                </a:lnTo>
                <a:lnTo>
                  <a:pt x="219656" y="146436"/>
                </a:lnTo>
                <a:close/>
              </a:path>
              <a:path w="1373504" h="586104">
                <a:moveTo>
                  <a:pt x="146438" y="0"/>
                </a:moveTo>
                <a:lnTo>
                  <a:pt x="0" y="146436"/>
                </a:lnTo>
                <a:lnTo>
                  <a:pt x="292874" y="146436"/>
                </a:lnTo>
                <a:lnTo>
                  <a:pt x="146438" y="0"/>
                </a:lnTo>
                <a:close/>
              </a:path>
            </a:pathLst>
          </a:custGeom>
          <a:solidFill>
            <a:srgbClr val="676767"/>
          </a:solidFill>
        </p:spPr>
        <p:txBody>
          <a:bodyPr wrap="square" lIns="0" tIns="0" rIns="0" bIns="0" rtlCol="0"/>
          <a:lstStyle/>
          <a:p>
            <a:endParaRPr>
              <a:latin typeface="Comic Sans MS" panose="030F0702030302020204" pitchFamily="66" charset="0"/>
            </a:endParaRPr>
          </a:p>
        </p:txBody>
      </p:sp>
      <p:sp>
        <p:nvSpPr>
          <p:cNvPr id="17" name="object 17"/>
          <p:cNvSpPr/>
          <p:nvPr/>
        </p:nvSpPr>
        <p:spPr>
          <a:xfrm>
            <a:off x="5016458" y="5445873"/>
            <a:ext cx="2153285" cy="586105"/>
          </a:xfrm>
          <a:custGeom>
            <a:avLst/>
            <a:gdLst/>
            <a:ahLst/>
            <a:cxnLst/>
            <a:rect l="l" t="t" r="r" b="b"/>
            <a:pathLst>
              <a:path w="2153284" h="586104">
                <a:moveTo>
                  <a:pt x="2080047" y="146436"/>
                </a:moveTo>
                <a:lnTo>
                  <a:pt x="1933613" y="146436"/>
                </a:lnTo>
                <a:lnTo>
                  <a:pt x="1933613" y="329482"/>
                </a:lnTo>
                <a:lnTo>
                  <a:pt x="1932647" y="344110"/>
                </a:lnTo>
                <a:lnTo>
                  <a:pt x="1919151" y="383994"/>
                </a:lnTo>
                <a:lnTo>
                  <a:pt x="1892353" y="415281"/>
                </a:lnTo>
                <a:lnTo>
                  <a:pt x="1855590" y="434634"/>
                </a:lnTo>
                <a:lnTo>
                  <a:pt x="0" y="439310"/>
                </a:lnTo>
                <a:lnTo>
                  <a:pt x="0" y="585749"/>
                </a:lnTo>
                <a:lnTo>
                  <a:pt x="1823784" y="585749"/>
                </a:lnTo>
                <a:lnTo>
                  <a:pt x="1844802" y="584899"/>
                </a:lnTo>
                <a:lnTo>
                  <a:pt x="1885368" y="578301"/>
                </a:lnTo>
                <a:lnTo>
                  <a:pt x="1923534" y="565610"/>
                </a:lnTo>
                <a:lnTo>
                  <a:pt x="1958774" y="547354"/>
                </a:lnTo>
                <a:lnTo>
                  <a:pt x="1990559" y="524061"/>
                </a:lnTo>
                <a:lnTo>
                  <a:pt x="2018362" y="496258"/>
                </a:lnTo>
                <a:lnTo>
                  <a:pt x="2041655" y="464472"/>
                </a:lnTo>
                <a:lnTo>
                  <a:pt x="2059911" y="429233"/>
                </a:lnTo>
                <a:lnTo>
                  <a:pt x="2072602" y="391066"/>
                </a:lnTo>
                <a:lnTo>
                  <a:pt x="2079200" y="350500"/>
                </a:lnTo>
                <a:lnTo>
                  <a:pt x="2080050" y="329482"/>
                </a:lnTo>
                <a:lnTo>
                  <a:pt x="2080047" y="146436"/>
                </a:lnTo>
                <a:close/>
              </a:path>
              <a:path w="2153284" h="586104">
                <a:moveTo>
                  <a:pt x="2006829" y="0"/>
                </a:moveTo>
                <a:lnTo>
                  <a:pt x="1860393" y="146436"/>
                </a:lnTo>
                <a:lnTo>
                  <a:pt x="2153267" y="146436"/>
                </a:lnTo>
                <a:lnTo>
                  <a:pt x="2006829" y="0"/>
                </a:lnTo>
                <a:close/>
              </a:path>
            </a:pathLst>
          </a:custGeom>
          <a:solidFill>
            <a:srgbClr val="676767"/>
          </a:solidFill>
        </p:spPr>
        <p:txBody>
          <a:bodyPr wrap="square" lIns="0" tIns="0" rIns="0" bIns="0" rtlCol="0"/>
          <a:lstStyle/>
          <a:p>
            <a:endParaRPr>
              <a:latin typeface="Comic Sans MS" panose="030F0702030302020204" pitchFamily="66" charset="0"/>
            </a:endParaRPr>
          </a:p>
        </p:txBody>
      </p:sp>
      <p:sp>
        <p:nvSpPr>
          <p:cNvPr id="18" name="object 18"/>
          <p:cNvSpPr txBox="1"/>
          <p:nvPr/>
        </p:nvSpPr>
        <p:spPr>
          <a:xfrm>
            <a:off x="3479840" y="3533790"/>
            <a:ext cx="486409" cy="184666"/>
          </a:xfrm>
          <a:prstGeom prst="rect">
            <a:avLst/>
          </a:prstGeom>
        </p:spPr>
        <p:txBody>
          <a:bodyPr vert="horz" wrap="square" lIns="0" tIns="0" rIns="0" bIns="0" rtlCol="0">
            <a:spAutoFit/>
          </a:bodyPr>
          <a:lstStyle/>
          <a:p>
            <a:pPr marL="12700">
              <a:lnSpc>
                <a:spcPct val="100000"/>
              </a:lnSpc>
            </a:pPr>
            <a:r>
              <a:rPr sz="1200" spc="-10" dirty="0">
                <a:latin typeface="Comic Sans MS" panose="030F0702030302020204" pitchFamily="66" charset="0"/>
                <a:cs typeface="Lucida Console" panose="020B0609040504020204"/>
              </a:rPr>
              <a:t>array</a:t>
            </a:r>
            <a:endParaRPr sz="1200">
              <a:latin typeface="Comic Sans MS" panose="030F0702030302020204" pitchFamily="66" charset="0"/>
              <a:cs typeface="Lucida Console" panose="020B0609040504020204"/>
            </a:endParaRPr>
          </a:p>
        </p:txBody>
      </p:sp>
      <p:sp>
        <p:nvSpPr>
          <p:cNvPr id="19" name="object 19"/>
          <p:cNvSpPr txBox="1"/>
          <p:nvPr/>
        </p:nvSpPr>
        <p:spPr>
          <a:xfrm>
            <a:off x="7072135" y="3533790"/>
            <a:ext cx="486409" cy="184666"/>
          </a:xfrm>
          <a:prstGeom prst="rect">
            <a:avLst/>
          </a:prstGeom>
        </p:spPr>
        <p:txBody>
          <a:bodyPr vert="horz" wrap="square" lIns="0" tIns="0" rIns="0" bIns="0" rtlCol="0">
            <a:spAutoFit/>
          </a:bodyPr>
          <a:lstStyle/>
          <a:p>
            <a:pPr marL="12700">
              <a:lnSpc>
                <a:spcPct val="100000"/>
              </a:lnSpc>
            </a:pPr>
            <a:r>
              <a:rPr sz="1200" spc="-10" dirty="0">
                <a:latin typeface="Comic Sans MS" panose="030F0702030302020204" pitchFamily="66" charset="0"/>
                <a:cs typeface="Lucida Console" panose="020B0609040504020204"/>
              </a:rPr>
              <a:t>array</a:t>
            </a:r>
            <a:endParaRPr sz="1200">
              <a:latin typeface="Comic Sans MS" panose="030F0702030302020204" pitchFamily="66" charset="0"/>
              <a:cs typeface="Lucida Console" panose="020B0609040504020204"/>
            </a:endParaRPr>
          </a:p>
        </p:txBody>
      </p:sp>
      <p:sp>
        <p:nvSpPr>
          <p:cNvPr id="20" name="object 20"/>
          <p:cNvSpPr/>
          <p:nvPr/>
        </p:nvSpPr>
        <p:spPr>
          <a:xfrm>
            <a:off x="2820470" y="3748999"/>
            <a:ext cx="1806575" cy="264160"/>
          </a:xfrm>
          <a:custGeom>
            <a:avLst/>
            <a:gdLst/>
            <a:ahLst/>
            <a:cxnLst/>
            <a:rect l="l" t="t" r="r" b="b"/>
            <a:pathLst>
              <a:path w="1806575" h="264160">
                <a:moveTo>
                  <a:pt x="0" y="0"/>
                </a:moveTo>
                <a:lnTo>
                  <a:pt x="1806221" y="0"/>
                </a:lnTo>
                <a:lnTo>
                  <a:pt x="1806221" y="263805"/>
                </a:lnTo>
                <a:lnTo>
                  <a:pt x="0" y="263805"/>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1" name="object 21"/>
          <p:cNvSpPr/>
          <p:nvPr/>
        </p:nvSpPr>
        <p:spPr>
          <a:xfrm>
            <a:off x="2820470" y="4040167"/>
            <a:ext cx="1806575" cy="264160"/>
          </a:xfrm>
          <a:custGeom>
            <a:avLst/>
            <a:gdLst/>
            <a:ahLst/>
            <a:cxnLst/>
            <a:rect l="l" t="t" r="r" b="b"/>
            <a:pathLst>
              <a:path w="1806575" h="264160">
                <a:moveTo>
                  <a:pt x="0" y="0"/>
                </a:moveTo>
                <a:lnTo>
                  <a:pt x="1806221" y="0"/>
                </a:lnTo>
                <a:lnTo>
                  <a:pt x="1806221" y="263806"/>
                </a:lnTo>
                <a:lnTo>
                  <a:pt x="0" y="263806"/>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2" name="object 22"/>
          <p:cNvSpPr/>
          <p:nvPr/>
        </p:nvSpPr>
        <p:spPr>
          <a:xfrm>
            <a:off x="2820470" y="4331337"/>
            <a:ext cx="1806575" cy="264160"/>
          </a:xfrm>
          <a:custGeom>
            <a:avLst/>
            <a:gdLst/>
            <a:ahLst/>
            <a:cxnLst/>
            <a:rect l="l" t="t" r="r" b="b"/>
            <a:pathLst>
              <a:path w="1806575" h="264160">
                <a:moveTo>
                  <a:pt x="0" y="0"/>
                </a:moveTo>
                <a:lnTo>
                  <a:pt x="1806221" y="0"/>
                </a:lnTo>
                <a:lnTo>
                  <a:pt x="1806221" y="263805"/>
                </a:lnTo>
                <a:lnTo>
                  <a:pt x="0" y="263805"/>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3" name="object 23"/>
          <p:cNvSpPr/>
          <p:nvPr/>
        </p:nvSpPr>
        <p:spPr>
          <a:xfrm>
            <a:off x="2820470" y="4913675"/>
            <a:ext cx="1806575" cy="264160"/>
          </a:xfrm>
          <a:custGeom>
            <a:avLst/>
            <a:gdLst/>
            <a:ahLst/>
            <a:cxnLst/>
            <a:rect l="l" t="t" r="r" b="b"/>
            <a:pathLst>
              <a:path w="1806575" h="264160">
                <a:moveTo>
                  <a:pt x="0" y="0"/>
                </a:moveTo>
                <a:lnTo>
                  <a:pt x="1806221" y="0"/>
                </a:lnTo>
                <a:lnTo>
                  <a:pt x="1806221" y="263805"/>
                </a:lnTo>
                <a:lnTo>
                  <a:pt x="0" y="263805"/>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4" name="object 24"/>
          <p:cNvSpPr/>
          <p:nvPr/>
        </p:nvSpPr>
        <p:spPr>
          <a:xfrm>
            <a:off x="2820470" y="4622505"/>
            <a:ext cx="1806575" cy="264160"/>
          </a:xfrm>
          <a:custGeom>
            <a:avLst/>
            <a:gdLst/>
            <a:ahLst/>
            <a:cxnLst/>
            <a:rect l="l" t="t" r="r" b="b"/>
            <a:pathLst>
              <a:path w="1806575" h="264160">
                <a:moveTo>
                  <a:pt x="0" y="0"/>
                </a:moveTo>
                <a:lnTo>
                  <a:pt x="1806221" y="0"/>
                </a:lnTo>
                <a:lnTo>
                  <a:pt x="1806221" y="263806"/>
                </a:lnTo>
                <a:lnTo>
                  <a:pt x="0" y="263806"/>
                </a:lnTo>
                <a:lnTo>
                  <a:pt x="0" y="0"/>
                </a:lnTo>
                <a:close/>
              </a:path>
            </a:pathLst>
          </a:custGeom>
          <a:solidFill>
            <a:srgbClr val="D0FF7D"/>
          </a:solidFill>
        </p:spPr>
        <p:txBody>
          <a:bodyPr wrap="square" lIns="0" tIns="0" rIns="0" bIns="0" rtlCol="0"/>
          <a:lstStyle/>
          <a:p>
            <a:endParaRPr>
              <a:latin typeface="Comic Sans MS" panose="030F0702030302020204" pitchFamily="66" charset="0"/>
            </a:endParaRPr>
          </a:p>
        </p:txBody>
      </p:sp>
      <p:sp>
        <p:nvSpPr>
          <p:cNvPr id="25" name="object 25"/>
          <p:cNvSpPr/>
          <p:nvPr/>
        </p:nvSpPr>
        <p:spPr>
          <a:xfrm>
            <a:off x="2755709" y="3748999"/>
            <a:ext cx="1965325" cy="1476375"/>
          </a:xfrm>
          <a:custGeom>
            <a:avLst/>
            <a:gdLst/>
            <a:ahLst/>
            <a:cxnLst/>
            <a:rect l="l" t="t" r="r" b="b"/>
            <a:pathLst>
              <a:path w="1965325" h="1476375">
                <a:moveTo>
                  <a:pt x="0" y="0"/>
                </a:moveTo>
                <a:lnTo>
                  <a:pt x="1964804" y="0"/>
                </a:lnTo>
                <a:lnTo>
                  <a:pt x="1964804" y="1475940"/>
                </a:lnTo>
                <a:lnTo>
                  <a:pt x="0" y="1475940"/>
                </a:lnTo>
                <a:lnTo>
                  <a:pt x="0" y="0"/>
                </a:lnTo>
                <a:close/>
              </a:path>
            </a:pathLst>
          </a:custGeom>
          <a:ln w="25400">
            <a:solidFill>
              <a:srgbClr val="5E5E5E"/>
            </a:solidFill>
          </a:ln>
        </p:spPr>
        <p:txBody>
          <a:bodyPr wrap="square" lIns="0" tIns="0" rIns="0" bIns="0" rtlCol="0"/>
          <a:lstStyle/>
          <a:p>
            <a:endParaRPr>
              <a:latin typeface="Comic Sans MS" panose="030F0702030302020204" pitchFamily="66" charset="0"/>
            </a:endParaRPr>
          </a:p>
        </p:txBody>
      </p:sp>
      <p:sp>
        <p:nvSpPr>
          <p:cNvPr id="26" name="object 26"/>
          <p:cNvSpPr/>
          <p:nvPr/>
        </p:nvSpPr>
        <p:spPr>
          <a:xfrm>
            <a:off x="6348004" y="3748999"/>
            <a:ext cx="1965325" cy="1476375"/>
          </a:xfrm>
          <a:custGeom>
            <a:avLst/>
            <a:gdLst/>
            <a:ahLst/>
            <a:cxnLst/>
            <a:rect l="l" t="t" r="r" b="b"/>
            <a:pathLst>
              <a:path w="1965325" h="1476375">
                <a:moveTo>
                  <a:pt x="0" y="0"/>
                </a:moveTo>
                <a:lnTo>
                  <a:pt x="1964804" y="0"/>
                </a:lnTo>
                <a:lnTo>
                  <a:pt x="1964804" y="1475940"/>
                </a:lnTo>
                <a:lnTo>
                  <a:pt x="0" y="1475940"/>
                </a:lnTo>
                <a:lnTo>
                  <a:pt x="0" y="0"/>
                </a:lnTo>
                <a:close/>
              </a:path>
            </a:pathLst>
          </a:custGeom>
          <a:ln w="25400">
            <a:solidFill>
              <a:srgbClr val="5E5E5E"/>
            </a:solidFill>
          </a:ln>
        </p:spPr>
        <p:txBody>
          <a:bodyPr wrap="square" lIns="0" tIns="0" rIns="0" bIns="0" rtlCol="0"/>
          <a:lstStyle/>
          <a:p>
            <a:endParaRPr>
              <a:latin typeface="Comic Sans MS" panose="030F0702030302020204" pitchFamily="66" charset="0"/>
            </a:endParaRPr>
          </a:p>
        </p:txBody>
      </p:sp>
      <p:sp>
        <p:nvSpPr>
          <p:cNvPr id="27" name="object 27"/>
          <p:cNvSpPr txBox="1"/>
          <p:nvPr/>
        </p:nvSpPr>
        <p:spPr>
          <a:xfrm>
            <a:off x="6016848" y="1619016"/>
            <a:ext cx="4141030" cy="1714572"/>
          </a:xfrm>
          <a:prstGeom prst="rect">
            <a:avLst/>
          </a:prstGeom>
        </p:spPr>
        <p:txBody>
          <a:bodyPr vert="horz" wrap="square" lIns="0" tIns="0" rIns="0" bIns="0" rtlCol="0">
            <a:spAutoFit/>
          </a:bodyPr>
          <a:lstStyle/>
          <a:p>
            <a:pPr marR="1283970" algn="ctr">
              <a:lnSpc>
                <a:spcPct val="100000"/>
              </a:lnSpc>
            </a:pPr>
            <a:r>
              <a:rPr sz="2000" spc="-20" dirty="0">
                <a:latin typeface="Comic Sans MS" panose="030F0702030302020204" pitchFamily="66" charset="0"/>
                <a:cs typeface="Calibri" panose="020F0502020204030204" pitchFamily="34" charset="0"/>
              </a:rPr>
              <a:t>CP</a:t>
            </a:r>
            <a:r>
              <a:rPr sz="2000" dirty="0">
                <a:latin typeface="Comic Sans MS" panose="030F0702030302020204" pitchFamily="66" charset="0"/>
                <a:cs typeface="Calibri" panose="020F0502020204030204" pitchFamily="34" charset="0"/>
              </a:rPr>
              <a:t>U</a:t>
            </a:r>
            <a:r>
              <a:rPr sz="2000" spc="-10" dirty="0">
                <a:latin typeface="Comic Sans MS" panose="030F0702030302020204" pitchFamily="66" charset="0"/>
                <a:cs typeface="Calibri" panose="020F0502020204030204" pitchFamily="34" charset="0"/>
              </a:rPr>
              <a:t> </a:t>
            </a:r>
            <a:r>
              <a:rPr sz="2000" spc="-20" dirty="0">
                <a:latin typeface="Comic Sans MS" panose="030F0702030302020204" pitchFamily="66" charset="0"/>
                <a:cs typeface="Calibri" panose="020F0502020204030204" pitchFamily="34" charset="0"/>
              </a:rPr>
              <a:t>Co</a:t>
            </a:r>
            <a:r>
              <a:rPr sz="2000" spc="-5" dirty="0">
                <a:latin typeface="Comic Sans MS" panose="030F0702030302020204" pitchFamily="66" charset="0"/>
                <a:cs typeface="Calibri" panose="020F0502020204030204" pitchFamily="34" charset="0"/>
              </a:rPr>
              <a:t>d</a:t>
            </a:r>
            <a:r>
              <a:rPr sz="2000" dirty="0">
                <a:latin typeface="Comic Sans MS" panose="030F0702030302020204" pitchFamily="66" charset="0"/>
                <a:cs typeface="Calibri" panose="020F0502020204030204" pitchFamily="34" charset="0"/>
              </a:rPr>
              <a:t>e</a:t>
            </a:r>
          </a:p>
          <a:p>
            <a:pPr marL="273685" marR="5080">
              <a:lnSpc>
                <a:spcPct val="158000"/>
              </a:lnSpc>
              <a:spcBef>
                <a:spcPts val="120"/>
              </a:spcBef>
            </a:pPr>
            <a:r>
              <a:rPr sz="1200" spc="-10" dirty="0">
                <a:latin typeface="Comic Sans MS" panose="030F0702030302020204" pitchFamily="66" charset="0"/>
                <a:cs typeface="Lucida Console" panose="020B0609040504020204"/>
              </a:rPr>
              <a:t>cudaMallocManaged(&amp;array,</a:t>
            </a:r>
            <a:r>
              <a:rPr sz="1200" spc="-5" dirty="0">
                <a:latin typeface="Comic Sans MS" panose="030F0702030302020204" pitchFamily="66" charset="0"/>
                <a:cs typeface="Lucida Console" panose="020B0609040504020204"/>
              </a:rPr>
              <a:t> </a:t>
            </a:r>
            <a:r>
              <a:rPr sz="1200" spc="-10" dirty="0">
                <a:latin typeface="Comic Sans MS" panose="030F0702030302020204" pitchFamily="66" charset="0"/>
                <a:cs typeface="Lucida Console" panose="020B0609040504020204"/>
              </a:rPr>
              <a:t>size);</a:t>
            </a:r>
            <a:endParaRPr lang="en-US" sz="1200" spc="-10" dirty="0">
              <a:latin typeface="Comic Sans MS" panose="030F0702030302020204" pitchFamily="66" charset="0"/>
              <a:cs typeface="Lucida Console" panose="020B0609040504020204"/>
            </a:endParaRPr>
          </a:p>
          <a:p>
            <a:pPr marL="273685" marR="5080">
              <a:lnSpc>
                <a:spcPct val="158000"/>
              </a:lnSpc>
              <a:spcBef>
                <a:spcPts val="120"/>
              </a:spcBef>
            </a:pPr>
            <a:r>
              <a:rPr sz="1200" spc="-10" dirty="0">
                <a:latin typeface="Comic Sans MS" panose="030F0702030302020204" pitchFamily="66" charset="0"/>
                <a:cs typeface="Lucida Console" panose="020B0609040504020204"/>
              </a:rPr>
              <a:t> memset(array,</a:t>
            </a:r>
            <a:r>
              <a:rPr sz="1200" dirty="0">
                <a:latin typeface="Comic Sans MS" panose="030F0702030302020204" pitchFamily="66" charset="0"/>
                <a:cs typeface="Lucida Console" panose="020B0609040504020204"/>
              </a:rPr>
              <a:t> </a:t>
            </a:r>
            <a:r>
              <a:rPr sz="1200" spc="-10" dirty="0">
                <a:latin typeface="Comic Sans MS" panose="030F0702030302020204" pitchFamily="66" charset="0"/>
                <a:cs typeface="Lucida Console" panose="020B0609040504020204"/>
              </a:rPr>
              <a:t>size);</a:t>
            </a:r>
            <a:endParaRPr sz="1200" dirty="0">
              <a:latin typeface="Comic Sans MS" panose="030F0702030302020204" pitchFamily="66" charset="0"/>
              <a:cs typeface="Lucida Console" panose="020B0609040504020204"/>
            </a:endParaRPr>
          </a:p>
          <a:p>
            <a:pPr>
              <a:lnSpc>
                <a:spcPct val="100000"/>
              </a:lnSpc>
              <a:spcBef>
                <a:spcPts val="45"/>
              </a:spcBef>
            </a:pPr>
            <a:endParaRPr sz="1150" dirty="0">
              <a:latin typeface="Comic Sans MS" panose="030F0702030302020204" pitchFamily="66" charset="0"/>
              <a:cs typeface="Times New Roman" panose="02020603050405020304"/>
            </a:endParaRPr>
          </a:p>
          <a:p>
            <a:pPr marL="273685">
              <a:lnSpc>
                <a:spcPct val="100000"/>
              </a:lnSpc>
            </a:pPr>
            <a:r>
              <a:rPr sz="1200" spc="-10" dirty="0">
                <a:latin typeface="Comic Sans MS" panose="030F0702030302020204" pitchFamily="66" charset="0"/>
                <a:cs typeface="Lucida Console" panose="020B0609040504020204"/>
              </a:rPr>
              <a:t>setValue&lt;&lt;&lt;...&gt;&gt;&gt;(array,</a:t>
            </a:r>
            <a:r>
              <a:rPr sz="1200" spc="-5" dirty="0">
                <a:latin typeface="Comic Sans MS" panose="030F0702030302020204" pitchFamily="66" charset="0"/>
                <a:cs typeface="Lucida Console" panose="020B0609040504020204"/>
              </a:rPr>
              <a:t> </a:t>
            </a:r>
            <a:r>
              <a:rPr sz="1200" spc="-10" dirty="0">
                <a:latin typeface="Comic Sans MS" panose="030F0702030302020204" pitchFamily="66" charset="0"/>
                <a:cs typeface="Lucida Console" panose="020B0609040504020204"/>
              </a:rPr>
              <a:t>size/2,</a:t>
            </a:r>
            <a:r>
              <a:rPr sz="1200" dirty="0">
                <a:latin typeface="Comic Sans MS" panose="030F0702030302020204" pitchFamily="66" charset="0"/>
                <a:cs typeface="Lucida Console" panose="020B0609040504020204"/>
              </a:rPr>
              <a:t> </a:t>
            </a:r>
            <a:r>
              <a:rPr sz="1200" spc="-10" dirty="0">
                <a:latin typeface="Comic Sans MS" panose="030F0702030302020204" pitchFamily="66" charset="0"/>
                <a:cs typeface="Lucida Console" panose="020B0609040504020204"/>
              </a:rPr>
              <a:t>5);</a:t>
            </a:r>
            <a:endParaRPr sz="1200" dirty="0">
              <a:latin typeface="Comic Sans MS" panose="030F0702030302020204" pitchFamily="66" charset="0"/>
              <a:cs typeface="Lucida Console" panose="020B0609040504020204"/>
            </a:endParaRPr>
          </a:p>
          <a:p>
            <a:pPr marR="1376680" algn="ctr">
              <a:lnSpc>
                <a:spcPct val="100000"/>
              </a:lnSpc>
              <a:spcBef>
                <a:spcPts val="960"/>
              </a:spcBef>
            </a:pPr>
            <a:r>
              <a:rPr sz="2000" spc="-20" dirty="0">
                <a:latin typeface="Comic Sans MS" panose="030F0702030302020204" pitchFamily="66" charset="0"/>
                <a:cs typeface="Calibri" panose="020F0502020204030204" pitchFamily="34" charset="0"/>
              </a:rPr>
              <a:t>CP</a:t>
            </a:r>
            <a:r>
              <a:rPr sz="2000" dirty="0">
                <a:latin typeface="Comic Sans MS" panose="030F0702030302020204" pitchFamily="66" charset="0"/>
                <a:cs typeface="Calibri" panose="020F0502020204030204" pitchFamily="34" charset="0"/>
              </a:rPr>
              <a:t>U</a:t>
            </a:r>
            <a:r>
              <a:rPr sz="2000" spc="-10" dirty="0">
                <a:latin typeface="Comic Sans MS" panose="030F0702030302020204" pitchFamily="66" charset="0"/>
                <a:cs typeface="Calibri" panose="020F0502020204030204" pitchFamily="34" charset="0"/>
              </a:rPr>
              <a:t> </a:t>
            </a:r>
            <a:r>
              <a:rPr sz="2000" spc="-5" dirty="0">
                <a:latin typeface="Comic Sans MS" panose="030F0702030302020204" pitchFamily="66" charset="0"/>
                <a:cs typeface="Calibri" panose="020F0502020204030204" pitchFamily="34" charset="0"/>
              </a:rPr>
              <a:t>M</a:t>
            </a:r>
            <a:r>
              <a:rPr sz="2000" spc="5" dirty="0">
                <a:latin typeface="Comic Sans MS" panose="030F0702030302020204" pitchFamily="66" charset="0"/>
                <a:cs typeface="Calibri" panose="020F0502020204030204" pitchFamily="34" charset="0"/>
              </a:rPr>
              <a:t>em</a:t>
            </a:r>
            <a:r>
              <a:rPr sz="2000" spc="-15" dirty="0">
                <a:latin typeface="Comic Sans MS" panose="030F0702030302020204" pitchFamily="66" charset="0"/>
                <a:cs typeface="Calibri" panose="020F0502020204030204" pitchFamily="34" charset="0"/>
              </a:rPr>
              <a:t>o</a:t>
            </a:r>
            <a:r>
              <a:rPr sz="2000" spc="-10" dirty="0">
                <a:latin typeface="Comic Sans MS" panose="030F0702030302020204" pitchFamily="66" charset="0"/>
                <a:cs typeface="Calibri" panose="020F0502020204030204" pitchFamily="34" charset="0"/>
              </a:rPr>
              <a:t>r</a:t>
            </a:r>
            <a:r>
              <a:rPr sz="2000" dirty="0">
                <a:latin typeface="Comic Sans MS" panose="030F0702030302020204" pitchFamily="66" charset="0"/>
                <a:cs typeface="Calibri" panose="020F0502020204030204" pitchFamily="34" charset="0"/>
              </a:rPr>
              <a:t>y</a:t>
            </a:r>
            <a:r>
              <a:rPr sz="2000" spc="-5" dirty="0">
                <a:latin typeface="Comic Sans MS" panose="030F0702030302020204" pitchFamily="66" charset="0"/>
                <a:cs typeface="Calibri" panose="020F0502020204030204" pitchFamily="34" charset="0"/>
              </a:rPr>
              <a:t> M</a:t>
            </a:r>
            <a:r>
              <a:rPr sz="2000" spc="5" dirty="0">
                <a:latin typeface="Comic Sans MS" panose="030F0702030302020204" pitchFamily="66" charset="0"/>
                <a:cs typeface="Calibri" panose="020F0502020204030204" pitchFamily="34" charset="0"/>
              </a:rPr>
              <a:t>a</a:t>
            </a:r>
            <a:r>
              <a:rPr sz="2000" spc="-5" dirty="0">
                <a:latin typeface="Comic Sans MS" panose="030F0702030302020204" pitchFamily="66" charset="0"/>
                <a:cs typeface="Calibri" panose="020F0502020204030204" pitchFamily="34" charset="0"/>
              </a:rPr>
              <a:t>pp</a:t>
            </a:r>
            <a:r>
              <a:rPr sz="2000" dirty="0">
                <a:latin typeface="Comic Sans MS" panose="030F0702030302020204" pitchFamily="66" charset="0"/>
                <a:cs typeface="Calibri" panose="020F0502020204030204" pitchFamily="34" charset="0"/>
              </a:rPr>
              <a:t>in</a:t>
            </a:r>
            <a:r>
              <a:rPr sz="2000" spc="-10" dirty="0">
                <a:latin typeface="Comic Sans MS" panose="030F0702030302020204" pitchFamily="66" charset="0"/>
                <a:cs typeface="Calibri" panose="020F0502020204030204" pitchFamily="34" charset="0"/>
              </a:rPr>
              <a:t>g</a:t>
            </a:r>
            <a:endParaRPr sz="2000" dirty="0">
              <a:latin typeface="Comic Sans MS" panose="030F0702030302020204" pitchFamily="66" charset="0"/>
              <a:cs typeface="Calibri" panose="020F0502020204030204" pitchFamily="34" charset="0"/>
            </a:endParaRPr>
          </a:p>
        </p:txBody>
      </p:sp>
      <p:sp>
        <p:nvSpPr>
          <p:cNvPr id="28" name="object 28"/>
          <p:cNvSpPr txBox="1"/>
          <p:nvPr/>
        </p:nvSpPr>
        <p:spPr>
          <a:xfrm>
            <a:off x="1536255" y="2171334"/>
            <a:ext cx="2604135" cy="928459"/>
          </a:xfrm>
          <a:prstGeom prst="rect">
            <a:avLst/>
          </a:prstGeom>
        </p:spPr>
        <p:txBody>
          <a:bodyPr vert="horz" wrap="square" lIns="0" tIns="0" rIns="0" bIns="0" rtlCol="0">
            <a:spAutoFit/>
          </a:bodyPr>
          <a:lstStyle/>
          <a:p>
            <a:pPr marL="12700">
              <a:lnSpc>
                <a:spcPct val="100000"/>
              </a:lnSpc>
              <a:tabLst>
                <a:tab pos="933450" algn="l"/>
              </a:tabLst>
            </a:pPr>
            <a:r>
              <a:rPr sz="1200" u="sng" spc="-10" dirty="0">
                <a:latin typeface="Comic Sans MS" panose="030F0702030302020204" pitchFamily="66" charset="0"/>
                <a:cs typeface="Lucida Console" panose="020B0609040504020204"/>
              </a:rPr>
              <a:t>  </a:t>
            </a:r>
            <a:r>
              <a:rPr sz="1200" spc="-10" dirty="0">
                <a:latin typeface="Comic Sans MS" panose="030F0702030302020204" pitchFamily="66" charset="0"/>
                <a:cs typeface="Lucida Console" panose="020B0609040504020204"/>
              </a:rPr>
              <a:t>globa</a:t>
            </a:r>
            <a:r>
              <a:rPr sz="1200" spc="-5" dirty="0">
                <a:latin typeface="Comic Sans MS" panose="030F0702030302020204" pitchFamily="66" charset="0"/>
                <a:cs typeface="Lucida Console" panose="020B0609040504020204"/>
              </a:rPr>
              <a:t>l</a:t>
            </a:r>
            <a:r>
              <a:rPr sz="1200" u="sng" spc="-10" dirty="0">
                <a:latin typeface="Comic Sans MS" panose="030F0702030302020204" pitchFamily="66" charset="0"/>
                <a:cs typeface="Lucida Console" panose="020B0609040504020204"/>
              </a:rPr>
              <a:t> </a:t>
            </a:r>
            <a:r>
              <a:rPr sz="1200" u="sng" dirty="0">
                <a:latin typeface="Comic Sans MS" panose="030F0702030302020204" pitchFamily="66" charset="0"/>
                <a:cs typeface="Lucida Console" panose="020B0609040504020204"/>
              </a:rPr>
              <a:t>	</a:t>
            </a:r>
            <a:endParaRPr sz="1200" dirty="0">
              <a:latin typeface="Comic Sans MS" panose="030F0702030302020204" pitchFamily="66" charset="0"/>
              <a:cs typeface="Lucida Console" panose="020B0609040504020204"/>
            </a:endParaRPr>
          </a:p>
          <a:p>
            <a:pPr marL="12700">
              <a:lnSpc>
                <a:spcPts val="1415"/>
              </a:lnSpc>
              <a:spcBef>
                <a:spcPts val="70"/>
              </a:spcBef>
            </a:pPr>
            <a:r>
              <a:rPr sz="1200" spc="-10" dirty="0">
                <a:latin typeface="Comic Sans MS" panose="030F0702030302020204" pitchFamily="66" charset="0"/>
                <a:cs typeface="Lucida Console" panose="020B0609040504020204"/>
              </a:rPr>
              <a:t>void setValue(char *ptr, int</a:t>
            </a:r>
            <a:endParaRPr sz="1200" dirty="0">
              <a:latin typeface="Comic Sans MS" panose="030F0702030302020204" pitchFamily="66" charset="0"/>
              <a:cs typeface="Lucida Console" panose="020B0609040504020204"/>
            </a:endParaRPr>
          </a:p>
          <a:p>
            <a:pPr marL="12700">
              <a:lnSpc>
                <a:spcPts val="1415"/>
              </a:lnSpc>
            </a:pPr>
            <a:r>
              <a:rPr sz="1200" spc="-10" dirty="0">
                <a:latin typeface="Comic Sans MS" panose="030F0702030302020204" pitchFamily="66" charset="0"/>
                <a:cs typeface="Lucida Console" panose="020B0609040504020204"/>
              </a:rPr>
              <a:t>{</a:t>
            </a:r>
            <a:endParaRPr sz="1200" dirty="0">
              <a:latin typeface="Comic Sans MS" panose="030F0702030302020204" pitchFamily="66" charset="0"/>
              <a:cs typeface="Lucida Console" panose="020B0609040504020204"/>
            </a:endParaRPr>
          </a:p>
          <a:p>
            <a:pPr marL="196850">
              <a:lnSpc>
                <a:spcPts val="1415"/>
              </a:lnSpc>
              <a:spcBef>
                <a:spcPts val="70"/>
              </a:spcBef>
            </a:pPr>
            <a:r>
              <a:rPr sz="1200" spc="-10" dirty="0">
                <a:latin typeface="Comic Sans MS" panose="030F0702030302020204" pitchFamily="66" charset="0"/>
                <a:cs typeface="Lucida Console" panose="020B0609040504020204"/>
              </a:rPr>
              <a:t>ptr[index] = val;</a:t>
            </a:r>
            <a:endParaRPr sz="1200" dirty="0">
              <a:latin typeface="Comic Sans MS" panose="030F0702030302020204" pitchFamily="66" charset="0"/>
              <a:cs typeface="Lucida Console" panose="020B0609040504020204"/>
            </a:endParaRPr>
          </a:p>
          <a:p>
            <a:pPr marL="12700">
              <a:lnSpc>
                <a:spcPts val="1415"/>
              </a:lnSpc>
            </a:pPr>
            <a:r>
              <a:rPr sz="1200" spc="-10" dirty="0">
                <a:latin typeface="Comic Sans MS" panose="030F0702030302020204" pitchFamily="66" charset="0"/>
                <a:cs typeface="Lucida Console" panose="020B0609040504020204"/>
              </a:rPr>
              <a:t>}</a:t>
            </a:r>
            <a:endParaRPr sz="1200" dirty="0">
              <a:latin typeface="Comic Sans MS" panose="030F0702030302020204" pitchFamily="66" charset="0"/>
              <a:cs typeface="Lucida Console" panose="020B0609040504020204"/>
            </a:endParaRPr>
          </a:p>
        </p:txBody>
      </p:sp>
      <p:sp>
        <p:nvSpPr>
          <p:cNvPr id="29" name="object 29"/>
          <p:cNvSpPr txBox="1"/>
          <p:nvPr/>
        </p:nvSpPr>
        <p:spPr>
          <a:xfrm>
            <a:off x="3584890" y="2341101"/>
            <a:ext cx="1038860" cy="184666"/>
          </a:xfrm>
          <a:prstGeom prst="rect">
            <a:avLst/>
          </a:prstGeom>
        </p:spPr>
        <p:txBody>
          <a:bodyPr vert="horz" wrap="square" lIns="0" tIns="0" rIns="0" bIns="0" rtlCol="0">
            <a:spAutoFit/>
          </a:bodyPr>
          <a:lstStyle/>
          <a:p>
            <a:pPr marL="12700">
              <a:lnSpc>
                <a:spcPct val="100000"/>
              </a:lnSpc>
            </a:pPr>
            <a:r>
              <a:rPr sz="1200" spc="-10" dirty="0">
                <a:latin typeface="Comic Sans MS" panose="030F0702030302020204" pitchFamily="66" charset="0"/>
                <a:cs typeface="Lucida Console" panose="020B0609040504020204"/>
              </a:rPr>
              <a:t>index, char</a:t>
            </a:r>
            <a:endParaRPr sz="1200">
              <a:latin typeface="Comic Sans MS" panose="030F0702030302020204" pitchFamily="66" charset="0"/>
              <a:cs typeface="Lucida Console" panose="020B0609040504020204"/>
            </a:endParaRPr>
          </a:p>
        </p:txBody>
      </p:sp>
      <p:sp>
        <p:nvSpPr>
          <p:cNvPr id="30" name="object 30"/>
          <p:cNvSpPr txBox="1"/>
          <p:nvPr/>
        </p:nvSpPr>
        <p:spPr>
          <a:xfrm>
            <a:off x="4433131" y="2380382"/>
            <a:ext cx="393700" cy="184666"/>
          </a:xfrm>
          <a:prstGeom prst="rect">
            <a:avLst/>
          </a:prstGeom>
        </p:spPr>
        <p:txBody>
          <a:bodyPr vert="horz" wrap="square" lIns="0" tIns="0" rIns="0" bIns="0" rtlCol="0">
            <a:spAutoFit/>
          </a:bodyPr>
          <a:lstStyle/>
          <a:p>
            <a:pPr marL="12700">
              <a:lnSpc>
                <a:spcPct val="100000"/>
              </a:lnSpc>
            </a:pPr>
            <a:r>
              <a:rPr sz="1200" spc="-10" dirty="0">
                <a:latin typeface="Comic Sans MS" panose="030F0702030302020204" pitchFamily="66" charset="0"/>
                <a:cs typeface="Lucida Console" panose="020B0609040504020204"/>
              </a:rPr>
              <a:t>val)</a:t>
            </a:r>
            <a:endParaRPr sz="1200">
              <a:latin typeface="Comic Sans MS" panose="030F0702030302020204" pitchFamily="66" charset="0"/>
              <a:cs typeface="Lucida Console" panose="020B0609040504020204"/>
            </a:endParaRPr>
          </a:p>
        </p:txBody>
      </p:sp>
      <p:sp>
        <p:nvSpPr>
          <p:cNvPr id="31" name="object 31"/>
          <p:cNvSpPr txBox="1"/>
          <p:nvPr/>
        </p:nvSpPr>
        <p:spPr>
          <a:xfrm>
            <a:off x="3118008" y="1789735"/>
            <a:ext cx="1463322" cy="307777"/>
          </a:xfrm>
          <a:prstGeom prst="rect">
            <a:avLst/>
          </a:prstGeom>
        </p:spPr>
        <p:txBody>
          <a:bodyPr vert="horz" wrap="square" lIns="0" tIns="0" rIns="0" bIns="0" rtlCol="0">
            <a:spAutoFit/>
          </a:bodyPr>
          <a:lstStyle/>
          <a:p>
            <a:pPr marL="12700">
              <a:lnSpc>
                <a:spcPct val="100000"/>
              </a:lnSpc>
            </a:pPr>
            <a:r>
              <a:rPr sz="2000" spc="-10" dirty="0">
                <a:latin typeface="Comic Sans MS" panose="030F0702030302020204" pitchFamily="66" charset="0"/>
                <a:cs typeface="Calibri" panose="020F0502020204030204" pitchFamily="34" charset="0"/>
              </a:rPr>
              <a:t>GP</a:t>
            </a:r>
            <a:r>
              <a:rPr sz="2000" dirty="0">
                <a:latin typeface="Comic Sans MS" panose="030F0702030302020204" pitchFamily="66" charset="0"/>
                <a:cs typeface="Calibri" panose="020F0502020204030204" pitchFamily="34" charset="0"/>
              </a:rPr>
              <a:t>U</a:t>
            </a:r>
            <a:r>
              <a:rPr sz="2000" spc="-10" dirty="0">
                <a:latin typeface="Comic Sans MS" panose="030F0702030302020204" pitchFamily="66" charset="0"/>
                <a:cs typeface="Calibri" panose="020F0502020204030204" pitchFamily="34" charset="0"/>
              </a:rPr>
              <a:t> </a:t>
            </a:r>
            <a:r>
              <a:rPr sz="2000" spc="-5" dirty="0">
                <a:latin typeface="Comic Sans MS" panose="030F0702030302020204" pitchFamily="66" charset="0"/>
                <a:cs typeface="Calibri" panose="020F0502020204030204" pitchFamily="34" charset="0"/>
              </a:rPr>
              <a:t>C</a:t>
            </a:r>
            <a:r>
              <a:rPr sz="2000" spc="-15" dirty="0">
                <a:latin typeface="Comic Sans MS" panose="030F0702030302020204" pitchFamily="66" charset="0"/>
                <a:cs typeface="Calibri" panose="020F0502020204030204" pitchFamily="34" charset="0"/>
              </a:rPr>
              <a:t>od</a:t>
            </a:r>
            <a:r>
              <a:rPr sz="2000" dirty="0">
                <a:latin typeface="Comic Sans MS" panose="030F0702030302020204" pitchFamily="66" charset="0"/>
                <a:cs typeface="Calibri" panose="020F0502020204030204" pitchFamily="34" charset="0"/>
              </a:rPr>
              <a:t>e</a:t>
            </a:r>
          </a:p>
        </p:txBody>
      </p:sp>
    </p:spTree>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3939</Words>
  <Application>Microsoft Office PowerPoint</Application>
  <PresentationFormat>自定义</PresentationFormat>
  <Paragraphs>483</Paragraphs>
  <Slides>34</Slides>
  <Notes>26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34</vt:i4>
      </vt:variant>
    </vt:vector>
  </HeadingPairs>
  <TitlesOfParts>
    <vt:vector size="45" baseType="lpstr">
      <vt:lpstr>宋体</vt:lpstr>
      <vt:lpstr>微软雅黑</vt:lpstr>
      <vt:lpstr>Arial</vt:lpstr>
      <vt:lpstr>Calibri</vt:lpstr>
      <vt:lpstr>Calibri Light</vt:lpstr>
      <vt:lpstr>Comic Sans MS</vt:lpstr>
      <vt:lpstr>Consolas</vt:lpstr>
      <vt:lpstr>Lucida Console</vt:lpstr>
      <vt:lpstr>Times New Roman</vt:lpstr>
      <vt:lpstr>Trebuchet MS</vt:lpstr>
      <vt:lpstr>1_Office 主题​​</vt:lpstr>
      <vt:lpstr>CUDA UNIFIED MEMORY</vt:lpstr>
      <vt:lpstr>AGENDA</vt:lpstr>
      <vt:lpstr>PowerPoint 演示文稿</vt:lpstr>
      <vt:lpstr>INTRODUCING UNIFIED MEMORY  WITH DEMAND PAGING</vt:lpstr>
      <vt:lpstr>UNIFIED MEMORY Reduce Developer Effort</vt:lpstr>
      <vt:lpstr>CUDA 8+: UNIFIED MEMORY Demand Paging For Pascal and Beyond</vt:lpstr>
      <vt:lpstr>SIMPLIFIED MEMORY MANAGEMENT CODE</vt:lpstr>
      <vt:lpstr>SIMPLIFIED MEMORY MANAGEMENT CODE</vt:lpstr>
      <vt:lpstr>UNIFIED MEMORY EXAMPLE With On-Demand Paging</vt:lpstr>
      <vt:lpstr>HOW UNIFIED MEMORY WORKS ON PASCAL+ Servicing CPU and GPU Page Faults</vt:lpstr>
      <vt:lpstr>ANALYTICS USE CASE Concurrent Access To Hash Table</vt:lpstr>
      <vt:lpstr>ANALYTICS USE CASE Concurrent Access To Hash Table</vt:lpstr>
      <vt:lpstr>ANALYTICS USE CASE Concurrent Access To Hash Table</vt:lpstr>
      <vt:lpstr>UNIFIED MEMORY Evolution of GPU architectures</vt:lpstr>
      <vt:lpstr>ASIDE: PRE-PASCAL UM REGIME Summary</vt:lpstr>
      <vt:lpstr>UNIFIED MEMORY ON PASCAL+ GPU Memory Oversubscription</vt:lpstr>
      <vt:lpstr>UNIFIED MEMORY (UM) ON PASCAL+ Concurrent CPU/GPU Access to Managed Memory</vt:lpstr>
      <vt:lpstr>UNIFIED MEMORY ON PASCAL+ System-Wide Atomics</vt:lpstr>
      <vt:lpstr>USE CASE: DEEP COPY</vt:lpstr>
      <vt:lpstr>USE CASE: LINKED LIST</vt:lpstr>
      <vt:lpstr>USE CASE: C++ OBJECTS Overloading new and delete</vt:lpstr>
      <vt:lpstr>USE CASE: C++ OBJECTS Overloading new and delete</vt:lpstr>
      <vt:lpstr>PERFORMANCE TUNING ON PASCAL+ Demand Paging Impact</vt:lpstr>
      <vt:lpstr>PERFORMANCE TUNING ON PASCAL+ Prefetching</vt:lpstr>
      <vt:lpstr>PERFORMANCE TUNING ON PASCAL+ Explicit Memory Hints</vt:lpstr>
      <vt:lpstr>PERFORMANCE TUNING ON PASCAL+ Hints: cudaMemAdviseSetReadMostly</vt:lpstr>
      <vt:lpstr>PERFORMANCE TUNING ON PASCAL+ Hints: cudaMemAdviseSetPreferredLocation</vt:lpstr>
      <vt:lpstr>PERFORMANCE TUNING ON PASCAL+ Hints: cudaMemAdviseSetAccessedBy</vt:lpstr>
      <vt:lpstr>PERFORMANCE Final Words</vt:lpstr>
      <vt:lpstr>FUTURE SESSIONS</vt:lpstr>
      <vt:lpstr>FURTHER STUDY</vt:lpstr>
      <vt:lpstr>HOMEWORK</vt:lpstr>
      <vt:lpstr>BACKUP</vt:lpstr>
      <vt:lpstr>HOW UNIFIED MEMORY WORKS IN CUDA 6 En-masse Movement of Data to GPU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Lab317-Dan</cp:lastModifiedBy>
  <cp:revision>92</cp:revision>
  <dcterms:created xsi:type="dcterms:W3CDTF">2020-12-06T21:05:00Z</dcterms:created>
  <dcterms:modified xsi:type="dcterms:W3CDTF">2025-01-02T15:19:49Z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2020-06-16T00:00:00Z</vt:filetime>
  </property>
  <property fmtid="{D5CDD505-2E9C-101B-9397-08002B2CF9AE}" pid="3" name="LastSaved">
    <vt:filetime>2020-12-07T00:00:00Z</vt:filetime>
  </property>
  <property fmtid="{D5CDD505-2E9C-101B-9397-08002B2CF9AE}" pid="4" name="ICV">
    <vt:lpwstr>1A299E2EFDAB44DF914927B3AC2C424E</vt:lpwstr>
  </property>
  <property fmtid="{D5CDD505-2E9C-101B-9397-08002B2CF9AE}" pid="5" name="KSOProductBuildVer">
    <vt:lpwstr>2052-11.1.0.11294</vt:lpwstr>
  </property>
</Properties>
</file>